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9" r:id="rId61"/>
    <p:sldId id="320" r:id="rId62"/>
    <p:sldId id="321" r:id="rId63"/>
    <p:sldId id="322" r:id="rId64"/>
    <p:sldId id="323" r:id="rId65"/>
    <p:sldId id="324" r:id="rId66"/>
    <p:sldId id="325" r:id="rId67"/>
    <p:sldId id="326" r:id="rId68"/>
    <p:sldId id="327" r:id="rId69"/>
    <p:sldId id="328" r:id="rId70"/>
    <p:sldId id="329" r:id="rId71"/>
    <p:sldId id="330" r:id="rId72"/>
    <p:sldId id="331" r:id="rId73"/>
    <p:sldId id="332" r:id="rId74"/>
    <p:sldId id="333" r:id="rId75"/>
    <p:sldId id="334" r:id="rId76"/>
    <p:sldId id="335" r:id="rId77"/>
    <p:sldId id="336" r:id="rId78"/>
    <p:sldId id="337" r:id="rId79"/>
    <p:sldId id="338" r:id="rId80"/>
    <p:sldId id="339" r:id="rId81"/>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1176" autoAdjust="0"/>
  </p:normalViewPr>
  <p:slideViewPr>
    <p:cSldViewPr>
      <p:cViewPr varScale="1">
        <p:scale>
          <a:sx n="60" d="100"/>
          <a:sy n="60" d="100"/>
        </p:scale>
        <p:origin x="1522" y="5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25A61FE2-37A3-4AA6-A32E-D5F044895E3E}" type="datetimeFigureOut">
              <a:rPr lang="en-SG" smtClean="0"/>
              <a:t>2/12/2025</a:t>
            </a:fld>
            <a:endParaRPr lang="en-SG"/>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65192DC-09F2-45C7-B409-A801871BA83A}" type="slidenum">
              <a:rPr lang="en-SG" smtClean="0"/>
              <a:t>‹#›</a:t>
            </a:fld>
            <a:endParaRPr lang="en-SG"/>
          </a:p>
        </p:txBody>
      </p:sp>
    </p:spTree>
    <p:extLst>
      <p:ext uri="{BB962C8B-B14F-4D97-AF65-F5344CB8AC3E}">
        <p14:creationId xmlns:p14="http://schemas.microsoft.com/office/powerpoint/2010/main" val="10619948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UTM Map Projection</a:t>
            </a:r>
          </a:p>
          <a:p>
            <a:r>
              <a:rPr lang="en-GB" b="1" dirty="0"/>
              <a:t>UTM = Universal Transverse Mercator</a:t>
            </a:r>
            <a:endParaRPr lang="en-GB" dirty="0"/>
          </a:p>
          <a:p>
            <a:r>
              <a:rPr lang="en-GB" dirty="0"/>
              <a:t>A </a:t>
            </a:r>
            <a:r>
              <a:rPr lang="en-GB" b="1" dirty="0"/>
              <a:t>map projection</a:t>
            </a:r>
            <a:r>
              <a:rPr lang="en-GB" dirty="0"/>
              <a:t> that shows features on a </a:t>
            </a:r>
            <a:r>
              <a:rPr lang="en-GB" b="1" dirty="0"/>
              <a:t>flat, two-dimensional surface</a:t>
            </a:r>
            <a:r>
              <a:rPr lang="en-GB" dirty="0"/>
              <a:t>.</a:t>
            </a:r>
          </a:p>
          <a:p>
            <a:r>
              <a:rPr lang="en-GB" dirty="0"/>
              <a:t>Converts the </a:t>
            </a:r>
            <a:r>
              <a:rPr lang="en-GB" b="1" dirty="0"/>
              <a:t>curved surface of the Earth</a:t>
            </a:r>
            <a:r>
              <a:rPr lang="en-GB" dirty="0"/>
              <a:t> into a </a:t>
            </a:r>
            <a:r>
              <a:rPr lang="en-GB" b="1" dirty="0"/>
              <a:t>grid system</a:t>
            </a:r>
            <a:r>
              <a:rPr lang="en-GB" dirty="0"/>
              <a:t> for easier navigation and mapping.</a:t>
            </a:r>
          </a:p>
          <a:p>
            <a:r>
              <a:rPr lang="en-GB" dirty="0"/>
              <a:t>Commonly used in </a:t>
            </a:r>
            <a:r>
              <a:rPr lang="en-GB" b="1" dirty="0"/>
              <a:t>aerial surveying, mapping, and navigation</a:t>
            </a:r>
            <a:r>
              <a:rPr lang="en-GB" dirty="0"/>
              <a:t>.</a:t>
            </a:r>
          </a:p>
          <a:p>
            <a:endParaRPr lang="en-SG" dirty="0"/>
          </a:p>
          <a:p>
            <a:r>
              <a:rPr lang="en-GB" b="1" dirty="0"/>
              <a:t>UTM Grid System</a:t>
            </a:r>
          </a:p>
          <a:p>
            <a:r>
              <a:rPr lang="en-GB" b="1" dirty="0"/>
              <a:t>Zones (East–West):</a:t>
            </a:r>
            <a:endParaRPr lang="en-GB" dirty="0"/>
          </a:p>
          <a:p>
            <a:pPr lvl="1"/>
            <a:r>
              <a:rPr lang="en-GB" dirty="0"/>
              <a:t>Numbered </a:t>
            </a:r>
            <a:r>
              <a:rPr lang="en-GB" b="1" dirty="0"/>
              <a:t>1 to 60</a:t>
            </a:r>
            <a:endParaRPr lang="en-GB" dirty="0"/>
          </a:p>
          <a:p>
            <a:pPr lvl="1"/>
            <a:r>
              <a:rPr lang="en-GB" dirty="0"/>
              <a:t>Each zone spans </a:t>
            </a:r>
            <a:r>
              <a:rPr lang="en-GB" b="1" dirty="0"/>
              <a:t>6° of longitude</a:t>
            </a:r>
            <a:endParaRPr lang="en-GB" dirty="0"/>
          </a:p>
          <a:p>
            <a:pPr lvl="1"/>
            <a:r>
              <a:rPr lang="en-GB" b="1" dirty="0"/>
              <a:t>Zone 1</a:t>
            </a:r>
            <a:r>
              <a:rPr lang="en-GB" dirty="0"/>
              <a:t> is </a:t>
            </a:r>
            <a:r>
              <a:rPr lang="en-GB" dirty="0" err="1"/>
              <a:t>centered</a:t>
            </a:r>
            <a:r>
              <a:rPr lang="en-GB" dirty="0"/>
              <a:t> over </a:t>
            </a:r>
            <a:r>
              <a:rPr lang="en-GB" b="1" dirty="0"/>
              <a:t>Greenwich, England</a:t>
            </a:r>
            <a:endParaRPr lang="en-GB" dirty="0"/>
          </a:p>
          <a:p>
            <a:r>
              <a:rPr lang="en-GB" b="1" dirty="0"/>
              <a:t>Latitude Bands (South–North):</a:t>
            </a:r>
            <a:endParaRPr lang="en-GB" dirty="0"/>
          </a:p>
          <a:p>
            <a:pPr lvl="1"/>
            <a:r>
              <a:rPr lang="en-GB" dirty="0"/>
              <a:t>Lettered </a:t>
            </a:r>
            <a:r>
              <a:rPr lang="en-GB" b="1" dirty="0"/>
              <a:t>C to X</a:t>
            </a:r>
            <a:r>
              <a:rPr lang="en-GB" dirty="0"/>
              <a:t> (omitting I and O)</a:t>
            </a:r>
          </a:p>
          <a:p>
            <a:pPr lvl="1"/>
            <a:r>
              <a:rPr lang="en-GB" dirty="0"/>
              <a:t>Each band spans </a:t>
            </a:r>
            <a:r>
              <a:rPr lang="en-GB" b="1" dirty="0"/>
              <a:t>8° of latitude</a:t>
            </a:r>
            <a:endParaRPr lang="en-GB" dirty="0"/>
          </a:p>
          <a:p>
            <a:r>
              <a:rPr lang="en-GB" b="1" dirty="0"/>
              <a:t>Purpose:</a:t>
            </a:r>
            <a:endParaRPr lang="en-GB" dirty="0"/>
          </a:p>
          <a:p>
            <a:pPr lvl="1"/>
            <a:r>
              <a:rPr lang="en-GB" dirty="0"/>
              <a:t>Combines </a:t>
            </a:r>
            <a:r>
              <a:rPr lang="en-GB" b="1" dirty="0"/>
              <a:t>zone number + latitude band</a:t>
            </a:r>
            <a:r>
              <a:rPr lang="en-GB" dirty="0"/>
              <a:t> to locate positions on the map</a:t>
            </a:r>
          </a:p>
          <a:p>
            <a:br>
              <a:rPr lang="en-GB" dirty="0"/>
            </a:br>
            <a:endParaRPr lang="en-GB" dirty="0"/>
          </a:p>
          <a:p>
            <a:r>
              <a:rPr lang="en-GB" b="1" dirty="0"/>
              <a:t>Simple summary for students</a:t>
            </a:r>
          </a:p>
          <a:p>
            <a:r>
              <a:rPr lang="en-GB" b="1" dirty="0"/>
              <a:t>East–West = numbered zones (1–60)</a:t>
            </a:r>
            <a:endParaRPr lang="en-GB" dirty="0"/>
          </a:p>
          <a:p>
            <a:r>
              <a:rPr lang="en-GB" b="1" dirty="0"/>
              <a:t>South–North = lettered bands (C–X)</a:t>
            </a:r>
            <a:endParaRPr lang="en-GB" dirty="0"/>
          </a:p>
          <a:p>
            <a:r>
              <a:rPr lang="en-GB" dirty="0"/>
              <a:t>Together, they form a </a:t>
            </a:r>
            <a:r>
              <a:rPr lang="en-GB" b="1" dirty="0"/>
              <a:t>grid system for accurate positioning</a:t>
            </a:r>
            <a:endParaRPr lang="en-GB" dirty="0"/>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3</a:t>
            </a:fld>
            <a:endParaRPr lang="en-SG"/>
          </a:p>
        </p:txBody>
      </p:sp>
    </p:spTree>
    <p:extLst>
      <p:ext uri="{BB962C8B-B14F-4D97-AF65-F5344CB8AC3E}">
        <p14:creationId xmlns:p14="http://schemas.microsoft.com/office/powerpoint/2010/main" val="4859498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Latitude and Longitude</a:t>
            </a:r>
          </a:p>
          <a:p>
            <a:r>
              <a:rPr lang="en-GB" b="1" dirty="0"/>
              <a:t>Latitude</a:t>
            </a:r>
            <a:endParaRPr lang="en-GB" dirty="0"/>
          </a:p>
          <a:p>
            <a:pPr lvl="1"/>
            <a:r>
              <a:rPr lang="en-GB" dirty="0"/>
              <a:t>Measures the </a:t>
            </a:r>
            <a:r>
              <a:rPr lang="en-GB" b="1" dirty="0"/>
              <a:t>distance north or south</a:t>
            </a:r>
            <a:r>
              <a:rPr lang="en-GB" dirty="0"/>
              <a:t> of the Equator</a:t>
            </a:r>
          </a:p>
          <a:p>
            <a:pPr lvl="1"/>
            <a:r>
              <a:rPr lang="en-GB" dirty="0"/>
              <a:t>Runs </a:t>
            </a:r>
            <a:r>
              <a:rPr lang="en-GB" b="1" dirty="0"/>
              <a:t>horizontally</a:t>
            </a:r>
            <a:r>
              <a:rPr lang="en-GB" dirty="0"/>
              <a:t> around the Earth</a:t>
            </a:r>
          </a:p>
          <a:p>
            <a:pPr lvl="1"/>
            <a:r>
              <a:rPr lang="en-GB" dirty="0"/>
              <a:t>Values range from </a:t>
            </a:r>
            <a:r>
              <a:rPr lang="en-GB" b="1" dirty="0"/>
              <a:t>0° at the Equator</a:t>
            </a:r>
            <a:r>
              <a:rPr lang="en-GB" dirty="0"/>
              <a:t> to </a:t>
            </a:r>
            <a:r>
              <a:rPr lang="en-GB" b="1" dirty="0"/>
              <a:t>90° at the poles</a:t>
            </a:r>
            <a:endParaRPr lang="en-GB" dirty="0"/>
          </a:p>
          <a:p>
            <a:r>
              <a:rPr lang="en-GB" b="1" dirty="0"/>
              <a:t>Longitude</a:t>
            </a:r>
            <a:endParaRPr lang="en-GB" dirty="0"/>
          </a:p>
          <a:p>
            <a:pPr lvl="1"/>
            <a:r>
              <a:rPr lang="en-GB" dirty="0"/>
              <a:t>Measures the </a:t>
            </a:r>
            <a:r>
              <a:rPr lang="en-GB" b="1" dirty="0"/>
              <a:t>distance east or west</a:t>
            </a:r>
            <a:r>
              <a:rPr lang="en-GB" dirty="0"/>
              <a:t> of the Prime Meridian</a:t>
            </a:r>
          </a:p>
          <a:p>
            <a:pPr lvl="1"/>
            <a:r>
              <a:rPr lang="en-GB" dirty="0"/>
              <a:t>Runs </a:t>
            </a:r>
            <a:r>
              <a:rPr lang="en-GB" b="1" dirty="0"/>
              <a:t>vertically</a:t>
            </a:r>
            <a:r>
              <a:rPr lang="en-GB" dirty="0"/>
              <a:t> from pole to pole</a:t>
            </a:r>
          </a:p>
          <a:p>
            <a:pPr lvl="1"/>
            <a:r>
              <a:rPr lang="en-GB" dirty="0"/>
              <a:t>Values range from </a:t>
            </a:r>
            <a:r>
              <a:rPr lang="en-GB" b="1" dirty="0"/>
              <a:t>0° at Greenwich, England</a:t>
            </a:r>
            <a:r>
              <a:rPr lang="en-GB" dirty="0"/>
              <a:t> to </a:t>
            </a:r>
            <a:r>
              <a:rPr lang="en-GB" b="1" dirty="0"/>
              <a:t>180° east or west</a:t>
            </a:r>
            <a:endParaRPr lang="en-GB" dirty="0"/>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4</a:t>
            </a:fld>
            <a:endParaRPr lang="en-SG"/>
          </a:p>
        </p:txBody>
      </p:sp>
    </p:spTree>
    <p:extLst>
      <p:ext uri="{BB962C8B-B14F-4D97-AF65-F5344CB8AC3E}">
        <p14:creationId xmlns:p14="http://schemas.microsoft.com/office/powerpoint/2010/main" val="1083348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How GPS Works</a:t>
            </a:r>
          </a:p>
          <a:p>
            <a:r>
              <a:rPr lang="en-GB" b="1" dirty="0"/>
              <a:t>GPS = Global Positioning System</a:t>
            </a:r>
            <a:endParaRPr lang="en-GB" dirty="0"/>
          </a:p>
          <a:p>
            <a:r>
              <a:rPr lang="en-GB" b="1" dirty="0"/>
              <a:t>Constellation of satellites</a:t>
            </a:r>
            <a:r>
              <a:rPr lang="en-GB" dirty="0"/>
              <a:t> orbiting ~11,000 miles above Earth</a:t>
            </a:r>
          </a:p>
          <a:p>
            <a:r>
              <a:rPr lang="en-GB" dirty="0"/>
              <a:t>Satellites </a:t>
            </a:r>
            <a:r>
              <a:rPr lang="en-GB" b="1" dirty="0"/>
              <a:t>transmit radio signals</a:t>
            </a:r>
            <a:r>
              <a:rPr lang="en-GB" dirty="0"/>
              <a:t> to GPS receivers on the ground</a:t>
            </a:r>
          </a:p>
          <a:p>
            <a:br>
              <a:rPr lang="en-GB" dirty="0"/>
            </a:br>
            <a:endParaRPr lang="en-GB" dirty="0"/>
          </a:p>
          <a:p>
            <a:r>
              <a:rPr lang="en-GB" b="1" dirty="0"/>
              <a:t>How Location is Calculated</a:t>
            </a:r>
          </a:p>
          <a:p>
            <a:r>
              <a:rPr lang="en-GB" b="1" dirty="0"/>
              <a:t>Distance to Satellite</a:t>
            </a:r>
            <a:endParaRPr lang="en-GB" dirty="0"/>
          </a:p>
          <a:p>
            <a:pPr lvl="1"/>
            <a:r>
              <a:rPr lang="en-GB" dirty="0"/>
              <a:t>The GPS receiver measures </a:t>
            </a:r>
            <a:r>
              <a:rPr lang="en-GB" b="1" dirty="0"/>
              <a:t>how long it takes for the signal to reach it</a:t>
            </a:r>
            <a:endParaRPr lang="en-GB" dirty="0"/>
          </a:p>
          <a:p>
            <a:pPr lvl="1"/>
            <a:r>
              <a:rPr lang="en-GB" dirty="0"/>
              <a:t>This gives the </a:t>
            </a:r>
            <a:r>
              <a:rPr lang="en-GB" b="1" dirty="0"/>
              <a:t>distance to each satellite</a:t>
            </a:r>
            <a:endParaRPr lang="en-GB" dirty="0"/>
          </a:p>
          <a:p>
            <a:r>
              <a:rPr lang="en-GB" b="1" dirty="0"/>
              <a:t>Triangulation with Multiple Satellites</a:t>
            </a:r>
            <a:endParaRPr lang="en-GB" dirty="0"/>
          </a:p>
          <a:p>
            <a:pPr lvl="1"/>
            <a:r>
              <a:rPr lang="en-GB" b="1" dirty="0"/>
              <a:t>1 satellite:</a:t>
            </a:r>
            <a:r>
              <a:rPr lang="en-GB" dirty="0"/>
              <a:t> You could be </a:t>
            </a:r>
            <a:r>
              <a:rPr lang="en-GB" b="1" dirty="0"/>
              <a:t>anywhere on an imaginary sphere</a:t>
            </a:r>
            <a:r>
              <a:rPr lang="en-GB" dirty="0"/>
              <a:t> at that distance</a:t>
            </a:r>
          </a:p>
          <a:p>
            <a:pPr lvl="1"/>
            <a:r>
              <a:rPr lang="en-GB" b="1" dirty="0"/>
              <a:t>2 satellites:</a:t>
            </a:r>
            <a:r>
              <a:rPr lang="en-GB" dirty="0"/>
              <a:t> Your position is </a:t>
            </a:r>
            <a:r>
              <a:rPr lang="en-GB" b="1" dirty="0"/>
              <a:t>where the two spheres intersect</a:t>
            </a:r>
            <a:r>
              <a:rPr lang="en-GB" dirty="0"/>
              <a:t> (circle)</a:t>
            </a:r>
          </a:p>
          <a:p>
            <a:pPr lvl="1"/>
            <a:r>
              <a:rPr lang="en-GB" b="1" dirty="0"/>
              <a:t>3 satellites:</a:t>
            </a:r>
            <a:r>
              <a:rPr lang="en-GB" dirty="0"/>
              <a:t> Only </a:t>
            </a:r>
            <a:r>
              <a:rPr lang="en-GB" b="1" dirty="0"/>
              <a:t>two points</a:t>
            </a:r>
            <a:r>
              <a:rPr lang="en-GB" dirty="0"/>
              <a:t> possible where the three spheres intersect</a:t>
            </a:r>
          </a:p>
          <a:p>
            <a:pPr lvl="1"/>
            <a:r>
              <a:rPr lang="en-GB" b="1" dirty="0"/>
              <a:t>4 satellites:</a:t>
            </a:r>
            <a:r>
              <a:rPr lang="en-GB" dirty="0"/>
              <a:t> Required to </a:t>
            </a:r>
            <a:r>
              <a:rPr lang="en-GB" b="1" dirty="0"/>
              <a:t>correct the receiver’s clock error</a:t>
            </a:r>
            <a:r>
              <a:rPr lang="en-GB" dirty="0"/>
              <a:t> and pinpoint </a:t>
            </a:r>
            <a:r>
              <a:rPr lang="en-GB" b="1" dirty="0"/>
              <a:t>exact location</a:t>
            </a:r>
            <a:endParaRPr lang="en-GB" dirty="0"/>
          </a:p>
          <a:p>
            <a:br>
              <a:rPr lang="en-GB" dirty="0"/>
            </a:br>
            <a:endParaRPr lang="en-GB" dirty="0"/>
          </a:p>
          <a:p>
            <a:r>
              <a:rPr lang="en-GB" b="1" dirty="0"/>
              <a:t>Simple summary for students</a:t>
            </a:r>
          </a:p>
          <a:p>
            <a:r>
              <a:rPr lang="en-GB" b="1" dirty="0"/>
              <a:t>GPS measures distance from satellites</a:t>
            </a:r>
            <a:endParaRPr lang="en-GB" dirty="0"/>
          </a:p>
          <a:p>
            <a:r>
              <a:rPr lang="en-GB" b="1" dirty="0"/>
              <a:t>Uses 3 satellites to locate position</a:t>
            </a:r>
            <a:endParaRPr lang="en-GB" dirty="0"/>
          </a:p>
          <a:p>
            <a:r>
              <a:rPr lang="en-GB" b="1" dirty="0"/>
              <a:t>4th satellite corrects clock error for precise location</a:t>
            </a:r>
            <a:endParaRPr lang="en-GB" dirty="0"/>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5</a:t>
            </a:fld>
            <a:endParaRPr lang="en-SG"/>
          </a:p>
        </p:txBody>
      </p:sp>
    </p:spTree>
    <p:extLst>
      <p:ext uri="{BB962C8B-B14F-4D97-AF65-F5344CB8AC3E}">
        <p14:creationId xmlns:p14="http://schemas.microsoft.com/office/powerpoint/2010/main" val="3213606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6</a:t>
            </a:fld>
            <a:endParaRPr lang="en-SG"/>
          </a:p>
        </p:txBody>
      </p:sp>
    </p:spTree>
    <p:extLst>
      <p:ext uri="{BB962C8B-B14F-4D97-AF65-F5344CB8AC3E}">
        <p14:creationId xmlns:p14="http://schemas.microsoft.com/office/powerpoint/2010/main" val="13887568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Common Causes of Incorrect Positioning</a:t>
            </a:r>
          </a:p>
          <a:p>
            <a:r>
              <a:rPr lang="en-GB" b="1" dirty="0"/>
              <a:t>Signal Blockage</a:t>
            </a:r>
            <a:endParaRPr lang="en-GB" dirty="0"/>
          </a:p>
          <a:p>
            <a:pPr lvl="1"/>
            <a:r>
              <a:rPr lang="en-GB" dirty="0"/>
              <a:t>Buildings, bridges, trees, tunnels, or indoor/underground locations</a:t>
            </a:r>
          </a:p>
          <a:p>
            <a:r>
              <a:rPr lang="en-GB" b="1" dirty="0"/>
              <a:t>Multipath Errors</a:t>
            </a:r>
            <a:endParaRPr lang="en-GB" dirty="0"/>
          </a:p>
          <a:p>
            <a:pPr lvl="1"/>
            <a:r>
              <a:rPr lang="en-GB" dirty="0"/>
              <a:t>Signals </a:t>
            </a:r>
            <a:r>
              <a:rPr lang="en-GB" b="1" dirty="0"/>
              <a:t>reflect off surfaces</a:t>
            </a:r>
            <a:r>
              <a:rPr lang="en-GB" dirty="0"/>
              <a:t> like walls or buildings before reaching the receiver</a:t>
            </a:r>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11</a:t>
            </a:fld>
            <a:endParaRPr lang="en-SG"/>
          </a:p>
        </p:txBody>
      </p:sp>
    </p:spTree>
    <p:extLst>
      <p:ext uri="{BB962C8B-B14F-4D97-AF65-F5344CB8AC3E}">
        <p14:creationId xmlns:p14="http://schemas.microsoft.com/office/powerpoint/2010/main" val="41703541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These other form of navigation systems, they all serve the same purpose, to enhance or improve the position accuracy </a:t>
            </a:r>
          </a:p>
          <a:p>
            <a:endParaRPr lang="en-GB" b="1" dirty="0"/>
          </a:p>
          <a:p>
            <a:r>
              <a:rPr lang="en-GB" b="1" dirty="0"/>
              <a:t>Differential GNSS (DGNSS / WADGNSS)</a:t>
            </a:r>
          </a:p>
          <a:p>
            <a:r>
              <a:rPr lang="en-GB" b="1" dirty="0"/>
              <a:t>Definition:</a:t>
            </a:r>
            <a:r>
              <a:rPr lang="en-GB" dirty="0"/>
              <a:t> Enhances standard GNSS by using </a:t>
            </a:r>
            <a:r>
              <a:rPr lang="en-GB" b="1" dirty="0"/>
              <a:t>ground-based reference stations</a:t>
            </a:r>
            <a:r>
              <a:rPr lang="en-GB" dirty="0"/>
              <a:t> to broadcast corrections to users (rovers).</a:t>
            </a:r>
          </a:p>
          <a:p>
            <a:r>
              <a:rPr lang="en-GB" b="1" dirty="0"/>
              <a:t>Purpose:</a:t>
            </a:r>
            <a:r>
              <a:rPr lang="en-GB" dirty="0"/>
              <a:t> Improves </a:t>
            </a:r>
            <a:r>
              <a:rPr lang="en-GB" b="1" dirty="0"/>
              <a:t>position accuracy</a:t>
            </a:r>
            <a:r>
              <a:rPr lang="en-GB" dirty="0"/>
              <a:t>.</a:t>
            </a:r>
          </a:p>
          <a:p>
            <a:r>
              <a:rPr lang="en-GB" b="1" dirty="0"/>
              <a:t>Limitations:</a:t>
            </a:r>
            <a:endParaRPr lang="en-GB" dirty="0"/>
          </a:p>
          <a:p>
            <a:pPr lvl="1"/>
            <a:r>
              <a:rPr lang="en-GB" b="1" dirty="0"/>
              <a:t>Integrity not guaranteed</a:t>
            </a:r>
            <a:endParaRPr lang="en-GB" dirty="0"/>
          </a:p>
          <a:p>
            <a:r>
              <a:rPr lang="en-GB" dirty="0"/>
              <a:t>Corrections only valid within </a:t>
            </a:r>
            <a:r>
              <a:rPr lang="en-GB" b="1" dirty="0"/>
              <a:t>tens of </a:t>
            </a:r>
            <a:r>
              <a:rPr lang="en-GB" b="1" dirty="0" err="1"/>
              <a:t>kilometers</a:t>
            </a:r>
            <a:r>
              <a:rPr lang="en-GB" dirty="0"/>
              <a:t> of reference station</a:t>
            </a:r>
            <a:br>
              <a:rPr lang="en-GB" dirty="0"/>
            </a:br>
            <a:br>
              <a:rPr lang="en-GB" dirty="0"/>
            </a:br>
            <a:r>
              <a:rPr lang="en-GB" b="1" dirty="0"/>
              <a:t>Classical DGNSS (DGPS)</a:t>
            </a:r>
          </a:p>
          <a:p>
            <a:r>
              <a:rPr lang="en-GB" dirty="0"/>
              <a:t>Uses a </a:t>
            </a:r>
            <a:r>
              <a:rPr lang="en-GB" b="1" dirty="0"/>
              <a:t>surveyed reference station</a:t>
            </a:r>
            <a:r>
              <a:rPr lang="en-GB" dirty="0"/>
              <a:t> with a known location.</a:t>
            </a:r>
          </a:p>
          <a:p>
            <a:r>
              <a:rPr lang="en-GB" dirty="0"/>
              <a:t>Sends </a:t>
            </a:r>
            <a:r>
              <a:rPr lang="en-GB" b="1" dirty="0"/>
              <a:t>corrections for satellite errors</a:t>
            </a:r>
            <a:r>
              <a:rPr lang="en-GB" dirty="0"/>
              <a:t> to nearby receivers.</a:t>
            </a:r>
          </a:p>
          <a:p>
            <a:r>
              <a:rPr lang="en-GB" b="1" dirty="0"/>
              <a:t>Accuracy:</a:t>
            </a:r>
            <a:r>
              <a:rPr lang="en-GB" dirty="0"/>
              <a:t> ~1 meter for users within tens of </a:t>
            </a:r>
            <a:r>
              <a:rPr lang="en-GB" dirty="0" err="1"/>
              <a:t>kilometers</a:t>
            </a:r>
            <a:endParaRPr lang="en-GB" dirty="0"/>
          </a:p>
          <a:p>
            <a:pPr lvl="1"/>
            <a:endParaRPr lang="en-GB" dirty="0"/>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13</a:t>
            </a:fld>
            <a:endParaRPr lang="en-SG"/>
          </a:p>
        </p:txBody>
      </p:sp>
    </p:spTree>
    <p:extLst>
      <p:ext uri="{BB962C8B-B14F-4D97-AF65-F5344CB8AC3E}">
        <p14:creationId xmlns:p14="http://schemas.microsoft.com/office/powerpoint/2010/main" val="9923815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Real Time Kinematics (RTK)</a:t>
            </a:r>
          </a:p>
          <a:p>
            <a:r>
              <a:rPr lang="en-GB" dirty="0"/>
              <a:t>Developed in </a:t>
            </a:r>
            <a:r>
              <a:rPr lang="en-GB" b="1" dirty="0"/>
              <a:t>mid-1990s</a:t>
            </a:r>
            <a:r>
              <a:rPr lang="en-GB" dirty="0"/>
              <a:t> for </a:t>
            </a:r>
            <a:r>
              <a:rPr lang="en-GB" b="1" dirty="0"/>
              <a:t>high-precision positioning</a:t>
            </a:r>
            <a:r>
              <a:rPr lang="en-GB" dirty="0"/>
              <a:t> near a base station.</a:t>
            </a:r>
          </a:p>
          <a:p>
            <a:r>
              <a:rPr lang="en-GB" b="1" dirty="0"/>
              <a:t>How it works:</a:t>
            </a:r>
            <a:endParaRPr lang="en-GB" dirty="0"/>
          </a:p>
          <a:p>
            <a:pPr lvl="1"/>
            <a:r>
              <a:rPr lang="en-GB" dirty="0"/>
              <a:t>Base station knows its exact location</a:t>
            </a:r>
          </a:p>
          <a:p>
            <a:pPr lvl="1"/>
            <a:r>
              <a:rPr lang="en-GB" dirty="0"/>
              <a:t>Base sends </a:t>
            </a:r>
            <a:r>
              <a:rPr lang="en-GB" b="1" dirty="0"/>
              <a:t>corrections</a:t>
            </a:r>
            <a:r>
              <a:rPr lang="en-GB" dirty="0"/>
              <a:t> to the rover in real time</a:t>
            </a:r>
          </a:p>
          <a:p>
            <a:pPr lvl="1"/>
            <a:r>
              <a:rPr lang="en-GB" dirty="0"/>
              <a:t>Uses </a:t>
            </a:r>
            <a:r>
              <a:rPr lang="en-GB" b="1" dirty="0"/>
              <a:t>carrier phase measurements</a:t>
            </a:r>
            <a:r>
              <a:rPr lang="en-GB" dirty="0"/>
              <a:t> for </a:t>
            </a:r>
            <a:r>
              <a:rPr lang="en-GB" dirty="0" err="1"/>
              <a:t>centimeter</a:t>
            </a:r>
            <a:r>
              <a:rPr lang="en-GB" dirty="0"/>
              <a:t>-level accuracy</a:t>
            </a:r>
          </a:p>
          <a:p>
            <a:r>
              <a:rPr lang="en-GB" b="1" dirty="0"/>
              <a:t>Service area:</a:t>
            </a:r>
            <a:r>
              <a:rPr lang="en-GB" dirty="0"/>
              <a:t> ~10–20 km from base station</a:t>
            </a:r>
          </a:p>
          <a:p>
            <a:r>
              <a:rPr lang="en-GB" b="1" dirty="0"/>
              <a:t>Common use:</a:t>
            </a:r>
            <a:r>
              <a:rPr lang="en-GB" dirty="0"/>
              <a:t> Surveying, precision mapping</a:t>
            </a:r>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14</a:t>
            </a:fld>
            <a:endParaRPr lang="en-SG"/>
          </a:p>
        </p:txBody>
      </p:sp>
    </p:spTree>
    <p:extLst>
      <p:ext uri="{BB962C8B-B14F-4D97-AF65-F5344CB8AC3E}">
        <p14:creationId xmlns:p14="http://schemas.microsoft.com/office/powerpoint/2010/main" val="6459675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Wide Area RTK (WARTK)</a:t>
            </a:r>
          </a:p>
          <a:p>
            <a:r>
              <a:rPr lang="en-GB" dirty="0"/>
              <a:t>Extends RTK performance over a </a:t>
            </a:r>
            <a:r>
              <a:rPr lang="en-GB" b="1" dirty="0"/>
              <a:t>larger area</a:t>
            </a:r>
            <a:endParaRPr lang="en-GB" dirty="0"/>
          </a:p>
          <a:p>
            <a:r>
              <a:rPr lang="en-GB" dirty="0"/>
              <a:t>Broadcasts corrections over a </a:t>
            </a:r>
            <a:r>
              <a:rPr lang="en-GB" b="1" dirty="0"/>
              <a:t>wide network</a:t>
            </a:r>
            <a:r>
              <a:rPr lang="en-GB" dirty="0"/>
              <a:t>, allowing more users to achieve </a:t>
            </a:r>
            <a:r>
              <a:rPr lang="en-GB" b="1" dirty="0" err="1"/>
              <a:t>centimeter</a:t>
            </a:r>
            <a:r>
              <a:rPr lang="en-GB" b="1" dirty="0"/>
              <a:t>-level accuracy</a:t>
            </a:r>
            <a:endParaRPr lang="en-GB" dirty="0"/>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15</a:t>
            </a:fld>
            <a:endParaRPr lang="en-SG"/>
          </a:p>
        </p:txBody>
      </p:sp>
    </p:spTree>
    <p:extLst>
      <p:ext uri="{BB962C8B-B14F-4D97-AF65-F5344CB8AC3E}">
        <p14:creationId xmlns:p14="http://schemas.microsoft.com/office/powerpoint/2010/main" val="31129042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Vision-Based Systems</a:t>
            </a:r>
          </a:p>
          <a:p>
            <a:r>
              <a:rPr lang="en-GB" b="1" dirty="0"/>
              <a:t>Definition:</a:t>
            </a:r>
            <a:endParaRPr lang="en-GB" dirty="0"/>
          </a:p>
          <a:p>
            <a:r>
              <a:rPr lang="en-GB" dirty="0"/>
              <a:t>A vision-based system uses </a:t>
            </a:r>
            <a:r>
              <a:rPr lang="en-GB" b="1" dirty="0"/>
              <a:t>cameras and image sensors</a:t>
            </a:r>
            <a:r>
              <a:rPr lang="en-GB" dirty="0"/>
              <a:t> to collect visual information.</a:t>
            </a:r>
            <a:br>
              <a:rPr lang="en-GB" dirty="0"/>
            </a:br>
            <a:br>
              <a:rPr lang="en-GB" dirty="0"/>
            </a:br>
            <a:r>
              <a:rPr lang="en-SG" b="1" dirty="0"/>
              <a:t>Uses in UAVs</a:t>
            </a:r>
          </a:p>
          <a:p>
            <a:r>
              <a:rPr lang="en-SG" b="1" dirty="0"/>
              <a:t>Mission Payload Applications</a:t>
            </a:r>
            <a:endParaRPr lang="en-SG" dirty="0"/>
          </a:p>
          <a:p>
            <a:pPr lvl="1"/>
            <a:r>
              <a:rPr lang="en-SG" dirty="0"/>
              <a:t>Recover information about the </a:t>
            </a:r>
            <a:r>
              <a:rPr lang="en-SG" b="1" dirty="0"/>
              <a:t>surrounding environment</a:t>
            </a:r>
            <a:endParaRPr lang="en-SG" dirty="0"/>
          </a:p>
          <a:p>
            <a:pPr lvl="1"/>
            <a:r>
              <a:rPr lang="en-SG" dirty="0"/>
              <a:t>Examples:</a:t>
            </a:r>
          </a:p>
          <a:p>
            <a:pPr lvl="2"/>
            <a:r>
              <a:rPr lang="en-SG" dirty="0"/>
              <a:t>Infrastructure monitoring</a:t>
            </a:r>
          </a:p>
          <a:p>
            <a:pPr lvl="2"/>
            <a:r>
              <a:rPr lang="en-SG" dirty="0"/>
              <a:t>Coastal area surveillance</a:t>
            </a:r>
          </a:p>
          <a:p>
            <a:pPr lvl="2"/>
            <a:r>
              <a:rPr lang="en-SG" dirty="0"/>
              <a:t>3D mapping</a:t>
            </a:r>
          </a:p>
          <a:p>
            <a:r>
              <a:rPr lang="en-SG" b="1" dirty="0"/>
              <a:t>Autonomous UAV Functionality</a:t>
            </a:r>
            <a:endParaRPr lang="en-SG" dirty="0"/>
          </a:p>
          <a:p>
            <a:pPr lvl="1"/>
            <a:r>
              <a:rPr lang="en-SG" dirty="0"/>
              <a:t>Helps the UAV </a:t>
            </a:r>
            <a:r>
              <a:rPr lang="en-SG" b="1" dirty="0"/>
              <a:t>see and understand its surroundings</a:t>
            </a:r>
            <a:endParaRPr lang="en-SG" dirty="0"/>
          </a:p>
          <a:p>
            <a:pPr lvl="1"/>
            <a:r>
              <a:rPr lang="en-SG" dirty="0"/>
              <a:t>Improves:</a:t>
            </a:r>
          </a:p>
          <a:p>
            <a:pPr lvl="2"/>
            <a:r>
              <a:rPr lang="en-SG" dirty="0"/>
              <a:t>Guidance and navigation</a:t>
            </a:r>
          </a:p>
          <a:p>
            <a:pPr lvl="2"/>
            <a:r>
              <a:rPr lang="en-SG" dirty="0"/>
              <a:t>Flight control</a:t>
            </a:r>
          </a:p>
          <a:p>
            <a:pPr lvl="2"/>
            <a:r>
              <a:rPr lang="en-SG" dirty="0"/>
              <a:t>Situational awareness</a:t>
            </a:r>
          </a:p>
          <a:p>
            <a:pPr lvl="1"/>
            <a:endParaRPr lang="en-GB" dirty="0"/>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16</a:t>
            </a:fld>
            <a:endParaRPr lang="en-SG"/>
          </a:p>
        </p:txBody>
      </p:sp>
    </p:spTree>
    <p:extLst>
      <p:ext uri="{BB962C8B-B14F-4D97-AF65-F5344CB8AC3E}">
        <p14:creationId xmlns:p14="http://schemas.microsoft.com/office/powerpoint/2010/main" val="1023002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Infrared / Thermal Imaging Systems</a:t>
            </a:r>
          </a:p>
          <a:p>
            <a:r>
              <a:rPr lang="en-GB" b="1" dirty="0"/>
              <a:t>Definition:</a:t>
            </a:r>
            <a:endParaRPr lang="en-GB" dirty="0"/>
          </a:p>
          <a:p>
            <a:pPr lvl="1"/>
            <a:r>
              <a:rPr lang="en-GB" dirty="0"/>
              <a:t>Infrared (IR) radiation is part of the </a:t>
            </a:r>
            <a:r>
              <a:rPr lang="en-GB" b="1" dirty="0"/>
              <a:t>electromagnetic spectrum</a:t>
            </a:r>
            <a:r>
              <a:rPr lang="en-GB" dirty="0"/>
              <a:t>.</a:t>
            </a:r>
          </a:p>
          <a:p>
            <a:pPr lvl="1"/>
            <a:r>
              <a:rPr lang="en-GB" dirty="0"/>
              <a:t>All objects above </a:t>
            </a:r>
            <a:r>
              <a:rPr lang="en-GB" b="1" dirty="0"/>
              <a:t>absolute zero</a:t>
            </a:r>
            <a:r>
              <a:rPr lang="en-GB" dirty="0"/>
              <a:t> emit IR radiation.</a:t>
            </a:r>
          </a:p>
          <a:p>
            <a:pPr lvl="1"/>
            <a:r>
              <a:rPr lang="en-GB" b="1" dirty="0"/>
              <a:t>Hotter objects emit more radiation</a:t>
            </a:r>
            <a:r>
              <a:rPr lang="en-GB" dirty="0"/>
              <a:t>, which can be detected by IR sensors.</a:t>
            </a:r>
          </a:p>
          <a:p>
            <a:endParaRPr lang="en-SG" dirty="0"/>
          </a:p>
          <a:p>
            <a:r>
              <a:rPr lang="en-GB" b="1" dirty="0"/>
              <a:t>How It Works on UAVs</a:t>
            </a:r>
          </a:p>
          <a:p>
            <a:r>
              <a:rPr lang="en-GB" b="1" dirty="0"/>
              <a:t>IR sensors</a:t>
            </a:r>
            <a:r>
              <a:rPr lang="en-GB" dirty="0"/>
              <a:t> mounted on UAVs detect </a:t>
            </a:r>
            <a:r>
              <a:rPr lang="en-GB" b="1" dirty="0"/>
              <a:t>temperature differences</a:t>
            </a:r>
            <a:r>
              <a:rPr lang="en-GB" dirty="0"/>
              <a:t>.</a:t>
            </a:r>
          </a:p>
          <a:p>
            <a:r>
              <a:rPr lang="en-GB" dirty="0"/>
              <a:t>Creates a </a:t>
            </a:r>
            <a:r>
              <a:rPr lang="en-GB" b="1" dirty="0"/>
              <a:t>thermal image</a:t>
            </a:r>
            <a:r>
              <a:rPr lang="en-GB" dirty="0"/>
              <a:t> where humans, animals, or heat sources </a:t>
            </a:r>
            <a:r>
              <a:rPr lang="en-GB" b="1" dirty="0"/>
              <a:t>stand out against cooler backgrounds</a:t>
            </a:r>
            <a:r>
              <a:rPr lang="en-GB" dirty="0"/>
              <a:t>.</a:t>
            </a:r>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17</a:t>
            </a:fld>
            <a:endParaRPr lang="en-SG"/>
          </a:p>
        </p:txBody>
      </p:sp>
    </p:spTree>
    <p:extLst>
      <p:ext uri="{BB962C8B-B14F-4D97-AF65-F5344CB8AC3E}">
        <p14:creationId xmlns:p14="http://schemas.microsoft.com/office/powerpoint/2010/main" val="5509796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Ultrasonic Sensors</a:t>
            </a:r>
          </a:p>
          <a:p>
            <a:r>
              <a:rPr lang="en-GB" b="1" dirty="0"/>
              <a:t>Definition:</a:t>
            </a:r>
            <a:endParaRPr lang="en-GB" dirty="0"/>
          </a:p>
          <a:p>
            <a:pPr lvl="1"/>
            <a:r>
              <a:rPr lang="en-GB" dirty="0"/>
              <a:t>Measure </a:t>
            </a:r>
            <a:r>
              <a:rPr lang="en-GB" b="1" dirty="0"/>
              <a:t>distance to an object</a:t>
            </a:r>
            <a:r>
              <a:rPr lang="en-GB" dirty="0"/>
              <a:t> using </a:t>
            </a:r>
            <a:r>
              <a:rPr lang="en-GB" b="1" dirty="0"/>
              <a:t>ultrasonic sound waves</a:t>
            </a:r>
            <a:r>
              <a:rPr lang="en-GB" dirty="0"/>
              <a:t> (above human hearing).</a:t>
            </a:r>
          </a:p>
          <a:p>
            <a:r>
              <a:rPr lang="en-GB" dirty="0"/>
              <a:t>Use a </a:t>
            </a:r>
            <a:r>
              <a:rPr lang="en-GB" b="1" dirty="0"/>
              <a:t>transducer</a:t>
            </a:r>
            <a:r>
              <a:rPr lang="en-GB" dirty="0"/>
              <a:t> to </a:t>
            </a:r>
            <a:r>
              <a:rPr lang="en-GB" b="1" dirty="0"/>
              <a:t>send and receive pulses</a:t>
            </a:r>
            <a:r>
              <a:rPr lang="en-GB" dirty="0"/>
              <a:t> that determine proximity.</a:t>
            </a:r>
            <a:br>
              <a:rPr lang="en-GB" dirty="0"/>
            </a:br>
            <a:br>
              <a:rPr lang="en-GB" dirty="0"/>
            </a:br>
            <a:r>
              <a:rPr lang="en-GB" b="1" dirty="0"/>
              <a:t>How They Work</a:t>
            </a:r>
          </a:p>
          <a:p>
            <a:r>
              <a:rPr lang="en-GB" b="1" dirty="0"/>
              <a:t>Transmit:</a:t>
            </a:r>
            <a:r>
              <a:rPr lang="en-GB" dirty="0"/>
              <a:t> Sends out an </a:t>
            </a:r>
            <a:r>
              <a:rPr lang="en-GB" b="1" dirty="0"/>
              <a:t>ultrasonic sound wave</a:t>
            </a:r>
            <a:endParaRPr lang="en-GB" dirty="0"/>
          </a:p>
          <a:p>
            <a:r>
              <a:rPr lang="en-GB" b="1" dirty="0"/>
              <a:t>Receive:</a:t>
            </a:r>
            <a:r>
              <a:rPr lang="en-GB" dirty="0"/>
              <a:t> Echo bounces back to the </a:t>
            </a:r>
            <a:r>
              <a:rPr lang="en-GB" b="1" dirty="0"/>
              <a:t>transducer</a:t>
            </a:r>
            <a:endParaRPr lang="en-GB" dirty="0"/>
          </a:p>
          <a:p>
            <a:r>
              <a:rPr lang="en-GB" b="1" dirty="0"/>
              <a:t>Calculate distance:</a:t>
            </a:r>
            <a:r>
              <a:rPr lang="en-GB" dirty="0"/>
              <a:t> Based on the </a:t>
            </a:r>
            <a:r>
              <a:rPr lang="en-GB" b="1" dirty="0"/>
              <a:t>time it takes for the echo to return</a:t>
            </a:r>
            <a:endParaRPr lang="en-GB" dirty="0"/>
          </a:p>
          <a:p>
            <a:pPr lvl="1"/>
            <a:endParaRPr lang="en-GB" dirty="0"/>
          </a:p>
          <a:p>
            <a:r>
              <a:rPr lang="en-GB" b="1" dirty="0"/>
              <a:t>Uses on UAVs</a:t>
            </a:r>
          </a:p>
          <a:p>
            <a:r>
              <a:rPr lang="en-GB" b="1" dirty="0"/>
              <a:t>Terrain following</a:t>
            </a:r>
            <a:r>
              <a:rPr lang="en-GB" dirty="0"/>
              <a:t> → detecting ground level</a:t>
            </a:r>
          </a:p>
          <a:p>
            <a:r>
              <a:rPr lang="en-GB" b="1" dirty="0"/>
              <a:t>Anti-collision</a:t>
            </a:r>
            <a:r>
              <a:rPr lang="en-GB" dirty="0"/>
              <a:t> → avoiding crashes</a:t>
            </a:r>
          </a:p>
          <a:p>
            <a:r>
              <a:rPr lang="en-GB" b="1" dirty="0"/>
              <a:t>Non-contact detection of:</a:t>
            </a:r>
            <a:endParaRPr lang="en-GB" dirty="0"/>
          </a:p>
          <a:p>
            <a:pPr lvl="1"/>
            <a:r>
              <a:rPr lang="en-GB" dirty="0"/>
              <a:t>Presence of objects</a:t>
            </a:r>
          </a:p>
          <a:p>
            <a:pPr lvl="1"/>
            <a:r>
              <a:rPr lang="en-GB" dirty="0"/>
              <a:t>Level or height</a:t>
            </a:r>
          </a:p>
          <a:p>
            <a:pPr lvl="1"/>
            <a:r>
              <a:rPr lang="en-GB" dirty="0"/>
              <a:t>Position</a:t>
            </a:r>
          </a:p>
          <a:p>
            <a:pPr lvl="1"/>
            <a:r>
              <a:rPr lang="en-GB" dirty="0"/>
              <a:t>Distance</a:t>
            </a:r>
          </a:p>
          <a:p>
            <a:pPr lvl="1"/>
            <a:endParaRPr lang="en-GB" dirty="0"/>
          </a:p>
        </p:txBody>
      </p:sp>
      <p:sp>
        <p:nvSpPr>
          <p:cNvPr id="4" name="Slide Number Placeholder 3"/>
          <p:cNvSpPr>
            <a:spLocks noGrp="1"/>
          </p:cNvSpPr>
          <p:nvPr>
            <p:ph type="sldNum" sz="quarter" idx="5"/>
          </p:nvPr>
        </p:nvSpPr>
        <p:spPr/>
        <p:txBody>
          <a:bodyPr/>
          <a:lstStyle/>
          <a:p>
            <a:fld id="{F65192DC-09F2-45C7-B409-A801871BA83A}" type="slidenum">
              <a:rPr lang="en-SG" smtClean="0"/>
              <a:t>18</a:t>
            </a:fld>
            <a:endParaRPr lang="en-SG"/>
          </a:p>
        </p:txBody>
      </p:sp>
    </p:spTree>
    <p:extLst>
      <p:ext uri="{BB962C8B-B14F-4D97-AF65-F5344CB8AC3E}">
        <p14:creationId xmlns:p14="http://schemas.microsoft.com/office/powerpoint/2010/main" val="22613963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LiDAR (Light Detection and Ranging)</a:t>
            </a:r>
          </a:p>
          <a:p>
            <a:r>
              <a:rPr lang="en-GB" b="1" dirty="0"/>
              <a:t>Definition:</a:t>
            </a:r>
            <a:endParaRPr lang="en-GB" dirty="0"/>
          </a:p>
          <a:p>
            <a:pPr lvl="1"/>
            <a:r>
              <a:rPr lang="en-GB" dirty="0"/>
              <a:t>LiDAR measures </a:t>
            </a:r>
            <a:r>
              <a:rPr lang="en-GB" b="1" dirty="0"/>
              <a:t>distance using light</a:t>
            </a:r>
            <a:r>
              <a:rPr lang="en-GB" dirty="0"/>
              <a:t> (laser pulses).</a:t>
            </a:r>
          </a:p>
          <a:p>
            <a:pPr lvl="1"/>
            <a:r>
              <a:rPr lang="en-GB" dirty="0"/>
              <a:t>Sends a </a:t>
            </a:r>
            <a:r>
              <a:rPr lang="en-GB" b="1" dirty="0"/>
              <a:t>laser pulse</a:t>
            </a:r>
            <a:r>
              <a:rPr lang="en-GB" dirty="0"/>
              <a:t> to the ground or object and measures </a:t>
            </a:r>
            <a:r>
              <a:rPr lang="en-GB" b="1" dirty="0"/>
              <a:t>time it takes to return</a:t>
            </a:r>
            <a:r>
              <a:rPr lang="en-GB" dirty="0"/>
              <a:t>.</a:t>
            </a:r>
          </a:p>
          <a:p>
            <a:endParaRPr lang="en-SG" dirty="0"/>
          </a:p>
          <a:p>
            <a:r>
              <a:rPr lang="en-GB" b="1" dirty="0"/>
              <a:t>How LiDAR Works</a:t>
            </a:r>
          </a:p>
          <a:p>
            <a:r>
              <a:rPr lang="en-GB" b="1" dirty="0"/>
              <a:t>Transmit:</a:t>
            </a:r>
            <a:r>
              <a:rPr lang="en-GB" dirty="0"/>
              <a:t> Laser pulse is sent from UAV/aircraft</a:t>
            </a:r>
          </a:p>
          <a:p>
            <a:r>
              <a:rPr lang="en-GB" b="1" dirty="0"/>
              <a:t>Reflect:</a:t>
            </a:r>
            <a:r>
              <a:rPr lang="en-GB" dirty="0"/>
              <a:t> Pulse hits the ground or object</a:t>
            </a:r>
          </a:p>
          <a:p>
            <a:r>
              <a:rPr lang="en-GB" b="1" dirty="0"/>
              <a:t>Receive &amp; Measure:</a:t>
            </a:r>
            <a:r>
              <a:rPr lang="en-GB" dirty="0"/>
              <a:t> Sensor measures </a:t>
            </a:r>
            <a:r>
              <a:rPr lang="en-GB" b="1" dirty="0"/>
              <a:t>return time</a:t>
            </a:r>
            <a:r>
              <a:rPr lang="en-GB" dirty="0"/>
              <a:t> → calculates distance</a:t>
            </a:r>
          </a:p>
          <a:p>
            <a:r>
              <a:rPr lang="en-GB" b="1" dirty="0"/>
              <a:t>Similar to:</a:t>
            </a:r>
            <a:endParaRPr lang="en-GB" dirty="0"/>
          </a:p>
          <a:p>
            <a:pPr lvl="1"/>
            <a:r>
              <a:rPr lang="en-GB" b="1" dirty="0"/>
              <a:t>Sonar:</a:t>
            </a:r>
            <a:r>
              <a:rPr lang="en-GB" dirty="0"/>
              <a:t> uses sound waves</a:t>
            </a:r>
          </a:p>
          <a:p>
            <a:pPr lvl="1"/>
            <a:r>
              <a:rPr lang="en-GB" b="1" dirty="0"/>
              <a:t>Radar:</a:t>
            </a:r>
            <a:r>
              <a:rPr lang="en-GB" dirty="0"/>
              <a:t> uses radio waves</a:t>
            </a:r>
          </a:p>
          <a:p>
            <a:r>
              <a:rPr lang="en-GB" b="1" dirty="0"/>
              <a:t>Difference:</a:t>
            </a:r>
            <a:r>
              <a:rPr lang="en-GB" dirty="0"/>
              <a:t> LiDAR uses </a:t>
            </a:r>
            <a:r>
              <a:rPr lang="en-GB" b="1" dirty="0"/>
              <a:t>light</a:t>
            </a:r>
            <a:r>
              <a:rPr lang="en-GB" dirty="0"/>
              <a:t> for extremely accurate distance measurement</a:t>
            </a:r>
          </a:p>
          <a:p>
            <a:br>
              <a:rPr lang="en-GB" dirty="0"/>
            </a:br>
            <a:endParaRPr lang="en-GB" dirty="0"/>
          </a:p>
          <a:p>
            <a:r>
              <a:rPr lang="en-GB" b="1" dirty="0"/>
              <a:t>Applications of LiDAR</a:t>
            </a:r>
          </a:p>
          <a:p>
            <a:r>
              <a:rPr lang="en-GB" dirty="0"/>
              <a:t>Measuring </a:t>
            </a:r>
            <a:r>
              <a:rPr lang="en-GB" b="1" dirty="0"/>
              <a:t>terrain elevation</a:t>
            </a:r>
            <a:r>
              <a:rPr lang="en-GB" dirty="0"/>
              <a:t> and </a:t>
            </a:r>
            <a:r>
              <a:rPr lang="en-GB" b="1" dirty="0"/>
              <a:t>3D mapping</a:t>
            </a:r>
            <a:endParaRPr lang="en-GB" dirty="0"/>
          </a:p>
          <a:p>
            <a:r>
              <a:rPr lang="en-GB" dirty="0"/>
              <a:t>Generating </a:t>
            </a:r>
            <a:r>
              <a:rPr lang="en-GB" b="1" dirty="0"/>
              <a:t>high-precision point clouds</a:t>
            </a:r>
            <a:endParaRPr lang="en-GB" dirty="0"/>
          </a:p>
          <a:p>
            <a:r>
              <a:rPr lang="en-GB" dirty="0"/>
              <a:t>Surveying forests, buildings, infrastructure</a:t>
            </a:r>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19</a:t>
            </a:fld>
            <a:endParaRPr lang="en-SG"/>
          </a:p>
        </p:txBody>
      </p:sp>
    </p:spTree>
    <p:extLst>
      <p:ext uri="{BB962C8B-B14F-4D97-AF65-F5344CB8AC3E}">
        <p14:creationId xmlns:p14="http://schemas.microsoft.com/office/powerpoint/2010/main" val="27475645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UAs operate within the atmosphere, so </a:t>
            </a:r>
            <a:r>
              <a:rPr lang="en-GB" b="1" dirty="0"/>
              <a:t>air density, temperature, pressure, and humidity</a:t>
            </a:r>
            <a:r>
              <a:rPr lang="en-GB" dirty="0"/>
              <a:t> directly affect flight performance.</a:t>
            </a:r>
          </a:p>
          <a:p>
            <a:endParaRPr lang="en-GB" dirty="0"/>
          </a:p>
          <a:p>
            <a:r>
              <a:rPr lang="en-GB" b="1" dirty="0"/>
              <a:t>3. Pressure</a:t>
            </a:r>
          </a:p>
          <a:p>
            <a:r>
              <a:rPr lang="en-GB" dirty="0"/>
              <a:t>Higher pressure → </a:t>
            </a:r>
            <a:r>
              <a:rPr lang="en-GB" b="1" dirty="0"/>
              <a:t>increased lift and engine performance</a:t>
            </a:r>
            <a:endParaRPr lang="en-GB" dirty="0"/>
          </a:p>
          <a:p>
            <a:r>
              <a:rPr lang="en-GB" dirty="0"/>
              <a:t>Lower pressure → </a:t>
            </a:r>
            <a:r>
              <a:rPr lang="en-GB" b="1" dirty="0"/>
              <a:t>decreased lift and engine performance</a:t>
            </a:r>
            <a:endParaRPr lang="en-GB" dirty="0"/>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20</a:t>
            </a:fld>
            <a:endParaRPr lang="en-SG"/>
          </a:p>
        </p:txBody>
      </p:sp>
    </p:spTree>
    <p:extLst>
      <p:ext uri="{BB962C8B-B14F-4D97-AF65-F5344CB8AC3E}">
        <p14:creationId xmlns:p14="http://schemas.microsoft.com/office/powerpoint/2010/main" val="7988733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2. Temperature</a:t>
            </a:r>
          </a:p>
          <a:p>
            <a:r>
              <a:rPr lang="en-GB" dirty="0"/>
              <a:t>Hot air → </a:t>
            </a:r>
            <a:r>
              <a:rPr lang="en-GB" b="1" dirty="0"/>
              <a:t>less dense</a:t>
            </a:r>
            <a:r>
              <a:rPr lang="en-GB" dirty="0"/>
              <a:t> → reduces </a:t>
            </a:r>
            <a:r>
              <a:rPr lang="en-GB" b="1" dirty="0"/>
              <a:t>lift and engine/motor efficiency</a:t>
            </a:r>
            <a:endParaRPr lang="en-GB" dirty="0"/>
          </a:p>
          <a:p>
            <a:r>
              <a:rPr lang="en-GB" dirty="0"/>
              <a:t>Cold air → </a:t>
            </a:r>
            <a:r>
              <a:rPr lang="en-GB" b="1" dirty="0"/>
              <a:t>denser</a:t>
            </a:r>
            <a:r>
              <a:rPr lang="en-GB" dirty="0"/>
              <a:t> → improves </a:t>
            </a:r>
            <a:r>
              <a:rPr lang="en-GB" b="1" dirty="0"/>
              <a:t>lift and performance</a:t>
            </a:r>
            <a:endParaRPr lang="en-GB" dirty="0"/>
          </a:p>
          <a:p>
            <a:endParaRPr lang="en-SG" dirty="0"/>
          </a:p>
          <a:p>
            <a:r>
              <a:rPr lang="en-GB" b="1" dirty="0"/>
              <a:t>4. Humidity</a:t>
            </a:r>
          </a:p>
          <a:p>
            <a:r>
              <a:rPr lang="en-GB" dirty="0"/>
              <a:t>High humidity → </a:t>
            </a:r>
            <a:r>
              <a:rPr lang="en-GB" b="1" dirty="0"/>
              <a:t>slightly reduces air density</a:t>
            </a:r>
            <a:r>
              <a:rPr lang="en-GB" dirty="0"/>
              <a:t> → minor reduction in lift and performance</a:t>
            </a:r>
          </a:p>
          <a:p>
            <a:r>
              <a:rPr lang="en-GB" dirty="0"/>
              <a:t>Low humidity → slightly higher air density → better performance</a:t>
            </a:r>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21</a:t>
            </a:fld>
            <a:endParaRPr lang="en-SG"/>
          </a:p>
        </p:txBody>
      </p:sp>
    </p:spTree>
    <p:extLst>
      <p:ext uri="{BB962C8B-B14F-4D97-AF65-F5344CB8AC3E}">
        <p14:creationId xmlns:p14="http://schemas.microsoft.com/office/powerpoint/2010/main" val="19829407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 Air Density</a:t>
            </a:r>
          </a:p>
          <a:p>
            <a:r>
              <a:rPr lang="en-GB" dirty="0"/>
              <a:t>Thicker (denser) air → </a:t>
            </a:r>
            <a:r>
              <a:rPr lang="en-GB" b="1" dirty="0"/>
              <a:t>more lift</a:t>
            </a:r>
            <a:r>
              <a:rPr lang="en-GB" dirty="0"/>
              <a:t> and </a:t>
            </a:r>
            <a:r>
              <a:rPr lang="en-GB" b="1" dirty="0"/>
              <a:t>better propulsion efficiency</a:t>
            </a:r>
            <a:endParaRPr lang="en-GB" dirty="0"/>
          </a:p>
          <a:p>
            <a:r>
              <a:rPr lang="en-GB" dirty="0"/>
              <a:t>Thinner air (higher altitude, hotter temperature) → </a:t>
            </a:r>
            <a:r>
              <a:rPr lang="en-GB" b="1" dirty="0"/>
              <a:t>less lift</a:t>
            </a:r>
            <a:r>
              <a:rPr lang="en-GB" dirty="0"/>
              <a:t>, </a:t>
            </a:r>
            <a:r>
              <a:rPr lang="en-GB" b="1" dirty="0"/>
              <a:t>slower acceleration</a:t>
            </a:r>
            <a:r>
              <a:rPr lang="en-GB" dirty="0"/>
              <a:t>, and </a:t>
            </a:r>
            <a:r>
              <a:rPr lang="en-GB" b="1" dirty="0"/>
              <a:t>longer </a:t>
            </a:r>
            <a:r>
              <a:rPr lang="en-GB" b="1" dirty="0" err="1"/>
              <a:t>takeoff</a:t>
            </a:r>
            <a:r>
              <a:rPr lang="en-GB" b="1" dirty="0"/>
              <a:t> distance</a:t>
            </a:r>
            <a:endParaRPr lang="en-GB" dirty="0"/>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22</a:t>
            </a:fld>
            <a:endParaRPr lang="en-SG"/>
          </a:p>
        </p:txBody>
      </p:sp>
    </p:spTree>
    <p:extLst>
      <p:ext uri="{BB962C8B-B14F-4D97-AF65-F5344CB8AC3E}">
        <p14:creationId xmlns:p14="http://schemas.microsoft.com/office/powerpoint/2010/main" val="26621570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 Height</a:t>
            </a:r>
          </a:p>
          <a:p>
            <a:r>
              <a:rPr lang="en-GB" dirty="0"/>
              <a:t>Vertical distance between the </a:t>
            </a:r>
            <a:r>
              <a:rPr lang="en-GB" b="1" dirty="0"/>
              <a:t>aircraft and a surface below</a:t>
            </a:r>
            <a:r>
              <a:rPr lang="en-GB" dirty="0"/>
              <a:t> (e.g., ground, water, or object).</a:t>
            </a:r>
          </a:p>
          <a:p>
            <a:r>
              <a:rPr lang="en-GB" dirty="0"/>
              <a:t>Used to describe </a:t>
            </a:r>
            <a:r>
              <a:rPr lang="en-GB" b="1" dirty="0"/>
              <a:t>how high the UA is flying above obstacles</a:t>
            </a:r>
            <a:r>
              <a:rPr lang="en-GB" dirty="0"/>
              <a:t>.</a:t>
            </a:r>
          </a:p>
          <a:p>
            <a:r>
              <a:rPr lang="en-GB" b="1" dirty="0"/>
              <a:t>2. Elevation</a:t>
            </a:r>
          </a:p>
          <a:p>
            <a:r>
              <a:rPr lang="en-GB" dirty="0"/>
              <a:t>Vertical distance from a </a:t>
            </a:r>
            <a:r>
              <a:rPr lang="en-GB" b="1" dirty="0"/>
              <a:t>reference datum</a:t>
            </a:r>
            <a:r>
              <a:rPr lang="en-GB" dirty="0"/>
              <a:t>, usually </a:t>
            </a:r>
            <a:r>
              <a:rPr lang="en-GB" b="1" dirty="0"/>
              <a:t>Mean Sea Level (MSL)</a:t>
            </a:r>
            <a:r>
              <a:rPr lang="en-GB" dirty="0"/>
              <a:t>, to a </a:t>
            </a:r>
            <a:r>
              <a:rPr lang="en-GB" b="1" dirty="0"/>
              <a:t>point on the ground</a:t>
            </a:r>
            <a:r>
              <a:rPr lang="en-GB" dirty="0"/>
              <a:t>.</a:t>
            </a:r>
          </a:p>
          <a:p>
            <a:r>
              <a:rPr lang="en-GB" dirty="0"/>
              <a:t>Example: Mountain elevation = 2,000 m AMSL</a:t>
            </a:r>
          </a:p>
          <a:p>
            <a:r>
              <a:rPr lang="en-GB" b="1" dirty="0"/>
              <a:t>3. Altitude</a:t>
            </a:r>
          </a:p>
          <a:p>
            <a:r>
              <a:rPr lang="en-GB" dirty="0"/>
              <a:t>Vertical distance between a </a:t>
            </a:r>
            <a:r>
              <a:rPr lang="en-GB" b="1" dirty="0"/>
              <a:t>reference datum</a:t>
            </a:r>
            <a:r>
              <a:rPr lang="en-GB" dirty="0"/>
              <a:t> and an aircraft or object.</a:t>
            </a:r>
          </a:p>
          <a:p>
            <a:r>
              <a:rPr lang="en-GB" dirty="0"/>
              <a:t>Depends on the reference used (MSL, terrain, or airport).</a:t>
            </a:r>
          </a:p>
          <a:p>
            <a:r>
              <a:rPr lang="en-GB" b="1" dirty="0"/>
              <a:t>4. Above Mean Sea Level (AMSL)</a:t>
            </a:r>
          </a:p>
          <a:p>
            <a:r>
              <a:rPr lang="en-GB" dirty="0"/>
              <a:t>Height, elevation, or altitude measured </a:t>
            </a:r>
            <a:r>
              <a:rPr lang="en-GB" b="1" dirty="0"/>
              <a:t>relative to mean sea level</a:t>
            </a:r>
            <a:r>
              <a:rPr lang="en-GB" dirty="0"/>
              <a:t>.</a:t>
            </a:r>
          </a:p>
          <a:p>
            <a:r>
              <a:rPr lang="en-GB" dirty="0"/>
              <a:t>Example: Airport elevation = 50 m AMSL</a:t>
            </a:r>
          </a:p>
          <a:p>
            <a:r>
              <a:rPr lang="en-GB" b="1" dirty="0"/>
              <a:t>5. Above Ground Level (AGL)</a:t>
            </a:r>
          </a:p>
          <a:p>
            <a:r>
              <a:rPr lang="en-GB" dirty="0"/>
              <a:t>Height measured </a:t>
            </a:r>
            <a:r>
              <a:rPr lang="en-GB" b="1" dirty="0"/>
              <a:t>directly above the ground under the aircraft</a:t>
            </a:r>
            <a:r>
              <a:rPr lang="en-GB" dirty="0"/>
              <a:t>.</a:t>
            </a:r>
          </a:p>
          <a:p>
            <a:r>
              <a:rPr lang="en-GB" dirty="0"/>
              <a:t>Important for </a:t>
            </a:r>
            <a:r>
              <a:rPr lang="en-GB" b="1" dirty="0" err="1"/>
              <a:t>takeoff</a:t>
            </a:r>
            <a:r>
              <a:rPr lang="en-GB" b="1" dirty="0"/>
              <a:t>, landing, and obstacle clearance</a:t>
            </a:r>
            <a:r>
              <a:rPr lang="en-GB" dirty="0"/>
              <a:t>.</a:t>
            </a:r>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23</a:t>
            </a:fld>
            <a:endParaRPr lang="en-SG"/>
          </a:p>
        </p:txBody>
      </p:sp>
    </p:spTree>
    <p:extLst>
      <p:ext uri="{BB962C8B-B14F-4D97-AF65-F5344CB8AC3E}">
        <p14:creationId xmlns:p14="http://schemas.microsoft.com/office/powerpoint/2010/main" val="2266070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Headwind</a:t>
            </a:r>
          </a:p>
          <a:p>
            <a:r>
              <a:rPr lang="en-GB" b="1" dirty="0"/>
              <a:t>Definition</a:t>
            </a:r>
          </a:p>
          <a:p>
            <a:r>
              <a:rPr lang="en-GB" dirty="0"/>
              <a:t>Wind blowing </a:t>
            </a:r>
            <a:r>
              <a:rPr lang="en-GB" b="1" dirty="0"/>
              <a:t>against the direction of aircraft movement</a:t>
            </a:r>
            <a:r>
              <a:rPr lang="en-GB" dirty="0"/>
              <a:t>.</a:t>
            </a:r>
          </a:p>
          <a:p>
            <a:endParaRPr lang="en-SG" dirty="0"/>
          </a:p>
          <a:p>
            <a:r>
              <a:rPr lang="en-GB" b="1" dirty="0"/>
              <a:t>Impact on Operations</a:t>
            </a:r>
          </a:p>
          <a:p>
            <a:r>
              <a:rPr lang="en-GB" b="1" dirty="0" err="1"/>
              <a:t>Takeoff</a:t>
            </a:r>
            <a:r>
              <a:rPr lang="en-GB" b="1" dirty="0"/>
              <a:t> &amp; Landing</a:t>
            </a:r>
            <a:endParaRPr lang="en-GB" dirty="0"/>
          </a:p>
          <a:p>
            <a:r>
              <a:rPr lang="en-GB" dirty="0"/>
              <a:t>Headwind </a:t>
            </a:r>
            <a:r>
              <a:rPr lang="en-GB" b="1" dirty="0"/>
              <a:t>increases airflow over the wings</a:t>
            </a:r>
            <a:r>
              <a:rPr lang="en-GB" dirty="0"/>
              <a:t>, producing </a:t>
            </a:r>
            <a:r>
              <a:rPr lang="en-GB" b="1" dirty="0"/>
              <a:t>lift sooner</a:t>
            </a:r>
            <a:endParaRPr lang="en-GB" dirty="0"/>
          </a:p>
          <a:p>
            <a:r>
              <a:rPr lang="en-GB" dirty="0"/>
              <a:t>Aircraft achieves </a:t>
            </a:r>
            <a:r>
              <a:rPr lang="en-GB" b="1" dirty="0"/>
              <a:t>necessary lift at lower groundspeed</a:t>
            </a:r>
            <a:endParaRPr lang="en-GB" dirty="0"/>
          </a:p>
          <a:p>
            <a:r>
              <a:rPr lang="en-GB" b="1" dirty="0"/>
              <a:t>Runway distance required is reduced</a:t>
            </a:r>
            <a:r>
              <a:rPr lang="en-GB" dirty="0"/>
              <a:t> → safer operations</a:t>
            </a:r>
          </a:p>
          <a:p>
            <a:r>
              <a:rPr lang="en-GB" b="1" dirty="0"/>
              <a:t>Favourable for </a:t>
            </a:r>
            <a:r>
              <a:rPr lang="en-GB" b="1" dirty="0" err="1"/>
              <a:t>takeoff</a:t>
            </a:r>
            <a:r>
              <a:rPr lang="en-GB" b="1" dirty="0"/>
              <a:t> and landing</a:t>
            </a:r>
            <a:endParaRPr lang="en-GB" dirty="0"/>
          </a:p>
          <a:p>
            <a:r>
              <a:rPr lang="en-GB" b="1" dirty="0"/>
              <a:t>Climb &amp; Descent</a:t>
            </a:r>
            <a:endParaRPr lang="en-GB" dirty="0"/>
          </a:p>
          <a:p>
            <a:r>
              <a:rPr lang="en-GB" b="1" dirty="0"/>
              <a:t>Gradient of climb/descent increases</a:t>
            </a:r>
            <a:r>
              <a:rPr lang="en-GB" dirty="0"/>
              <a:t> (level change per distance)</a:t>
            </a:r>
          </a:p>
          <a:p>
            <a:r>
              <a:rPr lang="en-GB" b="1" dirty="0"/>
              <a:t>Rate of climb/descent over time stays the same</a:t>
            </a:r>
            <a:endParaRPr lang="en-GB" dirty="0"/>
          </a:p>
          <a:p>
            <a:r>
              <a:rPr lang="en-GB" dirty="0"/>
              <a:t>Aircraft reaches </a:t>
            </a:r>
            <a:r>
              <a:rPr lang="en-GB" b="1" dirty="0"/>
              <a:t>cleared levels earlier</a:t>
            </a:r>
            <a:r>
              <a:rPr lang="en-GB" dirty="0"/>
              <a:t> than in calm wind</a:t>
            </a:r>
          </a:p>
          <a:p>
            <a:r>
              <a:rPr lang="en-GB" b="1" dirty="0"/>
              <a:t>Cruise Phase</a:t>
            </a:r>
            <a:endParaRPr lang="en-GB" dirty="0"/>
          </a:p>
          <a:p>
            <a:r>
              <a:rPr lang="en-GB" dirty="0"/>
              <a:t>Headwind → </a:t>
            </a:r>
            <a:r>
              <a:rPr lang="en-GB" b="1" dirty="0"/>
              <a:t>increased drag and fuel burn</a:t>
            </a:r>
            <a:endParaRPr lang="en-GB" dirty="0"/>
          </a:p>
          <a:p>
            <a:r>
              <a:rPr lang="en-GB" b="1" dirty="0"/>
              <a:t>Reduced groundspeed → longer flight time</a:t>
            </a:r>
            <a:endParaRPr lang="en-GB" dirty="0"/>
          </a:p>
          <a:p>
            <a:r>
              <a:rPr lang="en-GB" dirty="0"/>
              <a:t>Operators may </a:t>
            </a:r>
            <a:r>
              <a:rPr lang="en-GB" b="1" dirty="0"/>
              <a:t>choose alternate routes</a:t>
            </a:r>
            <a:r>
              <a:rPr lang="en-GB" dirty="0"/>
              <a:t> or </a:t>
            </a:r>
            <a:r>
              <a:rPr lang="en-GB" b="1" dirty="0"/>
              <a:t>different cruising levels</a:t>
            </a:r>
            <a:r>
              <a:rPr lang="en-GB" dirty="0"/>
              <a:t> to avoid strong headwinds</a:t>
            </a:r>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25</a:t>
            </a:fld>
            <a:endParaRPr lang="en-SG"/>
          </a:p>
        </p:txBody>
      </p:sp>
    </p:spTree>
    <p:extLst>
      <p:ext uri="{BB962C8B-B14F-4D97-AF65-F5344CB8AC3E}">
        <p14:creationId xmlns:p14="http://schemas.microsoft.com/office/powerpoint/2010/main" val="14629298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Tailwind</a:t>
            </a:r>
          </a:p>
          <a:p>
            <a:r>
              <a:rPr lang="en-GB" b="1" dirty="0"/>
              <a:t>Definition</a:t>
            </a:r>
          </a:p>
          <a:p>
            <a:r>
              <a:rPr lang="en-GB" dirty="0"/>
              <a:t>Wind blowing </a:t>
            </a:r>
            <a:r>
              <a:rPr lang="en-GB" b="1" dirty="0"/>
              <a:t>in the same direction as the aircraft</a:t>
            </a:r>
            <a:endParaRPr lang="en-GB" dirty="0"/>
          </a:p>
          <a:p>
            <a:endParaRPr lang="en-SG" dirty="0"/>
          </a:p>
          <a:p>
            <a:r>
              <a:rPr lang="en-GB" b="1" dirty="0"/>
              <a:t>Impact on Operations</a:t>
            </a:r>
          </a:p>
          <a:p>
            <a:r>
              <a:rPr lang="en-GB" b="1" dirty="0" err="1"/>
              <a:t>Takeoff</a:t>
            </a:r>
            <a:r>
              <a:rPr lang="en-GB" b="1" dirty="0"/>
              <a:t> &amp; Landing</a:t>
            </a:r>
            <a:endParaRPr lang="en-GB" dirty="0"/>
          </a:p>
          <a:p>
            <a:r>
              <a:rPr lang="en-GB" dirty="0"/>
              <a:t>Tailwind </a:t>
            </a:r>
            <a:r>
              <a:rPr lang="en-GB" b="1" dirty="0"/>
              <a:t>reduces airflow over the wings</a:t>
            </a:r>
            <a:r>
              <a:rPr lang="en-GB" dirty="0"/>
              <a:t>, so </a:t>
            </a:r>
            <a:r>
              <a:rPr lang="en-GB" b="1" dirty="0"/>
              <a:t>lift is achieved later and at higher groundspeed</a:t>
            </a:r>
            <a:endParaRPr lang="en-GB" dirty="0"/>
          </a:p>
          <a:p>
            <a:r>
              <a:rPr lang="en-GB" b="1" dirty="0"/>
              <a:t>Longer runway required</a:t>
            </a:r>
            <a:r>
              <a:rPr lang="en-GB" dirty="0"/>
              <a:t> for safe </a:t>
            </a:r>
            <a:r>
              <a:rPr lang="en-GB" dirty="0" err="1"/>
              <a:t>takeoff</a:t>
            </a:r>
            <a:r>
              <a:rPr lang="en-GB" dirty="0"/>
              <a:t> or landing</a:t>
            </a:r>
          </a:p>
          <a:p>
            <a:r>
              <a:rPr lang="en-GB" b="1" dirty="0"/>
              <a:t>Rejected </a:t>
            </a:r>
            <a:r>
              <a:rPr lang="en-GB" b="1" dirty="0" err="1"/>
              <a:t>takeoff</a:t>
            </a:r>
            <a:r>
              <a:rPr lang="en-GB" dirty="0"/>
              <a:t> → higher speed, more distance needed to stop</a:t>
            </a:r>
          </a:p>
          <a:p>
            <a:r>
              <a:rPr lang="en-GB" dirty="0"/>
              <a:t>Tailwinds </a:t>
            </a:r>
            <a:r>
              <a:rPr lang="en-GB" b="1" dirty="0"/>
              <a:t>above certain limits (e.g., 10 kts)</a:t>
            </a:r>
            <a:r>
              <a:rPr lang="en-GB" dirty="0"/>
              <a:t> are generally </a:t>
            </a:r>
            <a:r>
              <a:rPr lang="en-GB" b="1" dirty="0"/>
              <a:t>avoided</a:t>
            </a:r>
            <a:endParaRPr lang="en-GB" dirty="0"/>
          </a:p>
          <a:p>
            <a:r>
              <a:rPr lang="en-GB" b="1" dirty="0"/>
              <a:t>Climb &amp; Descent</a:t>
            </a:r>
            <a:endParaRPr lang="en-GB" dirty="0"/>
          </a:p>
          <a:p>
            <a:r>
              <a:rPr lang="en-GB" b="1" dirty="0"/>
              <a:t>Gradient of climb/descent decreases</a:t>
            </a:r>
            <a:r>
              <a:rPr lang="en-GB" dirty="0"/>
              <a:t> (level change per distance)</a:t>
            </a:r>
          </a:p>
          <a:p>
            <a:r>
              <a:rPr lang="en-GB" b="1" dirty="0"/>
              <a:t>Rate of climb/descent over time stays the same</a:t>
            </a:r>
            <a:endParaRPr lang="en-GB" dirty="0"/>
          </a:p>
          <a:p>
            <a:r>
              <a:rPr lang="en-GB" dirty="0"/>
              <a:t>Aircraft may reach </a:t>
            </a:r>
            <a:r>
              <a:rPr lang="en-GB" b="1" dirty="0"/>
              <a:t>cleared levels later</a:t>
            </a:r>
            <a:r>
              <a:rPr lang="en-GB" dirty="0"/>
              <a:t> → potential ATC separation issues</a:t>
            </a:r>
          </a:p>
          <a:p>
            <a:r>
              <a:rPr lang="en-GB" b="1" dirty="0"/>
              <a:t>Cruise Phase</a:t>
            </a:r>
            <a:endParaRPr lang="en-GB" dirty="0"/>
          </a:p>
          <a:p>
            <a:r>
              <a:rPr lang="en-GB" dirty="0"/>
              <a:t>Tailwind → </a:t>
            </a:r>
            <a:r>
              <a:rPr lang="en-GB" b="1" dirty="0"/>
              <a:t>reduced drag and fuel burn</a:t>
            </a:r>
            <a:endParaRPr lang="en-GB" dirty="0"/>
          </a:p>
          <a:p>
            <a:r>
              <a:rPr lang="en-GB" b="1" dirty="0"/>
              <a:t>Faster flight time</a:t>
            </a:r>
            <a:r>
              <a:rPr lang="en-GB" dirty="0"/>
              <a:t> → sometimes leads to earlier arrival at congested airspace or holding stacks</a:t>
            </a:r>
          </a:p>
          <a:p>
            <a:r>
              <a:rPr lang="en-GB" b="1" dirty="0"/>
              <a:t>Overall beneficial</a:t>
            </a:r>
            <a:r>
              <a:rPr lang="en-GB" dirty="0"/>
              <a:t> for efficiency</a:t>
            </a:r>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26</a:t>
            </a:fld>
            <a:endParaRPr lang="en-SG"/>
          </a:p>
        </p:txBody>
      </p:sp>
    </p:spTree>
    <p:extLst>
      <p:ext uri="{BB962C8B-B14F-4D97-AF65-F5344CB8AC3E}">
        <p14:creationId xmlns:p14="http://schemas.microsoft.com/office/powerpoint/2010/main" val="38906539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Crosswind</a:t>
            </a:r>
          </a:p>
          <a:p>
            <a:r>
              <a:rPr lang="en-GB" b="1" dirty="0"/>
              <a:t>Definition</a:t>
            </a:r>
          </a:p>
          <a:p>
            <a:r>
              <a:rPr lang="en-GB" dirty="0"/>
              <a:t>Any wind that has a </a:t>
            </a:r>
            <a:r>
              <a:rPr lang="en-GB" b="1" dirty="0"/>
              <a:t>perpendicular component</a:t>
            </a:r>
            <a:r>
              <a:rPr lang="en-GB" dirty="0"/>
              <a:t> to the aircraft’s direction of travel.</a:t>
            </a:r>
          </a:p>
          <a:p>
            <a:r>
              <a:rPr lang="en-GB" dirty="0"/>
              <a:t>Essentially, the wind </a:t>
            </a:r>
            <a:r>
              <a:rPr lang="en-GB" b="1" dirty="0"/>
              <a:t>pushes the aircraft sideways</a:t>
            </a:r>
            <a:r>
              <a:rPr lang="en-GB" dirty="0"/>
              <a:t>.</a:t>
            </a:r>
          </a:p>
          <a:p>
            <a:endParaRPr lang="en-SG" dirty="0"/>
          </a:p>
          <a:p>
            <a:r>
              <a:rPr lang="en-GB" b="1" dirty="0"/>
              <a:t>Impact on Operations</a:t>
            </a:r>
          </a:p>
          <a:p>
            <a:r>
              <a:rPr lang="en-GB" b="1" dirty="0" err="1"/>
              <a:t>Takeoff</a:t>
            </a:r>
            <a:r>
              <a:rPr lang="en-GB" b="1" dirty="0"/>
              <a:t> &amp; Landing</a:t>
            </a:r>
            <a:endParaRPr lang="en-GB" dirty="0"/>
          </a:p>
          <a:p>
            <a:r>
              <a:rPr lang="en-GB" dirty="0"/>
              <a:t>Crosswinds make </a:t>
            </a:r>
            <a:r>
              <a:rPr lang="en-GB" b="1" dirty="0" err="1"/>
              <a:t>takeoff</a:t>
            </a:r>
            <a:r>
              <a:rPr lang="en-GB" b="1" dirty="0"/>
              <a:t> and landing more challenging</a:t>
            </a:r>
            <a:endParaRPr lang="en-GB" dirty="0"/>
          </a:p>
          <a:p>
            <a:r>
              <a:rPr lang="en-GB" dirty="0"/>
              <a:t>Aircraft can </a:t>
            </a:r>
            <a:r>
              <a:rPr lang="en-GB" b="1" dirty="0"/>
              <a:t>drift off runway </a:t>
            </a:r>
            <a:r>
              <a:rPr lang="en-GB" b="1" dirty="0" err="1"/>
              <a:t>centerline</a:t>
            </a:r>
            <a:endParaRPr lang="en-GB" dirty="0"/>
          </a:p>
          <a:p>
            <a:r>
              <a:rPr lang="en-GB" dirty="0"/>
              <a:t>Strong crosswinds may </a:t>
            </a:r>
            <a:r>
              <a:rPr lang="en-GB" b="1" dirty="0"/>
              <a:t>damage the landing gear</a:t>
            </a:r>
            <a:r>
              <a:rPr lang="en-GB" dirty="0"/>
              <a:t> if not properly managed</a:t>
            </a:r>
          </a:p>
          <a:p>
            <a:r>
              <a:rPr lang="en-GB" b="1" dirty="0"/>
              <a:t>In-flight Adjustments</a:t>
            </a:r>
            <a:endParaRPr lang="en-GB" dirty="0"/>
          </a:p>
          <a:p>
            <a:r>
              <a:rPr lang="en-GB" dirty="0"/>
              <a:t>Pilots use </a:t>
            </a:r>
            <a:r>
              <a:rPr lang="en-GB" b="1" dirty="0"/>
              <a:t>rudder and aileron inputs</a:t>
            </a:r>
            <a:r>
              <a:rPr lang="en-GB" dirty="0"/>
              <a:t> to counteract crosswind drift</a:t>
            </a:r>
          </a:p>
          <a:p>
            <a:r>
              <a:rPr lang="en-GB" dirty="0"/>
              <a:t>Important for </a:t>
            </a:r>
            <a:r>
              <a:rPr lang="en-GB" b="1" dirty="0"/>
              <a:t>stability, safety, and maintaining intended track</a:t>
            </a:r>
            <a:endParaRPr lang="en-GB" dirty="0"/>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27</a:t>
            </a:fld>
            <a:endParaRPr lang="en-SG"/>
          </a:p>
        </p:txBody>
      </p:sp>
    </p:spTree>
    <p:extLst>
      <p:ext uri="{BB962C8B-B14F-4D97-AF65-F5344CB8AC3E}">
        <p14:creationId xmlns:p14="http://schemas.microsoft.com/office/powerpoint/2010/main" val="9985626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29</a:t>
            </a:fld>
            <a:endParaRPr lang="en-SG"/>
          </a:p>
        </p:txBody>
      </p:sp>
    </p:spTree>
    <p:extLst>
      <p:ext uri="{BB962C8B-B14F-4D97-AF65-F5344CB8AC3E}">
        <p14:creationId xmlns:p14="http://schemas.microsoft.com/office/powerpoint/2010/main" val="4344222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SHELL Model – Human Factors in Aviation</a:t>
            </a:r>
          </a:p>
          <a:p>
            <a:r>
              <a:rPr lang="en-GB" b="1" dirty="0"/>
              <a:t>Definition</a:t>
            </a:r>
          </a:p>
          <a:p>
            <a:r>
              <a:rPr lang="en-GB" dirty="0"/>
              <a:t>A conceptual model used to </a:t>
            </a:r>
            <a:r>
              <a:rPr lang="en-GB" b="1" dirty="0"/>
              <a:t>understand how humans interact with aviation systems and the environment</a:t>
            </a:r>
            <a:r>
              <a:rPr lang="en-GB" dirty="0"/>
              <a:t>.</a:t>
            </a:r>
          </a:p>
          <a:p>
            <a:r>
              <a:rPr lang="en-GB" dirty="0"/>
              <a:t>Helps identify how the </a:t>
            </a:r>
            <a:r>
              <a:rPr lang="en-GB" b="1" dirty="0"/>
              <a:t>human operator interacts with other system components</a:t>
            </a:r>
            <a:r>
              <a:rPr lang="en-GB" dirty="0"/>
              <a:t>.</a:t>
            </a:r>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31</a:t>
            </a:fld>
            <a:endParaRPr lang="en-SG"/>
          </a:p>
        </p:txBody>
      </p:sp>
    </p:spTree>
    <p:extLst>
      <p:ext uri="{BB962C8B-B14F-4D97-AF65-F5344CB8AC3E}">
        <p14:creationId xmlns:p14="http://schemas.microsoft.com/office/powerpoint/2010/main" val="39661300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 – Software</a:t>
            </a:r>
            <a:endParaRPr lang="en-GB" dirty="0"/>
          </a:p>
          <a:p>
            <a:r>
              <a:rPr lang="en-GB" dirty="0"/>
              <a:t>Procedures, manuals, checklists, regulations, and documentation</a:t>
            </a:r>
          </a:p>
          <a:p>
            <a:r>
              <a:rPr lang="en-GB" dirty="0"/>
              <a:t>How humans interact with written or digital instructions</a:t>
            </a:r>
          </a:p>
          <a:p>
            <a:r>
              <a:rPr lang="en-GB" b="1" dirty="0"/>
              <a:t>H – Hardware</a:t>
            </a:r>
            <a:endParaRPr lang="en-GB" dirty="0"/>
          </a:p>
          <a:p>
            <a:r>
              <a:rPr lang="en-GB" dirty="0"/>
              <a:t>Physical tools, aircraft, instruments, and equipment</a:t>
            </a:r>
          </a:p>
          <a:p>
            <a:r>
              <a:rPr lang="en-GB" dirty="0"/>
              <a:t>How humans physically operate and interact with machines</a:t>
            </a:r>
          </a:p>
          <a:p>
            <a:r>
              <a:rPr lang="en-GB" b="1" dirty="0"/>
              <a:t>E – Environment</a:t>
            </a:r>
            <a:endParaRPr lang="en-GB" dirty="0"/>
          </a:p>
          <a:p>
            <a:r>
              <a:rPr lang="en-GB" dirty="0"/>
              <a:t>External conditions: weather, temperature, noise, terrain, air traffic</a:t>
            </a:r>
          </a:p>
          <a:p>
            <a:r>
              <a:rPr lang="en-GB" dirty="0"/>
              <a:t>How surroundings affect human performance</a:t>
            </a:r>
          </a:p>
          <a:p>
            <a:r>
              <a:rPr lang="en-GB" b="1" dirty="0"/>
              <a:t>L – Liveware</a:t>
            </a:r>
            <a:endParaRPr lang="en-GB" dirty="0"/>
          </a:p>
          <a:p>
            <a:r>
              <a:rPr lang="en-GB" b="1" dirty="0"/>
              <a:t>The human operator</a:t>
            </a:r>
            <a:r>
              <a:rPr lang="en-GB" dirty="0"/>
              <a:t> (pilot, crew, UAV operator)</a:t>
            </a:r>
          </a:p>
          <a:p>
            <a:r>
              <a:rPr lang="en-GB" dirty="0"/>
              <a:t>Central to the system; interacts with </a:t>
            </a:r>
            <a:r>
              <a:rPr lang="en-GB" b="1" dirty="0"/>
              <a:t>all other components</a:t>
            </a:r>
            <a:endParaRPr lang="en-GB" dirty="0"/>
          </a:p>
          <a:p>
            <a:r>
              <a:rPr lang="en-GB" b="1" dirty="0"/>
              <a:t>L – Liveware (others)</a:t>
            </a:r>
            <a:endParaRPr lang="en-GB" dirty="0"/>
          </a:p>
          <a:p>
            <a:r>
              <a:rPr lang="en-GB" dirty="0"/>
              <a:t>Other people in the system: co-pilots, ATC, maintenance personnel</a:t>
            </a:r>
          </a:p>
          <a:p>
            <a:r>
              <a:rPr lang="en-GB" dirty="0"/>
              <a:t>Human-to-human interactions and communication</a:t>
            </a:r>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32</a:t>
            </a:fld>
            <a:endParaRPr lang="en-SG"/>
          </a:p>
        </p:txBody>
      </p:sp>
    </p:spTree>
    <p:extLst>
      <p:ext uri="{BB962C8B-B14F-4D97-AF65-F5344CB8AC3E}">
        <p14:creationId xmlns:p14="http://schemas.microsoft.com/office/powerpoint/2010/main" val="32361842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The interaction Liveware and software interface, is the interaction between human and data </a:t>
            </a:r>
          </a:p>
          <a:p>
            <a:endParaRPr lang="en-SG" dirty="0"/>
          </a:p>
          <a:p>
            <a:r>
              <a:rPr lang="en-SG" dirty="0"/>
              <a:t>Like how human interpret the checklists, rules and regulations </a:t>
            </a:r>
          </a:p>
          <a:p>
            <a:endParaRPr lang="en-SG" dirty="0"/>
          </a:p>
          <a:p>
            <a:r>
              <a:rPr lang="en-SG" dirty="0"/>
              <a:t>mismatch in this type of interaction can happen due to, misinterpretation of manuals, documents, checklists or inappropriate procedures </a:t>
            </a:r>
          </a:p>
        </p:txBody>
      </p:sp>
      <p:sp>
        <p:nvSpPr>
          <p:cNvPr id="4" name="Slide Number Placeholder 3"/>
          <p:cNvSpPr>
            <a:spLocks noGrp="1"/>
          </p:cNvSpPr>
          <p:nvPr>
            <p:ph type="sldNum" sz="quarter" idx="5"/>
          </p:nvPr>
        </p:nvSpPr>
        <p:spPr/>
        <p:txBody>
          <a:bodyPr/>
          <a:lstStyle/>
          <a:p>
            <a:fld id="{F65192DC-09F2-45C7-B409-A801871BA83A}" type="slidenum">
              <a:rPr lang="en-SG" smtClean="0"/>
              <a:t>33</a:t>
            </a:fld>
            <a:endParaRPr lang="en-SG"/>
          </a:p>
        </p:txBody>
      </p:sp>
    </p:spTree>
    <p:extLst>
      <p:ext uri="{BB962C8B-B14F-4D97-AF65-F5344CB8AC3E}">
        <p14:creationId xmlns:p14="http://schemas.microsoft.com/office/powerpoint/2010/main" val="18843010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Next is the interaction between the liveware and hardware.</a:t>
            </a:r>
          </a:p>
          <a:p>
            <a:endParaRPr lang="en-SG" dirty="0"/>
          </a:p>
          <a:p>
            <a:r>
              <a:rPr lang="en-SG" dirty="0"/>
              <a:t>It is the interaction between the human and machines, tools, equipment and instruments </a:t>
            </a:r>
          </a:p>
          <a:p>
            <a:endParaRPr lang="en-SG" dirty="0"/>
          </a:p>
          <a:p>
            <a:r>
              <a:rPr lang="en-SG" dirty="0"/>
              <a:t>Mismatch can happen when: </a:t>
            </a:r>
          </a:p>
          <a:p>
            <a:endParaRPr lang="en-SG" dirty="0"/>
          </a:p>
          <a:p>
            <a:r>
              <a:rPr lang="en-SG" dirty="0"/>
              <a:t>there is lack of tools or the person is not </a:t>
            </a:r>
            <a:r>
              <a:rPr lang="en-SG" dirty="0" err="1"/>
              <a:t>famillar</a:t>
            </a:r>
            <a:r>
              <a:rPr lang="en-SG" dirty="0"/>
              <a:t> with the tolls, equipment of instruments </a:t>
            </a:r>
          </a:p>
        </p:txBody>
      </p:sp>
      <p:sp>
        <p:nvSpPr>
          <p:cNvPr id="4" name="Slide Number Placeholder 3"/>
          <p:cNvSpPr>
            <a:spLocks noGrp="1"/>
          </p:cNvSpPr>
          <p:nvPr>
            <p:ph type="sldNum" sz="quarter" idx="5"/>
          </p:nvPr>
        </p:nvSpPr>
        <p:spPr/>
        <p:txBody>
          <a:bodyPr/>
          <a:lstStyle/>
          <a:p>
            <a:fld id="{F65192DC-09F2-45C7-B409-A801871BA83A}" type="slidenum">
              <a:rPr lang="en-SG" smtClean="0"/>
              <a:t>34</a:t>
            </a:fld>
            <a:endParaRPr lang="en-SG"/>
          </a:p>
        </p:txBody>
      </p:sp>
    </p:spTree>
    <p:extLst>
      <p:ext uri="{BB962C8B-B14F-4D97-AF65-F5344CB8AC3E}">
        <p14:creationId xmlns:p14="http://schemas.microsoft.com/office/powerpoint/2010/main" val="19645051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Next comes with the interaction between liveware and environment </a:t>
            </a:r>
          </a:p>
          <a:p>
            <a:endParaRPr lang="en-SG" dirty="0"/>
          </a:p>
          <a:p>
            <a:r>
              <a:rPr lang="en-SG" dirty="0"/>
              <a:t>It is the interaction between the human and organisational environment </a:t>
            </a:r>
          </a:p>
          <a:p>
            <a:endParaRPr lang="en-SG" dirty="0"/>
          </a:p>
          <a:p>
            <a:r>
              <a:rPr lang="en-SG" dirty="0"/>
              <a:t>It relates to effect of lighting conditions, noise levels and temperature on humans</a:t>
            </a:r>
          </a:p>
          <a:p>
            <a:endParaRPr lang="en-SG" dirty="0"/>
          </a:p>
          <a:p>
            <a:r>
              <a:rPr lang="en-SG" dirty="0"/>
              <a:t>Mismatch of any of this can cause an accident. </a:t>
            </a:r>
          </a:p>
        </p:txBody>
      </p:sp>
      <p:sp>
        <p:nvSpPr>
          <p:cNvPr id="4" name="Slide Number Placeholder 3"/>
          <p:cNvSpPr>
            <a:spLocks noGrp="1"/>
          </p:cNvSpPr>
          <p:nvPr>
            <p:ph type="sldNum" sz="quarter" idx="5"/>
          </p:nvPr>
        </p:nvSpPr>
        <p:spPr/>
        <p:txBody>
          <a:bodyPr/>
          <a:lstStyle/>
          <a:p>
            <a:fld id="{F65192DC-09F2-45C7-B409-A801871BA83A}" type="slidenum">
              <a:rPr lang="en-SG" smtClean="0"/>
              <a:t>35</a:t>
            </a:fld>
            <a:endParaRPr lang="en-SG"/>
          </a:p>
        </p:txBody>
      </p:sp>
    </p:spTree>
    <p:extLst>
      <p:ext uri="{BB962C8B-B14F-4D97-AF65-F5344CB8AC3E}">
        <p14:creationId xmlns:p14="http://schemas.microsoft.com/office/powerpoint/2010/main" val="30743443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Last is the interaction between the liveware and liveware </a:t>
            </a:r>
          </a:p>
          <a:p>
            <a:endParaRPr lang="en-SG" dirty="0"/>
          </a:p>
          <a:p>
            <a:r>
              <a:rPr lang="en-SG" dirty="0"/>
              <a:t>It is the interaction between humans in the aviation systems, for example, technician and supervisor or engineer </a:t>
            </a:r>
          </a:p>
          <a:p>
            <a:endParaRPr lang="en-SG" dirty="0"/>
          </a:p>
          <a:p>
            <a:r>
              <a:rPr lang="en-SG" dirty="0"/>
              <a:t>Mismatches can occur due to lack of communication or lack of management support. </a:t>
            </a:r>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36</a:t>
            </a:fld>
            <a:endParaRPr lang="en-SG"/>
          </a:p>
        </p:txBody>
      </p:sp>
    </p:spTree>
    <p:extLst>
      <p:ext uri="{BB962C8B-B14F-4D97-AF65-F5344CB8AC3E}">
        <p14:creationId xmlns:p14="http://schemas.microsoft.com/office/powerpoint/2010/main" val="31489360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Autokinesis (Autokinetic Effect)</a:t>
            </a:r>
          </a:p>
          <a:p>
            <a:r>
              <a:rPr lang="en-GB" b="1" dirty="0"/>
              <a:t>Definition</a:t>
            </a:r>
          </a:p>
          <a:p>
            <a:r>
              <a:rPr lang="en-GB" dirty="0"/>
              <a:t>A </a:t>
            </a:r>
            <a:r>
              <a:rPr lang="en-GB" b="1" dirty="0"/>
              <a:t>visual illusion</a:t>
            </a:r>
            <a:r>
              <a:rPr lang="en-GB" dirty="0"/>
              <a:t> where a </a:t>
            </a:r>
            <a:r>
              <a:rPr lang="en-GB" b="1" dirty="0"/>
              <a:t>stationary light appears to move</a:t>
            </a:r>
            <a:r>
              <a:rPr lang="en-GB" dirty="0"/>
              <a:t> when viewed in </a:t>
            </a:r>
            <a:r>
              <a:rPr lang="en-GB" b="1" dirty="0"/>
              <a:t>dark or featureless environments</a:t>
            </a:r>
            <a:r>
              <a:rPr lang="en-GB" dirty="0"/>
              <a:t>.</a:t>
            </a:r>
          </a:p>
          <a:p>
            <a:r>
              <a:rPr lang="en-GB" dirty="0"/>
              <a:t>Happens because </a:t>
            </a:r>
            <a:r>
              <a:rPr lang="en-GB" b="1" dirty="0"/>
              <a:t>motion perception needs a reference point</a:t>
            </a:r>
            <a:r>
              <a:rPr lang="en-GB" dirty="0"/>
              <a:t>. Without nearby objects, the brain interprets the light as moving.</a:t>
            </a:r>
          </a:p>
          <a:p>
            <a:endParaRPr lang="en-GB" dirty="0"/>
          </a:p>
          <a:p>
            <a:r>
              <a:rPr lang="en-GB" dirty="0"/>
              <a:t>In </a:t>
            </a:r>
            <a:r>
              <a:rPr lang="en-GB" b="1" dirty="0"/>
              <a:t>darkness or empty spaces</a:t>
            </a:r>
            <a:r>
              <a:rPr lang="en-GB" dirty="0"/>
              <a:t>, there’s </a:t>
            </a:r>
            <a:r>
              <a:rPr lang="en-GB" b="1" dirty="0"/>
              <a:t>no reference</a:t>
            </a:r>
            <a:r>
              <a:rPr lang="en-GB" dirty="0"/>
              <a:t>, so a single light seems to drift or move.</a:t>
            </a:r>
          </a:p>
          <a:p>
            <a:endParaRPr lang="en-SG" dirty="0"/>
          </a:p>
          <a:p>
            <a:r>
              <a:rPr lang="en-GB" b="1" dirty="0"/>
              <a:t>How to Prevent Autokinesis</a:t>
            </a:r>
          </a:p>
          <a:p>
            <a:r>
              <a:rPr lang="en-GB" b="1" dirty="0"/>
              <a:t>Do not stare at one light</a:t>
            </a:r>
            <a:r>
              <a:rPr lang="en-GB" dirty="0"/>
              <a:t>; keep scanning the area.</a:t>
            </a:r>
          </a:p>
          <a:p>
            <a:r>
              <a:rPr lang="en-GB" b="1" dirty="0"/>
              <a:t>Focus on objects at different distances</a:t>
            </a:r>
            <a:r>
              <a:rPr lang="en-GB" dirty="0"/>
              <a:t> to maintain a visual reference.</a:t>
            </a:r>
          </a:p>
          <a:p>
            <a:r>
              <a:rPr lang="en-GB" b="1" dirty="0"/>
              <a:t>Use stationary landmarks or structures</a:t>
            </a:r>
            <a:r>
              <a:rPr lang="en-GB" dirty="0"/>
              <a:t> if available.</a:t>
            </a:r>
          </a:p>
          <a:p>
            <a:r>
              <a:rPr lang="en-GB" dirty="0"/>
              <a:t>Maintain a </a:t>
            </a:r>
            <a:r>
              <a:rPr lang="en-GB" b="1" dirty="0"/>
              <a:t>normal scan pattern</a:t>
            </a:r>
            <a:r>
              <a:rPr lang="en-GB" dirty="0"/>
              <a:t> rather than fixating on one point.</a:t>
            </a:r>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37</a:t>
            </a:fld>
            <a:endParaRPr lang="en-SG"/>
          </a:p>
        </p:txBody>
      </p:sp>
    </p:spTree>
    <p:extLst>
      <p:ext uri="{BB962C8B-B14F-4D97-AF65-F5344CB8AC3E}">
        <p14:creationId xmlns:p14="http://schemas.microsoft.com/office/powerpoint/2010/main" val="12226950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Definition</a:t>
            </a:r>
          </a:p>
          <a:p>
            <a:r>
              <a:rPr lang="en-GB" dirty="0"/>
              <a:t>Disorientation occurs when the </a:t>
            </a:r>
            <a:r>
              <a:rPr lang="en-GB" b="1" dirty="0"/>
              <a:t>operator loses visual reference</a:t>
            </a:r>
            <a:r>
              <a:rPr lang="en-GB" dirty="0"/>
              <a:t> of the UA’s orientation.</a:t>
            </a:r>
          </a:p>
          <a:p>
            <a:r>
              <a:rPr lang="en-GB" dirty="0"/>
              <a:t>The </a:t>
            </a:r>
            <a:r>
              <a:rPr lang="en-GB" b="1" dirty="0"/>
              <a:t>farther the UA is</a:t>
            </a:r>
            <a:r>
              <a:rPr lang="en-GB" dirty="0"/>
              <a:t>, the harder it is to tell which way it is pointing.</a:t>
            </a:r>
          </a:p>
          <a:p>
            <a:endParaRPr lang="en-SG" dirty="0"/>
          </a:p>
          <a:p>
            <a:endParaRPr lang="en-SG" dirty="0"/>
          </a:p>
          <a:p>
            <a:r>
              <a:rPr lang="en-GB" b="1" dirty="0"/>
              <a:t>Why It Happens</a:t>
            </a:r>
          </a:p>
          <a:p>
            <a:r>
              <a:rPr lang="en-GB" dirty="0"/>
              <a:t>Lack of visible features or reference points on the UA</a:t>
            </a:r>
          </a:p>
          <a:p>
            <a:r>
              <a:rPr lang="en-GB" dirty="0"/>
              <a:t>Distance makes it </a:t>
            </a:r>
            <a:r>
              <a:rPr lang="en-GB" b="1" dirty="0"/>
              <a:t>difficult to determine front/back or left/right</a:t>
            </a:r>
            <a:endParaRPr lang="en-GB" dirty="0"/>
          </a:p>
          <a:p>
            <a:r>
              <a:rPr lang="en-GB" dirty="0"/>
              <a:t>Can lead to </a:t>
            </a:r>
            <a:r>
              <a:rPr lang="en-GB" b="1" dirty="0"/>
              <a:t>incorrect control inputs</a:t>
            </a:r>
            <a:r>
              <a:rPr lang="en-GB" dirty="0"/>
              <a:t> and unintended </a:t>
            </a:r>
            <a:r>
              <a:rPr lang="en-GB" dirty="0" err="1"/>
              <a:t>maneuvers</a:t>
            </a:r>
            <a:endParaRPr lang="en-GB" dirty="0"/>
          </a:p>
          <a:p>
            <a:endParaRPr lang="en-SG" dirty="0"/>
          </a:p>
          <a:p>
            <a:endParaRPr lang="en-SG" dirty="0"/>
          </a:p>
          <a:p>
            <a:r>
              <a:rPr lang="en-GB" b="1" dirty="0"/>
              <a:t>How to Correct Disorientation</a:t>
            </a:r>
          </a:p>
          <a:p>
            <a:r>
              <a:rPr lang="en-GB" b="1" dirty="0"/>
              <a:t>Stop large movements</a:t>
            </a:r>
            <a:r>
              <a:rPr lang="en-GB" dirty="0"/>
              <a:t> of the UA</a:t>
            </a:r>
          </a:p>
          <a:p>
            <a:r>
              <a:rPr lang="en-GB" b="1" dirty="0"/>
              <a:t>Make small control inputs</a:t>
            </a:r>
            <a:r>
              <a:rPr lang="en-GB" dirty="0"/>
              <a:t> to test its actual heading</a:t>
            </a:r>
          </a:p>
          <a:p>
            <a:r>
              <a:rPr lang="en-GB" b="1" dirty="0"/>
              <a:t>Re-establish orientation</a:t>
            </a:r>
            <a:r>
              <a:rPr lang="en-GB" dirty="0"/>
              <a:t> before resuming normal flight</a:t>
            </a:r>
          </a:p>
          <a:p>
            <a:r>
              <a:rPr lang="en-GB" dirty="0"/>
              <a:t>Consider </a:t>
            </a:r>
            <a:r>
              <a:rPr lang="en-GB" b="1" dirty="0"/>
              <a:t>return-to-home or orientation aids</a:t>
            </a:r>
            <a:r>
              <a:rPr lang="en-GB" dirty="0"/>
              <a:t> if available</a:t>
            </a:r>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38</a:t>
            </a:fld>
            <a:endParaRPr lang="en-SG"/>
          </a:p>
        </p:txBody>
      </p:sp>
    </p:spTree>
    <p:extLst>
      <p:ext uri="{BB962C8B-B14F-4D97-AF65-F5344CB8AC3E}">
        <p14:creationId xmlns:p14="http://schemas.microsoft.com/office/powerpoint/2010/main" val="25591953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Definition</a:t>
            </a:r>
          </a:p>
          <a:p>
            <a:r>
              <a:rPr lang="en-GB" dirty="0"/>
              <a:t>Loss of awareness of the </a:t>
            </a:r>
            <a:r>
              <a:rPr lang="en-GB" b="1" dirty="0"/>
              <a:t>UA’s position, attitude, or movement in space</a:t>
            </a:r>
            <a:r>
              <a:rPr lang="en-GB" dirty="0"/>
              <a:t>.</a:t>
            </a:r>
          </a:p>
          <a:p>
            <a:r>
              <a:rPr lang="en-GB" dirty="0"/>
              <a:t>Caused by </a:t>
            </a:r>
            <a:r>
              <a:rPr lang="en-GB" b="1" dirty="0"/>
              <a:t>misleading sensory inputs</a:t>
            </a:r>
            <a:r>
              <a:rPr lang="en-GB" dirty="0"/>
              <a:t> (eyes, inner ear, motion perception).</a:t>
            </a:r>
          </a:p>
          <a:p>
            <a:r>
              <a:rPr lang="en-GB" dirty="0"/>
              <a:t>Can lead to </a:t>
            </a:r>
            <a:r>
              <a:rPr lang="en-GB" b="1" dirty="0"/>
              <a:t>confusion and incorrect control inputs</a:t>
            </a:r>
            <a:r>
              <a:rPr lang="en-GB" dirty="0"/>
              <a:t>.</a:t>
            </a:r>
          </a:p>
          <a:p>
            <a:endParaRPr lang="en-GB" dirty="0"/>
          </a:p>
          <a:p>
            <a:r>
              <a:rPr lang="en-GB" b="1" dirty="0"/>
              <a:t>Causes</a:t>
            </a:r>
          </a:p>
          <a:p>
            <a:r>
              <a:rPr lang="en-GB" dirty="0"/>
              <a:t>Flying in </a:t>
            </a:r>
            <a:r>
              <a:rPr lang="en-GB" b="1" dirty="0"/>
              <a:t>low visibility</a:t>
            </a:r>
            <a:r>
              <a:rPr lang="en-GB" dirty="0"/>
              <a:t> (fog, night, or featureless terrain)</a:t>
            </a:r>
          </a:p>
          <a:p>
            <a:r>
              <a:rPr lang="en-GB" dirty="0"/>
              <a:t>Rapid </a:t>
            </a:r>
            <a:r>
              <a:rPr lang="en-GB" dirty="0" err="1"/>
              <a:t>maneuvers</a:t>
            </a:r>
            <a:r>
              <a:rPr lang="en-GB" dirty="0"/>
              <a:t> without visual references</a:t>
            </a:r>
          </a:p>
          <a:p>
            <a:r>
              <a:rPr lang="en-GB" dirty="0"/>
              <a:t>Conflicting </a:t>
            </a:r>
            <a:r>
              <a:rPr lang="en-GB" b="1" dirty="0"/>
              <a:t>vestibular and visual signals</a:t>
            </a:r>
            <a:endParaRPr lang="en-GB" dirty="0"/>
          </a:p>
          <a:p>
            <a:endParaRPr lang="en-GB" dirty="0"/>
          </a:p>
          <a:p>
            <a:r>
              <a:rPr lang="en-GB" b="1" dirty="0"/>
              <a:t>How to Overcome Spatial Disorientation</a:t>
            </a:r>
          </a:p>
          <a:p>
            <a:r>
              <a:rPr lang="en-GB" b="1" dirty="0"/>
              <a:t>Training</a:t>
            </a:r>
            <a:r>
              <a:rPr lang="en-GB" dirty="0"/>
              <a:t> – practice recognizing and responding to disorientation</a:t>
            </a:r>
          </a:p>
          <a:p>
            <a:r>
              <a:rPr lang="en-GB" b="1" dirty="0"/>
              <a:t>Trust instruments and telemetry</a:t>
            </a:r>
            <a:r>
              <a:rPr lang="en-GB" dirty="0"/>
              <a:t> – focus on what the flight controller shows</a:t>
            </a:r>
          </a:p>
          <a:p>
            <a:r>
              <a:rPr lang="en-GB" b="1" dirty="0"/>
              <a:t>Ignore misleading sensory perceptions</a:t>
            </a:r>
            <a:r>
              <a:rPr lang="en-GB" dirty="0"/>
              <a:t> – do not rely solely on what you feel or see</a:t>
            </a:r>
          </a:p>
          <a:p>
            <a:endParaRPr lang="en-GB" dirty="0"/>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39</a:t>
            </a:fld>
            <a:endParaRPr lang="en-SG"/>
          </a:p>
        </p:txBody>
      </p:sp>
    </p:spTree>
    <p:extLst>
      <p:ext uri="{BB962C8B-B14F-4D97-AF65-F5344CB8AC3E}">
        <p14:creationId xmlns:p14="http://schemas.microsoft.com/office/powerpoint/2010/main" val="34546296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Definition</a:t>
            </a:r>
          </a:p>
          <a:p>
            <a:r>
              <a:rPr lang="en-GB" b="1" dirty="0"/>
              <a:t>Temporary visual impairment</a:t>
            </a:r>
            <a:r>
              <a:rPr lang="en-GB" dirty="0"/>
              <a:t> caused by </a:t>
            </a:r>
            <a:r>
              <a:rPr lang="en-GB" b="1" dirty="0"/>
              <a:t>glare from the sun</a:t>
            </a:r>
            <a:r>
              <a:rPr lang="en-GB" dirty="0"/>
              <a:t>.</a:t>
            </a:r>
          </a:p>
          <a:p>
            <a:r>
              <a:rPr lang="en-GB" dirty="0"/>
              <a:t>Flying toward a </a:t>
            </a:r>
            <a:r>
              <a:rPr lang="en-GB" b="1" dirty="0"/>
              <a:t>rising or setting sun</a:t>
            </a:r>
            <a:r>
              <a:rPr lang="en-GB" dirty="0"/>
              <a:t> can make it </a:t>
            </a:r>
            <a:r>
              <a:rPr lang="en-GB" b="1" dirty="0"/>
              <a:t>hard or impossible to see the UA or obstacles</a:t>
            </a:r>
            <a:r>
              <a:rPr lang="en-GB" dirty="0"/>
              <a:t>.</a:t>
            </a:r>
          </a:p>
          <a:p>
            <a:endParaRPr lang="en-SG" dirty="0"/>
          </a:p>
          <a:p>
            <a:r>
              <a:rPr lang="en-GB" b="1" dirty="0"/>
              <a:t>Other Causes</a:t>
            </a:r>
          </a:p>
          <a:p>
            <a:r>
              <a:rPr lang="en-GB" dirty="0"/>
              <a:t>Sun reflecting off </a:t>
            </a:r>
            <a:r>
              <a:rPr lang="en-GB" b="1" dirty="0"/>
              <a:t>mirrored windows, water, or shiny surfaces</a:t>
            </a:r>
            <a:endParaRPr lang="en-GB" dirty="0"/>
          </a:p>
          <a:p>
            <a:endParaRPr lang="en-SG" dirty="0"/>
          </a:p>
          <a:p>
            <a:r>
              <a:rPr lang="en-GB" b="1" dirty="0"/>
              <a:t>How to Overcome Sun-Blindness</a:t>
            </a:r>
          </a:p>
          <a:p>
            <a:r>
              <a:rPr lang="en-GB" b="1" dirty="0"/>
              <a:t>Plan missions to avoid looking directly into the sun</a:t>
            </a:r>
            <a:endParaRPr lang="en-GB" dirty="0"/>
          </a:p>
          <a:p>
            <a:r>
              <a:rPr lang="en-GB" dirty="0"/>
              <a:t>Keep the </a:t>
            </a:r>
            <a:r>
              <a:rPr lang="en-GB" b="1" dirty="0"/>
              <a:t>sun behind the ground control station</a:t>
            </a:r>
            <a:endParaRPr lang="en-GB" dirty="0"/>
          </a:p>
          <a:p>
            <a:r>
              <a:rPr lang="en-GB" b="1" dirty="0"/>
              <a:t>Wear sunglasses</a:t>
            </a:r>
            <a:r>
              <a:rPr lang="en-GB" dirty="0"/>
              <a:t> to reduce glare</a:t>
            </a:r>
          </a:p>
          <a:p>
            <a:r>
              <a:rPr lang="en-GB" dirty="0"/>
              <a:t>Use a </a:t>
            </a:r>
            <a:r>
              <a:rPr lang="en-GB" b="1" dirty="0"/>
              <a:t>hat with a broad brim</a:t>
            </a:r>
            <a:r>
              <a:rPr lang="en-GB" dirty="0"/>
              <a:t> for additional shading</a:t>
            </a:r>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40</a:t>
            </a:fld>
            <a:endParaRPr lang="en-SG"/>
          </a:p>
        </p:txBody>
      </p:sp>
    </p:spTree>
    <p:extLst>
      <p:ext uri="{BB962C8B-B14F-4D97-AF65-F5344CB8AC3E}">
        <p14:creationId xmlns:p14="http://schemas.microsoft.com/office/powerpoint/2010/main" val="25040541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b="1" dirty="0"/>
              <a:t>Hypoxia</a:t>
            </a:r>
          </a:p>
          <a:p>
            <a:r>
              <a:rPr lang="en-SG" dirty="0"/>
              <a:t>Alcohol interferes with </a:t>
            </a:r>
            <a:r>
              <a:rPr lang="en-SG" b="1" dirty="0"/>
              <a:t>oxygen absorption in tissues</a:t>
            </a:r>
            <a:r>
              <a:rPr lang="en-SG" dirty="0"/>
              <a:t>, potentially causing </a:t>
            </a:r>
            <a:r>
              <a:rPr lang="en-SG" b="1" dirty="0"/>
              <a:t>hypoxia</a:t>
            </a:r>
            <a:r>
              <a:rPr lang="en-SG" dirty="0"/>
              <a:t>.</a:t>
            </a:r>
          </a:p>
          <a:p>
            <a:r>
              <a:rPr lang="en-SG" b="1" dirty="0"/>
              <a:t>Hypoxia = lack of oxygen in body tissues</a:t>
            </a:r>
            <a:endParaRPr lang="en-SG" dirty="0"/>
          </a:p>
          <a:p>
            <a:r>
              <a:rPr lang="en-SG" dirty="0"/>
              <a:t>Causes of hypoxia:</a:t>
            </a:r>
          </a:p>
          <a:p>
            <a:pPr lvl="1"/>
            <a:r>
              <a:rPr lang="en-SG" dirty="0"/>
              <a:t>Low oxygen in the air</a:t>
            </a:r>
          </a:p>
          <a:p>
            <a:pPr lvl="1"/>
            <a:r>
              <a:rPr lang="en-SG" dirty="0"/>
              <a:t>Blood circulation issues</a:t>
            </a:r>
          </a:p>
          <a:p>
            <a:pPr lvl="1"/>
            <a:r>
              <a:rPr lang="en-SG" dirty="0"/>
              <a:t>Reduced oxygen-carrying capacity of </a:t>
            </a:r>
            <a:r>
              <a:rPr lang="en-SG" dirty="0" err="1"/>
              <a:t>hemoglobin</a:t>
            </a:r>
            <a:endParaRPr lang="en-SG" dirty="0"/>
          </a:p>
          <a:p>
            <a:endParaRPr lang="en-SG" dirty="0"/>
          </a:p>
          <a:p>
            <a:r>
              <a:rPr lang="en-GB" b="1" dirty="0"/>
              <a:t>Effects of Hypoxia</a:t>
            </a:r>
          </a:p>
          <a:p>
            <a:r>
              <a:rPr lang="en-GB" dirty="0"/>
              <a:t>Fatigue</a:t>
            </a:r>
          </a:p>
          <a:p>
            <a:r>
              <a:rPr lang="en-GB" dirty="0"/>
              <a:t>Confusion</a:t>
            </a:r>
          </a:p>
          <a:p>
            <a:r>
              <a:rPr lang="en-GB" dirty="0"/>
              <a:t>Euphoria</a:t>
            </a:r>
          </a:p>
          <a:p>
            <a:r>
              <a:rPr lang="en-GB" dirty="0"/>
              <a:t>Inability to concentrate</a:t>
            </a:r>
          </a:p>
          <a:p>
            <a:r>
              <a:rPr lang="en-GB" dirty="0"/>
              <a:t>Impaired decision-making</a:t>
            </a:r>
          </a:p>
          <a:p>
            <a:r>
              <a:rPr lang="en-GB" dirty="0"/>
              <a:t>Impaired psychomotor performance</a:t>
            </a:r>
          </a:p>
          <a:p>
            <a:r>
              <a:rPr lang="en-GB" dirty="0"/>
              <a:t>Loss of consciousness</a:t>
            </a:r>
          </a:p>
          <a:p>
            <a:r>
              <a:rPr lang="en-GB" dirty="0"/>
              <a:t>Death (in severe cases)</a:t>
            </a:r>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43</a:t>
            </a:fld>
            <a:endParaRPr lang="en-SG"/>
          </a:p>
        </p:txBody>
      </p:sp>
    </p:spTree>
    <p:extLst>
      <p:ext uri="{BB962C8B-B14F-4D97-AF65-F5344CB8AC3E}">
        <p14:creationId xmlns:p14="http://schemas.microsoft.com/office/powerpoint/2010/main" val="14096297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Both can have a negative affect on the ability to fly safely </a:t>
            </a:r>
          </a:p>
        </p:txBody>
      </p:sp>
      <p:sp>
        <p:nvSpPr>
          <p:cNvPr id="4" name="Slide Number Placeholder 3"/>
          <p:cNvSpPr>
            <a:spLocks noGrp="1"/>
          </p:cNvSpPr>
          <p:nvPr>
            <p:ph type="sldNum" sz="quarter" idx="5"/>
          </p:nvPr>
        </p:nvSpPr>
        <p:spPr/>
        <p:txBody>
          <a:bodyPr/>
          <a:lstStyle/>
          <a:p>
            <a:fld id="{F65192DC-09F2-45C7-B409-A801871BA83A}" type="slidenum">
              <a:rPr lang="en-SG" smtClean="0"/>
              <a:t>44</a:t>
            </a:fld>
            <a:endParaRPr lang="en-SG"/>
          </a:p>
        </p:txBody>
      </p:sp>
    </p:spTree>
    <p:extLst>
      <p:ext uri="{BB962C8B-B14F-4D97-AF65-F5344CB8AC3E}">
        <p14:creationId xmlns:p14="http://schemas.microsoft.com/office/powerpoint/2010/main" val="4422569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Definition</a:t>
            </a:r>
          </a:p>
          <a:p>
            <a:r>
              <a:rPr lang="en-GB" dirty="0"/>
              <a:t>Fatigue is a state of </a:t>
            </a:r>
            <a:r>
              <a:rPr lang="en-GB" b="1" dirty="0"/>
              <a:t>physical and/or mental weariness</a:t>
            </a:r>
            <a:r>
              <a:rPr lang="en-GB" dirty="0"/>
              <a:t> that reduces performance and alertness.</a:t>
            </a:r>
          </a:p>
          <a:p>
            <a:r>
              <a:rPr lang="en-GB" dirty="0"/>
              <a:t>Like stress, it is classified into </a:t>
            </a:r>
            <a:r>
              <a:rPr lang="en-GB" b="1" dirty="0"/>
              <a:t>two types</a:t>
            </a:r>
            <a:r>
              <a:rPr lang="en-GB" dirty="0"/>
              <a:t>:</a:t>
            </a:r>
          </a:p>
          <a:p>
            <a:endParaRPr lang="en-SG" dirty="0"/>
          </a:p>
          <a:p>
            <a:r>
              <a:rPr lang="en-GB" b="1" dirty="0"/>
              <a:t>Acute Fatigue</a:t>
            </a:r>
          </a:p>
          <a:p>
            <a:r>
              <a:rPr lang="en-GB" b="1" dirty="0"/>
              <a:t>Short-term tiredness</a:t>
            </a:r>
            <a:r>
              <a:rPr lang="en-GB" dirty="0"/>
              <a:t> from daily activities, exercise, excitement, or lack of sleep.</a:t>
            </a:r>
          </a:p>
          <a:p>
            <a:r>
              <a:rPr lang="en-GB" dirty="0"/>
              <a:t>Usually </a:t>
            </a:r>
            <a:r>
              <a:rPr lang="en-GB" b="1" dirty="0"/>
              <a:t>recovered with rest</a:t>
            </a:r>
            <a:r>
              <a:rPr lang="en-GB" dirty="0"/>
              <a:t> and </a:t>
            </a:r>
            <a:r>
              <a:rPr lang="en-GB" b="1" dirty="0"/>
              <a:t>8 hours of good sleep</a:t>
            </a:r>
            <a:r>
              <a:rPr lang="en-GB" dirty="0"/>
              <a:t>.</a:t>
            </a:r>
          </a:p>
          <a:p>
            <a:endParaRPr lang="en-GB" dirty="0"/>
          </a:p>
          <a:p>
            <a:endParaRPr lang="en-GB" dirty="0"/>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45</a:t>
            </a:fld>
            <a:endParaRPr lang="en-SG"/>
          </a:p>
        </p:txBody>
      </p:sp>
    </p:spTree>
    <p:extLst>
      <p:ext uri="{BB962C8B-B14F-4D97-AF65-F5344CB8AC3E}">
        <p14:creationId xmlns:p14="http://schemas.microsoft.com/office/powerpoint/2010/main" val="28568389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Chronic Fatigue </a:t>
            </a:r>
            <a:r>
              <a:rPr lang="en-GB" b="1" i="1" dirty="0"/>
              <a:t>(for reference)</a:t>
            </a:r>
            <a:endParaRPr lang="en-GB" b="1" dirty="0"/>
          </a:p>
          <a:p>
            <a:r>
              <a:rPr lang="en-GB" dirty="0"/>
              <a:t>Long-term fatigue caused by </a:t>
            </a:r>
            <a:r>
              <a:rPr lang="en-GB" b="1" dirty="0"/>
              <a:t>persistent stress, insufficient rest, or ongoing workload</a:t>
            </a:r>
            <a:r>
              <a:rPr lang="en-GB" dirty="0"/>
              <a:t>.</a:t>
            </a:r>
          </a:p>
          <a:p>
            <a:r>
              <a:rPr lang="en-GB" b="1" dirty="0"/>
              <a:t>Recovery requires more than a single night’s rest</a:t>
            </a:r>
            <a:r>
              <a:rPr lang="en-GB" dirty="0"/>
              <a:t> and may need lifestyle adjustments.</a:t>
            </a:r>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46</a:t>
            </a:fld>
            <a:endParaRPr lang="en-SG"/>
          </a:p>
        </p:txBody>
      </p:sp>
    </p:spTree>
    <p:extLst>
      <p:ext uri="{BB962C8B-B14F-4D97-AF65-F5344CB8AC3E}">
        <p14:creationId xmlns:p14="http://schemas.microsoft.com/office/powerpoint/2010/main" val="33750079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Types of Stressors </a:t>
            </a:r>
          </a:p>
          <a:p>
            <a:r>
              <a:rPr lang="en-GB" b="1" dirty="0"/>
              <a:t>Physical Stress</a:t>
            </a:r>
            <a:endParaRPr lang="en-GB" dirty="0"/>
          </a:p>
          <a:p>
            <a:pPr lvl="1"/>
            <a:r>
              <a:rPr lang="en-GB" dirty="0"/>
              <a:t>Environmental factors: extreme </a:t>
            </a:r>
            <a:r>
              <a:rPr lang="en-GB" b="1" dirty="0"/>
              <a:t>temperature</a:t>
            </a:r>
            <a:r>
              <a:rPr lang="en-GB" dirty="0"/>
              <a:t>, </a:t>
            </a:r>
            <a:r>
              <a:rPr lang="en-GB" b="1" dirty="0"/>
              <a:t>humidity</a:t>
            </a:r>
            <a:r>
              <a:rPr lang="en-GB" dirty="0"/>
              <a:t>, </a:t>
            </a:r>
            <a:r>
              <a:rPr lang="en-GB" b="1" dirty="0"/>
              <a:t>noise</a:t>
            </a:r>
            <a:r>
              <a:rPr lang="en-GB" dirty="0"/>
              <a:t>, </a:t>
            </a:r>
            <a:r>
              <a:rPr lang="en-GB" b="1" dirty="0"/>
              <a:t>vibration</a:t>
            </a:r>
            <a:r>
              <a:rPr lang="en-GB" dirty="0"/>
              <a:t>, </a:t>
            </a:r>
            <a:r>
              <a:rPr lang="en-GB" b="1" dirty="0"/>
              <a:t>low oxygen</a:t>
            </a:r>
            <a:endParaRPr lang="en-GB" dirty="0"/>
          </a:p>
          <a:p>
            <a:r>
              <a:rPr lang="en-GB" b="1" dirty="0"/>
              <a:t>Physiological Stress</a:t>
            </a:r>
            <a:endParaRPr lang="en-GB" dirty="0"/>
          </a:p>
          <a:p>
            <a:pPr lvl="1"/>
            <a:r>
              <a:rPr lang="en-GB" dirty="0"/>
              <a:t>Body-related conditions: </a:t>
            </a:r>
            <a:r>
              <a:rPr lang="en-GB" b="1" dirty="0"/>
              <a:t>fatigue</a:t>
            </a:r>
            <a:r>
              <a:rPr lang="en-GB" dirty="0"/>
              <a:t>, </a:t>
            </a:r>
            <a:r>
              <a:rPr lang="en-GB" b="1" dirty="0"/>
              <a:t>lack of fitness</a:t>
            </a:r>
            <a:r>
              <a:rPr lang="en-GB" dirty="0"/>
              <a:t>, </a:t>
            </a:r>
            <a:r>
              <a:rPr lang="en-GB" b="1" dirty="0"/>
              <a:t>sleep loss</a:t>
            </a:r>
            <a:r>
              <a:rPr lang="en-GB" dirty="0"/>
              <a:t>, </a:t>
            </a:r>
            <a:r>
              <a:rPr lang="en-GB" b="1" dirty="0"/>
              <a:t>missed meals</a:t>
            </a:r>
            <a:r>
              <a:rPr lang="en-GB" dirty="0"/>
              <a:t>, </a:t>
            </a:r>
            <a:r>
              <a:rPr lang="en-GB" b="1" dirty="0"/>
              <a:t>illness</a:t>
            </a:r>
            <a:endParaRPr lang="en-GB" dirty="0"/>
          </a:p>
          <a:p>
            <a:r>
              <a:rPr lang="en-GB" b="1" dirty="0"/>
              <a:t>Psychological Stress</a:t>
            </a:r>
            <a:endParaRPr lang="en-GB" dirty="0"/>
          </a:p>
          <a:p>
            <a:pPr lvl="1"/>
            <a:r>
              <a:rPr lang="en-GB" dirty="0"/>
              <a:t>Social or emotional factors: </a:t>
            </a:r>
            <a:r>
              <a:rPr lang="en-GB" b="1" dirty="0"/>
              <a:t>death in family</a:t>
            </a:r>
            <a:r>
              <a:rPr lang="en-GB" dirty="0"/>
              <a:t>, </a:t>
            </a:r>
            <a:r>
              <a:rPr lang="en-GB" b="1" dirty="0"/>
              <a:t>divorce</a:t>
            </a:r>
            <a:r>
              <a:rPr lang="en-GB" dirty="0"/>
              <a:t>, </a:t>
            </a:r>
            <a:r>
              <a:rPr lang="en-GB" b="1" dirty="0"/>
              <a:t>sick child</a:t>
            </a:r>
            <a:r>
              <a:rPr lang="en-GB" dirty="0"/>
              <a:t>, </a:t>
            </a:r>
            <a:r>
              <a:rPr lang="en-GB" b="1" dirty="0"/>
              <a:t>job problems</a:t>
            </a:r>
            <a:endParaRPr lang="en-GB" dirty="0"/>
          </a:p>
          <a:p>
            <a:pPr lvl="1"/>
            <a:r>
              <a:rPr lang="en-GB" dirty="0"/>
              <a:t>Mental workload: problem-solving, navigation, decision-making</a:t>
            </a:r>
          </a:p>
          <a:p>
            <a:endParaRPr lang="en-SG" dirty="0"/>
          </a:p>
          <a:p>
            <a:r>
              <a:rPr lang="en-GB" b="1" dirty="0"/>
              <a:t>Acute Stress</a:t>
            </a:r>
            <a:endParaRPr lang="en-GB" dirty="0"/>
          </a:p>
          <a:p>
            <a:r>
              <a:rPr lang="en-GB" dirty="0"/>
              <a:t>Short-term, triggers </a:t>
            </a:r>
            <a:r>
              <a:rPr lang="en-GB" b="1" dirty="0"/>
              <a:t>“fight or flight” response</a:t>
            </a:r>
            <a:endParaRPr lang="en-GB" dirty="0"/>
          </a:p>
          <a:p>
            <a:r>
              <a:rPr lang="en-GB" dirty="0"/>
              <a:t>Normally manageable by healthy individuals</a:t>
            </a:r>
          </a:p>
          <a:p>
            <a:r>
              <a:rPr lang="en-GB" dirty="0"/>
              <a:t>Can </a:t>
            </a:r>
            <a:r>
              <a:rPr lang="en-GB" b="1" dirty="0"/>
              <a:t>develop into chronic stress</a:t>
            </a:r>
            <a:r>
              <a:rPr lang="en-GB" dirty="0"/>
              <a:t> if persistent</a:t>
            </a:r>
          </a:p>
          <a:p>
            <a:r>
              <a:rPr lang="en-GB" b="1" dirty="0"/>
              <a:t>Chronic Stress</a:t>
            </a:r>
            <a:endParaRPr lang="en-GB" dirty="0"/>
          </a:p>
          <a:p>
            <a:r>
              <a:rPr lang="en-GB" dirty="0"/>
              <a:t>Long-term, exceeds coping ability</a:t>
            </a:r>
          </a:p>
          <a:p>
            <a:r>
              <a:rPr lang="en-GB" dirty="0"/>
              <a:t>Causes </a:t>
            </a:r>
            <a:r>
              <a:rPr lang="en-GB" b="1" dirty="0"/>
              <a:t>performance to drop sharply</a:t>
            </a:r>
            <a:endParaRPr lang="en-GB" dirty="0"/>
          </a:p>
          <a:p>
            <a:r>
              <a:rPr lang="en-GB" dirty="0"/>
              <a:t>Examples: loneliness, financial worries, work or relationship problems</a:t>
            </a:r>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49</a:t>
            </a:fld>
            <a:endParaRPr lang="en-SG"/>
          </a:p>
        </p:txBody>
      </p:sp>
    </p:spTree>
    <p:extLst>
      <p:ext uri="{BB962C8B-B14F-4D97-AF65-F5344CB8AC3E}">
        <p14:creationId xmlns:p14="http://schemas.microsoft.com/office/powerpoint/2010/main" val="3184495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Hazard</a:t>
            </a:r>
          </a:p>
          <a:p>
            <a:r>
              <a:rPr lang="en-GB" dirty="0"/>
              <a:t>Any </a:t>
            </a:r>
            <a:r>
              <a:rPr lang="en-GB" b="1" dirty="0"/>
              <a:t>existing or potential condition</a:t>
            </a:r>
            <a:r>
              <a:rPr lang="en-GB" dirty="0"/>
              <a:t> that can cause:</a:t>
            </a:r>
          </a:p>
          <a:p>
            <a:pPr lvl="1"/>
            <a:r>
              <a:rPr lang="en-GB" b="1" dirty="0"/>
              <a:t>Injury, illness, or death</a:t>
            </a:r>
            <a:r>
              <a:rPr lang="en-GB" dirty="0"/>
              <a:t> to people</a:t>
            </a:r>
          </a:p>
          <a:p>
            <a:pPr lvl="1"/>
            <a:r>
              <a:rPr lang="en-GB" b="1" dirty="0"/>
              <a:t>Damage or loss</a:t>
            </a:r>
            <a:r>
              <a:rPr lang="en-GB" dirty="0"/>
              <a:t> of systems, equipment, or property</a:t>
            </a:r>
          </a:p>
          <a:p>
            <a:pPr lvl="1"/>
            <a:r>
              <a:rPr lang="en-GB" b="1" dirty="0"/>
              <a:t>Environmental harm</a:t>
            </a:r>
            <a:endParaRPr lang="en-GB" dirty="0"/>
          </a:p>
          <a:p>
            <a:r>
              <a:rPr lang="en-GB" b="1" dirty="0"/>
              <a:t>Risk</a:t>
            </a:r>
          </a:p>
          <a:p>
            <a:r>
              <a:rPr lang="en-GB" dirty="0"/>
              <a:t>The </a:t>
            </a:r>
            <a:r>
              <a:rPr lang="en-GB" b="1" dirty="0"/>
              <a:t>chance of something happening</a:t>
            </a:r>
            <a:r>
              <a:rPr lang="en-GB" dirty="0"/>
              <a:t> if a hazard is encountered</a:t>
            </a:r>
          </a:p>
          <a:p>
            <a:r>
              <a:rPr lang="en-GB" dirty="0"/>
              <a:t>What could happen if your </a:t>
            </a:r>
            <a:r>
              <a:rPr lang="en-GB" b="1" dirty="0"/>
              <a:t>operations interact with a hazard or obstacle</a:t>
            </a:r>
            <a:endParaRPr lang="en-GB" dirty="0"/>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53</a:t>
            </a:fld>
            <a:endParaRPr lang="en-SG"/>
          </a:p>
        </p:txBody>
      </p:sp>
    </p:spTree>
    <p:extLst>
      <p:ext uri="{BB962C8B-B14F-4D97-AF65-F5344CB8AC3E}">
        <p14:creationId xmlns:p14="http://schemas.microsoft.com/office/powerpoint/2010/main" val="28559804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5 Key Risk Elements for Safe UA Operation</a:t>
            </a:r>
          </a:p>
          <a:p>
            <a:r>
              <a:rPr lang="en-GB" b="1" dirty="0"/>
              <a:t>Pilot</a:t>
            </a:r>
            <a:endParaRPr lang="en-GB" dirty="0"/>
          </a:p>
          <a:p>
            <a:pPr lvl="1"/>
            <a:r>
              <a:rPr lang="en-GB" dirty="0"/>
              <a:t>Evaluate the pilot’s </a:t>
            </a:r>
            <a:r>
              <a:rPr lang="en-GB" b="1" dirty="0"/>
              <a:t>fitness to fly</a:t>
            </a:r>
            <a:endParaRPr lang="en-GB" dirty="0"/>
          </a:p>
          <a:p>
            <a:pPr lvl="1"/>
            <a:r>
              <a:rPr lang="en-GB" dirty="0"/>
              <a:t>Consider </a:t>
            </a:r>
            <a:r>
              <a:rPr lang="en-GB" b="1" dirty="0"/>
              <a:t>competency, recent flight experience, and currency</a:t>
            </a:r>
            <a:endParaRPr lang="en-GB" dirty="0"/>
          </a:p>
          <a:p>
            <a:r>
              <a:rPr lang="en-GB" b="1" dirty="0"/>
              <a:t>Aircraft</a:t>
            </a:r>
            <a:endParaRPr lang="en-GB" dirty="0"/>
          </a:p>
          <a:p>
            <a:pPr lvl="1"/>
            <a:r>
              <a:rPr lang="en-GB" dirty="0"/>
              <a:t>Check </a:t>
            </a:r>
            <a:r>
              <a:rPr lang="en-GB" b="1" dirty="0"/>
              <a:t>aircraft performance, limitations, equipment, and airworthiness</a:t>
            </a:r>
            <a:endParaRPr lang="en-GB" dirty="0"/>
          </a:p>
          <a:p>
            <a:r>
              <a:rPr lang="en-GB" b="1" dirty="0"/>
              <a:t>Environment</a:t>
            </a:r>
            <a:endParaRPr lang="en-GB" dirty="0"/>
          </a:p>
          <a:p>
            <a:pPr lvl="1"/>
            <a:r>
              <a:rPr lang="en-GB" dirty="0"/>
              <a:t>Assess </a:t>
            </a:r>
            <a:r>
              <a:rPr lang="en-GB" b="1" dirty="0"/>
              <a:t>weather conditions, airport/runway conditions, and ATC availability</a:t>
            </a:r>
            <a:endParaRPr lang="en-GB" dirty="0"/>
          </a:p>
          <a:p>
            <a:r>
              <a:rPr lang="en-GB" b="1" dirty="0"/>
              <a:t>Operation</a:t>
            </a:r>
            <a:endParaRPr lang="en-GB" dirty="0"/>
          </a:p>
          <a:p>
            <a:pPr lvl="1"/>
            <a:r>
              <a:rPr lang="en-GB" dirty="0"/>
              <a:t>Consider the </a:t>
            </a:r>
            <a:r>
              <a:rPr lang="en-GB" b="1" dirty="0"/>
              <a:t>purpose of the flight</a:t>
            </a:r>
            <a:r>
              <a:rPr lang="en-GB" dirty="0"/>
              <a:t> and whether it influences the decision to fly</a:t>
            </a:r>
          </a:p>
          <a:p>
            <a:r>
              <a:rPr lang="en-GB" b="1" dirty="0"/>
              <a:t>Situation</a:t>
            </a:r>
            <a:endParaRPr lang="en-GB" dirty="0"/>
          </a:p>
          <a:p>
            <a:pPr lvl="1"/>
            <a:r>
              <a:rPr lang="en-GB" dirty="0"/>
              <a:t>Maintain </a:t>
            </a:r>
            <a:r>
              <a:rPr lang="en-GB" b="1" dirty="0"/>
              <a:t>situational awareness</a:t>
            </a:r>
            <a:endParaRPr lang="en-GB" dirty="0"/>
          </a:p>
          <a:p>
            <a:pPr lvl="1"/>
            <a:r>
              <a:rPr lang="en-GB" dirty="0"/>
              <a:t>Understand how </a:t>
            </a:r>
            <a:r>
              <a:rPr lang="en-GB" b="1" dirty="0"/>
              <a:t>pilot, aircraft, environment, and operation interact</a:t>
            </a:r>
            <a:endParaRPr lang="en-GB" dirty="0"/>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54</a:t>
            </a:fld>
            <a:endParaRPr lang="en-SG"/>
          </a:p>
        </p:txBody>
      </p:sp>
    </p:spTree>
    <p:extLst>
      <p:ext uri="{BB962C8B-B14F-4D97-AF65-F5344CB8AC3E}">
        <p14:creationId xmlns:p14="http://schemas.microsoft.com/office/powerpoint/2010/main" val="221501535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t>
            </a:r>
            <a:r>
              <a:rPr lang="en-GB" b="1" dirty="0"/>
              <a:t>PAVE model</a:t>
            </a:r>
            <a:r>
              <a:rPr lang="en-GB" dirty="0"/>
              <a:t> helps pilots </a:t>
            </a:r>
            <a:r>
              <a:rPr lang="en-GB" b="1" dirty="0"/>
              <a:t>identify and manage risks</a:t>
            </a:r>
            <a:r>
              <a:rPr lang="en-GB" dirty="0"/>
              <a:t> before a flight. It focuses on </a:t>
            </a:r>
            <a:r>
              <a:rPr lang="en-GB" b="1" dirty="0"/>
              <a:t>four key areas</a:t>
            </a:r>
            <a:r>
              <a:rPr lang="en-GB" dirty="0"/>
              <a:t>:</a:t>
            </a:r>
          </a:p>
          <a:p>
            <a:endParaRPr lang="en-GB" dirty="0"/>
          </a:p>
          <a:p>
            <a:r>
              <a:rPr lang="en-GB" b="1" dirty="0"/>
              <a:t>Pilot</a:t>
            </a:r>
            <a:r>
              <a:rPr lang="en-GB" dirty="0"/>
              <a:t> (P)</a:t>
            </a:r>
          </a:p>
          <a:p>
            <a:r>
              <a:rPr lang="en-GB" dirty="0"/>
              <a:t>Evaluate yourself: </a:t>
            </a:r>
            <a:r>
              <a:rPr lang="en-GB" b="1" dirty="0"/>
              <a:t>experience, recency, currency, physical and emotional condition</a:t>
            </a:r>
            <a:endParaRPr lang="en-GB" dirty="0"/>
          </a:p>
          <a:p>
            <a:r>
              <a:rPr lang="en-GB" dirty="0"/>
              <a:t>Use the </a:t>
            </a:r>
            <a:r>
              <a:rPr lang="en-GB" b="1" dirty="0"/>
              <a:t>IMSAFE checklist</a:t>
            </a:r>
            <a:r>
              <a:rPr lang="en-GB" dirty="0"/>
              <a:t> to answer: “Am I ready for this flight?”</a:t>
            </a:r>
          </a:p>
          <a:p>
            <a:r>
              <a:rPr lang="en-GB" dirty="0"/>
              <a:t>Example questions:</a:t>
            </a:r>
          </a:p>
          <a:p>
            <a:pPr lvl="1"/>
            <a:r>
              <a:rPr lang="en-GB" dirty="0"/>
              <a:t>Am I rested?</a:t>
            </a:r>
          </a:p>
          <a:p>
            <a:pPr lvl="1"/>
            <a:r>
              <a:rPr lang="en-GB" dirty="0"/>
              <a:t>Am I healthy?</a:t>
            </a:r>
          </a:p>
          <a:p>
            <a:pPr lvl="1"/>
            <a:r>
              <a:rPr lang="en-GB" dirty="0"/>
              <a:t>Am I emotionally stable?</a:t>
            </a:r>
          </a:p>
          <a:p>
            <a:r>
              <a:rPr lang="en-GB" b="1" dirty="0"/>
              <a:t>Aircraft</a:t>
            </a:r>
            <a:r>
              <a:rPr lang="en-GB" dirty="0"/>
              <a:t> (A)</a:t>
            </a:r>
          </a:p>
          <a:p>
            <a:r>
              <a:rPr lang="en-GB" dirty="0"/>
              <a:t>Check aircraft limitations and suitability for the mission</a:t>
            </a:r>
          </a:p>
          <a:p>
            <a:r>
              <a:rPr lang="en-GB" dirty="0"/>
              <a:t>Example questions:</a:t>
            </a:r>
          </a:p>
          <a:p>
            <a:pPr lvl="1"/>
            <a:r>
              <a:rPr lang="en-GB" dirty="0"/>
              <a:t>Is this the right aircraft for the flight?</a:t>
            </a:r>
          </a:p>
          <a:p>
            <a:pPr lvl="1"/>
            <a:r>
              <a:rPr lang="en-GB" dirty="0"/>
              <a:t>Am I familiar with this aircraft?</a:t>
            </a:r>
          </a:p>
          <a:p>
            <a:pPr lvl="1"/>
            <a:r>
              <a:rPr lang="en-GB" dirty="0"/>
              <a:t>Is it equipped properly? (instruments, lights, navigation, communication)</a:t>
            </a:r>
          </a:p>
          <a:p>
            <a:pPr lvl="1"/>
            <a:r>
              <a:rPr lang="en-GB" dirty="0"/>
              <a:t>Can it carry the planned load?</a:t>
            </a:r>
          </a:p>
          <a:p>
            <a:pPr lvl="1"/>
            <a:r>
              <a:rPr lang="en-GB" dirty="0"/>
              <a:t>Can it operate at the required altitudes?</a:t>
            </a:r>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55</a:t>
            </a:fld>
            <a:endParaRPr lang="en-SG"/>
          </a:p>
        </p:txBody>
      </p:sp>
    </p:spTree>
    <p:extLst>
      <p:ext uri="{BB962C8B-B14F-4D97-AF65-F5344CB8AC3E}">
        <p14:creationId xmlns:p14="http://schemas.microsoft.com/office/powerpoint/2010/main" val="235155212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V = </a:t>
            </a:r>
            <a:r>
              <a:rPr lang="en-GB" b="1" dirty="0" err="1"/>
              <a:t>enVironment</a:t>
            </a:r>
            <a:endParaRPr lang="en-GB" b="1" dirty="0"/>
          </a:p>
          <a:p>
            <a:r>
              <a:rPr lang="en-GB" b="1" dirty="0"/>
              <a:t>Weather</a:t>
            </a:r>
            <a:endParaRPr lang="en-GB" dirty="0"/>
          </a:p>
          <a:p>
            <a:pPr lvl="1"/>
            <a:r>
              <a:rPr lang="en-GB" dirty="0"/>
              <a:t>Check </a:t>
            </a:r>
            <a:r>
              <a:rPr lang="en-GB" b="1" dirty="0"/>
              <a:t>ceiling and visibility</a:t>
            </a:r>
            <a:r>
              <a:rPr lang="en-GB" dirty="0"/>
              <a:t>; higher minimums in unfamiliar or mountainous terrain</a:t>
            </a:r>
          </a:p>
          <a:p>
            <a:pPr lvl="1"/>
            <a:r>
              <a:rPr lang="en-GB" dirty="0"/>
              <a:t>Consider </a:t>
            </a:r>
            <a:r>
              <a:rPr lang="en-GB" b="1" dirty="0"/>
              <a:t>forecast accuracy</a:t>
            </a:r>
            <a:r>
              <a:rPr lang="en-GB" dirty="0"/>
              <a:t> – weather may change</a:t>
            </a:r>
          </a:p>
          <a:p>
            <a:pPr lvl="1"/>
            <a:r>
              <a:rPr lang="en-GB" dirty="0"/>
              <a:t>Check </a:t>
            </a:r>
            <a:r>
              <a:rPr lang="en-GB" b="1" dirty="0"/>
              <a:t>winds</a:t>
            </a:r>
            <a:r>
              <a:rPr lang="en-GB" dirty="0"/>
              <a:t> at departure and destination airports, including crosswind components</a:t>
            </a:r>
          </a:p>
          <a:p>
            <a:pPr lvl="1"/>
            <a:r>
              <a:rPr lang="en-GB" dirty="0"/>
              <a:t>Be aware of </a:t>
            </a:r>
            <a:r>
              <a:rPr lang="en-GB" b="1" dirty="0"/>
              <a:t>strong winds aloft</a:t>
            </a:r>
            <a:r>
              <a:rPr lang="en-GB" dirty="0"/>
              <a:t> in mountainous areas – can cause turbulence</a:t>
            </a:r>
          </a:p>
          <a:p>
            <a:pPr lvl="1"/>
            <a:r>
              <a:rPr lang="en-GB" dirty="0"/>
              <a:t>Look out for </a:t>
            </a:r>
            <a:r>
              <a:rPr lang="en-GB" b="1" dirty="0"/>
              <a:t>thunderstorms</a:t>
            </a:r>
            <a:endParaRPr lang="en-GB" dirty="0"/>
          </a:p>
          <a:p>
            <a:r>
              <a:rPr lang="en-GB" b="1" dirty="0"/>
              <a:t>Terrain</a:t>
            </a:r>
            <a:endParaRPr lang="en-GB" dirty="0"/>
          </a:p>
          <a:p>
            <a:pPr lvl="1"/>
            <a:r>
              <a:rPr lang="en-GB" dirty="0"/>
              <a:t>Be aware of obstacles and </a:t>
            </a:r>
            <a:r>
              <a:rPr lang="en-GB" b="1" dirty="0"/>
              <a:t>mountainous areas</a:t>
            </a:r>
            <a:r>
              <a:rPr lang="en-GB" dirty="0"/>
              <a:t> that may affect flight safety</a:t>
            </a:r>
          </a:p>
          <a:p>
            <a:r>
              <a:rPr lang="en-GB" b="1" dirty="0"/>
              <a:t>Airspace</a:t>
            </a:r>
            <a:endParaRPr lang="en-GB" dirty="0"/>
          </a:p>
          <a:p>
            <a:pPr lvl="1"/>
            <a:r>
              <a:rPr lang="en-GB" dirty="0"/>
              <a:t>Check for </a:t>
            </a:r>
            <a:r>
              <a:rPr lang="en-GB" b="1" dirty="0"/>
              <a:t>No-Fly Zones</a:t>
            </a:r>
            <a:r>
              <a:rPr lang="en-GB" dirty="0"/>
              <a:t> and any </a:t>
            </a:r>
            <a:r>
              <a:rPr lang="en-GB" b="1" dirty="0"/>
              <a:t>Temporary Flight Restrictions (TFRs)</a:t>
            </a:r>
            <a:endParaRPr lang="en-GB" dirty="0"/>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56</a:t>
            </a:fld>
            <a:endParaRPr lang="en-SG"/>
          </a:p>
        </p:txBody>
      </p:sp>
    </p:spTree>
    <p:extLst>
      <p:ext uri="{BB962C8B-B14F-4D97-AF65-F5344CB8AC3E}">
        <p14:creationId xmlns:p14="http://schemas.microsoft.com/office/powerpoint/2010/main" val="27196673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E = External Pressures</a:t>
            </a:r>
          </a:p>
          <a:p>
            <a:r>
              <a:rPr lang="en-GB" b="1" dirty="0"/>
              <a:t>External pressures</a:t>
            </a:r>
            <a:r>
              <a:rPr lang="en-GB" dirty="0"/>
              <a:t> are outside influences that may push a pilot to take risks</a:t>
            </a:r>
          </a:p>
          <a:p>
            <a:r>
              <a:rPr lang="en-GB" dirty="0"/>
              <a:t>Common examples:</a:t>
            </a:r>
          </a:p>
          <a:p>
            <a:pPr lvl="1"/>
            <a:r>
              <a:rPr lang="en-GB" dirty="0"/>
              <a:t>Someone waiting at the airport</a:t>
            </a:r>
          </a:p>
          <a:p>
            <a:pPr lvl="1"/>
            <a:r>
              <a:rPr lang="en-GB" dirty="0"/>
              <a:t>Desire to demonstrate skill or impress others (“Watch this!”)</a:t>
            </a:r>
          </a:p>
          <a:p>
            <a:pPr lvl="1"/>
            <a:r>
              <a:rPr lang="en-GB" dirty="0"/>
              <a:t>Personal goals like “get-home-itis” or “let’s-go-itis”</a:t>
            </a:r>
          </a:p>
          <a:p>
            <a:pPr lvl="1"/>
            <a:r>
              <a:rPr lang="en-GB" dirty="0"/>
              <a:t>Pride and emotional pressure from acknowledging limited skill or experience</a:t>
            </a:r>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57</a:t>
            </a:fld>
            <a:endParaRPr lang="en-SG"/>
          </a:p>
        </p:txBody>
      </p:sp>
    </p:spTree>
    <p:extLst>
      <p:ext uri="{BB962C8B-B14F-4D97-AF65-F5344CB8AC3E}">
        <p14:creationId xmlns:p14="http://schemas.microsoft.com/office/powerpoint/2010/main" val="155068790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simple way for pilots to check their </a:t>
            </a:r>
            <a:r>
              <a:rPr lang="en-GB" b="1" dirty="0"/>
              <a:t>physical and mental readiness</a:t>
            </a:r>
            <a:r>
              <a:rPr lang="en-GB" dirty="0"/>
              <a:t> before flight:</a:t>
            </a:r>
          </a:p>
          <a:p>
            <a:endParaRPr lang="en-GB" dirty="0"/>
          </a:p>
          <a:p>
            <a:r>
              <a:rPr lang="en-GB" b="1" dirty="0"/>
              <a:t>I – Illness</a:t>
            </a:r>
            <a:endParaRPr lang="en-GB" dirty="0"/>
          </a:p>
          <a:p>
            <a:r>
              <a:rPr lang="en-GB" dirty="0"/>
              <a:t>Am I sick? Even minor illness can affect judgment and control.</a:t>
            </a:r>
          </a:p>
          <a:p>
            <a:r>
              <a:rPr lang="en-GB" b="1" dirty="0"/>
              <a:t>M – Medication</a:t>
            </a:r>
            <a:endParaRPr lang="en-GB" dirty="0"/>
          </a:p>
          <a:p>
            <a:r>
              <a:rPr lang="en-GB" dirty="0"/>
              <a:t>Am I taking any medicine that could cause drowsiness or affect performance?</a:t>
            </a:r>
          </a:p>
          <a:p>
            <a:r>
              <a:rPr lang="en-GB" b="1" dirty="0"/>
              <a:t>S – Stress</a:t>
            </a:r>
            <a:endParaRPr lang="en-GB" dirty="0"/>
          </a:p>
          <a:p>
            <a:r>
              <a:rPr lang="en-GB" dirty="0"/>
              <a:t>Am I under pressure from work, family, or personal issues?</a:t>
            </a:r>
          </a:p>
          <a:p>
            <a:r>
              <a:rPr lang="en-GB" dirty="0"/>
              <a:t>Stress can reduce concentration and decision-making.</a:t>
            </a:r>
          </a:p>
          <a:p>
            <a:r>
              <a:rPr lang="en-GB" b="1" dirty="0"/>
              <a:t>A – Alcohol</a:t>
            </a:r>
            <a:endParaRPr lang="en-GB" dirty="0"/>
          </a:p>
          <a:p>
            <a:r>
              <a:rPr lang="en-GB" dirty="0"/>
              <a:t>Have I consumed alcohol in the last </a:t>
            </a:r>
            <a:r>
              <a:rPr lang="en-GB" b="1" dirty="0"/>
              <a:t>8 or 24 hours</a:t>
            </a:r>
            <a:r>
              <a:rPr lang="en-GB" dirty="0"/>
              <a:t>?</a:t>
            </a:r>
          </a:p>
          <a:p>
            <a:r>
              <a:rPr lang="en-GB" dirty="0"/>
              <a:t>Even small amounts can impair flying skills, increase risk of disorientation and hypoxia.</a:t>
            </a:r>
          </a:p>
          <a:p>
            <a:r>
              <a:rPr lang="en-GB" b="1" dirty="0"/>
              <a:t>F – Fatigue</a:t>
            </a:r>
            <a:endParaRPr lang="en-GB" dirty="0"/>
          </a:p>
          <a:p>
            <a:r>
              <a:rPr lang="en-GB" dirty="0"/>
              <a:t>Am I tired or not fully rested?</a:t>
            </a:r>
          </a:p>
          <a:p>
            <a:r>
              <a:rPr lang="en-GB" dirty="0"/>
              <a:t>Fatigue is a hidden hazard that can lead to serious errors.</a:t>
            </a:r>
          </a:p>
          <a:p>
            <a:r>
              <a:rPr lang="en-GB" b="1" dirty="0"/>
              <a:t>E – Emotion</a:t>
            </a:r>
            <a:endParaRPr lang="en-GB" dirty="0"/>
          </a:p>
          <a:p>
            <a:r>
              <a:rPr lang="en-GB" dirty="0"/>
              <a:t>Am I emotionally upset?</a:t>
            </a:r>
          </a:p>
          <a:p>
            <a:r>
              <a:rPr lang="en-GB" dirty="0"/>
              <a:t>Strong emotions can affect focus and judgment.</a:t>
            </a:r>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58</a:t>
            </a:fld>
            <a:endParaRPr lang="en-SG"/>
          </a:p>
        </p:txBody>
      </p:sp>
    </p:spTree>
    <p:extLst>
      <p:ext uri="{BB962C8B-B14F-4D97-AF65-F5344CB8AC3E}">
        <p14:creationId xmlns:p14="http://schemas.microsoft.com/office/powerpoint/2010/main" val="353067029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ADM is </a:t>
            </a:r>
            <a:r>
              <a:rPr lang="en-GB" b="1" dirty="0"/>
              <a:t>decision-making in aviation</a:t>
            </a:r>
            <a:r>
              <a:rPr lang="en-GB" dirty="0"/>
              <a:t>.</a:t>
            </a:r>
          </a:p>
          <a:p>
            <a:r>
              <a:rPr lang="en-GB" dirty="0"/>
              <a:t>Pilots use it to </a:t>
            </a:r>
            <a:r>
              <a:rPr lang="en-GB" b="1" dirty="0"/>
              <a:t>systematically choose the best action</a:t>
            </a:r>
            <a:r>
              <a:rPr lang="en-GB" dirty="0"/>
              <a:t> based on the latest information.</a:t>
            </a:r>
          </a:p>
          <a:p>
            <a:r>
              <a:rPr lang="en-GB" dirty="0"/>
              <a:t>It is a continuous process of evaluating situations and responding safely.</a:t>
            </a:r>
          </a:p>
          <a:p>
            <a:endParaRPr lang="en-SG" dirty="0"/>
          </a:p>
          <a:p>
            <a:r>
              <a:rPr lang="en-GB" b="1" dirty="0"/>
              <a:t>DECIDE Model (6 Steps)</a:t>
            </a:r>
          </a:p>
          <a:p>
            <a:r>
              <a:rPr lang="en-GB" b="1" dirty="0"/>
              <a:t>Detect</a:t>
            </a:r>
            <a:r>
              <a:rPr lang="en-GB" dirty="0"/>
              <a:t> – Notice that a change or problem has occurred.</a:t>
            </a:r>
          </a:p>
          <a:p>
            <a:r>
              <a:rPr lang="en-GB" b="1" dirty="0"/>
              <a:t>Estimate</a:t>
            </a:r>
            <a:r>
              <a:rPr lang="en-GB" dirty="0"/>
              <a:t> – Determine how serious the change is and if it requires action.</a:t>
            </a:r>
          </a:p>
          <a:p>
            <a:r>
              <a:rPr lang="en-GB" b="1" dirty="0"/>
              <a:t>Choose</a:t>
            </a:r>
            <a:r>
              <a:rPr lang="en-GB" dirty="0"/>
              <a:t> – Pick the best course of action to handle the situation.</a:t>
            </a:r>
          </a:p>
          <a:p>
            <a:r>
              <a:rPr lang="en-GB" b="1" dirty="0"/>
              <a:t>Identify</a:t>
            </a:r>
            <a:r>
              <a:rPr lang="en-GB" dirty="0"/>
              <a:t> – Identify possible solutions to control or fix the issue.</a:t>
            </a:r>
          </a:p>
          <a:p>
            <a:r>
              <a:rPr lang="en-GB" b="1" dirty="0"/>
              <a:t>Do</a:t>
            </a:r>
            <a:r>
              <a:rPr lang="en-GB" dirty="0"/>
              <a:t> – Carry out the chosen action.</a:t>
            </a:r>
          </a:p>
          <a:p>
            <a:r>
              <a:rPr lang="en-GB" b="1" dirty="0"/>
              <a:t>Evaluate</a:t>
            </a:r>
            <a:r>
              <a:rPr lang="en-GB" dirty="0"/>
              <a:t> – Check if the action worked and make further adjustments if needed.</a:t>
            </a:r>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60</a:t>
            </a:fld>
            <a:endParaRPr lang="en-SG"/>
          </a:p>
        </p:txBody>
      </p:sp>
    </p:spTree>
    <p:extLst>
      <p:ext uri="{BB962C8B-B14F-4D97-AF65-F5344CB8AC3E}">
        <p14:creationId xmlns:p14="http://schemas.microsoft.com/office/powerpoint/2010/main" val="398701178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3P is closely similar to the DECIDE model</a:t>
            </a:r>
          </a:p>
          <a:p>
            <a:endParaRPr lang="en-SG" dirty="0"/>
          </a:p>
          <a:p>
            <a:r>
              <a:rPr lang="en-GB" b="1" dirty="0"/>
              <a:t>1. Perceive — Identify Hazards</a:t>
            </a:r>
          </a:p>
          <a:p>
            <a:r>
              <a:rPr lang="en-GB" dirty="0"/>
              <a:t>The pilot </a:t>
            </a:r>
            <a:r>
              <a:rPr lang="en-GB" b="1" dirty="0"/>
              <a:t>perceives</a:t>
            </a:r>
            <a:r>
              <a:rPr lang="en-GB" dirty="0"/>
              <a:t> the current situation by gathering information about:</a:t>
            </a:r>
          </a:p>
          <a:p>
            <a:r>
              <a:rPr lang="en-GB" b="1" dirty="0"/>
              <a:t>Pilot</a:t>
            </a:r>
            <a:r>
              <a:rPr lang="en-GB" dirty="0"/>
              <a:t> (health, readiness, workload)</a:t>
            </a:r>
          </a:p>
          <a:p>
            <a:r>
              <a:rPr lang="en-GB" b="1" dirty="0"/>
              <a:t>Aircraft</a:t>
            </a:r>
            <a:r>
              <a:rPr lang="en-GB" dirty="0"/>
              <a:t> (condition, performance, limitations)</a:t>
            </a:r>
          </a:p>
          <a:p>
            <a:r>
              <a:rPr lang="en-GB" b="1" dirty="0"/>
              <a:t>Environment</a:t>
            </a:r>
            <a:r>
              <a:rPr lang="en-GB" dirty="0"/>
              <a:t> (weather, airspace, terrain, obstacles)</a:t>
            </a:r>
          </a:p>
          <a:p>
            <a:r>
              <a:rPr lang="en-GB" b="1" dirty="0"/>
              <a:t>External pressures</a:t>
            </a:r>
            <a:r>
              <a:rPr lang="en-GB" dirty="0"/>
              <a:t> (mission goals, time pressure, expectations)</a:t>
            </a:r>
          </a:p>
          <a:p>
            <a:endParaRPr lang="en-SG" dirty="0"/>
          </a:p>
          <a:p>
            <a:endParaRPr lang="en-SG" dirty="0"/>
          </a:p>
          <a:p>
            <a:r>
              <a:rPr lang="en-GB" b="1" dirty="0"/>
              <a:t>2. Process — Assess the Impact</a:t>
            </a:r>
          </a:p>
          <a:p>
            <a:r>
              <a:rPr lang="en-GB" dirty="0"/>
              <a:t>The pilot </a:t>
            </a:r>
            <a:r>
              <a:rPr lang="en-GB" b="1" dirty="0"/>
              <a:t>processes</a:t>
            </a:r>
            <a:r>
              <a:rPr lang="en-GB" dirty="0"/>
              <a:t> the information by evaluating how the identified hazards may affect safety.</a:t>
            </a:r>
            <a:br>
              <a:rPr lang="en-GB" dirty="0"/>
            </a:br>
            <a:r>
              <a:rPr lang="en-GB" dirty="0"/>
              <a:t>Consider the consequences, risks, and the time available to respond.</a:t>
            </a:r>
          </a:p>
          <a:p>
            <a:endParaRPr lang="en-GB" dirty="0"/>
          </a:p>
          <a:p>
            <a:r>
              <a:rPr lang="en-GB" b="1" dirty="0"/>
              <a:t>3. Perform — Take Action</a:t>
            </a:r>
          </a:p>
          <a:p>
            <a:r>
              <a:rPr lang="en-GB" dirty="0"/>
              <a:t>The pilot </a:t>
            </a:r>
            <a:r>
              <a:rPr lang="en-GB" b="1" dirty="0"/>
              <a:t>performs</a:t>
            </a:r>
            <a:r>
              <a:rPr lang="en-GB" dirty="0"/>
              <a:t> the best course of action by:</a:t>
            </a:r>
          </a:p>
          <a:p>
            <a:r>
              <a:rPr lang="en-GB" dirty="0"/>
              <a:t>Implementing risk controls</a:t>
            </a:r>
          </a:p>
          <a:p>
            <a:r>
              <a:rPr lang="en-GB" dirty="0"/>
              <a:t>Choosing safer alternatives</a:t>
            </a:r>
          </a:p>
          <a:p>
            <a:r>
              <a:rPr lang="en-GB" dirty="0"/>
              <a:t>Adjusting the plan or modifying the operation</a:t>
            </a:r>
          </a:p>
          <a:p>
            <a:r>
              <a:rPr lang="en-GB" dirty="0"/>
              <a:t>Communicating and executing decisions effectively</a:t>
            </a:r>
          </a:p>
          <a:p>
            <a:endParaRPr lang="en-GB" dirty="0"/>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61</a:t>
            </a:fld>
            <a:endParaRPr lang="en-SG"/>
          </a:p>
        </p:txBody>
      </p:sp>
    </p:spTree>
    <p:extLst>
      <p:ext uri="{BB962C8B-B14F-4D97-AF65-F5344CB8AC3E}">
        <p14:creationId xmlns:p14="http://schemas.microsoft.com/office/powerpoint/2010/main" val="99327958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“Get-Me-Home-Itis” (Get-There-Itis)</a:t>
            </a:r>
          </a:p>
          <a:p>
            <a:r>
              <a:rPr lang="en-GB" dirty="0"/>
              <a:t>This is one of the </a:t>
            </a:r>
            <a:r>
              <a:rPr lang="en-GB" b="1" dirty="0"/>
              <a:t>most dangerous psychological traps</a:t>
            </a:r>
            <a:r>
              <a:rPr lang="en-GB" dirty="0"/>
              <a:t> in aviation.</a:t>
            </a:r>
            <a:br>
              <a:rPr lang="en-GB" dirty="0"/>
            </a:br>
            <a:r>
              <a:rPr lang="en-GB" dirty="0"/>
              <a:t>It occurs when the </a:t>
            </a:r>
            <a:r>
              <a:rPr lang="en-GB" b="1" dirty="0"/>
              <a:t>desire to reach the destination overrides:</a:t>
            </a:r>
            <a:endParaRPr lang="en-GB" dirty="0"/>
          </a:p>
          <a:p>
            <a:r>
              <a:rPr lang="en-GB" dirty="0"/>
              <a:t>logic</a:t>
            </a:r>
          </a:p>
          <a:p>
            <a:r>
              <a:rPr lang="en-GB" dirty="0"/>
              <a:t>situational awareness</a:t>
            </a:r>
          </a:p>
          <a:p>
            <a:r>
              <a:rPr lang="en-GB" dirty="0"/>
              <a:t>decision-making</a:t>
            </a:r>
          </a:p>
          <a:p>
            <a:r>
              <a:rPr lang="en-GB" dirty="0"/>
              <a:t>safety procedures</a:t>
            </a:r>
          </a:p>
          <a:p>
            <a:r>
              <a:rPr lang="en-GB" dirty="0"/>
              <a:t>established personal minimums</a:t>
            </a:r>
          </a:p>
          <a:p>
            <a:r>
              <a:rPr lang="en-GB" b="1" dirty="0"/>
              <a:t>Pilots push forward despite knowing the risks</a:t>
            </a:r>
            <a:r>
              <a:rPr lang="en-GB" dirty="0"/>
              <a:t>, often leading to accidents during the final stages of a mission.</a:t>
            </a:r>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62</a:t>
            </a:fld>
            <a:endParaRPr lang="en-SG"/>
          </a:p>
        </p:txBody>
      </p:sp>
    </p:spTree>
    <p:extLst>
      <p:ext uri="{BB962C8B-B14F-4D97-AF65-F5344CB8AC3E}">
        <p14:creationId xmlns:p14="http://schemas.microsoft.com/office/powerpoint/2010/main" val="31055557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The very main concept of CRM is to utilise all the resources a </a:t>
            </a:r>
            <a:r>
              <a:rPr lang="en-SG" dirty="0" err="1"/>
              <a:t>a</a:t>
            </a:r>
            <a:r>
              <a:rPr lang="en-SG" dirty="0"/>
              <a:t> pilot to reduce human error, avoid or mitigate stress and fatigue, enhance decision making, improve communication and teamwork and increase operational efficiency and safety </a:t>
            </a:r>
          </a:p>
        </p:txBody>
      </p:sp>
      <p:sp>
        <p:nvSpPr>
          <p:cNvPr id="4" name="Slide Number Placeholder 3"/>
          <p:cNvSpPr>
            <a:spLocks noGrp="1"/>
          </p:cNvSpPr>
          <p:nvPr>
            <p:ph type="sldNum" sz="quarter" idx="5"/>
          </p:nvPr>
        </p:nvSpPr>
        <p:spPr/>
        <p:txBody>
          <a:bodyPr/>
          <a:lstStyle/>
          <a:p>
            <a:fld id="{F65192DC-09F2-45C7-B409-A801871BA83A}" type="slidenum">
              <a:rPr lang="en-SG" smtClean="0"/>
              <a:t>63</a:t>
            </a:fld>
            <a:endParaRPr lang="en-SG"/>
          </a:p>
        </p:txBody>
      </p:sp>
    </p:spTree>
    <p:extLst>
      <p:ext uri="{BB962C8B-B14F-4D97-AF65-F5344CB8AC3E}">
        <p14:creationId xmlns:p14="http://schemas.microsoft.com/office/powerpoint/2010/main" val="323511669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 Anti-Authority</a:t>
            </a:r>
          </a:p>
          <a:p>
            <a:r>
              <a:rPr lang="en-GB" b="1" dirty="0"/>
              <a:t>Definition:</a:t>
            </a:r>
            <a:br>
              <a:rPr lang="en-GB" dirty="0"/>
            </a:br>
            <a:r>
              <a:rPr lang="en-GB" dirty="0"/>
              <a:t>A “Don’t tell me what to do” mindset. Pilots may feel rules, instructions, or procedures do not apply to them.</a:t>
            </a:r>
          </a:p>
          <a:p>
            <a:r>
              <a:rPr lang="en-GB" b="1" dirty="0"/>
              <a:t>Danger:</a:t>
            </a:r>
            <a:br>
              <a:rPr lang="en-GB" dirty="0"/>
            </a:br>
            <a:r>
              <a:rPr lang="en-GB" dirty="0"/>
              <a:t>Ignoring rules leads to unsafe shortcuts and poor decision-making.</a:t>
            </a:r>
          </a:p>
          <a:p>
            <a:endParaRPr lang="en-SG" dirty="0"/>
          </a:p>
          <a:p>
            <a:r>
              <a:rPr lang="en-GB" b="1" dirty="0"/>
              <a:t>2. Impulsivity</a:t>
            </a:r>
          </a:p>
          <a:p>
            <a:r>
              <a:rPr lang="en-GB" b="1" dirty="0"/>
              <a:t>Definition:</a:t>
            </a:r>
            <a:br>
              <a:rPr lang="en-GB" dirty="0"/>
            </a:br>
            <a:r>
              <a:rPr lang="en-GB" dirty="0"/>
              <a:t>A tendency to act without thinking—“Do something quickly!” or “Act first, think later.”</a:t>
            </a:r>
          </a:p>
          <a:p>
            <a:r>
              <a:rPr lang="en-GB" b="1" dirty="0"/>
              <a:t>Danger:</a:t>
            </a:r>
            <a:br>
              <a:rPr lang="en-GB" dirty="0"/>
            </a:br>
            <a:r>
              <a:rPr lang="en-GB" dirty="0"/>
              <a:t>Quick, unconsidered actions can lead to serious operational errors and accidents.</a:t>
            </a:r>
          </a:p>
          <a:p>
            <a:endParaRPr lang="en-GB" dirty="0"/>
          </a:p>
          <a:p>
            <a:r>
              <a:rPr lang="en-GB" b="1" dirty="0"/>
              <a:t>3. Invulnerability</a:t>
            </a:r>
          </a:p>
          <a:p>
            <a:r>
              <a:rPr lang="en-GB" b="1" dirty="0"/>
              <a:t>Definition:</a:t>
            </a:r>
            <a:br>
              <a:rPr lang="en-GB" dirty="0"/>
            </a:br>
            <a:r>
              <a:rPr lang="en-GB" dirty="0"/>
              <a:t>The belief that accidents happen to others, not to oneself—“It won’t happen to me.”</a:t>
            </a:r>
          </a:p>
          <a:p>
            <a:r>
              <a:rPr lang="en-GB" b="1" dirty="0"/>
              <a:t>Danger:</a:t>
            </a:r>
            <a:br>
              <a:rPr lang="en-GB" dirty="0"/>
            </a:br>
            <a:r>
              <a:rPr lang="en-GB" dirty="0"/>
              <a:t>Leads to unnecessary risk-taking because the pilot underestimates hazards.</a:t>
            </a:r>
          </a:p>
          <a:p>
            <a:endParaRPr lang="en-GB" dirty="0"/>
          </a:p>
          <a:p>
            <a:r>
              <a:rPr lang="en-GB" b="1" dirty="0"/>
              <a:t>4. Macho</a:t>
            </a:r>
          </a:p>
          <a:p>
            <a:r>
              <a:rPr lang="en-GB" b="1" dirty="0"/>
              <a:t>Definition:</a:t>
            </a:r>
            <a:br>
              <a:rPr lang="en-GB" dirty="0"/>
            </a:br>
            <a:r>
              <a:rPr lang="en-GB" dirty="0"/>
              <a:t>The mindset of trying to prove oneself—“I can do it!” / “Watch this!”</a:t>
            </a:r>
            <a:br>
              <a:rPr lang="en-GB" dirty="0"/>
            </a:br>
            <a:r>
              <a:rPr lang="en-GB" dirty="0"/>
              <a:t>A desire to show skill or impress others by taking risks.</a:t>
            </a:r>
          </a:p>
          <a:p>
            <a:r>
              <a:rPr lang="en-GB" b="1" dirty="0"/>
              <a:t>Danger:</a:t>
            </a:r>
            <a:br>
              <a:rPr lang="en-GB" dirty="0"/>
            </a:br>
            <a:r>
              <a:rPr lang="en-GB" dirty="0"/>
              <a:t>Encourages pushing limits and performing unsafe actions.</a:t>
            </a:r>
          </a:p>
          <a:p>
            <a:endParaRPr lang="en-GB" dirty="0"/>
          </a:p>
          <a:p>
            <a:endParaRPr lang="en-GB" dirty="0"/>
          </a:p>
          <a:p>
            <a:r>
              <a:rPr lang="en-GB" b="1" dirty="0"/>
              <a:t>5. Resignation</a:t>
            </a:r>
          </a:p>
          <a:p>
            <a:r>
              <a:rPr lang="en-GB" b="1" dirty="0"/>
              <a:t>Definition:</a:t>
            </a:r>
            <a:br>
              <a:rPr lang="en-GB" dirty="0"/>
            </a:br>
            <a:r>
              <a:rPr lang="en-GB" dirty="0"/>
              <a:t>Feeling helpless—“What’s the use?” or “I can’t make a difference.”</a:t>
            </a:r>
            <a:br>
              <a:rPr lang="en-GB" dirty="0"/>
            </a:br>
            <a:r>
              <a:rPr lang="en-GB" dirty="0"/>
              <a:t>Pilots give up control and rely on luck.</a:t>
            </a:r>
          </a:p>
          <a:p>
            <a:r>
              <a:rPr lang="en-GB" b="1" dirty="0"/>
              <a:t>Danger:</a:t>
            </a:r>
            <a:br>
              <a:rPr lang="en-GB" dirty="0"/>
            </a:br>
            <a:r>
              <a:rPr lang="en-GB" dirty="0"/>
              <a:t>Reduced assertiveness, poor problem-solving, and failure to take corrective action.</a:t>
            </a:r>
          </a:p>
          <a:p>
            <a:endParaRPr lang="en-GB" dirty="0"/>
          </a:p>
          <a:p>
            <a:endParaRPr lang="en-GB" dirty="0"/>
          </a:p>
          <a:p>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64</a:t>
            </a:fld>
            <a:endParaRPr lang="en-SG"/>
          </a:p>
        </p:txBody>
      </p:sp>
    </p:spTree>
    <p:extLst>
      <p:ext uri="{BB962C8B-B14F-4D97-AF65-F5344CB8AC3E}">
        <p14:creationId xmlns:p14="http://schemas.microsoft.com/office/powerpoint/2010/main" val="357531565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"If the GPS signal is lost during flight, the drone won’t be able to use Return-to-Home or any intelligent flight modes. In this case, you switch to ATTI mode to fly manually. Keep control, look for a safe area, and land the drone carefully by yourself."</a:t>
            </a:r>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73</a:t>
            </a:fld>
            <a:endParaRPr lang="en-SG"/>
          </a:p>
        </p:txBody>
      </p:sp>
    </p:spTree>
    <p:extLst>
      <p:ext uri="{BB962C8B-B14F-4D97-AF65-F5344CB8AC3E}">
        <p14:creationId xmlns:p14="http://schemas.microsoft.com/office/powerpoint/2010/main" val="100815188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"Loss of power happens when the drone doesn’t have enough power to stay in the air, which can cause it to shut down mid-flight.</a:t>
            </a:r>
          </a:p>
          <a:p>
            <a:endParaRPr lang="en-GB" dirty="0"/>
          </a:p>
          <a:p>
            <a:r>
              <a:rPr lang="en-GB" dirty="0"/>
              <a:t>If this happens, keep visual contact, return to the landing spot immediately, or use manual RTH if needed. If the wind is strong, use the camera to find a safe place nearby and land the drone safely."</a:t>
            </a:r>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74</a:t>
            </a:fld>
            <a:endParaRPr lang="en-SG"/>
          </a:p>
        </p:txBody>
      </p:sp>
    </p:spTree>
    <p:extLst>
      <p:ext uri="{BB962C8B-B14F-4D97-AF65-F5344CB8AC3E}">
        <p14:creationId xmlns:p14="http://schemas.microsoft.com/office/powerpoint/2010/main" val="277395599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"Loss of C2 link happens when the drone loses communication with the remote controller. This can make the drone fly away or crash, which is dangerous. If it happens, keep visual contact, check that the controller is on, move toward the drone if possible, and use the Return to Home (RTH) function. If the link cannot be restored, report the incident to the authorities."</a:t>
            </a:r>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75</a:t>
            </a:fld>
            <a:endParaRPr lang="en-SG"/>
          </a:p>
        </p:txBody>
      </p:sp>
    </p:spTree>
    <p:extLst>
      <p:ext uri="{BB962C8B-B14F-4D97-AF65-F5344CB8AC3E}">
        <p14:creationId xmlns:p14="http://schemas.microsoft.com/office/powerpoint/2010/main" val="319066422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flyaway happens when the drone loses connection with the controller or its signals are weakened, causing it to fly away uncontrollably. If this occurs, keep visual contact with the drone, make sure the controller is on, and use the Return to Home (RTH) function if available. If the drone cannot be controlled, immediately alert the authorities."</a:t>
            </a:r>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76</a:t>
            </a:fld>
            <a:endParaRPr lang="en-SG"/>
          </a:p>
        </p:txBody>
      </p:sp>
    </p:spTree>
    <p:extLst>
      <p:ext uri="{BB962C8B-B14F-4D97-AF65-F5344CB8AC3E}">
        <p14:creationId xmlns:p14="http://schemas.microsoft.com/office/powerpoint/2010/main" val="347871416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stall happens when the wing’s angle of attack becomes too steep, causing a sudden loss of lift. To recover, use the PRAR method: </a:t>
            </a:r>
          </a:p>
          <a:p>
            <a:r>
              <a:rPr lang="en-GB" dirty="0"/>
              <a:t>pitch the nose down to reduce the angle,</a:t>
            </a:r>
          </a:p>
          <a:p>
            <a:r>
              <a:rPr lang="en-GB" dirty="0"/>
              <a:t>level the wings to reduce bank, </a:t>
            </a:r>
          </a:p>
          <a:p>
            <a:r>
              <a:rPr lang="en-GB" dirty="0"/>
              <a:t>add power if needed, </a:t>
            </a:r>
          </a:p>
          <a:p>
            <a:r>
              <a:rPr lang="en-GB" dirty="0"/>
              <a:t>and then return to the desired flight path."</a:t>
            </a:r>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77</a:t>
            </a:fld>
            <a:endParaRPr lang="en-SG"/>
          </a:p>
        </p:txBody>
      </p:sp>
    </p:spTree>
    <p:extLst>
      <p:ext uri="{BB962C8B-B14F-4D97-AF65-F5344CB8AC3E}">
        <p14:creationId xmlns:p14="http://schemas.microsoft.com/office/powerpoint/2010/main" val="410342370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Keeping a maintenance log is important because it records all maintenance, both scheduled and unscheduled, on the UA. Each drone should have its own log with a unique identifier. These records help track the aircraft’s configuration, make troubleshooting easier, and ensure safe operation to prevent accidents."</a:t>
            </a:r>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79</a:t>
            </a:fld>
            <a:endParaRPr lang="en-SG"/>
          </a:p>
        </p:txBody>
      </p:sp>
    </p:spTree>
    <p:extLst>
      <p:ext uri="{BB962C8B-B14F-4D97-AF65-F5344CB8AC3E}">
        <p14:creationId xmlns:p14="http://schemas.microsoft.com/office/powerpoint/2010/main" val="20971435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"It is important to follow the Original Equipment Manufacturer (OEM) guidelines when repairing or maintaining a UA. OEM guidelines provide the correct specifications and approved parts for the aircraft. Using non-approved parts or ignoring these guidelines can compromise safety, reduce UA performance, and negatively affect flight characteristics because the components may not be fully compatible."</a:t>
            </a:r>
            <a:endParaRPr lang="en-SG" dirty="0"/>
          </a:p>
        </p:txBody>
      </p:sp>
      <p:sp>
        <p:nvSpPr>
          <p:cNvPr id="4" name="Slide Number Placeholder 3"/>
          <p:cNvSpPr>
            <a:spLocks noGrp="1"/>
          </p:cNvSpPr>
          <p:nvPr>
            <p:ph type="sldNum" sz="quarter" idx="5"/>
          </p:nvPr>
        </p:nvSpPr>
        <p:spPr/>
        <p:txBody>
          <a:bodyPr/>
          <a:lstStyle/>
          <a:p>
            <a:fld id="{F65192DC-09F2-45C7-B409-A801871BA83A}" type="slidenum">
              <a:rPr lang="en-SG" smtClean="0"/>
              <a:t>80</a:t>
            </a:fld>
            <a:endParaRPr lang="en-SG"/>
          </a:p>
        </p:txBody>
      </p:sp>
    </p:spTree>
    <p:extLst>
      <p:ext uri="{BB962C8B-B14F-4D97-AF65-F5344CB8AC3E}">
        <p14:creationId xmlns:p14="http://schemas.microsoft.com/office/powerpoint/2010/main" val="33344516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969274" y="3838955"/>
            <a:ext cx="5455284" cy="1290320"/>
          </a:xfrm>
          <a:prstGeom prst="rect">
            <a:avLst/>
          </a:prstGeom>
        </p:spPr>
        <p:txBody>
          <a:bodyPr wrap="square" lIns="0" tIns="0" rIns="0" bIns="0">
            <a:spAutoFit/>
          </a:bodyPr>
          <a:lstStyle>
            <a:lvl1pPr>
              <a:defRPr sz="2000" b="0" i="0">
                <a:solidFill>
                  <a:schemeClr val="tx1"/>
                </a:solidFill>
                <a:latin typeface="Corbel"/>
                <a:cs typeface="Corbel"/>
              </a:defRPr>
            </a:lvl1pPr>
          </a:lstStyle>
          <a:p>
            <a:endParaRPr/>
          </a:p>
        </p:txBody>
      </p:sp>
      <p:sp>
        <p:nvSpPr>
          <p:cNvPr id="3" name="Holder 3"/>
          <p:cNvSpPr>
            <a:spLocks noGrp="1"/>
          </p:cNvSpPr>
          <p:nvPr>
            <p:ph type="subTitle" idx="4"/>
          </p:nvPr>
        </p:nvSpPr>
        <p:spPr>
          <a:xfrm>
            <a:off x="5969274" y="3838955"/>
            <a:ext cx="5455284" cy="1290320"/>
          </a:xfrm>
          <a:prstGeom prst="rect">
            <a:avLst/>
          </a:prstGeom>
        </p:spPr>
        <p:txBody>
          <a:bodyPr wrap="square" lIns="0" tIns="0" rIns="0" bIns="0">
            <a:spAutoFit/>
          </a:bodyPr>
          <a:lstStyle>
            <a:lvl1pPr>
              <a:defRPr sz="1600" b="0" i="0">
                <a:solidFill>
                  <a:schemeClr val="tx1"/>
                </a:solidFill>
                <a:latin typeface="Corbel"/>
                <a:cs typeface="Corbe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12/2/2025</a:t>
            </a:fld>
            <a:endParaRPr lang="en-US"/>
          </a:p>
        </p:txBody>
      </p:sp>
      <p:sp>
        <p:nvSpPr>
          <p:cNvPr id="6" name="Holder 6"/>
          <p:cNvSpPr>
            <a:spLocks noGrp="1"/>
          </p:cNvSpPr>
          <p:nvPr>
            <p:ph type="sldNum" sz="quarter" idx="7"/>
          </p:nvPr>
        </p:nvSpPr>
        <p:spPr/>
        <p:txBody>
          <a:bodyPr lIns="0" tIns="0" rIns="0" bIns="0"/>
          <a:lstStyle>
            <a:lvl1pPr>
              <a:defRPr sz="1000" b="0" i="0">
                <a:solidFill>
                  <a:schemeClr val="tx1"/>
                </a:solidFill>
                <a:latin typeface="Corbel"/>
                <a:cs typeface="Corbel"/>
              </a:defRPr>
            </a:lvl1pPr>
          </a:lstStyle>
          <a:p>
            <a:pPr marL="114300">
              <a:lnSpc>
                <a:spcPts val="1045"/>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chemeClr val="tx1"/>
                </a:solidFill>
                <a:latin typeface="Corbel"/>
                <a:cs typeface="Corbel"/>
              </a:defRPr>
            </a:lvl1pPr>
          </a:lstStyle>
          <a:p>
            <a:endParaRPr/>
          </a:p>
        </p:txBody>
      </p:sp>
      <p:sp>
        <p:nvSpPr>
          <p:cNvPr id="3" name="Holder 3"/>
          <p:cNvSpPr>
            <a:spLocks noGrp="1"/>
          </p:cNvSpPr>
          <p:nvPr>
            <p:ph type="body" idx="1"/>
          </p:nvPr>
        </p:nvSpPr>
        <p:spPr/>
        <p:txBody>
          <a:bodyPr lIns="0" tIns="0" rIns="0" bIns="0"/>
          <a:lstStyle>
            <a:lvl1pPr>
              <a:defRPr sz="1600" b="0" i="0">
                <a:solidFill>
                  <a:schemeClr val="tx1"/>
                </a:solidFill>
                <a:latin typeface="Corbel"/>
                <a:cs typeface="Corbe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12/2/2025</a:t>
            </a:fld>
            <a:endParaRPr lang="en-US"/>
          </a:p>
        </p:txBody>
      </p:sp>
      <p:sp>
        <p:nvSpPr>
          <p:cNvPr id="6" name="Holder 6"/>
          <p:cNvSpPr>
            <a:spLocks noGrp="1"/>
          </p:cNvSpPr>
          <p:nvPr>
            <p:ph type="sldNum" sz="quarter" idx="7"/>
          </p:nvPr>
        </p:nvSpPr>
        <p:spPr/>
        <p:txBody>
          <a:bodyPr lIns="0" tIns="0" rIns="0" bIns="0"/>
          <a:lstStyle>
            <a:lvl1pPr>
              <a:defRPr sz="1000" b="0" i="0">
                <a:solidFill>
                  <a:schemeClr val="tx1"/>
                </a:solidFill>
                <a:latin typeface="Corbel"/>
                <a:cs typeface="Corbel"/>
              </a:defRPr>
            </a:lvl1pPr>
          </a:lstStyle>
          <a:p>
            <a:pPr marL="114300">
              <a:lnSpc>
                <a:spcPts val="1045"/>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57200" y="0"/>
            <a:ext cx="1122680" cy="5329555"/>
          </a:xfrm>
          <a:custGeom>
            <a:avLst/>
            <a:gdLst/>
            <a:ahLst/>
            <a:cxnLst/>
            <a:rect l="l" t="t" r="r" b="b"/>
            <a:pathLst>
              <a:path w="1122680" h="5329555">
                <a:moveTo>
                  <a:pt x="1122362" y="0"/>
                </a:moveTo>
                <a:lnTo>
                  <a:pt x="868362" y="0"/>
                </a:lnTo>
                <a:lnTo>
                  <a:pt x="0" y="5286375"/>
                </a:lnTo>
                <a:lnTo>
                  <a:pt x="247650" y="5329237"/>
                </a:lnTo>
                <a:lnTo>
                  <a:pt x="1122362" y="0"/>
                </a:lnTo>
                <a:close/>
              </a:path>
            </a:pathLst>
          </a:custGeom>
          <a:solidFill>
            <a:srgbClr val="1CADE4"/>
          </a:solidFill>
        </p:spPr>
        <p:txBody>
          <a:bodyPr wrap="square" lIns="0" tIns="0" rIns="0" bIns="0" rtlCol="0"/>
          <a:lstStyle/>
          <a:p>
            <a:endParaRPr/>
          </a:p>
        </p:txBody>
      </p:sp>
      <p:sp>
        <p:nvSpPr>
          <p:cNvPr id="17" name="bg object 17"/>
          <p:cNvSpPr/>
          <p:nvPr/>
        </p:nvSpPr>
        <p:spPr>
          <a:xfrm>
            <a:off x="150811" y="0"/>
            <a:ext cx="1117600" cy="5276850"/>
          </a:xfrm>
          <a:custGeom>
            <a:avLst/>
            <a:gdLst/>
            <a:ahLst/>
            <a:cxnLst/>
            <a:rect l="l" t="t" r="r" b="b"/>
            <a:pathLst>
              <a:path w="1117600" h="5276850">
                <a:moveTo>
                  <a:pt x="1117600" y="0"/>
                </a:moveTo>
                <a:lnTo>
                  <a:pt x="865187" y="0"/>
                </a:lnTo>
                <a:lnTo>
                  <a:pt x="0" y="5238750"/>
                </a:lnTo>
                <a:lnTo>
                  <a:pt x="249237" y="5276850"/>
                </a:lnTo>
                <a:lnTo>
                  <a:pt x="1117600" y="0"/>
                </a:lnTo>
                <a:close/>
              </a:path>
            </a:pathLst>
          </a:custGeom>
          <a:solidFill>
            <a:srgbClr val="595959"/>
          </a:solidFill>
        </p:spPr>
        <p:txBody>
          <a:bodyPr wrap="square" lIns="0" tIns="0" rIns="0" bIns="0" rtlCol="0"/>
          <a:lstStyle/>
          <a:p>
            <a:endParaRPr/>
          </a:p>
        </p:txBody>
      </p:sp>
      <p:sp>
        <p:nvSpPr>
          <p:cNvPr id="18" name="bg object 18"/>
          <p:cNvSpPr/>
          <p:nvPr/>
        </p:nvSpPr>
        <p:spPr>
          <a:xfrm>
            <a:off x="150811" y="5238750"/>
            <a:ext cx="1228725" cy="1619250"/>
          </a:xfrm>
          <a:custGeom>
            <a:avLst/>
            <a:gdLst/>
            <a:ahLst/>
            <a:cxnLst/>
            <a:rect l="l" t="t" r="r" b="b"/>
            <a:pathLst>
              <a:path w="1228725" h="1619250">
                <a:moveTo>
                  <a:pt x="0" y="0"/>
                </a:moveTo>
                <a:lnTo>
                  <a:pt x="1174750" y="1619249"/>
                </a:lnTo>
                <a:lnTo>
                  <a:pt x="1228725" y="1619249"/>
                </a:lnTo>
                <a:lnTo>
                  <a:pt x="0" y="0"/>
                </a:lnTo>
                <a:close/>
              </a:path>
            </a:pathLst>
          </a:custGeom>
          <a:solidFill>
            <a:srgbClr val="262626"/>
          </a:solidFill>
        </p:spPr>
        <p:txBody>
          <a:bodyPr wrap="square" lIns="0" tIns="0" rIns="0" bIns="0" rtlCol="0"/>
          <a:lstStyle/>
          <a:p>
            <a:endParaRPr/>
          </a:p>
        </p:txBody>
      </p:sp>
      <p:sp>
        <p:nvSpPr>
          <p:cNvPr id="19" name="bg object 19"/>
          <p:cNvSpPr/>
          <p:nvPr/>
        </p:nvSpPr>
        <p:spPr>
          <a:xfrm>
            <a:off x="457200" y="5291137"/>
            <a:ext cx="1495425" cy="1567180"/>
          </a:xfrm>
          <a:custGeom>
            <a:avLst/>
            <a:gdLst/>
            <a:ahLst/>
            <a:cxnLst/>
            <a:rect l="l" t="t" r="r" b="b"/>
            <a:pathLst>
              <a:path w="1495425" h="1567179">
                <a:moveTo>
                  <a:pt x="0" y="0"/>
                </a:moveTo>
                <a:lnTo>
                  <a:pt x="1443037" y="1566863"/>
                </a:lnTo>
                <a:lnTo>
                  <a:pt x="1495425" y="1566863"/>
                </a:lnTo>
                <a:lnTo>
                  <a:pt x="0" y="0"/>
                </a:lnTo>
                <a:close/>
              </a:path>
            </a:pathLst>
          </a:custGeom>
          <a:solidFill>
            <a:srgbClr val="0E5772"/>
          </a:solidFill>
        </p:spPr>
        <p:txBody>
          <a:bodyPr wrap="square" lIns="0" tIns="0" rIns="0" bIns="0" rtlCol="0"/>
          <a:lstStyle/>
          <a:p>
            <a:endParaRPr/>
          </a:p>
        </p:txBody>
      </p:sp>
      <p:sp>
        <p:nvSpPr>
          <p:cNvPr id="20" name="bg object 20"/>
          <p:cNvSpPr/>
          <p:nvPr/>
        </p:nvSpPr>
        <p:spPr>
          <a:xfrm>
            <a:off x="457200" y="5286375"/>
            <a:ext cx="2130425" cy="1571625"/>
          </a:xfrm>
          <a:custGeom>
            <a:avLst/>
            <a:gdLst/>
            <a:ahLst/>
            <a:cxnLst/>
            <a:rect l="l" t="t" r="r" b="b"/>
            <a:pathLst>
              <a:path w="2130425" h="1571625">
                <a:moveTo>
                  <a:pt x="0" y="0"/>
                </a:moveTo>
                <a:lnTo>
                  <a:pt x="0" y="4762"/>
                </a:lnTo>
                <a:lnTo>
                  <a:pt x="1495425" y="1571624"/>
                </a:lnTo>
                <a:lnTo>
                  <a:pt x="2130425" y="1571624"/>
                </a:lnTo>
                <a:lnTo>
                  <a:pt x="247650" y="42862"/>
                </a:lnTo>
                <a:lnTo>
                  <a:pt x="0" y="0"/>
                </a:lnTo>
                <a:close/>
              </a:path>
            </a:pathLst>
          </a:custGeom>
          <a:solidFill>
            <a:srgbClr val="1482AC"/>
          </a:solidFill>
        </p:spPr>
        <p:txBody>
          <a:bodyPr wrap="square" lIns="0" tIns="0" rIns="0" bIns="0" rtlCol="0"/>
          <a:lstStyle/>
          <a:p>
            <a:endParaRPr/>
          </a:p>
        </p:txBody>
      </p:sp>
      <p:sp>
        <p:nvSpPr>
          <p:cNvPr id="21" name="bg object 21"/>
          <p:cNvSpPr/>
          <p:nvPr/>
        </p:nvSpPr>
        <p:spPr>
          <a:xfrm>
            <a:off x="150811" y="5238750"/>
            <a:ext cx="1695450" cy="1619250"/>
          </a:xfrm>
          <a:custGeom>
            <a:avLst/>
            <a:gdLst/>
            <a:ahLst/>
            <a:cxnLst/>
            <a:rect l="l" t="t" r="r" b="b"/>
            <a:pathLst>
              <a:path w="1695450" h="1619250">
                <a:moveTo>
                  <a:pt x="0" y="0"/>
                </a:moveTo>
                <a:lnTo>
                  <a:pt x="1228725" y="1619249"/>
                </a:lnTo>
                <a:lnTo>
                  <a:pt x="1695450" y="1619249"/>
                </a:lnTo>
                <a:lnTo>
                  <a:pt x="292100" y="95250"/>
                </a:lnTo>
                <a:lnTo>
                  <a:pt x="244475" y="42862"/>
                </a:lnTo>
                <a:lnTo>
                  <a:pt x="249237" y="42862"/>
                </a:lnTo>
                <a:lnTo>
                  <a:pt x="249237" y="38100"/>
                </a:lnTo>
                <a:lnTo>
                  <a:pt x="244475" y="38100"/>
                </a:lnTo>
                <a:lnTo>
                  <a:pt x="0" y="0"/>
                </a:lnTo>
                <a:close/>
              </a:path>
            </a:pathLst>
          </a:custGeom>
          <a:solidFill>
            <a:srgbClr val="404040"/>
          </a:solidFill>
        </p:spPr>
        <p:txBody>
          <a:bodyPr wrap="square" lIns="0" tIns="0" rIns="0" bIns="0" rtlCol="0"/>
          <a:lstStyle/>
          <a:p>
            <a:endParaRPr/>
          </a:p>
        </p:txBody>
      </p:sp>
      <p:sp>
        <p:nvSpPr>
          <p:cNvPr id="22" name="bg object 2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23" name="bg object 23"/>
          <p:cNvPicPr/>
          <p:nvPr/>
        </p:nvPicPr>
        <p:blipFill>
          <a:blip r:embed="rId2" cstate="print"/>
          <a:stretch>
            <a:fillRect/>
          </a:stretch>
        </p:blipFill>
        <p:spPr>
          <a:xfrm>
            <a:off x="1417319" y="414527"/>
            <a:ext cx="4358639" cy="573024"/>
          </a:xfrm>
          <a:prstGeom prst="rect">
            <a:avLst/>
          </a:prstGeom>
        </p:spPr>
      </p:pic>
      <p:pic>
        <p:nvPicPr>
          <p:cNvPr id="24" name="bg object 24"/>
          <p:cNvPicPr/>
          <p:nvPr/>
        </p:nvPicPr>
        <p:blipFill>
          <a:blip r:embed="rId3" cstate="print"/>
          <a:stretch>
            <a:fillRect/>
          </a:stretch>
        </p:blipFill>
        <p:spPr>
          <a:xfrm>
            <a:off x="1417319" y="719327"/>
            <a:ext cx="4538472" cy="573024"/>
          </a:xfrm>
          <a:prstGeom prst="rect">
            <a:avLst/>
          </a:prstGeom>
        </p:spPr>
      </p:pic>
      <p:sp>
        <p:nvSpPr>
          <p:cNvPr id="2" name="Holder 2"/>
          <p:cNvSpPr>
            <a:spLocks noGrp="1"/>
          </p:cNvSpPr>
          <p:nvPr>
            <p:ph type="title"/>
          </p:nvPr>
        </p:nvSpPr>
        <p:spPr/>
        <p:txBody>
          <a:bodyPr lIns="0" tIns="0" rIns="0" bIns="0"/>
          <a:lstStyle>
            <a:lvl1pPr>
              <a:defRPr sz="2000" b="0" i="0">
                <a:solidFill>
                  <a:schemeClr val="tx1"/>
                </a:solidFill>
                <a:latin typeface="Corbel"/>
                <a:cs typeface="Corbe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12/2/2025</a:t>
            </a:fld>
            <a:endParaRPr lang="en-US"/>
          </a:p>
        </p:txBody>
      </p:sp>
      <p:sp>
        <p:nvSpPr>
          <p:cNvPr id="7" name="Holder 7"/>
          <p:cNvSpPr>
            <a:spLocks noGrp="1"/>
          </p:cNvSpPr>
          <p:nvPr>
            <p:ph type="sldNum" sz="quarter" idx="7"/>
          </p:nvPr>
        </p:nvSpPr>
        <p:spPr/>
        <p:txBody>
          <a:bodyPr lIns="0" tIns="0" rIns="0" bIns="0"/>
          <a:lstStyle>
            <a:lvl1pPr>
              <a:defRPr sz="1000" b="0" i="0">
                <a:solidFill>
                  <a:schemeClr val="tx1"/>
                </a:solidFill>
                <a:latin typeface="Corbel"/>
                <a:cs typeface="Corbel"/>
              </a:defRPr>
            </a:lvl1pPr>
          </a:lstStyle>
          <a:p>
            <a:pPr marL="114300">
              <a:lnSpc>
                <a:spcPts val="1045"/>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chemeClr val="tx1"/>
                </a:solidFill>
                <a:latin typeface="Corbel"/>
                <a:cs typeface="Corbe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12/2/2025</a:t>
            </a:fld>
            <a:endParaRPr lang="en-US"/>
          </a:p>
        </p:txBody>
      </p:sp>
      <p:sp>
        <p:nvSpPr>
          <p:cNvPr id="5" name="Holder 5"/>
          <p:cNvSpPr>
            <a:spLocks noGrp="1"/>
          </p:cNvSpPr>
          <p:nvPr>
            <p:ph type="sldNum" sz="quarter" idx="7"/>
          </p:nvPr>
        </p:nvSpPr>
        <p:spPr/>
        <p:txBody>
          <a:bodyPr lIns="0" tIns="0" rIns="0" bIns="0"/>
          <a:lstStyle>
            <a:lvl1pPr>
              <a:defRPr sz="1000" b="0" i="0">
                <a:solidFill>
                  <a:schemeClr val="tx1"/>
                </a:solidFill>
                <a:latin typeface="Corbel"/>
                <a:cs typeface="Corbel"/>
              </a:defRPr>
            </a:lvl1pPr>
          </a:lstStyle>
          <a:p>
            <a:pPr marL="114300">
              <a:lnSpc>
                <a:spcPts val="1045"/>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12/2/2025</a:t>
            </a:fld>
            <a:endParaRPr lang="en-US"/>
          </a:p>
        </p:txBody>
      </p:sp>
      <p:sp>
        <p:nvSpPr>
          <p:cNvPr id="4" name="Holder 4"/>
          <p:cNvSpPr>
            <a:spLocks noGrp="1"/>
          </p:cNvSpPr>
          <p:nvPr>
            <p:ph type="sldNum" sz="quarter" idx="7"/>
          </p:nvPr>
        </p:nvSpPr>
        <p:spPr/>
        <p:txBody>
          <a:bodyPr lIns="0" tIns="0" rIns="0" bIns="0"/>
          <a:lstStyle>
            <a:lvl1pPr>
              <a:defRPr sz="1000" b="0" i="0">
                <a:solidFill>
                  <a:schemeClr val="tx1"/>
                </a:solidFill>
                <a:latin typeface="Corbel"/>
                <a:cs typeface="Corbel"/>
              </a:defRPr>
            </a:lvl1pPr>
          </a:lstStyle>
          <a:p>
            <a:pPr marL="114300">
              <a:lnSpc>
                <a:spcPts val="1045"/>
              </a:lnSpc>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57200" y="0"/>
            <a:ext cx="1122680" cy="5329555"/>
          </a:xfrm>
          <a:custGeom>
            <a:avLst/>
            <a:gdLst/>
            <a:ahLst/>
            <a:cxnLst/>
            <a:rect l="l" t="t" r="r" b="b"/>
            <a:pathLst>
              <a:path w="1122680" h="5329555">
                <a:moveTo>
                  <a:pt x="1122362" y="0"/>
                </a:moveTo>
                <a:lnTo>
                  <a:pt x="868362" y="0"/>
                </a:lnTo>
                <a:lnTo>
                  <a:pt x="0" y="5286375"/>
                </a:lnTo>
                <a:lnTo>
                  <a:pt x="247650" y="5329237"/>
                </a:lnTo>
                <a:lnTo>
                  <a:pt x="1122362" y="0"/>
                </a:lnTo>
                <a:close/>
              </a:path>
            </a:pathLst>
          </a:custGeom>
          <a:solidFill>
            <a:srgbClr val="1CADE4"/>
          </a:solidFill>
        </p:spPr>
        <p:txBody>
          <a:bodyPr wrap="square" lIns="0" tIns="0" rIns="0" bIns="0" rtlCol="0"/>
          <a:lstStyle/>
          <a:p>
            <a:endParaRPr/>
          </a:p>
        </p:txBody>
      </p:sp>
      <p:sp>
        <p:nvSpPr>
          <p:cNvPr id="17" name="bg object 17"/>
          <p:cNvSpPr/>
          <p:nvPr/>
        </p:nvSpPr>
        <p:spPr>
          <a:xfrm>
            <a:off x="150811" y="0"/>
            <a:ext cx="1117600" cy="5276850"/>
          </a:xfrm>
          <a:custGeom>
            <a:avLst/>
            <a:gdLst/>
            <a:ahLst/>
            <a:cxnLst/>
            <a:rect l="l" t="t" r="r" b="b"/>
            <a:pathLst>
              <a:path w="1117600" h="5276850">
                <a:moveTo>
                  <a:pt x="1117600" y="0"/>
                </a:moveTo>
                <a:lnTo>
                  <a:pt x="865187" y="0"/>
                </a:lnTo>
                <a:lnTo>
                  <a:pt x="0" y="5238750"/>
                </a:lnTo>
                <a:lnTo>
                  <a:pt x="249237" y="5276850"/>
                </a:lnTo>
                <a:lnTo>
                  <a:pt x="1117600" y="0"/>
                </a:lnTo>
                <a:close/>
              </a:path>
            </a:pathLst>
          </a:custGeom>
          <a:solidFill>
            <a:srgbClr val="595959"/>
          </a:solidFill>
        </p:spPr>
        <p:txBody>
          <a:bodyPr wrap="square" lIns="0" tIns="0" rIns="0" bIns="0" rtlCol="0"/>
          <a:lstStyle/>
          <a:p>
            <a:endParaRPr/>
          </a:p>
        </p:txBody>
      </p:sp>
      <p:sp>
        <p:nvSpPr>
          <p:cNvPr id="18" name="bg object 18"/>
          <p:cNvSpPr/>
          <p:nvPr/>
        </p:nvSpPr>
        <p:spPr>
          <a:xfrm>
            <a:off x="150811" y="5238750"/>
            <a:ext cx="1228725" cy="1619250"/>
          </a:xfrm>
          <a:custGeom>
            <a:avLst/>
            <a:gdLst/>
            <a:ahLst/>
            <a:cxnLst/>
            <a:rect l="l" t="t" r="r" b="b"/>
            <a:pathLst>
              <a:path w="1228725" h="1619250">
                <a:moveTo>
                  <a:pt x="0" y="0"/>
                </a:moveTo>
                <a:lnTo>
                  <a:pt x="1174750" y="1619249"/>
                </a:lnTo>
                <a:lnTo>
                  <a:pt x="1228725" y="1619249"/>
                </a:lnTo>
                <a:lnTo>
                  <a:pt x="0" y="0"/>
                </a:lnTo>
                <a:close/>
              </a:path>
            </a:pathLst>
          </a:custGeom>
          <a:solidFill>
            <a:srgbClr val="262626"/>
          </a:solidFill>
        </p:spPr>
        <p:txBody>
          <a:bodyPr wrap="square" lIns="0" tIns="0" rIns="0" bIns="0" rtlCol="0"/>
          <a:lstStyle/>
          <a:p>
            <a:endParaRPr/>
          </a:p>
        </p:txBody>
      </p:sp>
      <p:sp>
        <p:nvSpPr>
          <p:cNvPr id="19" name="bg object 19"/>
          <p:cNvSpPr/>
          <p:nvPr/>
        </p:nvSpPr>
        <p:spPr>
          <a:xfrm>
            <a:off x="457200" y="5291137"/>
            <a:ext cx="1495425" cy="1567180"/>
          </a:xfrm>
          <a:custGeom>
            <a:avLst/>
            <a:gdLst/>
            <a:ahLst/>
            <a:cxnLst/>
            <a:rect l="l" t="t" r="r" b="b"/>
            <a:pathLst>
              <a:path w="1495425" h="1567179">
                <a:moveTo>
                  <a:pt x="0" y="0"/>
                </a:moveTo>
                <a:lnTo>
                  <a:pt x="1443037" y="1566863"/>
                </a:lnTo>
                <a:lnTo>
                  <a:pt x="1495425" y="1566863"/>
                </a:lnTo>
                <a:lnTo>
                  <a:pt x="0" y="0"/>
                </a:lnTo>
                <a:close/>
              </a:path>
            </a:pathLst>
          </a:custGeom>
          <a:solidFill>
            <a:srgbClr val="0E5772"/>
          </a:solidFill>
        </p:spPr>
        <p:txBody>
          <a:bodyPr wrap="square" lIns="0" tIns="0" rIns="0" bIns="0" rtlCol="0"/>
          <a:lstStyle/>
          <a:p>
            <a:endParaRPr/>
          </a:p>
        </p:txBody>
      </p:sp>
      <p:sp>
        <p:nvSpPr>
          <p:cNvPr id="20" name="bg object 20"/>
          <p:cNvSpPr/>
          <p:nvPr/>
        </p:nvSpPr>
        <p:spPr>
          <a:xfrm>
            <a:off x="457200" y="5286375"/>
            <a:ext cx="2130425" cy="1571625"/>
          </a:xfrm>
          <a:custGeom>
            <a:avLst/>
            <a:gdLst/>
            <a:ahLst/>
            <a:cxnLst/>
            <a:rect l="l" t="t" r="r" b="b"/>
            <a:pathLst>
              <a:path w="2130425" h="1571625">
                <a:moveTo>
                  <a:pt x="0" y="0"/>
                </a:moveTo>
                <a:lnTo>
                  <a:pt x="0" y="4762"/>
                </a:lnTo>
                <a:lnTo>
                  <a:pt x="1495425" y="1571624"/>
                </a:lnTo>
                <a:lnTo>
                  <a:pt x="2130425" y="1571624"/>
                </a:lnTo>
                <a:lnTo>
                  <a:pt x="247650" y="42862"/>
                </a:lnTo>
                <a:lnTo>
                  <a:pt x="0" y="0"/>
                </a:lnTo>
                <a:close/>
              </a:path>
            </a:pathLst>
          </a:custGeom>
          <a:solidFill>
            <a:srgbClr val="1482AC"/>
          </a:solidFill>
        </p:spPr>
        <p:txBody>
          <a:bodyPr wrap="square" lIns="0" tIns="0" rIns="0" bIns="0" rtlCol="0"/>
          <a:lstStyle/>
          <a:p>
            <a:endParaRPr/>
          </a:p>
        </p:txBody>
      </p:sp>
      <p:sp>
        <p:nvSpPr>
          <p:cNvPr id="21" name="bg object 21"/>
          <p:cNvSpPr/>
          <p:nvPr/>
        </p:nvSpPr>
        <p:spPr>
          <a:xfrm>
            <a:off x="150811" y="5238750"/>
            <a:ext cx="1695450" cy="1619250"/>
          </a:xfrm>
          <a:custGeom>
            <a:avLst/>
            <a:gdLst/>
            <a:ahLst/>
            <a:cxnLst/>
            <a:rect l="l" t="t" r="r" b="b"/>
            <a:pathLst>
              <a:path w="1695450" h="1619250">
                <a:moveTo>
                  <a:pt x="0" y="0"/>
                </a:moveTo>
                <a:lnTo>
                  <a:pt x="1228725" y="1619249"/>
                </a:lnTo>
                <a:lnTo>
                  <a:pt x="1695450" y="1619249"/>
                </a:lnTo>
                <a:lnTo>
                  <a:pt x="292100" y="95250"/>
                </a:lnTo>
                <a:lnTo>
                  <a:pt x="244475" y="42862"/>
                </a:lnTo>
                <a:lnTo>
                  <a:pt x="249237" y="42862"/>
                </a:lnTo>
                <a:lnTo>
                  <a:pt x="249237" y="38100"/>
                </a:lnTo>
                <a:lnTo>
                  <a:pt x="244475" y="38100"/>
                </a:lnTo>
                <a:lnTo>
                  <a:pt x="0" y="0"/>
                </a:lnTo>
                <a:close/>
              </a:path>
            </a:pathLst>
          </a:custGeom>
          <a:solidFill>
            <a:srgbClr val="404040"/>
          </a:solidFill>
        </p:spPr>
        <p:txBody>
          <a:bodyPr wrap="square" lIns="0" tIns="0" rIns="0" bIns="0" rtlCol="0"/>
          <a:lstStyle/>
          <a:p>
            <a:endParaRPr/>
          </a:p>
        </p:txBody>
      </p:sp>
      <p:sp>
        <p:nvSpPr>
          <p:cNvPr id="2" name="Holder 2"/>
          <p:cNvSpPr>
            <a:spLocks noGrp="1"/>
          </p:cNvSpPr>
          <p:nvPr>
            <p:ph type="title"/>
          </p:nvPr>
        </p:nvSpPr>
        <p:spPr>
          <a:xfrm>
            <a:off x="934405" y="309371"/>
            <a:ext cx="10323189" cy="799591"/>
          </a:xfrm>
          <a:prstGeom prst="rect">
            <a:avLst/>
          </a:prstGeom>
        </p:spPr>
        <p:txBody>
          <a:bodyPr wrap="square" lIns="0" tIns="0" rIns="0" bIns="0">
            <a:spAutoFit/>
          </a:bodyPr>
          <a:lstStyle>
            <a:lvl1pPr>
              <a:defRPr sz="2000" b="0" i="0">
                <a:solidFill>
                  <a:schemeClr val="tx1"/>
                </a:solidFill>
                <a:latin typeface="Corbel"/>
                <a:cs typeface="Corbel"/>
              </a:defRPr>
            </a:lvl1pPr>
          </a:lstStyle>
          <a:p>
            <a:endParaRPr/>
          </a:p>
        </p:txBody>
      </p:sp>
      <p:sp>
        <p:nvSpPr>
          <p:cNvPr id="3" name="Holder 3"/>
          <p:cNvSpPr>
            <a:spLocks noGrp="1"/>
          </p:cNvSpPr>
          <p:nvPr>
            <p:ph type="body" idx="1"/>
          </p:nvPr>
        </p:nvSpPr>
        <p:spPr>
          <a:xfrm>
            <a:off x="1563047" y="1176401"/>
            <a:ext cx="9860915" cy="4765675"/>
          </a:xfrm>
          <a:prstGeom prst="rect">
            <a:avLst/>
          </a:prstGeom>
        </p:spPr>
        <p:txBody>
          <a:bodyPr wrap="square" lIns="0" tIns="0" rIns="0" bIns="0">
            <a:spAutoFit/>
          </a:bodyPr>
          <a:lstStyle>
            <a:lvl1pPr>
              <a:defRPr sz="1600" b="0" i="0">
                <a:solidFill>
                  <a:schemeClr val="tx1"/>
                </a:solidFill>
                <a:latin typeface="Corbel"/>
                <a:cs typeface="Corbe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12/2/2025</a:t>
            </a:fld>
            <a:endParaRPr lang="en-US"/>
          </a:p>
        </p:txBody>
      </p:sp>
      <p:sp>
        <p:nvSpPr>
          <p:cNvPr id="6" name="Holder 6"/>
          <p:cNvSpPr>
            <a:spLocks noGrp="1"/>
          </p:cNvSpPr>
          <p:nvPr>
            <p:ph type="sldNum" sz="quarter" idx="7"/>
          </p:nvPr>
        </p:nvSpPr>
        <p:spPr>
          <a:xfrm>
            <a:off x="11927535" y="6607600"/>
            <a:ext cx="223202" cy="152400"/>
          </a:xfrm>
          <a:prstGeom prst="rect">
            <a:avLst/>
          </a:prstGeom>
        </p:spPr>
        <p:txBody>
          <a:bodyPr wrap="square" lIns="0" tIns="0" rIns="0" bIns="0">
            <a:spAutoFit/>
          </a:bodyPr>
          <a:lstStyle>
            <a:lvl1pPr>
              <a:defRPr sz="1000" b="0" i="0">
                <a:solidFill>
                  <a:schemeClr val="tx1"/>
                </a:solidFill>
                <a:latin typeface="Corbel"/>
                <a:cs typeface="Corbel"/>
              </a:defRPr>
            </a:lvl1pPr>
          </a:lstStyle>
          <a:p>
            <a:pPr marL="114300">
              <a:lnSpc>
                <a:spcPts val="1045"/>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jp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jpg"/><Relationship Id="rId4" Type="http://schemas.openxmlformats.org/officeDocument/2006/relationships/image" Target="../media/image8.png"/><Relationship Id="rId9" Type="http://schemas.openxmlformats.org/officeDocument/2006/relationships/image" Target="../media/image13.jp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jp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3.jpg"/></Relationships>
</file>

<file path=ppt/slides/_rels/slide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28.jpg"/><Relationship Id="rId4" Type="http://schemas.openxmlformats.org/officeDocument/2006/relationships/image" Target="../media/image27.jp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1.jp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3.jpg"/><Relationship Id="rId5" Type="http://schemas.openxmlformats.org/officeDocument/2006/relationships/image" Target="../media/image17.png"/><Relationship Id="rId4" Type="http://schemas.openxmlformats.org/officeDocument/2006/relationships/image" Target="../media/image30.jpg"/></Relationships>
</file>

<file path=ppt/slides/_rels/slide17.xml.rels><?xml version="1.0" encoding="UTF-8" standalone="yes"?>
<Relationships xmlns="http://schemas.openxmlformats.org/package/2006/relationships"><Relationship Id="rId8" Type="http://schemas.openxmlformats.org/officeDocument/2006/relationships/image" Target="../media/image33.jpg"/><Relationship Id="rId3" Type="http://schemas.openxmlformats.org/officeDocument/2006/relationships/image" Target="../media/image30.jpg"/><Relationship Id="rId7" Type="http://schemas.openxmlformats.org/officeDocument/2006/relationships/image" Target="../media/image32.jp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3.jpg"/><Relationship Id="rId5" Type="http://schemas.openxmlformats.org/officeDocument/2006/relationships/image" Target="../media/image5.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4.jpg"/><Relationship Id="rId4" Type="http://schemas.openxmlformats.org/officeDocument/2006/relationships/image" Target="../media/image13.jpg"/></Relationships>
</file>

<file path=ppt/slides/_rels/slide19.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6.jpg"/><Relationship Id="rId5" Type="http://schemas.openxmlformats.org/officeDocument/2006/relationships/image" Target="../media/image13.jp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17.png"/><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5.xml"/><Relationship Id="rId5" Type="http://schemas.openxmlformats.org/officeDocument/2006/relationships/image" Target="../media/image40.jpg"/><Relationship Id="rId4" Type="http://schemas.openxmlformats.org/officeDocument/2006/relationships/image" Target="../media/image39.jpg"/></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43.png"/><Relationship Id="rId4" Type="http://schemas.openxmlformats.org/officeDocument/2006/relationships/image" Target="../media/image42.png"/></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5.jpg"/></Relationships>
</file>

<file path=ppt/slides/_rels/slide24.xml.rels><?xml version="1.0" encoding="UTF-8" standalone="yes"?>
<Relationships xmlns="http://schemas.openxmlformats.org/package/2006/relationships"><Relationship Id="rId3" Type="http://schemas.openxmlformats.org/officeDocument/2006/relationships/image" Target="../media/image47.jpg"/><Relationship Id="rId7" Type="http://schemas.openxmlformats.org/officeDocument/2006/relationships/image" Target="../media/image50.jp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49.jpg"/><Relationship Id="rId5" Type="http://schemas.openxmlformats.org/officeDocument/2006/relationships/image" Target="../media/image48.png"/><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27.xml.rels><?xml version="1.0" encoding="UTF-8" standalone="yes"?>
<Relationships xmlns="http://schemas.openxmlformats.org/package/2006/relationships"><Relationship Id="rId8" Type="http://schemas.openxmlformats.org/officeDocument/2006/relationships/image" Target="../media/image57.jpg"/><Relationship Id="rId3" Type="http://schemas.openxmlformats.org/officeDocument/2006/relationships/image" Target="../media/image54.png"/><Relationship Id="rId7" Type="http://schemas.openxmlformats.org/officeDocument/2006/relationships/image" Target="../media/image13.jp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56.png"/><Relationship Id="rId4" Type="http://schemas.openxmlformats.org/officeDocument/2006/relationships/image" Target="../media/image55.png"/></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62.jpg"/><Relationship Id="rId5" Type="http://schemas.openxmlformats.org/officeDocument/2006/relationships/image" Target="../media/image61.png"/><Relationship Id="rId4" Type="http://schemas.openxmlformats.org/officeDocument/2006/relationships/image" Target="../media/image60.png"/></Relationships>
</file>

<file path=ppt/slides/_rels/slide3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1.png"/><Relationship Id="rId7" Type="http://schemas.openxmlformats.org/officeDocument/2006/relationships/image" Target="../media/image66.png"/><Relationship Id="rId12" Type="http://schemas.openxmlformats.org/officeDocument/2006/relationships/image" Target="../media/image7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0" Type="http://schemas.openxmlformats.org/officeDocument/2006/relationships/image" Target="../media/image69.png"/><Relationship Id="rId4" Type="http://schemas.openxmlformats.org/officeDocument/2006/relationships/image" Target="../media/image2.png"/><Relationship Id="rId9" Type="http://schemas.openxmlformats.org/officeDocument/2006/relationships/image" Target="../media/image68.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8" Type="http://schemas.openxmlformats.org/officeDocument/2006/relationships/image" Target="../media/image77.jpg"/><Relationship Id="rId13" Type="http://schemas.openxmlformats.org/officeDocument/2006/relationships/image" Target="../media/image82.png"/><Relationship Id="rId3" Type="http://schemas.openxmlformats.org/officeDocument/2006/relationships/image" Target="../media/image72.png"/><Relationship Id="rId7" Type="http://schemas.openxmlformats.org/officeDocument/2006/relationships/image" Target="../media/image76.png"/><Relationship Id="rId12" Type="http://schemas.openxmlformats.org/officeDocument/2006/relationships/image" Target="../media/image81.png"/><Relationship Id="rId2" Type="http://schemas.openxmlformats.org/officeDocument/2006/relationships/notesSlide" Target="../notesSlides/notesSlide23.xml"/><Relationship Id="rId16" Type="http://schemas.openxmlformats.org/officeDocument/2006/relationships/image" Target="../media/image85.png"/><Relationship Id="rId1" Type="http://schemas.openxmlformats.org/officeDocument/2006/relationships/slideLayout" Target="../slideLayouts/slideLayout3.xml"/><Relationship Id="rId6" Type="http://schemas.openxmlformats.org/officeDocument/2006/relationships/image" Target="../media/image75.png"/><Relationship Id="rId11" Type="http://schemas.openxmlformats.org/officeDocument/2006/relationships/image" Target="../media/image80.png"/><Relationship Id="rId5" Type="http://schemas.openxmlformats.org/officeDocument/2006/relationships/image" Target="../media/image74.png"/><Relationship Id="rId15" Type="http://schemas.openxmlformats.org/officeDocument/2006/relationships/image" Target="../media/image84.png"/><Relationship Id="rId10" Type="http://schemas.openxmlformats.org/officeDocument/2006/relationships/image" Target="../media/image79.png"/><Relationship Id="rId4" Type="http://schemas.openxmlformats.org/officeDocument/2006/relationships/image" Target="../media/image73.png"/><Relationship Id="rId9" Type="http://schemas.openxmlformats.org/officeDocument/2006/relationships/image" Target="../media/image78.png"/><Relationship Id="rId14" Type="http://schemas.openxmlformats.org/officeDocument/2006/relationships/image" Target="../media/image83.png"/></Relationships>
</file>

<file path=ppt/slides/_rels/slide34.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image" Target="../media/image87.png"/><Relationship Id="rId3" Type="http://schemas.openxmlformats.org/officeDocument/2006/relationships/image" Target="../media/image1.png"/><Relationship Id="rId7" Type="http://schemas.openxmlformats.org/officeDocument/2006/relationships/image" Target="../media/image74.png"/><Relationship Id="rId12" Type="http://schemas.openxmlformats.org/officeDocument/2006/relationships/image" Target="../media/image80.png"/><Relationship Id="rId2" Type="http://schemas.openxmlformats.org/officeDocument/2006/relationships/notesSlide" Target="../notesSlides/notesSlide24.xml"/><Relationship Id="rId16" Type="http://schemas.openxmlformats.org/officeDocument/2006/relationships/image" Target="../media/image89.jpg"/><Relationship Id="rId1" Type="http://schemas.openxmlformats.org/officeDocument/2006/relationships/slideLayout" Target="../slideLayouts/slideLayout2.xml"/><Relationship Id="rId6" Type="http://schemas.openxmlformats.org/officeDocument/2006/relationships/image" Target="../media/image73.png"/><Relationship Id="rId11" Type="http://schemas.openxmlformats.org/officeDocument/2006/relationships/image" Target="../media/image79.png"/><Relationship Id="rId5" Type="http://schemas.openxmlformats.org/officeDocument/2006/relationships/image" Target="../media/image72.png"/><Relationship Id="rId15" Type="http://schemas.openxmlformats.org/officeDocument/2006/relationships/image" Target="../media/image85.png"/><Relationship Id="rId10" Type="http://schemas.openxmlformats.org/officeDocument/2006/relationships/image" Target="../media/image78.png"/><Relationship Id="rId4" Type="http://schemas.openxmlformats.org/officeDocument/2006/relationships/image" Target="../media/image2.png"/><Relationship Id="rId9" Type="http://schemas.openxmlformats.org/officeDocument/2006/relationships/image" Target="../media/image86.png"/><Relationship Id="rId14" Type="http://schemas.openxmlformats.org/officeDocument/2006/relationships/image" Target="../media/image88.png"/></Relationships>
</file>

<file path=ppt/slides/_rels/slide35.xml.rels><?xml version="1.0" encoding="UTF-8" standalone="yes"?>
<Relationships xmlns="http://schemas.openxmlformats.org/package/2006/relationships"><Relationship Id="rId8" Type="http://schemas.openxmlformats.org/officeDocument/2006/relationships/image" Target="../media/image78.png"/><Relationship Id="rId13" Type="http://schemas.openxmlformats.org/officeDocument/2006/relationships/image" Target="../media/image85.png"/><Relationship Id="rId3" Type="http://schemas.openxmlformats.org/officeDocument/2006/relationships/image" Target="../media/image72.png"/><Relationship Id="rId7" Type="http://schemas.openxmlformats.org/officeDocument/2006/relationships/image" Target="../media/image92.png"/><Relationship Id="rId12" Type="http://schemas.openxmlformats.org/officeDocument/2006/relationships/image" Target="../media/image94.png"/><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image" Target="../media/image91.png"/><Relationship Id="rId11" Type="http://schemas.openxmlformats.org/officeDocument/2006/relationships/image" Target="../media/image93.png"/><Relationship Id="rId5" Type="http://schemas.openxmlformats.org/officeDocument/2006/relationships/image" Target="../media/image90.png"/><Relationship Id="rId10" Type="http://schemas.openxmlformats.org/officeDocument/2006/relationships/image" Target="../media/image80.png"/><Relationship Id="rId4" Type="http://schemas.openxmlformats.org/officeDocument/2006/relationships/image" Target="../media/image73.png"/><Relationship Id="rId9" Type="http://schemas.openxmlformats.org/officeDocument/2006/relationships/image" Target="../media/image79.png"/><Relationship Id="rId14" Type="http://schemas.openxmlformats.org/officeDocument/2006/relationships/image" Target="../media/image95.jpg"/></Relationships>
</file>

<file path=ppt/slides/_rels/slide36.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image" Target="../media/image98.png"/><Relationship Id="rId3" Type="http://schemas.openxmlformats.org/officeDocument/2006/relationships/image" Target="../media/image1.png"/><Relationship Id="rId7" Type="http://schemas.openxmlformats.org/officeDocument/2006/relationships/image" Target="../media/image96.png"/><Relationship Id="rId12" Type="http://schemas.openxmlformats.org/officeDocument/2006/relationships/image" Target="../media/image80.png"/><Relationship Id="rId2" Type="http://schemas.openxmlformats.org/officeDocument/2006/relationships/notesSlide" Target="../notesSlides/notesSlide26.xml"/><Relationship Id="rId16" Type="http://schemas.openxmlformats.org/officeDocument/2006/relationships/image" Target="../media/image100.jpg"/><Relationship Id="rId1" Type="http://schemas.openxmlformats.org/officeDocument/2006/relationships/slideLayout" Target="../slideLayouts/slideLayout2.xml"/><Relationship Id="rId6" Type="http://schemas.openxmlformats.org/officeDocument/2006/relationships/image" Target="../media/image73.png"/><Relationship Id="rId11" Type="http://schemas.openxmlformats.org/officeDocument/2006/relationships/image" Target="../media/image79.png"/><Relationship Id="rId5" Type="http://schemas.openxmlformats.org/officeDocument/2006/relationships/image" Target="../media/image72.png"/><Relationship Id="rId15" Type="http://schemas.openxmlformats.org/officeDocument/2006/relationships/image" Target="../media/image85.png"/><Relationship Id="rId10" Type="http://schemas.openxmlformats.org/officeDocument/2006/relationships/image" Target="../media/image78.png"/><Relationship Id="rId4" Type="http://schemas.openxmlformats.org/officeDocument/2006/relationships/image" Target="../media/image2.png"/><Relationship Id="rId9" Type="http://schemas.openxmlformats.org/officeDocument/2006/relationships/image" Target="../media/image97.png"/><Relationship Id="rId14" Type="http://schemas.openxmlformats.org/officeDocument/2006/relationships/image" Target="../media/image99.png"/></Relationships>
</file>

<file path=ppt/slides/_rels/slide37.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101.png"/><Relationship Id="rId7" Type="http://schemas.openxmlformats.org/officeDocument/2006/relationships/image" Target="../media/image105.jp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102.png"/></Relationships>
</file>

<file path=ppt/slides/_rels/slide38.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102.png"/></Relationships>
</file>

<file path=ppt/slides/_rels/slide39.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102.png"/></Relationships>
</file>

<file path=ppt/slides/_rels/slide40.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110.jpg"/><Relationship Id="rId5" Type="http://schemas.openxmlformats.org/officeDocument/2006/relationships/image" Target="../media/image109.png"/><Relationship Id="rId4" Type="http://schemas.openxmlformats.org/officeDocument/2006/relationships/image" Target="../media/image108.png"/></Relationships>
</file>

<file path=ppt/slides/_rels/slide41.xml.rels><?xml version="1.0" encoding="UTF-8" standalone="yes"?>
<Relationships xmlns="http://schemas.openxmlformats.org/package/2006/relationships"><Relationship Id="rId3" Type="http://schemas.openxmlformats.org/officeDocument/2006/relationships/image" Target="../media/image112.jpg"/><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118.jpg"/><Relationship Id="rId3" Type="http://schemas.openxmlformats.org/officeDocument/2006/relationships/image" Target="../media/image102.png"/><Relationship Id="rId7" Type="http://schemas.openxmlformats.org/officeDocument/2006/relationships/image" Target="../media/image117.jpg"/><Relationship Id="rId2" Type="http://schemas.openxmlformats.org/officeDocument/2006/relationships/image" Target="../media/image113.png"/><Relationship Id="rId1" Type="http://schemas.openxmlformats.org/officeDocument/2006/relationships/slideLayout" Target="../slideLayouts/slideLayout5.xml"/><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image" Target="../media/image114.png"/></Relationships>
</file>

<file path=ppt/slides/_rels/slide43.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45.xml.rels><?xml version="1.0" encoding="UTF-8" standalone="yes"?>
<Relationships xmlns="http://schemas.openxmlformats.org/package/2006/relationships"><Relationship Id="rId3" Type="http://schemas.openxmlformats.org/officeDocument/2006/relationships/image" Target="../media/image121.png"/><Relationship Id="rId7"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123.png"/><Relationship Id="rId5" Type="http://schemas.openxmlformats.org/officeDocument/2006/relationships/image" Target="../media/image122.png"/><Relationship Id="rId4" Type="http://schemas.openxmlformats.org/officeDocument/2006/relationships/image" Target="../media/image102.png"/></Relationships>
</file>

<file path=ppt/slides/_rels/slide46.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123.png"/><Relationship Id="rId5" Type="http://schemas.openxmlformats.org/officeDocument/2006/relationships/image" Target="../media/image122.png"/><Relationship Id="rId4" Type="http://schemas.openxmlformats.org/officeDocument/2006/relationships/image" Target="../media/image102.png"/></Relationships>
</file>

<file path=ppt/slides/_rels/slide47.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image" Target="../media/image126.png"/><Relationship Id="rId7" Type="http://schemas.openxmlformats.org/officeDocument/2006/relationships/image" Target="../media/image129.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102.png"/><Relationship Id="rId5" Type="http://schemas.openxmlformats.org/officeDocument/2006/relationships/image" Target="../media/image128.png"/><Relationship Id="rId4" Type="http://schemas.openxmlformats.org/officeDocument/2006/relationships/image" Target="../media/image127.png"/><Relationship Id="rId9" Type="http://schemas.openxmlformats.org/officeDocument/2006/relationships/image" Target="../media/image5.png"/></Relationships>
</file>

<file path=ppt/slides/_rels/slide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135.png"/></Relationships>
</file>

<file path=ppt/slides/_rels/slide54.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140.png"/></Relationships>
</file>

<file path=ppt/slides/_rels/slide61.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42.png"/><Relationship Id="rId7" Type="http://schemas.openxmlformats.org/officeDocument/2006/relationships/image" Target="../media/image145.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108.png"/><Relationship Id="rId5" Type="http://schemas.openxmlformats.org/officeDocument/2006/relationships/image" Target="../media/image144.png"/><Relationship Id="rId4" Type="http://schemas.openxmlformats.org/officeDocument/2006/relationships/image" Target="../media/image143.png"/></Relationships>
</file>

<file path=ppt/slides/_rels/slide63.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147.png"/></Relationships>
</file>

<file path=ppt/slides/_rels/slide64.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9.png"/><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9.png"/><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4.png"/><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46100" y="0"/>
            <a:ext cx="11533505" cy="6858000"/>
            <a:chOff x="546100" y="0"/>
            <a:chExt cx="11533505" cy="6858000"/>
          </a:xfrm>
        </p:grpSpPr>
        <p:sp>
          <p:nvSpPr>
            <p:cNvPr id="3" name="object 3"/>
            <p:cNvSpPr/>
            <p:nvPr/>
          </p:nvSpPr>
          <p:spPr>
            <a:xfrm>
              <a:off x="984250" y="0"/>
              <a:ext cx="1062990" cy="2778125"/>
            </a:xfrm>
            <a:custGeom>
              <a:avLst/>
              <a:gdLst/>
              <a:ahLst/>
              <a:cxnLst/>
              <a:rect l="l" t="t" r="r" b="b"/>
              <a:pathLst>
                <a:path w="1062989" h="2778125">
                  <a:moveTo>
                    <a:pt x="1062416" y="0"/>
                  </a:moveTo>
                  <a:lnTo>
                    <a:pt x="681417" y="0"/>
                  </a:lnTo>
                  <a:lnTo>
                    <a:pt x="0" y="2687637"/>
                  </a:lnTo>
                  <a:lnTo>
                    <a:pt x="357187" y="2778125"/>
                  </a:lnTo>
                  <a:lnTo>
                    <a:pt x="1062416" y="0"/>
                  </a:lnTo>
                  <a:close/>
                </a:path>
              </a:pathLst>
            </a:custGeom>
            <a:solidFill>
              <a:srgbClr val="1CADE4"/>
            </a:solidFill>
          </p:spPr>
          <p:txBody>
            <a:bodyPr wrap="square" lIns="0" tIns="0" rIns="0" bIns="0" rtlCol="0"/>
            <a:lstStyle/>
            <a:p>
              <a:endParaRPr/>
            </a:p>
          </p:txBody>
        </p:sp>
        <p:sp>
          <p:nvSpPr>
            <p:cNvPr id="4" name="object 4"/>
            <p:cNvSpPr/>
            <p:nvPr/>
          </p:nvSpPr>
          <p:spPr>
            <a:xfrm>
              <a:off x="546100" y="0"/>
              <a:ext cx="1034415" cy="2668905"/>
            </a:xfrm>
            <a:custGeom>
              <a:avLst/>
              <a:gdLst/>
              <a:ahLst/>
              <a:cxnLst/>
              <a:rect l="l" t="t" r="r" b="b"/>
              <a:pathLst>
                <a:path w="1034415" h="2668905">
                  <a:moveTo>
                    <a:pt x="1033842" y="0"/>
                  </a:moveTo>
                  <a:lnTo>
                    <a:pt x="651259" y="0"/>
                  </a:lnTo>
                  <a:lnTo>
                    <a:pt x="0" y="2578100"/>
                  </a:lnTo>
                  <a:lnTo>
                    <a:pt x="347662" y="2663825"/>
                  </a:lnTo>
                  <a:lnTo>
                    <a:pt x="357187" y="2668587"/>
                  </a:lnTo>
                  <a:lnTo>
                    <a:pt x="1033842" y="0"/>
                  </a:lnTo>
                  <a:close/>
                </a:path>
              </a:pathLst>
            </a:custGeom>
            <a:solidFill>
              <a:srgbClr val="595959"/>
            </a:solidFill>
          </p:spPr>
          <p:txBody>
            <a:bodyPr wrap="square" lIns="0" tIns="0" rIns="0" bIns="0" rtlCol="0"/>
            <a:lstStyle/>
            <a:p>
              <a:endParaRPr/>
            </a:p>
          </p:txBody>
        </p:sp>
        <p:sp>
          <p:nvSpPr>
            <p:cNvPr id="5" name="object 5"/>
            <p:cNvSpPr/>
            <p:nvPr/>
          </p:nvSpPr>
          <p:spPr>
            <a:xfrm>
              <a:off x="546100" y="2582862"/>
              <a:ext cx="2694305" cy="4275455"/>
            </a:xfrm>
            <a:custGeom>
              <a:avLst/>
              <a:gdLst/>
              <a:ahLst/>
              <a:cxnLst/>
              <a:rect l="l" t="t" r="r" b="b"/>
              <a:pathLst>
                <a:path w="2694305" h="4275455">
                  <a:moveTo>
                    <a:pt x="0" y="0"/>
                  </a:moveTo>
                  <a:lnTo>
                    <a:pt x="2574925" y="4275137"/>
                  </a:lnTo>
                  <a:lnTo>
                    <a:pt x="2693987" y="4275137"/>
                  </a:lnTo>
                  <a:lnTo>
                    <a:pt x="0" y="0"/>
                  </a:lnTo>
                  <a:close/>
                </a:path>
              </a:pathLst>
            </a:custGeom>
            <a:solidFill>
              <a:srgbClr val="262626"/>
            </a:solidFill>
          </p:spPr>
          <p:txBody>
            <a:bodyPr wrap="square" lIns="0" tIns="0" rIns="0" bIns="0" rtlCol="0"/>
            <a:lstStyle/>
            <a:p>
              <a:endParaRPr/>
            </a:p>
          </p:txBody>
        </p:sp>
        <p:sp>
          <p:nvSpPr>
            <p:cNvPr id="6" name="object 6"/>
            <p:cNvSpPr/>
            <p:nvPr/>
          </p:nvSpPr>
          <p:spPr>
            <a:xfrm>
              <a:off x="989012" y="2692400"/>
              <a:ext cx="3332479" cy="4165600"/>
            </a:xfrm>
            <a:custGeom>
              <a:avLst/>
              <a:gdLst/>
              <a:ahLst/>
              <a:cxnLst/>
              <a:rect l="l" t="t" r="r" b="b"/>
              <a:pathLst>
                <a:path w="3332479" h="4165600">
                  <a:moveTo>
                    <a:pt x="0" y="0"/>
                  </a:moveTo>
                  <a:lnTo>
                    <a:pt x="3208336" y="4165599"/>
                  </a:lnTo>
                  <a:lnTo>
                    <a:pt x="3332161" y="4165599"/>
                  </a:lnTo>
                  <a:lnTo>
                    <a:pt x="0" y="0"/>
                  </a:lnTo>
                  <a:close/>
                </a:path>
              </a:pathLst>
            </a:custGeom>
            <a:solidFill>
              <a:srgbClr val="0E5772"/>
            </a:solidFill>
          </p:spPr>
          <p:txBody>
            <a:bodyPr wrap="square" lIns="0" tIns="0" rIns="0" bIns="0" rtlCol="0"/>
            <a:lstStyle/>
            <a:p>
              <a:endParaRPr/>
            </a:p>
          </p:txBody>
        </p:sp>
        <p:sp>
          <p:nvSpPr>
            <p:cNvPr id="7" name="object 7"/>
            <p:cNvSpPr/>
            <p:nvPr/>
          </p:nvSpPr>
          <p:spPr>
            <a:xfrm>
              <a:off x="984250" y="2687637"/>
              <a:ext cx="4577080" cy="4170679"/>
            </a:xfrm>
            <a:custGeom>
              <a:avLst/>
              <a:gdLst/>
              <a:ahLst/>
              <a:cxnLst/>
              <a:rect l="l" t="t" r="r" b="b"/>
              <a:pathLst>
                <a:path w="4577080" h="4170679">
                  <a:moveTo>
                    <a:pt x="0" y="0"/>
                  </a:moveTo>
                  <a:lnTo>
                    <a:pt x="4762" y="4762"/>
                  </a:lnTo>
                  <a:lnTo>
                    <a:pt x="3336925" y="4170362"/>
                  </a:lnTo>
                  <a:lnTo>
                    <a:pt x="4576761" y="4170362"/>
                  </a:lnTo>
                  <a:lnTo>
                    <a:pt x="357187" y="90487"/>
                  </a:lnTo>
                  <a:lnTo>
                    <a:pt x="0" y="0"/>
                  </a:lnTo>
                  <a:close/>
                </a:path>
              </a:pathLst>
            </a:custGeom>
            <a:solidFill>
              <a:srgbClr val="1482AC"/>
            </a:solidFill>
          </p:spPr>
          <p:txBody>
            <a:bodyPr wrap="square" lIns="0" tIns="0" rIns="0" bIns="0" rtlCol="0"/>
            <a:lstStyle/>
            <a:p>
              <a:endParaRPr/>
            </a:p>
          </p:txBody>
        </p:sp>
        <p:sp>
          <p:nvSpPr>
            <p:cNvPr id="8" name="object 8"/>
            <p:cNvSpPr/>
            <p:nvPr/>
          </p:nvSpPr>
          <p:spPr>
            <a:xfrm>
              <a:off x="546100" y="2578100"/>
              <a:ext cx="3584575" cy="4279900"/>
            </a:xfrm>
            <a:custGeom>
              <a:avLst/>
              <a:gdLst/>
              <a:ahLst/>
              <a:cxnLst/>
              <a:rect l="l" t="t" r="r" b="b"/>
              <a:pathLst>
                <a:path w="3584575" h="4279900">
                  <a:moveTo>
                    <a:pt x="0" y="0"/>
                  </a:moveTo>
                  <a:lnTo>
                    <a:pt x="0" y="4762"/>
                  </a:lnTo>
                  <a:lnTo>
                    <a:pt x="2693987" y="4279899"/>
                  </a:lnTo>
                  <a:lnTo>
                    <a:pt x="3584575" y="4279899"/>
                  </a:lnTo>
                  <a:lnTo>
                    <a:pt x="419100" y="176212"/>
                  </a:lnTo>
                  <a:lnTo>
                    <a:pt x="361950" y="95250"/>
                  </a:lnTo>
                  <a:lnTo>
                    <a:pt x="357187" y="90487"/>
                  </a:lnTo>
                  <a:lnTo>
                    <a:pt x="0" y="0"/>
                  </a:lnTo>
                  <a:close/>
                </a:path>
              </a:pathLst>
            </a:custGeom>
            <a:solidFill>
              <a:srgbClr val="404040"/>
            </a:solidFill>
          </p:spPr>
          <p:txBody>
            <a:bodyPr wrap="square" lIns="0" tIns="0" rIns="0" bIns="0" rtlCol="0"/>
            <a:lstStyle/>
            <a:p>
              <a:endParaRPr/>
            </a:p>
          </p:txBody>
        </p:sp>
        <p:pic>
          <p:nvPicPr>
            <p:cNvPr id="9" name="object 9"/>
            <p:cNvPicPr/>
            <p:nvPr/>
          </p:nvPicPr>
          <p:blipFill>
            <a:blip r:embed="rId2" cstate="print"/>
            <a:stretch>
              <a:fillRect/>
            </a:stretch>
          </p:blipFill>
          <p:spPr>
            <a:xfrm>
              <a:off x="3282695" y="1880616"/>
              <a:ext cx="8796528" cy="1670303"/>
            </a:xfrm>
            <a:prstGeom prst="rect">
              <a:avLst/>
            </a:prstGeom>
          </p:spPr>
        </p:pic>
        <p:pic>
          <p:nvPicPr>
            <p:cNvPr id="10" name="object 10"/>
            <p:cNvPicPr/>
            <p:nvPr/>
          </p:nvPicPr>
          <p:blipFill>
            <a:blip r:embed="rId3" cstate="print"/>
            <a:stretch>
              <a:fillRect/>
            </a:stretch>
          </p:blipFill>
          <p:spPr>
            <a:xfrm>
              <a:off x="6053328" y="2795016"/>
              <a:ext cx="5873496" cy="1670304"/>
            </a:xfrm>
            <a:prstGeom prst="rect">
              <a:avLst/>
            </a:prstGeom>
          </p:spPr>
        </p:pic>
      </p:grpSp>
      <p:sp>
        <p:nvSpPr>
          <p:cNvPr id="11" name="object 11"/>
          <p:cNvSpPr txBox="1"/>
          <p:nvPr/>
        </p:nvSpPr>
        <p:spPr>
          <a:xfrm>
            <a:off x="3739105" y="2056891"/>
            <a:ext cx="7685405" cy="1854200"/>
          </a:xfrm>
          <a:prstGeom prst="rect">
            <a:avLst/>
          </a:prstGeom>
        </p:spPr>
        <p:txBody>
          <a:bodyPr vert="horz" wrap="square" lIns="0" tIns="12700" rIns="0" bIns="0" rtlCol="0">
            <a:spAutoFit/>
          </a:bodyPr>
          <a:lstStyle/>
          <a:p>
            <a:pPr marR="5080" algn="r">
              <a:lnSpc>
                <a:spcPct val="100000"/>
              </a:lnSpc>
              <a:spcBef>
                <a:spcPts val="100"/>
              </a:spcBef>
            </a:pPr>
            <a:r>
              <a:rPr sz="6000" dirty="0">
                <a:latin typeface="Corbel"/>
                <a:cs typeface="Corbel"/>
              </a:rPr>
              <a:t>Operation</a:t>
            </a:r>
            <a:r>
              <a:rPr sz="6000" spc="-135" dirty="0">
                <a:latin typeface="Corbel"/>
                <a:cs typeface="Corbel"/>
              </a:rPr>
              <a:t> </a:t>
            </a:r>
            <a:r>
              <a:rPr sz="6000" dirty="0">
                <a:latin typeface="Corbel"/>
                <a:cs typeface="Corbel"/>
              </a:rPr>
              <a:t>of</a:t>
            </a:r>
            <a:r>
              <a:rPr sz="6000" spc="-280" dirty="0">
                <a:latin typeface="Corbel"/>
                <a:cs typeface="Corbel"/>
              </a:rPr>
              <a:t> </a:t>
            </a:r>
            <a:r>
              <a:rPr sz="6000" spc="-10" dirty="0">
                <a:latin typeface="Corbel"/>
                <a:cs typeface="Corbel"/>
              </a:rPr>
              <a:t>Unmanned</a:t>
            </a:r>
            <a:endParaRPr sz="6000">
              <a:latin typeface="Corbel"/>
              <a:cs typeface="Corbel"/>
            </a:endParaRPr>
          </a:p>
          <a:p>
            <a:pPr marR="5080" algn="r">
              <a:lnSpc>
                <a:spcPct val="100000"/>
              </a:lnSpc>
            </a:pPr>
            <a:r>
              <a:rPr sz="6000" dirty="0">
                <a:latin typeface="Corbel"/>
                <a:cs typeface="Corbel"/>
              </a:rPr>
              <a:t>Aircraft</a:t>
            </a:r>
            <a:r>
              <a:rPr sz="6000" spc="-260" dirty="0">
                <a:latin typeface="Corbel"/>
                <a:cs typeface="Corbel"/>
              </a:rPr>
              <a:t> </a:t>
            </a:r>
            <a:r>
              <a:rPr sz="6000" spc="-10" dirty="0">
                <a:latin typeface="Corbel"/>
                <a:cs typeface="Corbel"/>
              </a:rPr>
              <a:t>System</a:t>
            </a:r>
            <a:endParaRPr sz="6000">
              <a:latin typeface="Corbel"/>
              <a:cs typeface="Corbel"/>
            </a:endParaRPr>
          </a:p>
        </p:txBody>
      </p:sp>
      <p:sp>
        <p:nvSpPr>
          <p:cNvPr id="12" name="object 12"/>
          <p:cNvSpPr txBox="1"/>
          <p:nvPr/>
        </p:nvSpPr>
        <p:spPr>
          <a:xfrm>
            <a:off x="7669104" y="4015232"/>
            <a:ext cx="3754754" cy="345440"/>
          </a:xfrm>
          <a:prstGeom prst="rect">
            <a:avLst/>
          </a:prstGeom>
        </p:spPr>
        <p:txBody>
          <a:bodyPr vert="horz" wrap="square" lIns="0" tIns="12700" rIns="0" bIns="0" rtlCol="0">
            <a:spAutoFit/>
          </a:bodyPr>
          <a:lstStyle/>
          <a:p>
            <a:pPr marL="12700">
              <a:lnSpc>
                <a:spcPct val="100000"/>
              </a:lnSpc>
              <a:spcBef>
                <a:spcPts val="100"/>
              </a:spcBef>
            </a:pPr>
            <a:r>
              <a:rPr sz="2100" dirty="0">
                <a:latin typeface="Corbel"/>
                <a:cs typeface="Corbel"/>
              </a:rPr>
              <a:t>Module</a:t>
            </a:r>
            <a:r>
              <a:rPr sz="2100" spc="-40" dirty="0">
                <a:latin typeface="Corbel"/>
                <a:cs typeface="Corbel"/>
              </a:rPr>
              <a:t> </a:t>
            </a:r>
            <a:r>
              <a:rPr sz="2100" dirty="0">
                <a:latin typeface="Corbel"/>
                <a:cs typeface="Corbel"/>
              </a:rPr>
              <a:t>4,</a:t>
            </a:r>
            <a:r>
              <a:rPr sz="2100" spc="-50" dirty="0">
                <a:latin typeface="Corbel"/>
                <a:cs typeface="Corbel"/>
              </a:rPr>
              <a:t> </a:t>
            </a:r>
            <a:r>
              <a:rPr sz="2100" dirty="0">
                <a:latin typeface="Corbel"/>
                <a:cs typeface="Corbel"/>
              </a:rPr>
              <a:t>Module</a:t>
            </a:r>
            <a:r>
              <a:rPr sz="2100" spc="-35" dirty="0">
                <a:latin typeface="Corbel"/>
                <a:cs typeface="Corbel"/>
              </a:rPr>
              <a:t> </a:t>
            </a:r>
            <a:r>
              <a:rPr sz="2100" dirty="0">
                <a:latin typeface="Corbel"/>
                <a:cs typeface="Corbel"/>
              </a:rPr>
              <a:t>5</a:t>
            </a:r>
            <a:r>
              <a:rPr sz="2100" spc="-40" dirty="0">
                <a:latin typeface="Corbel"/>
                <a:cs typeface="Corbel"/>
              </a:rPr>
              <a:t> </a:t>
            </a:r>
            <a:r>
              <a:rPr sz="2100" dirty="0">
                <a:latin typeface="Corbel"/>
                <a:cs typeface="Corbel"/>
              </a:rPr>
              <a:t>and</a:t>
            </a:r>
            <a:r>
              <a:rPr sz="2100" spc="-45" dirty="0">
                <a:latin typeface="Corbel"/>
                <a:cs typeface="Corbel"/>
              </a:rPr>
              <a:t> </a:t>
            </a:r>
            <a:r>
              <a:rPr sz="2100" dirty="0">
                <a:latin typeface="Corbel"/>
                <a:cs typeface="Corbel"/>
              </a:rPr>
              <a:t>Module</a:t>
            </a:r>
            <a:r>
              <a:rPr sz="2100" spc="-40" dirty="0">
                <a:latin typeface="Corbel"/>
                <a:cs typeface="Corbel"/>
              </a:rPr>
              <a:t> </a:t>
            </a:r>
            <a:r>
              <a:rPr sz="2100" spc="-50" dirty="0">
                <a:latin typeface="Corbel"/>
                <a:cs typeface="Corbel"/>
              </a:rPr>
              <a:t>6</a:t>
            </a:r>
            <a:endParaRPr sz="2100">
              <a:latin typeface="Corbel"/>
              <a:cs typeface="Corbel"/>
            </a:endParaRPr>
          </a:p>
        </p:txBody>
      </p:sp>
      <p:grpSp>
        <p:nvGrpSpPr>
          <p:cNvPr id="13" name="object 13"/>
          <p:cNvGrpSpPr/>
          <p:nvPr/>
        </p:nvGrpSpPr>
        <p:grpSpPr>
          <a:xfrm>
            <a:off x="65314" y="6432684"/>
            <a:ext cx="360045" cy="360045"/>
            <a:chOff x="65314" y="6432684"/>
            <a:chExt cx="360045" cy="360045"/>
          </a:xfrm>
        </p:grpSpPr>
        <p:sp>
          <p:nvSpPr>
            <p:cNvPr id="14" name="object 14"/>
            <p:cNvSpPr/>
            <p:nvPr/>
          </p:nvSpPr>
          <p:spPr>
            <a:xfrm>
              <a:off x="65314" y="6432684"/>
              <a:ext cx="360045" cy="360045"/>
            </a:xfrm>
            <a:custGeom>
              <a:avLst/>
              <a:gdLst/>
              <a:ahLst/>
              <a:cxnLst/>
              <a:rect l="l" t="t" r="r" b="b"/>
              <a:pathLst>
                <a:path w="360045" h="360045">
                  <a:moveTo>
                    <a:pt x="360000" y="0"/>
                  </a:moveTo>
                  <a:lnTo>
                    <a:pt x="0" y="0"/>
                  </a:lnTo>
                  <a:lnTo>
                    <a:pt x="0" y="360000"/>
                  </a:lnTo>
                  <a:lnTo>
                    <a:pt x="360000" y="360000"/>
                  </a:lnTo>
                  <a:lnTo>
                    <a:pt x="360000" y="315000"/>
                  </a:lnTo>
                  <a:lnTo>
                    <a:pt x="179999" y="315000"/>
                  </a:lnTo>
                  <a:lnTo>
                    <a:pt x="137329" y="308117"/>
                  </a:lnTo>
                  <a:lnTo>
                    <a:pt x="100270" y="288952"/>
                  </a:lnTo>
                  <a:lnTo>
                    <a:pt x="71047" y="259729"/>
                  </a:lnTo>
                  <a:lnTo>
                    <a:pt x="51882" y="222670"/>
                  </a:lnTo>
                  <a:lnTo>
                    <a:pt x="44999" y="180000"/>
                  </a:lnTo>
                  <a:lnTo>
                    <a:pt x="51882" y="137329"/>
                  </a:lnTo>
                  <a:lnTo>
                    <a:pt x="71047" y="100270"/>
                  </a:lnTo>
                  <a:lnTo>
                    <a:pt x="100270" y="71047"/>
                  </a:lnTo>
                  <a:lnTo>
                    <a:pt x="137329" y="51882"/>
                  </a:lnTo>
                  <a:lnTo>
                    <a:pt x="179999" y="45000"/>
                  </a:lnTo>
                  <a:lnTo>
                    <a:pt x="360000" y="45000"/>
                  </a:lnTo>
                  <a:lnTo>
                    <a:pt x="360000" y="0"/>
                  </a:lnTo>
                  <a:close/>
                </a:path>
                <a:path w="360045" h="360045">
                  <a:moveTo>
                    <a:pt x="360000" y="45000"/>
                  </a:moveTo>
                  <a:lnTo>
                    <a:pt x="179999" y="45000"/>
                  </a:lnTo>
                  <a:lnTo>
                    <a:pt x="222670" y="51882"/>
                  </a:lnTo>
                  <a:lnTo>
                    <a:pt x="259729" y="71047"/>
                  </a:lnTo>
                  <a:lnTo>
                    <a:pt x="288952" y="100270"/>
                  </a:lnTo>
                  <a:lnTo>
                    <a:pt x="308117" y="137329"/>
                  </a:lnTo>
                  <a:lnTo>
                    <a:pt x="314999" y="180000"/>
                  </a:lnTo>
                  <a:lnTo>
                    <a:pt x="308117" y="222670"/>
                  </a:lnTo>
                  <a:lnTo>
                    <a:pt x="288952" y="259729"/>
                  </a:lnTo>
                  <a:lnTo>
                    <a:pt x="259729" y="288952"/>
                  </a:lnTo>
                  <a:lnTo>
                    <a:pt x="222670" y="308117"/>
                  </a:lnTo>
                  <a:lnTo>
                    <a:pt x="179999" y="315000"/>
                  </a:lnTo>
                  <a:lnTo>
                    <a:pt x="360000" y="315000"/>
                  </a:lnTo>
                  <a:lnTo>
                    <a:pt x="360000" y="45000"/>
                  </a:lnTo>
                  <a:close/>
                </a:path>
              </a:pathLst>
            </a:custGeom>
            <a:solidFill>
              <a:srgbClr val="1CADE4"/>
            </a:solidFill>
          </p:spPr>
          <p:txBody>
            <a:bodyPr wrap="square" lIns="0" tIns="0" rIns="0" bIns="0" rtlCol="0"/>
            <a:lstStyle/>
            <a:p>
              <a:endParaRPr/>
            </a:p>
          </p:txBody>
        </p:sp>
        <p:sp>
          <p:nvSpPr>
            <p:cNvPr id="15" name="object 15"/>
            <p:cNvSpPr/>
            <p:nvPr/>
          </p:nvSpPr>
          <p:spPr>
            <a:xfrm>
              <a:off x="110314" y="6477684"/>
              <a:ext cx="270510" cy="270510"/>
            </a:xfrm>
            <a:custGeom>
              <a:avLst/>
              <a:gdLst/>
              <a:ahLst/>
              <a:cxnLst/>
              <a:rect l="l" t="t" r="r" b="b"/>
              <a:pathLst>
                <a:path w="270510"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69999"/>
                  </a:lnTo>
                  <a:lnTo>
                    <a:pt x="177670" y="263117"/>
                  </a:lnTo>
                  <a:lnTo>
                    <a:pt x="214729" y="243952"/>
                  </a:lnTo>
                  <a:lnTo>
                    <a:pt x="222432" y="236249"/>
                  </a:lnTo>
                  <a:lnTo>
                    <a:pt x="84375" y="236249"/>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10" h="270509">
                  <a:moveTo>
                    <a:pt x="259004" y="84375"/>
                  </a:moveTo>
                  <a:lnTo>
                    <a:pt x="160312" y="84375"/>
                  </a:lnTo>
                  <a:lnTo>
                    <a:pt x="160312" y="219375"/>
                  </a:lnTo>
                  <a:lnTo>
                    <a:pt x="185625" y="219375"/>
                  </a:lnTo>
                  <a:lnTo>
                    <a:pt x="185625" y="236249"/>
                  </a:lnTo>
                  <a:lnTo>
                    <a:pt x="222432" y="236249"/>
                  </a:lnTo>
                  <a:lnTo>
                    <a:pt x="243952" y="214729"/>
                  </a:lnTo>
                  <a:lnTo>
                    <a:pt x="263117" y="177670"/>
                  </a:lnTo>
                  <a:lnTo>
                    <a:pt x="269999" y="134999"/>
                  </a:lnTo>
                  <a:lnTo>
                    <a:pt x="263117" y="92329"/>
                  </a:lnTo>
                  <a:lnTo>
                    <a:pt x="259004" y="84375"/>
                  </a:lnTo>
                  <a:close/>
                </a:path>
                <a:path w="270510"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16" name="object 16"/>
            <p:cNvPicPr/>
            <p:nvPr/>
          </p:nvPicPr>
          <p:blipFill>
            <a:blip r:embed="rId4" cstate="print"/>
            <a:stretch>
              <a:fillRect/>
            </a:stretch>
          </p:blipFill>
          <p:spPr>
            <a:xfrm>
              <a:off x="194690" y="6486122"/>
              <a:ext cx="101249" cy="227812"/>
            </a:xfrm>
            <a:prstGeom prst="rect">
              <a:avLst/>
            </a:prstGeom>
          </p:spPr>
        </p:pic>
      </p:grpSp>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114300">
              <a:lnSpc>
                <a:spcPts val="1045"/>
              </a:lnSpc>
            </a:pPr>
            <a:fld id="{81D60167-4931-47E6-BA6A-407CBD079E47}" type="slidenum">
              <a:rPr spc="-50" dirty="0"/>
              <a:t>1</a:t>
            </a:fld>
            <a:endParaRPr spc="-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270503" y="3959352"/>
            <a:ext cx="8491728" cy="1121664"/>
          </a:xfrm>
          <a:prstGeom prst="rect">
            <a:avLst/>
          </a:prstGeom>
        </p:spPr>
      </p:pic>
      <p:sp>
        <p:nvSpPr>
          <p:cNvPr id="3" name="object 3"/>
          <p:cNvSpPr txBox="1"/>
          <p:nvPr/>
        </p:nvSpPr>
        <p:spPr>
          <a:xfrm>
            <a:off x="3570182" y="3838955"/>
            <a:ext cx="7854315" cy="1290320"/>
          </a:xfrm>
          <a:prstGeom prst="rect">
            <a:avLst/>
          </a:prstGeom>
        </p:spPr>
        <p:txBody>
          <a:bodyPr vert="horz" wrap="square" lIns="0" tIns="246379" rIns="0" bIns="0" rtlCol="0">
            <a:spAutoFit/>
          </a:bodyPr>
          <a:lstStyle/>
          <a:p>
            <a:pPr marL="12700">
              <a:lnSpc>
                <a:spcPct val="100000"/>
              </a:lnSpc>
              <a:spcBef>
                <a:spcPts val="1939"/>
              </a:spcBef>
            </a:pPr>
            <a:r>
              <a:rPr sz="4000" dirty="0">
                <a:latin typeface="Corbel"/>
                <a:cs typeface="Corbel"/>
              </a:rPr>
              <a:t>040</a:t>
            </a:r>
            <a:r>
              <a:rPr sz="4000" spc="-60" dirty="0">
                <a:latin typeface="Corbel"/>
                <a:cs typeface="Corbel"/>
              </a:rPr>
              <a:t> </a:t>
            </a:r>
            <a:r>
              <a:rPr sz="4000" dirty="0">
                <a:latin typeface="Corbel"/>
                <a:cs typeface="Corbel"/>
              </a:rPr>
              <a:t>00</a:t>
            </a:r>
            <a:r>
              <a:rPr sz="4000" spc="-50" dirty="0">
                <a:latin typeface="Corbel"/>
                <a:cs typeface="Corbel"/>
              </a:rPr>
              <a:t> </a:t>
            </a:r>
            <a:r>
              <a:rPr sz="4000" dirty="0">
                <a:latin typeface="Corbel"/>
                <a:cs typeface="Corbel"/>
              </a:rPr>
              <a:t>00:</a:t>
            </a:r>
            <a:r>
              <a:rPr sz="4000" spc="-35" dirty="0">
                <a:latin typeface="Corbel"/>
                <a:cs typeface="Corbel"/>
              </a:rPr>
              <a:t> </a:t>
            </a:r>
            <a:r>
              <a:rPr sz="4000" dirty="0">
                <a:latin typeface="Corbel"/>
                <a:cs typeface="Corbel"/>
              </a:rPr>
              <a:t>Navigation</a:t>
            </a:r>
            <a:r>
              <a:rPr sz="4000" spc="-45" dirty="0">
                <a:latin typeface="Corbel"/>
                <a:cs typeface="Corbel"/>
              </a:rPr>
              <a:t> </a:t>
            </a:r>
            <a:r>
              <a:rPr sz="4000" dirty="0">
                <a:latin typeface="Corbel"/>
                <a:cs typeface="Corbel"/>
              </a:rPr>
              <a:t>&amp;</a:t>
            </a:r>
            <a:r>
              <a:rPr sz="4000" spc="-40" dirty="0">
                <a:latin typeface="Corbel"/>
                <a:cs typeface="Corbel"/>
              </a:rPr>
              <a:t> </a:t>
            </a:r>
            <a:r>
              <a:rPr sz="4000" spc="-10" dirty="0">
                <a:latin typeface="Corbel"/>
                <a:cs typeface="Corbel"/>
              </a:rPr>
              <a:t>Meteorology</a:t>
            </a:r>
            <a:endParaRPr sz="4000">
              <a:latin typeface="Corbel"/>
              <a:cs typeface="Corbel"/>
            </a:endParaRPr>
          </a:p>
          <a:p>
            <a:pPr marR="6350" algn="r">
              <a:lnSpc>
                <a:spcPct val="100000"/>
              </a:lnSpc>
              <a:spcBef>
                <a:spcPts val="919"/>
              </a:spcBef>
            </a:pPr>
            <a:r>
              <a:rPr sz="2000" dirty="0">
                <a:latin typeface="Corbel"/>
                <a:cs typeface="Corbel"/>
              </a:rPr>
              <a:t>Module</a:t>
            </a:r>
            <a:r>
              <a:rPr sz="2000" spc="-55" dirty="0">
                <a:latin typeface="Corbel"/>
                <a:cs typeface="Corbel"/>
              </a:rPr>
              <a:t> </a:t>
            </a:r>
            <a:r>
              <a:rPr sz="2000" spc="-50" dirty="0">
                <a:latin typeface="Corbel"/>
                <a:cs typeface="Corbel"/>
              </a:rPr>
              <a:t>4</a:t>
            </a:r>
            <a:endParaRPr sz="2000">
              <a:latin typeface="Corbel"/>
              <a:cs typeface="Corbe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14300">
              <a:lnSpc>
                <a:spcPts val="1045"/>
              </a:lnSpc>
            </a:pPr>
            <a:fld id="{81D60167-4931-47E6-BA6A-407CBD079E47}" type="slidenum">
              <a:rPr spc="-50" dirty="0"/>
              <a:t>2</a:t>
            </a:fld>
            <a:endParaRPr spc="-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7178040" cy="878205"/>
            <a:chOff x="1417319" y="414527"/>
            <a:chExt cx="7178040" cy="878205"/>
          </a:xfrm>
        </p:grpSpPr>
        <p:pic>
          <p:nvPicPr>
            <p:cNvPr id="4" name="object 4"/>
            <p:cNvPicPr/>
            <p:nvPr/>
          </p:nvPicPr>
          <p:blipFill>
            <a:blip r:embed="rId3" cstate="print"/>
            <a:stretch>
              <a:fillRect/>
            </a:stretch>
          </p:blipFill>
          <p:spPr>
            <a:xfrm>
              <a:off x="1417319" y="414527"/>
              <a:ext cx="2752344" cy="573024"/>
            </a:xfrm>
            <a:prstGeom prst="rect">
              <a:avLst/>
            </a:prstGeom>
          </p:spPr>
        </p:pic>
        <p:pic>
          <p:nvPicPr>
            <p:cNvPr id="5" name="object 5"/>
            <p:cNvPicPr/>
            <p:nvPr/>
          </p:nvPicPr>
          <p:blipFill>
            <a:blip r:embed="rId4" cstate="print"/>
            <a:stretch>
              <a:fillRect/>
            </a:stretch>
          </p:blipFill>
          <p:spPr>
            <a:xfrm>
              <a:off x="1417319" y="719327"/>
              <a:ext cx="7178040" cy="573024"/>
            </a:xfrm>
            <a:prstGeom prst="rect">
              <a:avLst/>
            </a:prstGeom>
          </p:spPr>
        </p:pic>
      </p:grpSp>
      <p:sp>
        <p:nvSpPr>
          <p:cNvPr id="6" name="object 6"/>
          <p:cNvSpPr txBox="1">
            <a:spLocks noGrp="1"/>
          </p:cNvSpPr>
          <p:nvPr>
            <p:ph type="title"/>
          </p:nvPr>
        </p:nvSpPr>
        <p:spPr>
          <a:xfrm>
            <a:off x="1563049" y="473963"/>
            <a:ext cx="6859905" cy="635000"/>
          </a:xfrm>
          <a:prstGeom prst="rect">
            <a:avLst/>
          </a:prstGeom>
        </p:spPr>
        <p:txBody>
          <a:bodyPr vert="horz" wrap="square" lIns="0" tIns="12700" rIns="0" bIns="0" rtlCol="0">
            <a:spAutoFit/>
          </a:bodyPr>
          <a:lstStyle/>
          <a:p>
            <a:pPr marL="12700">
              <a:lnSpc>
                <a:spcPct val="100000"/>
              </a:lnSpc>
              <a:spcBef>
                <a:spcPts val="100"/>
              </a:spcBef>
            </a:pPr>
            <a:r>
              <a:rPr b="1" dirty="0">
                <a:latin typeface="Corbel"/>
                <a:cs typeface="Corbel"/>
              </a:rPr>
              <a:t>040</a:t>
            </a:r>
            <a:r>
              <a:rPr b="1" spc="-25" dirty="0">
                <a:latin typeface="Corbel"/>
                <a:cs typeface="Corbel"/>
              </a:rPr>
              <a:t> </a:t>
            </a:r>
            <a:r>
              <a:rPr b="1" dirty="0">
                <a:latin typeface="Corbel"/>
                <a:cs typeface="Corbel"/>
              </a:rPr>
              <a:t>01</a:t>
            </a:r>
            <a:r>
              <a:rPr b="1" spc="-25" dirty="0">
                <a:latin typeface="Corbel"/>
                <a:cs typeface="Corbel"/>
              </a:rPr>
              <a:t> </a:t>
            </a:r>
            <a:r>
              <a:rPr b="1" dirty="0">
                <a:latin typeface="Corbel"/>
                <a:cs typeface="Corbel"/>
              </a:rPr>
              <a:t>00:</a:t>
            </a:r>
            <a:r>
              <a:rPr b="1" spc="-20" dirty="0">
                <a:latin typeface="Corbel"/>
                <a:cs typeface="Corbel"/>
              </a:rPr>
              <a:t> </a:t>
            </a:r>
            <a:r>
              <a:rPr b="1" spc="-10" dirty="0">
                <a:latin typeface="Corbel"/>
                <a:cs typeface="Corbel"/>
              </a:rPr>
              <a:t>Navigation</a:t>
            </a:r>
          </a:p>
          <a:p>
            <a:pPr marL="12700">
              <a:lnSpc>
                <a:spcPct val="100000"/>
              </a:lnSpc>
            </a:pPr>
            <a:r>
              <a:rPr dirty="0"/>
              <a:t>040</a:t>
            </a:r>
            <a:r>
              <a:rPr spc="-50" dirty="0"/>
              <a:t> </a:t>
            </a:r>
            <a:r>
              <a:rPr dirty="0"/>
              <a:t>01</a:t>
            </a:r>
            <a:r>
              <a:rPr spc="-35" dirty="0"/>
              <a:t> </a:t>
            </a:r>
            <a:r>
              <a:rPr dirty="0"/>
              <a:t>01:</a:t>
            </a:r>
            <a:r>
              <a:rPr spc="-100" dirty="0"/>
              <a:t> </a:t>
            </a:r>
            <a:r>
              <a:rPr dirty="0"/>
              <a:t>Geographic</a:t>
            </a:r>
            <a:r>
              <a:rPr spc="-40" dirty="0"/>
              <a:t> </a:t>
            </a:r>
            <a:r>
              <a:rPr dirty="0"/>
              <a:t>coordinate</a:t>
            </a:r>
            <a:r>
              <a:rPr spc="-30" dirty="0"/>
              <a:t> </a:t>
            </a:r>
            <a:r>
              <a:rPr dirty="0"/>
              <a:t>system</a:t>
            </a:r>
            <a:r>
              <a:rPr spc="-30" dirty="0"/>
              <a:t> </a:t>
            </a:r>
            <a:r>
              <a:rPr dirty="0"/>
              <a:t>used</a:t>
            </a:r>
            <a:r>
              <a:rPr spc="-35" dirty="0"/>
              <a:t> </a:t>
            </a:r>
            <a:r>
              <a:rPr dirty="0"/>
              <a:t>in</a:t>
            </a:r>
            <a:r>
              <a:rPr spc="-40" dirty="0"/>
              <a:t> </a:t>
            </a:r>
            <a:r>
              <a:rPr dirty="0"/>
              <a:t>basic</a:t>
            </a:r>
            <a:r>
              <a:rPr spc="-40" dirty="0"/>
              <a:t> </a:t>
            </a:r>
            <a:r>
              <a:rPr spc="-10" dirty="0"/>
              <a:t>navigation</a:t>
            </a:r>
          </a:p>
        </p:txBody>
      </p:sp>
      <p:sp>
        <p:nvSpPr>
          <p:cNvPr id="7" name="object 7"/>
          <p:cNvSpPr txBox="1"/>
          <p:nvPr/>
        </p:nvSpPr>
        <p:spPr>
          <a:xfrm>
            <a:off x="1563049" y="1105480"/>
            <a:ext cx="9165590" cy="768985"/>
          </a:xfrm>
          <a:prstGeom prst="rect">
            <a:avLst/>
          </a:prstGeom>
        </p:spPr>
        <p:txBody>
          <a:bodyPr vert="horz" wrap="square" lIns="0" tIns="156210" rIns="0" bIns="0" rtlCol="0">
            <a:spAutoFit/>
          </a:bodyPr>
          <a:lstStyle/>
          <a:p>
            <a:pPr marL="12700">
              <a:lnSpc>
                <a:spcPct val="100000"/>
              </a:lnSpc>
              <a:spcBef>
                <a:spcPts val="1230"/>
              </a:spcBef>
            </a:pPr>
            <a:r>
              <a:rPr sz="1800" b="1" u="sng" dirty="0">
                <a:uFill>
                  <a:solidFill>
                    <a:srgbClr val="000000"/>
                  </a:solidFill>
                </a:uFill>
                <a:latin typeface="Corbel"/>
                <a:cs typeface="Corbel"/>
              </a:rPr>
              <a:t>UTM</a:t>
            </a:r>
            <a:r>
              <a:rPr sz="1800" b="1" u="sng" spc="-35" dirty="0">
                <a:uFill>
                  <a:solidFill>
                    <a:srgbClr val="000000"/>
                  </a:solidFill>
                </a:uFill>
                <a:latin typeface="Corbel"/>
                <a:cs typeface="Corbel"/>
              </a:rPr>
              <a:t> </a:t>
            </a:r>
            <a:r>
              <a:rPr sz="1800" b="1" u="sng" dirty="0">
                <a:uFill>
                  <a:solidFill>
                    <a:srgbClr val="000000"/>
                  </a:solidFill>
                </a:uFill>
                <a:latin typeface="Corbel"/>
                <a:cs typeface="Corbel"/>
              </a:rPr>
              <a:t>map</a:t>
            </a:r>
            <a:r>
              <a:rPr sz="1800" b="1" u="sng" spc="-30" dirty="0">
                <a:uFill>
                  <a:solidFill>
                    <a:srgbClr val="000000"/>
                  </a:solidFill>
                </a:uFill>
                <a:latin typeface="Corbel"/>
                <a:cs typeface="Corbel"/>
              </a:rPr>
              <a:t> </a:t>
            </a:r>
            <a:r>
              <a:rPr sz="1800" b="1" u="sng" spc="-10" dirty="0">
                <a:uFill>
                  <a:solidFill>
                    <a:srgbClr val="000000"/>
                  </a:solidFill>
                </a:uFill>
                <a:latin typeface="Corbel"/>
                <a:cs typeface="Corbel"/>
              </a:rPr>
              <a:t>projection</a:t>
            </a:r>
            <a:endParaRPr sz="1800" dirty="0">
              <a:latin typeface="Corbel"/>
              <a:cs typeface="Corbel"/>
            </a:endParaRPr>
          </a:p>
          <a:p>
            <a:pPr marL="297815" indent="-285115">
              <a:lnSpc>
                <a:spcPct val="100000"/>
              </a:lnSpc>
              <a:spcBef>
                <a:spcPts val="880"/>
              </a:spcBef>
              <a:buFont typeface="Arial MT"/>
              <a:buChar char="•"/>
              <a:tabLst>
                <a:tab pos="297815" algn="l"/>
              </a:tabLst>
            </a:pPr>
            <a:r>
              <a:rPr sz="1400" spc="-10" dirty="0">
                <a:latin typeface="Corbel"/>
                <a:cs typeface="Corbel"/>
              </a:rPr>
              <a:t>Universal</a:t>
            </a:r>
            <a:r>
              <a:rPr sz="1400" spc="-100" dirty="0">
                <a:latin typeface="Corbel"/>
                <a:cs typeface="Corbel"/>
              </a:rPr>
              <a:t> </a:t>
            </a:r>
            <a:r>
              <a:rPr sz="1400" spc="-10" dirty="0">
                <a:latin typeface="Corbel"/>
                <a:cs typeface="Corbel"/>
              </a:rPr>
              <a:t>Transverse</a:t>
            </a:r>
            <a:r>
              <a:rPr sz="1400" spc="-35" dirty="0">
                <a:latin typeface="Corbel"/>
                <a:cs typeface="Corbel"/>
              </a:rPr>
              <a:t> </a:t>
            </a:r>
            <a:r>
              <a:rPr sz="1400" dirty="0">
                <a:latin typeface="Corbel"/>
                <a:cs typeface="Corbel"/>
              </a:rPr>
              <a:t>Mercator</a:t>
            </a:r>
            <a:r>
              <a:rPr sz="1400" spc="-15" dirty="0">
                <a:latin typeface="Corbel"/>
                <a:cs typeface="Corbel"/>
              </a:rPr>
              <a:t> </a:t>
            </a:r>
            <a:r>
              <a:rPr sz="1400" dirty="0">
                <a:latin typeface="Corbel"/>
                <a:cs typeface="Corbel"/>
              </a:rPr>
              <a:t>(UTM)</a:t>
            </a:r>
            <a:r>
              <a:rPr sz="1400" spc="-15" dirty="0">
                <a:latin typeface="Corbel"/>
                <a:cs typeface="Corbel"/>
              </a:rPr>
              <a:t> </a:t>
            </a:r>
            <a:r>
              <a:rPr sz="1400" dirty="0">
                <a:latin typeface="Corbel"/>
                <a:cs typeface="Corbel"/>
              </a:rPr>
              <a:t>is</a:t>
            </a:r>
            <a:r>
              <a:rPr sz="1400" spc="-25" dirty="0">
                <a:latin typeface="Corbel"/>
                <a:cs typeface="Corbel"/>
              </a:rPr>
              <a:t> </a:t>
            </a:r>
            <a:r>
              <a:rPr sz="1400" dirty="0">
                <a:latin typeface="Corbel"/>
                <a:cs typeface="Corbel"/>
              </a:rPr>
              <a:t>a</a:t>
            </a:r>
            <a:r>
              <a:rPr sz="1400" spc="-25" dirty="0">
                <a:latin typeface="Corbel"/>
                <a:cs typeface="Corbel"/>
              </a:rPr>
              <a:t> </a:t>
            </a:r>
            <a:r>
              <a:rPr sz="1400" spc="-10" dirty="0">
                <a:latin typeface="Corbel"/>
                <a:cs typeface="Corbel"/>
              </a:rPr>
              <a:t>projection,</a:t>
            </a:r>
            <a:r>
              <a:rPr sz="1400" spc="-25" dirty="0">
                <a:latin typeface="Corbel"/>
                <a:cs typeface="Corbel"/>
              </a:rPr>
              <a:t> </a:t>
            </a:r>
            <a:r>
              <a:rPr sz="1400" u="sng" dirty="0">
                <a:uFill>
                  <a:solidFill>
                    <a:srgbClr val="000000"/>
                  </a:solidFill>
                </a:uFill>
                <a:latin typeface="Corbel"/>
                <a:cs typeface="Corbel"/>
              </a:rPr>
              <a:t>designed</a:t>
            </a:r>
            <a:r>
              <a:rPr sz="1400" u="sng" spc="-20" dirty="0">
                <a:uFill>
                  <a:solidFill>
                    <a:srgbClr val="000000"/>
                  </a:solidFill>
                </a:uFill>
                <a:latin typeface="Corbel"/>
                <a:cs typeface="Corbel"/>
              </a:rPr>
              <a:t> </a:t>
            </a:r>
            <a:r>
              <a:rPr sz="1400" u="sng" dirty="0">
                <a:uFill>
                  <a:solidFill>
                    <a:srgbClr val="000000"/>
                  </a:solidFill>
                </a:uFill>
                <a:latin typeface="Corbel"/>
                <a:cs typeface="Corbel"/>
              </a:rPr>
              <a:t>to</a:t>
            </a:r>
            <a:r>
              <a:rPr sz="1400" u="sng" spc="-20" dirty="0">
                <a:uFill>
                  <a:solidFill>
                    <a:srgbClr val="000000"/>
                  </a:solidFill>
                </a:uFill>
                <a:latin typeface="Corbel"/>
                <a:cs typeface="Corbel"/>
              </a:rPr>
              <a:t> </a:t>
            </a:r>
            <a:r>
              <a:rPr sz="1400" u="sng" dirty="0">
                <a:uFill>
                  <a:solidFill>
                    <a:srgbClr val="000000"/>
                  </a:solidFill>
                </a:uFill>
                <a:latin typeface="Corbel"/>
                <a:cs typeface="Corbel"/>
              </a:rPr>
              <a:t>display</a:t>
            </a:r>
            <a:r>
              <a:rPr sz="1400" u="sng" spc="-20" dirty="0">
                <a:uFill>
                  <a:solidFill>
                    <a:srgbClr val="000000"/>
                  </a:solidFill>
                </a:uFill>
                <a:latin typeface="Corbel"/>
                <a:cs typeface="Corbel"/>
              </a:rPr>
              <a:t> </a:t>
            </a:r>
            <a:r>
              <a:rPr sz="1400" u="sng" dirty="0">
                <a:uFill>
                  <a:solidFill>
                    <a:srgbClr val="000000"/>
                  </a:solidFill>
                </a:uFill>
                <a:latin typeface="Corbel"/>
                <a:cs typeface="Corbel"/>
              </a:rPr>
              <a:t>features</a:t>
            </a:r>
            <a:r>
              <a:rPr sz="1400" u="sng" spc="-30" dirty="0">
                <a:uFill>
                  <a:solidFill>
                    <a:srgbClr val="000000"/>
                  </a:solidFill>
                </a:uFill>
                <a:latin typeface="Corbel"/>
                <a:cs typeface="Corbel"/>
              </a:rPr>
              <a:t> </a:t>
            </a:r>
            <a:r>
              <a:rPr sz="1400" u="sng" dirty="0">
                <a:uFill>
                  <a:solidFill>
                    <a:srgbClr val="000000"/>
                  </a:solidFill>
                </a:uFill>
                <a:latin typeface="Corbel"/>
                <a:cs typeface="Corbel"/>
              </a:rPr>
              <a:t>on</a:t>
            </a:r>
            <a:r>
              <a:rPr sz="1400" u="sng" spc="-25" dirty="0">
                <a:uFill>
                  <a:solidFill>
                    <a:srgbClr val="000000"/>
                  </a:solidFill>
                </a:uFill>
                <a:latin typeface="Corbel"/>
                <a:cs typeface="Corbel"/>
              </a:rPr>
              <a:t> </a:t>
            </a:r>
            <a:r>
              <a:rPr sz="1400" u="sng" dirty="0">
                <a:uFill>
                  <a:solidFill>
                    <a:srgbClr val="000000"/>
                  </a:solidFill>
                </a:uFill>
                <a:latin typeface="Corbel"/>
                <a:cs typeface="Corbel"/>
              </a:rPr>
              <a:t>a</a:t>
            </a:r>
            <a:r>
              <a:rPr sz="1400" u="sng" spc="-20" dirty="0">
                <a:uFill>
                  <a:solidFill>
                    <a:srgbClr val="000000"/>
                  </a:solidFill>
                </a:uFill>
                <a:latin typeface="Corbel"/>
                <a:cs typeface="Corbel"/>
              </a:rPr>
              <a:t> </a:t>
            </a:r>
            <a:r>
              <a:rPr sz="1400" u="sng" dirty="0">
                <a:uFill>
                  <a:solidFill>
                    <a:srgbClr val="000000"/>
                  </a:solidFill>
                </a:uFill>
                <a:latin typeface="Corbel"/>
                <a:cs typeface="Corbel"/>
              </a:rPr>
              <a:t>two</a:t>
            </a:r>
            <a:r>
              <a:rPr sz="1400" u="sng" spc="-20" dirty="0">
                <a:uFill>
                  <a:solidFill>
                    <a:srgbClr val="000000"/>
                  </a:solidFill>
                </a:uFill>
                <a:latin typeface="Corbel"/>
                <a:cs typeface="Corbel"/>
              </a:rPr>
              <a:t> </a:t>
            </a:r>
            <a:r>
              <a:rPr sz="1400" u="sng" spc="-10" dirty="0">
                <a:uFill>
                  <a:solidFill>
                    <a:srgbClr val="000000"/>
                  </a:solidFill>
                </a:uFill>
                <a:latin typeface="Corbel"/>
                <a:cs typeface="Corbel"/>
              </a:rPr>
              <a:t>dimensional</a:t>
            </a:r>
            <a:r>
              <a:rPr sz="1400" u="sng" spc="-25" dirty="0">
                <a:uFill>
                  <a:solidFill>
                    <a:srgbClr val="000000"/>
                  </a:solidFill>
                </a:uFill>
                <a:latin typeface="Corbel"/>
                <a:cs typeface="Corbel"/>
              </a:rPr>
              <a:t> </a:t>
            </a:r>
            <a:r>
              <a:rPr sz="1400" u="sng" dirty="0">
                <a:uFill>
                  <a:solidFill>
                    <a:srgbClr val="000000"/>
                  </a:solidFill>
                </a:uFill>
                <a:latin typeface="Corbel"/>
                <a:cs typeface="Corbel"/>
              </a:rPr>
              <a:t>surface</a:t>
            </a:r>
            <a:r>
              <a:rPr sz="1400" spc="-20" dirty="0">
                <a:latin typeface="Corbel"/>
                <a:cs typeface="Corbel"/>
              </a:rPr>
              <a:t> </a:t>
            </a:r>
            <a:r>
              <a:rPr sz="1400" dirty="0">
                <a:latin typeface="Corbel"/>
                <a:cs typeface="Corbel"/>
              </a:rPr>
              <a:t>(i.e.</a:t>
            </a:r>
            <a:r>
              <a:rPr sz="1400" spc="-25" dirty="0">
                <a:latin typeface="Corbel"/>
                <a:cs typeface="Corbel"/>
              </a:rPr>
              <a:t> </a:t>
            </a:r>
            <a:r>
              <a:rPr sz="1400" spc="-10" dirty="0">
                <a:latin typeface="Corbel"/>
                <a:cs typeface="Corbel"/>
              </a:rPr>
              <a:t>Map).</a:t>
            </a:r>
            <a:endParaRPr sz="1400" dirty="0">
              <a:latin typeface="Corbel"/>
              <a:cs typeface="Corbel"/>
            </a:endParaRPr>
          </a:p>
        </p:txBody>
      </p:sp>
      <p:grpSp>
        <p:nvGrpSpPr>
          <p:cNvPr id="8" name="object 8"/>
          <p:cNvGrpSpPr/>
          <p:nvPr/>
        </p:nvGrpSpPr>
        <p:grpSpPr>
          <a:xfrm>
            <a:off x="4604819" y="2262060"/>
            <a:ext cx="6898640" cy="3600450"/>
            <a:chOff x="4604819" y="2262060"/>
            <a:chExt cx="6898640" cy="3600450"/>
          </a:xfrm>
        </p:grpSpPr>
        <p:pic>
          <p:nvPicPr>
            <p:cNvPr id="9" name="object 9"/>
            <p:cNvPicPr/>
            <p:nvPr/>
          </p:nvPicPr>
          <p:blipFill>
            <a:blip r:embed="rId5" cstate="print"/>
            <a:stretch>
              <a:fillRect/>
            </a:stretch>
          </p:blipFill>
          <p:spPr>
            <a:xfrm>
              <a:off x="4604819" y="2262060"/>
              <a:ext cx="6898203" cy="3600000"/>
            </a:xfrm>
            <a:prstGeom prst="rect">
              <a:avLst/>
            </a:prstGeom>
          </p:spPr>
        </p:pic>
        <p:sp>
          <p:nvSpPr>
            <p:cNvPr id="10" name="object 10"/>
            <p:cNvSpPr/>
            <p:nvPr/>
          </p:nvSpPr>
          <p:spPr>
            <a:xfrm>
              <a:off x="9882187" y="3969543"/>
              <a:ext cx="107314" cy="145415"/>
            </a:xfrm>
            <a:custGeom>
              <a:avLst/>
              <a:gdLst/>
              <a:ahLst/>
              <a:cxnLst/>
              <a:rect l="l" t="t" r="r" b="b"/>
              <a:pathLst>
                <a:path w="107315" h="145414">
                  <a:moveTo>
                    <a:pt x="107156" y="0"/>
                  </a:moveTo>
                  <a:lnTo>
                    <a:pt x="0" y="0"/>
                  </a:lnTo>
                  <a:lnTo>
                    <a:pt x="0" y="145256"/>
                  </a:lnTo>
                  <a:lnTo>
                    <a:pt x="107156" y="145256"/>
                  </a:lnTo>
                  <a:lnTo>
                    <a:pt x="107156" y="0"/>
                  </a:lnTo>
                  <a:close/>
                </a:path>
              </a:pathLst>
            </a:custGeom>
            <a:solidFill>
              <a:srgbClr val="FF0000">
                <a:alpha val="50199"/>
              </a:srgbClr>
            </a:solidFill>
          </p:spPr>
          <p:txBody>
            <a:bodyPr wrap="square" lIns="0" tIns="0" rIns="0" bIns="0" rtlCol="0"/>
            <a:lstStyle/>
            <a:p>
              <a:endParaRPr/>
            </a:p>
          </p:txBody>
        </p:sp>
        <p:pic>
          <p:nvPicPr>
            <p:cNvPr id="11" name="object 11"/>
            <p:cNvPicPr/>
            <p:nvPr/>
          </p:nvPicPr>
          <p:blipFill>
            <a:blip r:embed="rId6" cstate="print"/>
            <a:stretch>
              <a:fillRect/>
            </a:stretch>
          </p:blipFill>
          <p:spPr>
            <a:xfrm>
              <a:off x="9924288" y="3776471"/>
              <a:ext cx="411479" cy="295656"/>
            </a:xfrm>
            <a:prstGeom prst="rect">
              <a:avLst/>
            </a:prstGeom>
          </p:spPr>
        </p:pic>
      </p:grpSp>
      <p:grpSp>
        <p:nvGrpSpPr>
          <p:cNvPr id="12" name="object 12"/>
          <p:cNvGrpSpPr/>
          <p:nvPr/>
        </p:nvGrpSpPr>
        <p:grpSpPr>
          <a:xfrm>
            <a:off x="1768050" y="2629908"/>
            <a:ext cx="1972945" cy="2767965"/>
            <a:chOff x="1768050" y="2629908"/>
            <a:chExt cx="1972945" cy="2767965"/>
          </a:xfrm>
        </p:grpSpPr>
        <p:pic>
          <p:nvPicPr>
            <p:cNvPr id="13" name="object 13"/>
            <p:cNvPicPr/>
            <p:nvPr/>
          </p:nvPicPr>
          <p:blipFill>
            <a:blip r:embed="rId7" cstate="print"/>
            <a:stretch>
              <a:fillRect/>
            </a:stretch>
          </p:blipFill>
          <p:spPr>
            <a:xfrm>
              <a:off x="1768050" y="3052558"/>
              <a:ext cx="1972507" cy="1953574"/>
            </a:xfrm>
            <a:prstGeom prst="rect">
              <a:avLst/>
            </a:prstGeom>
          </p:spPr>
        </p:pic>
        <p:pic>
          <p:nvPicPr>
            <p:cNvPr id="14" name="object 14"/>
            <p:cNvPicPr/>
            <p:nvPr/>
          </p:nvPicPr>
          <p:blipFill>
            <a:blip r:embed="rId8" cstate="print"/>
            <a:stretch>
              <a:fillRect/>
            </a:stretch>
          </p:blipFill>
          <p:spPr>
            <a:xfrm>
              <a:off x="2462783" y="3849624"/>
              <a:ext cx="582168" cy="582168"/>
            </a:xfrm>
            <a:prstGeom prst="rect">
              <a:avLst/>
            </a:prstGeom>
          </p:spPr>
        </p:pic>
        <p:sp>
          <p:nvSpPr>
            <p:cNvPr id="15" name="object 15"/>
            <p:cNvSpPr/>
            <p:nvPr/>
          </p:nvSpPr>
          <p:spPr>
            <a:xfrm>
              <a:off x="2744889" y="3549761"/>
              <a:ext cx="15875" cy="1841500"/>
            </a:xfrm>
            <a:custGeom>
              <a:avLst/>
              <a:gdLst/>
              <a:ahLst/>
              <a:cxnLst/>
              <a:rect l="l" t="t" r="r" b="b"/>
              <a:pathLst>
                <a:path w="15875" h="1841500">
                  <a:moveTo>
                    <a:pt x="12321" y="1778000"/>
                  </a:moveTo>
                  <a:lnTo>
                    <a:pt x="3553" y="1778000"/>
                  </a:lnTo>
                  <a:lnTo>
                    <a:pt x="0" y="1781553"/>
                  </a:lnTo>
                  <a:lnTo>
                    <a:pt x="0" y="1837945"/>
                  </a:lnTo>
                  <a:lnTo>
                    <a:pt x="3553" y="1841500"/>
                  </a:lnTo>
                  <a:lnTo>
                    <a:pt x="12321" y="1841500"/>
                  </a:lnTo>
                  <a:lnTo>
                    <a:pt x="15875" y="1837945"/>
                  </a:lnTo>
                  <a:lnTo>
                    <a:pt x="15875" y="1781553"/>
                  </a:lnTo>
                  <a:lnTo>
                    <a:pt x="12321" y="1778000"/>
                  </a:lnTo>
                  <a:close/>
                </a:path>
                <a:path w="15875" h="1841500">
                  <a:moveTo>
                    <a:pt x="12321" y="1666875"/>
                  </a:moveTo>
                  <a:lnTo>
                    <a:pt x="3554" y="1666875"/>
                  </a:lnTo>
                  <a:lnTo>
                    <a:pt x="0" y="1670428"/>
                  </a:lnTo>
                  <a:lnTo>
                    <a:pt x="0" y="1726820"/>
                  </a:lnTo>
                  <a:lnTo>
                    <a:pt x="3553" y="1730375"/>
                  </a:lnTo>
                  <a:lnTo>
                    <a:pt x="12321" y="1730375"/>
                  </a:lnTo>
                  <a:lnTo>
                    <a:pt x="15875" y="1726820"/>
                  </a:lnTo>
                  <a:lnTo>
                    <a:pt x="15875" y="1670428"/>
                  </a:lnTo>
                  <a:lnTo>
                    <a:pt x="12321" y="1666875"/>
                  </a:lnTo>
                  <a:close/>
                </a:path>
                <a:path w="15875" h="1841500">
                  <a:moveTo>
                    <a:pt x="12321" y="1555750"/>
                  </a:moveTo>
                  <a:lnTo>
                    <a:pt x="3554" y="1555750"/>
                  </a:lnTo>
                  <a:lnTo>
                    <a:pt x="0" y="1559303"/>
                  </a:lnTo>
                  <a:lnTo>
                    <a:pt x="0" y="1615695"/>
                  </a:lnTo>
                  <a:lnTo>
                    <a:pt x="3554" y="1619250"/>
                  </a:lnTo>
                  <a:lnTo>
                    <a:pt x="12321" y="1619250"/>
                  </a:lnTo>
                  <a:lnTo>
                    <a:pt x="15875" y="1615695"/>
                  </a:lnTo>
                  <a:lnTo>
                    <a:pt x="15875" y="1559303"/>
                  </a:lnTo>
                  <a:lnTo>
                    <a:pt x="12321" y="1555750"/>
                  </a:lnTo>
                  <a:close/>
                </a:path>
                <a:path w="15875" h="1841500">
                  <a:moveTo>
                    <a:pt x="12321" y="1444625"/>
                  </a:moveTo>
                  <a:lnTo>
                    <a:pt x="3554" y="1444625"/>
                  </a:lnTo>
                  <a:lnTo>
                    <a:pt x="0" y="1448178"/>
                  </a:lnTo>
                  <a:lnTo>
                    <a:pt x="0" y="1504570"/>
                  </a:lnTo>
                  <a:lnTo>
                    <a:pt x="3554" y="1508125"/>
                  </a:lnTo>
                  <a:lnTo>
                    <a:pt x="12321" y="1508125"/>
                  </a:lnTo>
                  <a:lnTo>
                    <a:pt x="15875" y="1504570"/>
                  </a:lnTo>
                  <a:lnTo>
                    <a:pt x="15875" y="1448178"/>
                  </a:lnTo>
                  <a:lnTo>
                    <a:pt x="12321" y="1444625"/>
                  </a:lnTo>
                  <a:close/>
                </a:path>
                <a:path w="15875" h="1841500">
                  <a:moveTo>
                    <a:pt x="12321" y="1333500"/>
                  </a:moveTo>
                  <a:lnTo>
                    <a:pt x="3554" y="1333500"/>
                  </a:lnTo>
                  <a:lnTo>
                    <a:pt x="0" y="1337053"/>
                  </a:lnTo>
                  <a:lnTo>
                    <a:pt x="0" y="1393445"/>
                  </a:lnTo>
                  <a:lnTo>
                    <a:pt x="3554" y="1397000"/>
                  </a:lnTo>
                  <a:lnTo>
                    <a:pt x="12321" y="1397000"/>
                  </a:lnTo>
                  <a:lnTo>
                    <a:pt x="15875" y="1393445"/>
                  </a:lnTo>
                  <a:lnTo>
                    <a:pt x="15875" y="1337053"/>
                  </a:lnTo>
                  <a:lnTo>
                    <a:pt x="12321" y="1333500"/>
                  </a:lnTo>
                  <a:close/>
                </a:path>
                <a:path w="15875" h="1841500">
                  <a:moveTo>
                    <a:pt x="12321" y="1222375"/>
                  </a:moveTo>
                  <a:lnTo>
                    <a:pt x="3554" y="1222375"/>
                  </a:lnTo>
                  <a:lnTo>
                    <a:pt x="0" y="1225928"/>
                  </a:lnTo>
                  <a:lnTo>
                    <a:pt x="0" y="1282320"/>
                  </a:lnTo>
                  <a:lnTo>
                    <a:pt x="3554" y="1285875"/>
                  </a:lnTo>
                  <a:lnTo>
                    <a:pt x="12321" y="1285875"/>
                  </a:lnTo>
                  <a:lnTo>
                    <a:pt x="15875" y="1282320"/>
                  </a:lnTo>
                  <a:lnTo>
                    <a:pt x="15875" y="1225928"/>
                  </a:lnTo>
                  <a:lnTo>
                    <a:pt x="12321" y="1222375"/>
                  </a:lnTo>
                  <a:close/>
                </a:path>
                <a:path w="15875" h="1841500">
                  <a:moveTo>
                    <a:pt x="12321" y="1111250"/>
                  </a:moveTo>
                  <a:lnTo>
                    <a:pt x="3554" y="1111250"/>
                  </a:lnTo>
                  <a:lnTo>
                    <a:pt x="1" y="1114803"/>
                  </a:lnTo>
                  <a:lnTo>
                    <a:pt x="1" y="1171195"/>
                  </a:lnTo>
                  <a:lnTo>
                    <a:pt x="3554" y="1174750"/>
                  </a:lnTo>
                  <a:lnTo>
                    <a:pt x="12321" y="1174750"/>
                  </a:lnTo>
                  <a:lnTo>
                    <a:pt x="15876" y="1171195"/>
                  </a:lnTo>
                  <a:lnTo>
                    <a:pt x="15876" y="1114803"/>
                  </a:lnTo>
                  <a:lnTo>
                    <a:pt x="12321" y="1111250"/>
                  </a:lnTo>
                  <a:close/>
                </a:path>
                <a:path w="15875" h="1841500">
                  <a:moveTo>
                    <a:pt x="12321" y="1000125"/>
                  </a:moveTo>
                  <a:lnTo>
                    <a:pt x="3554" y="1000125"/>
                  </a:lnTo>
                  <a:lnTo>
                    <a:pt x="1" y="1003678"/>
                  </a:lnTo>
                  <a:lnTo>
                    <a:pt x="1" y="1060070"/>
                  </a:lnTo>
                  <a:lnTo>
                    <a:pt x="3554" y="1063625"/>
                  </a:lnTo>
                  <a:lnTo>
                    <a:pt x="12321" y="1063625"/>
                  </a:lnTo>
                  <a:lnTo>
                    <a:pt x="15876" y="1060070"/>
                  </a:lnTo>
                  <a:lnTo>
                    <a:pt x="15876" y="1003678"/>
                  </a:lnTo>
                  <a:lnTo>
                    <a:pt x="12321" y="1000125"/>
                  </a:lnTo>
                  <a:close/>
                </a:path>
                <a:path w="15875" h="1841500">
                  <a:moveTo>
                    <a:pt x="12321" y="889000"/>
                  </a:moveTo>
                  <a:lnTo>
                    <a:pt x="3554" y="889000"/>
                  </a:lnTo>
                  <a:lnTo>
                    <a:pt x="1" y="892553"/>
                  </a:lnTo>
                  <a:lnTo>
                    <a:pt x="1" y="948945"/>
                  </a:lnTo>
                  <a:lnTo>
                    <a:pt x="3554" y="952500"/>
                  </a:lnTo>
                  <a:lnTo>
                    <a:pt x="12321" y="952500"/>
                  </a:lnTo>
                  <a:lnTo>
                    <a:pt x="15876" y="948945"/>
                  </a:lnTo>
                  <a:lnTo>
                    <a:pt x="15876" y="892553"/>
                  </a:lnTo>
                  <a:lnTo>
                    <a:pt x="12321" y="889000"/>
                  </a:lnTo>
                  <a:close/>
                </a:path>
                <a:path w="15875" h="1841500">
                  <a:moveTo>
                    <a:pt x="12321" y="777875"/>
                  </a:moveTo>
                  <a:lnTo>
                    <a:pt x="3554" y="777875"/>
                  </a:lnTo>
                  <a:lnTo>
                    <a:pt x="1" y="781428"/>
                  </a:lnTo>
                  <a:lnTo>
                    <a:pt x="1" y="837820"/>
                  </a:lnTo>
                  <a:lnTo>
                    <a:pt x="3554" y="841375"/>
                  </a:lnTo>
                  <a:lnTo>
                    <a:pt x="12321" y="841375"/>
                  </a:lnTo>
                  <a:lnTo>
                    <a:pt x="15876" y="837820"/>
                  </a:lnTo>
                  <a:lnTo>
                    <a:pt x="15876" y="781428"/>
                  </a:lnTo>
                  <a:lnTo>
                    <a:pt x="12321" y="777875"/>
                  </a:lnTo>
                  <a:close/>
                </a:path>
                <a:path w="15875" h="1841500">
                  <a:moveTo>
                    <a:pt x="12322" y="666750"/>
                  </a:moveTo>
                  <a:lnTo>
                    <a:pt x="3554" y="666750"/>
                  </a:lnTo>
                  <a:lnTo>
                    <a:pt x="1" y="670303"/>
                  </a:lnTo>
                  <a:lnTo>
                    <a:pt x="1" y="726695"/>
                  </a:lnTo>
                  <a:lnTo>
                    <a:pt x="3554" y="730250"/>
                  </a:lnTo>
                  <a:lnTo>
                    <a:pt x="12321" y="730250"/>
                  </a:lnTo>
                  <a:lnTo>
                    <a:pt x="15876" y="726695"/>
                  </a:lnTo>
                  <a:lnTo>
                    <a:pt x="15876" y="670303"/>
                  </a:lnTo>
                  <a:lnTo>
                    <a:pt x="12322" y="666750"/>
                  </a:lnTo>
                  <a:close/>
                </a:path>
                <a:path w="15875" h="1841500">
                  <a:moveTo>
                    <a:pt x="12322" y="555625"/>
                  </a:moveTo>
                  <a:lnTo>
                    <a:pt x="3554" y="555625"/>
                  </a:lnTo>
                  <a:lnTo>
                    <a:pt x="1" y="559178"/>
                  </a:lnTo>
                  <a:lnTo>
                    <a:pt x="1" y="615570"/>
                  </a:lnTo>
                  <a:lnTo>
                    <a:pt x="3554" y="619125"/>
                  </a:lnTo>
                  <a:lnTo>
                    <a:pt x="12322" y="619125"/>
                  </a:lnTo>
                  <a:lnTo>
                    <a:pt x="15876" y="615570"/>
                  </a:lnTo>
                  <a:lnTo>
                    <a:pt x="15876" y="559178"/>
                  </a:lnTo>
                  <a:lnTo>
                    <a:pt x="12322" y="555625"/>
                  </a:lnTo>
                  <a:close/>
                </a:path>
                <a:path w="15875" h="1841500">
                  <a:moveTo>
                    <a:pt x="12322" y="444500"/>
                  </a:moveTo>
                  <a:lnTo>
                    <a:pt x="3554" y="444500"/>
                  </a:lnTo>
                  <a:lnTo>
                    <a:pt x="1" y="448053"/>
                  </a:lnTo>
                  <a:lnTo>
                    <a:pt x="1" y="504445"/>
                  </a:lnTo>
                  <a:lnTo>
                    <a:pt x="3554" y="508000"/>
                  </a:lnTo>
                  <a:lnTo>
                    <a:pt x="12322" y="508000"/>
                  </a:lnTo>
                  <a:lnTo>
                    <a:pt x="15876" y="504445"/>
                  </a:lnTo>
                  <a:lnTo>
                    <a:pt x="15876" y="448053"/>
                  </a:lnTo>
                  <a:lnTo>
                    <a:pt x="12322" y="444500"/>
                  </a:lnTo>
                  <a:close/>
                </a:path>
                <a:path w="15875" h="1841500">
                  <a:moveTo>
                    <a:pt x="12322" y="333375"/>
                  </a:moveTo>
                  <a:lnTo>
                    <a:pt x="3554" y="333375"/>
                  </a:lnTo>
                  <a:lnTo>
                    <a:pt x="1" y="336928"/>
                  </a:lnTo>
                  <a:lnTo>
                    <a:pt x="1" y="393320"/>
                  </a:lnTo>
                  <a:lnTo>
                    <a:pt x="3554" y="396875"/>
                  </a:lnTo>
                  <a:lnTo>
                    <a:pt x="12322" y="396875"/>
                  </a:lnTo>
                  <a:lnTo>
                    <a:pt x="15876" y="393320"/>
                  </a:lnTo>
                  <a:lnTo>
                    <a:pt x="15876" y="336928"/>
                  </a:lnTo>
                  <a:lnTo>
                    <a:pt x="12322" y="333375"/>
                  </a:lnTo>
                  <a:close/>
                </a:path>
                <a:path w="15875" h="1841500">
                  <a:moveTo>
                    <a:pt x="12322" y="222250"/>
                  </a:moveTo>
                  <a:lnTo>
                    <a:pt x="3554" y="222250"/>
                  </a:lnTo>
                  <a:lnTo>
                    <a:pt x="1" y="225803"/>
                  </a:lnTo>
                  <a:lnTo>
                    <a:pt x="1" y="282195"/>
                  </a:lnTo>
                  <a:lnTo>
                    <a:pt x="3554" y="285750"/>
                  </a:lnTo>
                  <a:lnTo>
                    <a:pt x="12322" y="285750"/>
                  </a:lnTo>
                  <a:lnTo>
                    <a:pt x="15876" y="282195"/>
                  </a:lnTo>
                  <a:lnTo>
                    <a:pt x="15876" y="225803"/>
                  </a:lnTo>
                  <a:lnTo>
                    <a:pt x="12322" y="222250"/>
                  </a:lnTo>
                  <a:close/>
                </a:path>
                <a:path w="15875" h="1841500">
                  <a:moveTo>
                    <a:pt x="12322" y="111125"/>
                  </a:moveTo>
                  <a:lnTo>
                    <a:pt x="3554" y="111125"/>
                  </a:lnTo>
                  <a:lnTo>
                    <a:pt x="1" y="114678"/>
                  </a:lnTo>
                  <a:lnTo>
                    <a:pt x="1" y="171070"/>
                  </a:lnTo>
                  <a:lnTo>
                    <a:pt x="3554" y="174625"/>
                  </a:lnTo>
                  <a:lnTo>
                    <a:pt x="12322" y="174625"/>
                  </a:lnTo>
                  <a:lnTo>
                    <a:pt x="15876" y="171070"/>
                  </a:lnTo>
                  <a:lnTo>
                    <a:pt x="15876" y="114678"/>
                  </a:lnTo>
                  <a:lnTo>
                    <a:pt x="12322" y="111125"/>
                  </a:lnTo>
                  <a:close/>
                </a:path>
                <a:path w="15875" h="1841500">
                  <a:moveTo>
                    <a:pt x="12322" y="0"/>
                  </a:moveTo>
                  <a:lnTo>
                    <a:pt x="3554" y="0"/>
                  </a:lnTo>
                  <a:lnTo>
                    <a:pt x="1" y="3553"/>
                  </a:lnTo>
                  <a:lnTo>
                    <a:pt x="1" y="59945"/>
                  </a:lnTo>
                  <a:lnTo>
                    <a:pt x="3554" y="63500"/>
                  </a:lnTo>
                  <a:lnTo>
                    <a:pt x="12322" y="63500"/>
                  </a:lnTo>
                  <a:lnTo>
                    <a:pt x="15876" y="59945"/>
                  </a:lnTo>
                  <a:lnTo>
                    <a:pt x="15876" y="3553"/>
                  </a:lnTo>
                  <a:lnTo>
                    <a:pt x="12322" y="0"/>
                  </a:lnTo>
                  <a:close/>
                </a:path>
              </a:pathLst>
            </a:custGeom>
            <a:solidFill>
              <a:srgbClr val="595959"/>
            </a:solidFill>
          </p:spPr>
          <p:txBody>
            <a:bodyPr wrap="square" lIns="0" tIns="0" rIns="0" bIns="0" rtlCol="0"/>
            <a:lstStyle/>
            <a:p>
              <a:endParaRPr/>
            </a:p>
          </p:txBody>
        </p:sp>
        <p:sp>
          <p:nvSpPr>
            <p:cNvPr id="16" name="object 16"/>
            <p:cNvSpPr/>
            <p:nvPr/>
          </p:nvSpPr>
          <p:spPr>
            <a:xfrm>
              <a:off x="1789686" y="2644195"/>
              <a:ext cx="1926589" cy="2739390"/>
            </a:xfrm>
            <a:custGeom>
              <a:avLst/>
              <a:gdLst/>
              <a:ahLst/>
              <a:cxnLst/>
              <a:rect l="l" t="t" r="r" b="b"/>
              <a:pathLst>
                <a:path w="1926589" h="2739390">
                  <a:moveTo>
                    <a:pt x="1926280" y="456521"/>
                  </a:moveTo>
                  <a:lnTo>
                    <a:pt x="1918169" y="516035"/>
                  </a:lnTo>
                  <a:lnTo>
                    <a:pt x="1894516" y="573235"/>
                  </a:lnTo>
                  <a:lnTo>
                    <a:pt x="1856335" y="627640"/>
                  </a:lnTo>
                  <a:lnTo>
                    <a:pt x="1804641" y="678767"/>
                  </a:lnTo>
                  <a:lnTo>
                    <a:pt x="1774044" y="702952"/>
                  </a:lnTo>
                  <a:lnTo>
                    <a:pt x="1740450" y="726136"/>
                  </a:lnTo>
                  <a:lnTo>
                    <a:pt x="1703985" y="748261"/>
                  </a:lnTo>
                  <a:lnTo>
                    <a:pt x="1664776" y="769266"/>
                  </a:lnTo>
                  <a:lnTo>
                    <a:pt x="1622951" y="789091"/>
                  </a:lnTo>
                  <a:lnTo>
                    <a:pt x="1578636" y="807676"/>
                  </a:lnTo>
                  <a:lnTo>
                    <a:pt x="1531958" y="824960"/>
                  </a:lnTo>
                  <a:lnTo>
                    <a:pt x="1483044" y="840884"/>
                  </a:lnTo>
                  <a:lnTo>
                    <a:pt x="1432021" y="855386"/>
                  </a:lnTo>
                  <a:lnTo>
                    <a:pt x="1379016" y="868408"/>
                  </a:lnTo>
                  <a:lnTo>
                    <a:pt x="1324155" y="879889"/>
                  </a:lnTo>
                  <a:lnTo>
                    <a:pt x="1267566" y="889768"/>
                  </a:lnTo>
                  <a:lnTo>
                    <a:pt x="1209376" y="897987"/>
                  </a:lnTo>
                  <a:lnTo>
                    <a:pt x="1149712" y="904483"/>
                  </a:lnTo>
                  <a:lnTo>
                    <a:pt x="1088699" y="909198"/>
                  </a:lnTo>
                  <a:lnTo>
                    <a:pt x="1026466" y="912071"/>
                  </a:lnTo>
                  <a:lnTo>
                    <a:pt x="963140" y="913042"/>
                  </a:lnTo>
                  <a:lnTo>
                    <a:pt x="899813" y="912071"/>
                  </a:lnTo>
                  <a:lnTo>
                    <a:pt x="837580" y="909198"/>
                  </a:lnTo>
                  <a:lnTo>
                    <a:pt x="776568" y="904483"/>
                  </a:lnTo>
                  <a:lnTo>
                    <a:pt x="716903" y="897987"/>
                  </a:lnTo>
                  <a:lnTo>
                    <a:pt x="658713" y="889768"/>
                  </a:lnTo>
                  <a:lnTo>
                    <a:pt x="602124" y="879889"/>
                  </a:lnTo>
                  <a:lnTo>
                    <a:pt x="547264" y="868408"/>
                  </a:lnTo>
                  <a:lnTo>
                    <a:pt x="494258" y="855386"/>
                  </a:lnTo>
                  <a:lnTo>
                    <a:pt x="443235" y="840884"/>
                  </a:lnTo>
                  <a:lnTo>
                    <a:pt x="394322" y="824960"/>
                  </a:lnTo>
                  <a:lnTo>
                    <a:pt x="347644" y="807676"/>
                  </a:lnTo>
                  <a:lnTo>
                    <a:pt x="303328" y="789091"/>
                  </a:lnTo>
                  <a:lnTo>
                    <a:pt x="261503" y="769266"/>
                  </a:lnTo>
                  <a:lnTo>
                    <a:pt x="222295" y="748261"/>
                  </a:lnTo>
                  <a:lnTo>
                    <a:pt x="185830" y="726136"/>
                  </a:lnTo>
                  <a:lnTo>
                    <a:pt x="152235" y="702952"/>
                  </a:lnTo>
                  <a:lnTo>
                    <a:pt x="121638" y="678767"/>
                  </a:lnTo>
                  <a:lnTo>
                    <a:pt x="69944" y="627640"/>
                  </a:lnTo>
                  <a:lnTo>
                    <a:pt x="31763" y="573235"/>
                  </a:lnTo>
                  <a:lnTo>
                    <a:pt x="8110" y="516035"/>
                  </a:lnTo>
                  <a:lnTo>
                    <a:pt x="2048" y="486537"/>
                  </a:lnTo>
                  <a:lnTo>
                    <a:pt x="0" y="456521"/>
                  </a:lnTo>
                </a:path>
                <a:path w="1926589" h="2739390">
                  <a:moveTo>
                    <a:pt x="0" y="456521"/>
                  </a:moveTo>
                  <a:lnTo>
                    <a:pt x="8110" y="397006"/>
                  </a:lnTo>
                  <a:lnTo>
                    <a:pt x="31763" y="339806"/>
                  </a:lnTo>
                  <a:lnTo>
                    <a:pt x="69944" y="285402"/>
                  </a:lnTo>
                  <a:lnTo>
                    <a:pt x="121638" y="234275"/>
                  </a:lnTo>
                  <a:lnTo>
                    <a:pt x="152235" y="210090"/>
                  </a:lnTo>
                  <a:lnTo>
                    <a:pt x="185830" y="186905"/>
                  </a:lnTo>
                  <a:lnTo>
                    <a:pt x="222295" y="164780"/>
                  </a:lnTo>
                  <a:lnTo>
                    <a:pt x="261503" y="143775"/>
                  </a:lnTo>
                  <a:lnTo>
                    <a:pt x="303328" y="123950"/>
                  </a:lnTo>
                  <a:lnTo>
                    <a:pt x="347644" y="105366"/>
                  </a:lnTo>
                  <a:lnTo>
                    <a:pt x="394322" y="88082"/>
                  </a:lnTo>
                  <a:lnTo>
                    <a:pt x="443235" y="72158"/>
                  </a:lnTo>
                  <a:lnTo>
                    <a:pt x="494258" y="57655"/>
                  </a:lnTo>
                  <a:lnTo>
                    <a:pt x="547264" y="44634"/>
                  </a:lnTo>
                  <a:lnTo>
                    <a:pt x="602124" y="33153"/>
                  </a:lnTo>
                  <a:lnTo>
                    <a:pt x="658713" y="23273"/>
                  </a:lnTo>
                  <a:lnTo>
                    <a:pt x="716903" y="15055"/>
                  </a:lnTo>
                  <a:lnTo>
                    <a:pt x="776568" y="8559"/>
                  </a:lnTo>
                  <a:lnTo>
                    <a:pt x="837580" y="3844"/>
                  </a:lnTo>
                  <a:lnTo>
                    <a:pt x="899813" y="971"/>
                  </a:lnTo>
                  <a:lnTo>
                    <a:pt x="963140" y="0"/>
                  </a:lnTo>
                  <a:lnTo>
                    <a:pt x="1026466" y="971"/>
                  </a:lnTo>
                  <a:lnTo>
                    <a:pt x="1088699" y="3844"/>
                  </a:lnTo>
                  <a:lnTo>
                    <a:pt x="1149712" y="8559"/>
                  </a:lnTo>
                  <a:lnTo>
                    <a:pt x="1209376" y="15055"/>
                  </a:lnTo>
                  <a:lnTo>
                    <a:pt x="1267566" y="23273"/>
                  </a:lnTo>
                  <a:lnTo>
                    <a:pt x="1324155" y="33153"/>
                  </a:lnTo>
                  <a:lnTo>
                    <a:pt x="1379016" y="44634"/>
                  </a:lnTo>
                  <a:lnTo>
                    <a:pt x="1432021" y="57655"/>
                  </a:lnTo>
                  <a:lnTo>
                    <a:pt x="1483044" y="72158"/>
                  </a:lnTo>
                  <a:lnTo>
                    <a:pt x="1531958" y="88082"/>
                  </a:lnTo>
                  <a:lnTo>
                    <a:pt x="1578636" y="105366"/>
                  </a:lnTo>
                  <a:lnTo>
                    <a:pt x="1622951" y="123950"/>
                  </a:lnTo>
                  <a:lnTo>
                    <a:pt x="1664776" y="143775"/>
                  </a:lnTo>
                  <a:lnTo>
                    <a:pt x="1703985" y="164780"/>
                  </a:lnTo>
                  <a:lnTo>
                    <a:pt x="1740450" y="186905"/>
                  </a:lnTo>
                  <a:lnTo>
                    <a:pt x="1774044" y="210090"/>
                  </a:lnTo>
                  <a:lnTo>
                    <a:pt x="1804641" y="234275"/>
                  </a:lnTo>
                  <a:lnTo>
                    <a:pt x="1856335" y="285402"/>
                  </a:lnTo>
                  <a:lnTo>
                    <a:pt x="1894516" y="339806"/>
                  </a:lnTo>
                  <a:lnTo>
                    <a:pt x="1918169" y="397006"/>
                  </a:lnTo>
                  <a:lnTo>
                    <a:pt x="1926280" y="456521"/>
                  </a:lnTo>
                  <a:lnTo>
                    <a:pt x="1926280" y="2282607"/>
                  </a:lnTo>
                  <a:lnTo>
                    <a:pt x="1918169" y="2342121"/>
                  </a:lnTo>
                  <a:lnTo>
                    <a:pt x="1894516" y="2399321"/>
                  </a:lnTo>
                  <a:lnTo>
                    <a:pt x="1856335" y="2453725"/>
                  </a:lnTo>
                  <a:lnTo>
                    <a:pt x="1804641" y="2504852"/>
                  </a:lnTo>
                  <a:lnTo>
                    <a:pt x="1774044" y="2529037"/>
                  </a:lnTo>
                  <a:lnTo>
                    <a:pt x="1740450" y="2552222"/>
                  </a:lnTo>
                  <a:lnTo>
                    <a:pt x="1703985" y="2574347"/>
                  </a:lnTo>
                  <a:lnTo>
                    <a:pt x="1664776" y="2595352"/>
                  </a:lnTo>
                  <a:lnTo>
                    <a:pt x="1622951" y="2615177"/>
                  </a:lnTo>
                  <a:lnTo>
                    <a:pt x="1578636" y="2633761"/>
                  </a:lnTo>
                  <a:lnTo>
                    <a:pt x="1531958" y="2651045"/>
                  </a:lnTo>
                  <a:lnTo>
                    <a:pt x="1483044" y="2666969"/>
                  </a:lnTo>
                  <a:lnTo>
                    <a:pt x="1432021" y="2681472"/>
                  </a:lnTo>
                  <a:lnTo>
                    <a:pt x="1379016" y="2694493"/>
                  </a:lnTo>
                  <a:lnTo>
                    <a:pt x="1324155" y="2705974"/>
                  </a:lnTo>
                  <a:lnTo>
                    <a:pt x="1267566" y="2715854"/>
                  </a:lnTo>
                  <a:lnTo>
                    <a:pt x="1209376" y="2724072"/>
                  </a:lnTo>
                  <a:lnTo>
                    <a:pt x="1149712" y="2730569"/>
                  </a:lnTo>
                  <a:lnTo>
                    <a:pt x="1088699" y="2735283"/>
                  </a:lnTo>
                  <a:lnTo>
                    <a:pt x="1026466" y="2738156"/>
                  </a:lnTo>
                  <a:lnTo>
                    <a:pt x="963140" y="2739128"/>
                  </a:lnTo>
                  <a:lnTo>
                    <a:pt x="899813" y="2738156"/>
                  </a:lnTo>
                  <a:lnTo>
                    <a:pt x="837580" y="2735283"/>
                  </a:lnTo>
                  <a:lnTo>
                    <a:pt x="776568" y="2730569"/>
                  </a:lnTo>
                  <a:lnTo>
                    <a:pt x="716903" y="2724072"/>
                  </a:lnTo>
                  <a:lnTo>
                    <a:pt x="658713" y="2715854"/>
                  </a:lnTo>
                  <a:lnTo>
                    <a:pt x="602124" y="2705974"/>
                  </a:lnTo>
                  <a:lnTo>
                    <a:pt x="547264" y="2694493"/>
                  </a:lnTo>
                  <a:lnTo>
                    <a:pt x="494258" y="2681472"/>
                  </a:lnTo>
                  <a:lnTo>
                    <a:pt x="443235" y="2666969"/>
                  </a:lnTo>
                  <a:lnTo>
                    <a:pt x="394322" y="2651045"/>
                  </a:lnTo>
                  <a:lnTo>
                    <a:pt x="347644" y="2633761"/>
                  </a:lnTo>
                  <a:lnTo>
                    <a:pt x="303328" y="2615177"/>
                  </a:lnTo>
                  <a:lnTo>
                    <a:pt x="261503" y="2595352"/>
                  </a:lnTo>
                  <a:lnTo>
                    <a:pt x="222295" y="2574347"/>
                  </a:lnTo>
                  <a:lnTo>
                    <a:pt x="185830" y="2552222"/>
                  </a:lnTo>
                  <a:lnTo>
                    <a:pt x="152235" y="2529037"/>
                  </a:lnTo>
                  <a:lnTo>
                    <a:pt x="121638" y="2504852"/>
                  </a:lnTo>
                  <a:lnTo>
                    <a:pt x="69944" y="2453725"/>
                  </a:lnTo>
                  <a:lnTo>
                    <a:pt x="31763" y="2399321"/>
                  </a:lnTo>
                  <a:lnTo>
                    <a:pt x="8110" y="2342121"/>
                  </a:lnTo>
                  <a:lnTo>
                    <a:pt x="0" y="2282607"/>
                  </a:lnTo>
                  <a:lnTo>
                    <a:pt x="0" y="456521"/>
                  </a:lnTo>
                  <a:close/>
                </a:path>
              </a:pathLst>
            </a:custGeom>
            <a:ln w="28575">
              <a:solidFill>
                <a:srgbClr val="595959"/>
              </a:solidFill>
            </a:ln>
          </p:spPr>
          <p:txBody>
            <a:bodyPr wrap="square" lIns="0" tIns="0" rIns="0" bIns="0" rtlCol="0"/>
            <a:lstStyle/>
            <a:p>
              <a:endParaRPr/>
            </a:p>
          </p:txBody>
        </p:sp>
        <p:sp>
          <p:nvSpPr>
            <p:cNvPr id="17" name="object 17"/>
            <p:cNvSpPr/>
            <p:nvPr/>
          </p:nvSpPr>
          <p:spPr>
            <a:xfrm>
              <a:off x="1781517" y="2636545"/>
              <a:ext cx="1943100" cy="2754630"/>
            </a:xfrm>
            <a:custGeom>
              <a:avLst/>
              <a:gdLst/>
              <a:ahLst/>
              <a:cxnLst/>
              <a:rect l="l" t="t" r="r" b="b"/>
              <a:pathLst>
                <a:path w="1943100" h="2754629">
                  <a:moveTo>
                    <a:pt x="16103" y="2127339"/>
                  </a:moveTo>
                  <a:lnTo>
                    <a:pt x="12547" y="2123795"/>
                  </a:lnTo>
                  <a:lnTo>
                    <a:pt x="3784" y="2123795"/>
                  </a:lnTo>
                  <a:lnTo>
                    <a:pt x="228" y="2127339"/>
                  </a:lnTo>
                  <a:lnTo>
                    <a:pt x="228" y="2183739"/>
                  </a:lnTo>
                  <a:lnTo>
                    <a:pt x="3784" y="2187295"/>
                  </a:lnTo>
                  <a:lnTo>
                    <a:pt x="12547" y="2187295"/>
                  </a:lnTo>
                  <a:lnTo>
                    <a:pt x="16103" y="2183739"/>
                  </a:lnTo>
                  <a:lnTo>
                    <a:pt x="16103" y="2127339"/>
                  </a:lnTo>
                  <a:close/>
                </a:path>
                <a:path w="1943100" h="2754629">
                  <a:moveTo>
                    <a:pt x="16103" y="2016213"/>
                  </a:moveTo>
                  <a:lnTo>
                    <a:pt x="12547" y="2012670"/>
                  </a:lnTo>
                  <a:lnTo>
                    <a:pt x="3784" y="2012670"/>
                  </a:lnTo>
                  <a:lnTo>
                    <a:pt x="228" y="2016213"/>
                  </a:lnTo>
                  <a:lnTo>
                    <a:pt x="228" y="2072614"/>
                  </a:lnTo>
                  <a:lnTo>
                    <a:pt x="3784" y="2076170"/>
                  </a:lnTo>
                  <a:lnTo>
                    <a:pt x="12547" y="2076170"/>
                  </a:lnTo>
                  <a:lnTo>
                    <a:pt x="16103" y="2072614"/>
                  </a:lnTo>
                  <a:lnTo>
                    <a:pt x="16103" y="2016213"/>
                  </a:lnTo>
                  <a:close/>
                </a:path>
                <a:path w="1943100" h="2754629">
                  <a:moveTo>
                    <a:pt x="16103" y="1905088"/>
                  </a:moveTo>
                  <a:lnTo>
                    <a:pt x="12547" y="1901545"/>
                  </a:lnTo>
                  <a:lnTo>
                    <a:pt x="3784" y="1901545"/>
                  </a:lnTo>
                  <a:lnTo>
                    <a:pt x="228" y="1905088"/>
                  </a:lnTo>
                  <a:lnTo>
                    <a:pt x="228" y="1961489"/>
                  </a:lnTo>
                  <a:lnTo>
                    <a:pt x="3784" y="1965045"/>
                  </a:lnTo>
                  <a:lnTo>
                    <a:pt x="12547" y="1965045"/>
                  </a:lnTo>
                  <a:lnTo>
                    <a:pt x="16103" y="1961489"/>
                  </a:lnTo>
                  <a:lnTo>
                    <a:pt x="16103" y="1905088"/>
                  </a:lnTo>
                  <a:close/>
                </a:path>
                <a:path w="1943100" h="2754629">
                  <a:moveTo>
                    <a:pt x="16103" y="1793963"/>
                  </a:moveTo>
                  <a:lnTo>
                    <a:pt x="12547" y="1790420"/>
                  </a:lnTo>
                  <a:lnTo>
                    <a:pt x="3784" y="1790420"/>
                  </a:lnTo>
                  <a:lnTo>
                    <a:pt x="228" y="1793963"/>
                  </a:lnTo>
                  <a:lnTo>
                    <a:pt x="228" y="1850364"/>
                  </a:lnTo>
                  <a:lnTo>
                    <a:pt x="3784" y="1853920"/>
                  </a:lnTo>
                  <a:lnTo>
                    <a:pt x="12547" y="1853920"/>
                  </a:lnTo>
                  <a:lnTo>
                    <a:pt x="16103" y="1850364"/>
                  </a:lnTo>
                  <a:lnTo>
                    <a:pt x="16103" y="1793963"/>
                  </a:lnTo>
                  <a:close/>
                </a:path>
                <a:path w="1943100" h="2754629">
                  <a:moveTo>
                    <a:pt x="16103" y="1682838"/>
                  </a:moveTo>
                  <a:lnTo>
                    <a:pt x="12547" y="1679295"/>
                  </a:lnTo>
                  <a:lnTo>
                    <a:pt x="3784" y="1679295"/>
                  </a:lnTo>
                  <a:lnTo>
                    <a:pt x="228" y="1682838"/>
                  </a:lnTo>
                  <a:lnTo>
                    <a:pt x="228" y="1739239"/>
                  </a:lnTo>
                  <a:lnTo>
                    <a:pt x="3784" y="1742795"/>
                  </a:lnTo>
                  <a:lnTo>
                    <a:pt x="12547" y="1742795"/>
                  </a:lnTo>
                  <a:lnTo>
                    <a:pt x="16103" y="1739239"/>
                  </a:lnTo>
                  <a:lnTo>
                    <a:pt x="16103" y="1682838"/>
                  </a:lnTo>
                  <a:close/>
                </a:path>
                <a:path w="1943100" h="2754629">
                  <a:moveTo>
                    <a:pt x="16103" y="1571713"/>
                  </a:moveTo>
                  <a:lnTo>
                    <a:pt x="12547" y="1568170"/>
                  </a:lnTo>
                  <a:lnTo>
                    <a:pt x="3784" y="1568170"/>
                  </a:lnTo>
                  <a:lnTo>
                    <a:pt x="228" y="1571713"/>
                  </a:lnTo>
                  <a:lnTo>
                    <a:pt x="228" y="1628114"/>
                  </a:lnTo>
                  <a:lnTo>
                    <a:pt x="3784" y="1631670"/>
                  </a:lnTo>
                  <a:lnTo>
                    <a:pt x="12547" y="1631670"/>
                  </a:lnTo>
                  <a:lnTo>
                    <a:pt x="16103" y="1628114"/>
                  </a:lnTo>
                  <a:lnTo>
                    <a:pt x="16103" y="1571713"/>
                  </a:lnTo>
                  <a:close/>
                </a:path>
                <a:path w="1943100" h="2754629">
                  <a:moveTo>
                    <a:pt x="16103" y="1460588"/>
                  </a:moveTo>
                  <a:lnTo>
                    <a:pt x="12547" y="1457045"/>
                  </a:lnTo>
                  <a:lnTo>
                    <a:pt x="3784" y="1457045"/>
                  </a:lnTo>
                  <a:lnTo>
                    <a:pt x="228" y="1460588"/>
                  </a:lnTo>
                  <a:lnTo>
                    <a:pt x="228" y="1516989"/>
                  </a:lnTo>
                  <a:lnTo>
                    <a:pt x="3784" y="1520545"/>
                  </a:lnTo>
                  <a:lnTo>
                    <a:pt x="12547" y="1520545"/>
                  </a:lnTo>
                  <a:lnTo>
                    <a:pt x="16103" y="1516989"/>
                  </a:lnTo>
                  <a:lnTo>
                    <a:pt x="16103" y="1460588"/>
                  </a:lnTo>
                  <a:close/>
                </a:path>
                <a:path w="1943100" h="2754629">
                  <a:moveTo>
                    <a:pt x="16103" y="1349463"/>
                  </a:moveTo>
                  <a:lnTo>
                    <a:pt x="12547" y="1345920"/>
                  </a:lnTo>
                  <a:lnTo>
                    <a:pt x="3784" y="1345920"/>
                  </a:lnTo>
                  <a:lnTo>
                    <a:pt x="228" y="1349463"/>
                  </a:lnTo>
                  <a:lnTo>
                    <a:pt x="228" y="1405864"/>
                  </a:lnTo>
                  <a:lnTo>
                    <a:pt x="3784" y="1409420"/>
                  </a:lnTo>
                  <a:lnTo>
                    <a:pt x="12547" y="1409420"/>
                  </a:lnTo>
                  <a:lnTo>
                    <a:pt x="16103" y="1405864"/>
                  </a:lnTo>
                  <a:lnTo>
                    <a:pt x="16103" y="1349463"/>
                  </a:lnTo>
                  <a:close/>
                </a:path>
                <a:path w="1943100" h="2754629">
                  <a:moveTo>
                    <a:pt x="16103" y="1238338"/>
                  </a:moveTo>
                  <a:lnTo>
                    <a:pt x="12547" y="1234795"/>
                  </a:lnTo>
                  <a:lnTo>
                    <a:pt x="3784" y="1234795"/>
                  </a:lnTo>
                  <a:lnTo>
                    <a:pt x="228" y="1238338"/>
                  </a:lnTo>
                  <a:lnTo>
                    <a:pt x="228" y="1294739"/>
                  </a:lnTo>
                  <a:lnTo>
                    <a:pt x="3784" y="1298295"/>
                  </a:lnTo>
                  <a:lnTo>
                    <a:pt x="12547" y="1298295"/>
                  </a:lnTo>
                  <a:lnTo>
                    <a:pt x="16103" y="1294739"/>
                  </a:lnTo>
                  <a:lnTo>
                    <a:pt x="16103" y="1238338"/>
                  </a:lnTo>
                  <a:close/>
                </a:path>
                <a:path w="1943100" h="2754629">
                  <a:moveTo>
                    <a:pt x="16103" y="1127213"/>
                  </a:moveTo>
                  <a:lnTo>
                    <a:pt x="12547" y="1123670"/>
                  </a:lnTo>
                  <a:lnTo>
                    <a:pt x="3784" y="1123670"/>
                  </a:lnTo>
                  <a:lnTo>
                    <a:pt x="228" y="1127213"/>
                  </a:lnTo>
                  <a:lnTo>
                    <a:pt x="228" y="1183614"/>
                  </a:lnTo>
                  <a:lnTo>
                    <a:pt x="3784" y="1187170"/>
                  </a:lnTo>
                  <a:lnTo>
                    <a:pt x="12547" y="1187170"/>
                  </a:lnTo>
                  <a:lnTo>
                    <a:pt x="16103" y="1183614"/>
                  </a:lnTo>
                  <a:lnTo>
                    <a:pt x="16103" y="1127213"/>
                  </a:lnTo>
                  <a:close/>
                </a:path>
                <a:path w="1943100" h="2754629">
                  <a:moveTo>
                    <a:pt x="16103" y="1016088"/>
                  </a:moveTo>
                  <a:lnTo>
                    <a:pt x="12547" y="1012545"/>
                  </a:lnTo>
                  <a:lnTo>
                    <a:pt x="3784" y="1012545"/>
                  </a:lnTo>
                  <a:lnTo>
                    <a:pt x="228" y="1016088"/>
                  </a:lnTo>
                  <a:lnTo>
                    <a:pt x="228" y="1072489"/>
                  </a:lnTo>
                  <a:lnTo>
                    <a:pt x="3784" y="1076045"/>
                  </a:lnTo>
                  <a:lnTo>
                    <a:pt x="12547" y="1076045"/>
                  </a:lnTo>
                  <a:lnTo>
                    <a:pt x="16103" y="1072489"/>
                  </a:lnTo>
                  <a:lnTo>
                    <a:pt x="16103" y="1016088"/>
                  </a:lnTo>
                  <a:close/>
                </a:path>
                <a:path w="1943100" h="2754629">
                  <a:moveTo>
                    <a:pt x="16103" y="904963"/>
                  </a:moveTo>
                  <a:lnTo>
                    <a:pt x="12547" y="901420"/>
                  </a:lnTo>
                  <a:lnTo>
                    <a:pt x="3784" y="901420"/>
                  </a:lnTo>
                  <a:lnTo>
                    <a:pt x="228" y="904963"/>
                  </a:lnTo>
                  <a:lnTo>
                    <a:pt x="228" y="961364"/>
                  </a:lnTo>
                  <a:lnTo>
                    <a:pt x="3784" y="964920"/>
                  </a:lnTo>
                  <a:lnTo>
                    <a:pt x="12547" y="964920"/>
                  </a:lnTo>
                  <a:lnTo>
                    <a:pt x="16103" y="961364"/>
                  </a:lnTo>
                  <a:lnTo>
                    <a:pt x="16103" y="904963"/>
                  </a:lnTo>
                  <a:close/>
                </a:path>
                <a:path w="1943100" h="2754629">
                  <a:moveTo>
                    <a:pt x="16103" y="793838"/>
                  </a:moveTo>
                  <a:lnTo>
                    <a:pt x="12547" y="790295"/>
                  </a:lnTo>
                  <a:lnTo>
                    <a:pt x="3784" y="790295"/>
                  </a:lnTo>
                  <a:lnTo>
                    <a:pt x="228" y="793838"/>
                  </a:lnTo>
                  <a:lnTo>
                    <a:pt x="228" y="850239"/>
                  </a:lnTo>
                  <a:lnTo>
                    <a:pt x="3784" y="853795"/>
                  </a:lnTo>
                  <a:lnTo>
                    <a:pt x="12547" y="853795"/>
                  </a:lnTo>
                  <a:lnTo>
                    <a:pt x="16103" y="850239"/>
                  </a:lnTo>
                  <a:lnTo>
                    <a:pt x="16103" y="793838"/>
                  </a:lnTo>
                  <a:close/>
                </a:path>
                <a:path w="1943100" h="2754629">
                  <a:moveTo>
                    <a:pt x="16103" y="682713"/>
                  </a:moveTo>
                  <a:lnTo>
                    <a:pt x="12547" y="679170"/>
                  </a:lnTo>
                  <a:lnTo>
                    <a:pt x="3784" y="679170"/>
                  </a:lnTo>
                  <a:lnTo>
                    <a:pt x="228" y="682713"/>
                  </a:lnTo>
                  <a:lnTo>
                    <a:pt x="228" y="739114"/>
                  </a:lnTo>
                  <a:lnTo>
                    <a:pt x="3784" y="742670"/>
                  </a:lnTo>
                  <a:lnTo>
                    <a:pt x="12547" y="742670"/>
                  </a:lnTo>
                  <a:lnTo>
                    <a:pt x="16103" y="739114"/>
                  </a:lnTo>
                  <a:lnTo>
                    <a:pt x="16103" y="682713"/>
                  </a:lnTo>
                  <a:close/>
                </a:path>
                <a:path w="1943100" h="2754629">
                  <a:moveTo>
                    <a:pt x="16103" y="571588"/>
                  </a:moveTo>
                  <a:lnTo>
                    <a:pt x="12547" y="568045"/>
                  </a:lnTo>
                  <a:lnTo>
                    <a:pt x="3784" y="568045"/>
                  </a:lnTo>
                  <a:lnTo>
                    <a:pt x="228" y="571588"/>
                  </a:lnTo>
                  <a:lnTo>
                    <a:pt x="228" y="627989"/>
                  </a:lnTo>
                  <a:lnTo>
                    <a:pt x="3784" y="631545"/>
                  </a:lnTo>
                  <a:lnTo>
                    <a:pt x="12547" y="631545"/>
                  </a:lnTo>
                  <a:lnTo>
                    <a:pt x="16103" y="627989"/>
                  </a:lnTo>
                  <a:lnTo>
                    <a:pt x="16103" y="571588"/>
                  </a:lnTo>
                  <a:close/>
                </a:path>
                <a:path w="1943100" h="2754629">
                  <a:moveTo>
                    <a:pt x="16103" y="460463"/>
                  </a:moveTo>
                  <a:lnTo>
                    <a:pt x="12547" y="456920"/>
                  </a:lnTo>
                  <a:lnTo>
                    <a:pt x="3784" y="456920"/>
                  </a:lnTo>
                  <a:lnTo>
                    <a:pt x="228" y="460463"/>
                  </a:lnTo>
                  <a:lnTo>
                    <a:pt x="228" y="516864"/>
                  </a:lnTo>
                  <a:lnTo>
                    <a:pt x="3784" y="520420"/>
                  </a:lnTo>
                  <a:lnTo>
                    <a:pt x="12547" y="520420"/>
                  </a:lnTo>
                  <a:lnTo>
                    <a:pt x="16103" y="516864"/>
                  </a:lnTo>
                  <a:lnTo>
                    <a:pt x="16103" y="460463"/>
                  </a:lnTo>
                  <a:close/>
                </a:path>
                <a:path w="1943100" h="2754629">
                  <a:moveTo>
                    <a:pt x="22059" y="2240927"/>
                  </a:moveTo>
                  <a:lnTo>
                    <a:pt x="19583" y="2236457"/>
                  </a:lnTo>
                  <a:lnTo>
                    <a:pt x="11112" y="2234184"/>
                  </a:lnTo>
                  <a:lnTo>
                    <a:pt x="9829" y="2234920"/>
                  </a:lnTo>
                  <a:lnTo>
                    <a:pt x="3784" y="2234920"/>
                  </a:lnTo>
                  <a:lnTo>
                    <a:pt x="228" y="2238464"/>
                  </a:lnTo>
                  <a:lnTo>
                    <a:pt x="241" y="2289467"/>
                  </a:lnTo>
                  <a:lnTo>
                    <a:pt x="0" y="2294217"/>
                  </a:lnTo>
                  <a:lnTo>
                    <a:pt x="444" y="2294725"/>
                  </a:lnTo>
                  <a:lnTo>
                    <a:pt x="482" y="2295283"/>
                  </a:lnTo>
                  <a:lnTo>
                    <a:pt x="2984" y="2297544"/>
                  </a:lnTo>
                  <a:lnTo>
                    <a:pt x="3365" y="2297950"/>
                  </a:lnTo>
                  <a:lnTo>
                    <a:pt x="4216" y="2298636"/>
                  </a:lnTo>
                  <a:lnTo>
                    <a:pt x="10172" y="2298319"/>
                  </a:lnTo>
                  <a:lnTo>
                    <a:pt x="12115" y="2298420"/>
                  </a:lnTo>
                  <a:lnTo>
                    <a:pt x="12357" y="2298204"/>
                  </a:lnTo>
                  <a:lnTo>
                    <a:pt x="12979" y="2298166"/>
                  </a:lnTo>
                  <a:lnTo>
                    <a:pt x="15341" y="2295525"/>
                  </a:lnTo>
                  <a:lnTo>
                    <a:pt x="15862" y="2295067"/>
                  </a:lnTo>
                  <a:lnTo>
                    <a:pt x="16332" y="2294432"/>
                  </a:lnTo>
                  <a:lnTo>
                    <a:pt x="16141" y="2290902"/>
                  </a:lnTo>
                  <a:lnTo>
                    <a:pt x="16129" y="2289848"/>
                  </a:lnTo>
                  <a:lnTo>
                    <a:pt x="17348" y="2267191"/>
                  </a:lnTo>
                  <a:lnTo>
                    <a:pt x="20904" y="2245258"/>
                  </a:lnTo>
                  <a:lnTo>
                    <a:pt x="22059" y="2240927"/>
                  </a:lnTo>
                  <a:close/>
                </a:path>
                <a:path w="1943100" h="2754629">
                  <a:moveTo>
                    <a:pt x="43688" y="357530"/>
                  </a:moveTo>
                  <a:lnTo>
                    <a:pt x="42049" y="352780"/>
                  </a:lnTo>
                  <a:lnTo>
                    <a:pt x="34163" y="348945"/>
                  </a:lnTo>
                  <a:lnTo>
                    <a:pt x="29413" y="350583"/>
                  </a:lnTo>
                  <a:lnTo>
                    <a:pt x="20307" y="369379"/>
                  </a:lnTo>
                  <a:lnTo>
                    <a:pt x="11595" y="392595"/>
                  </a:lnTo>
                  <a:lnTo>
                    <a:pt x="8432" y="404406"/>
                  </a:lnTo>
                  <a:lnTo>
                    <a:pt x="10947" y="408749"/>
                  </a:lnTo>
                  <a:lnTo>
                    <a:pt x="19405" y="411022"/>
                  </a:lnTo>
                  <a:lnTo>
                    <a:pt x="23761" y="408508"/>
                  </a:lnTo>
                  <a:lnTo>
                    <a:pt x="26924" y="396709"/>
                  </a:lnTo>
                  <a:lnTo>
                    <a:pt x="35153" y="374967"/>
                  </a:lnTo>
                  <a:lnTo>
                    <a:pt x="43688" y="357530"/>
                  </a:lnTo>
                  <a:close/>
                </a:path>
                <a:path w="1943100" h="2754629">
                  <a:moveTo>
                    <a:pt x="44081" y="2397709"/>
                  </a:moveTo>
                  <a:lnTo>
                    <a:pt x="34861" y="2378799"/>
                  </a:lnTo>
                  <a:lnTo>
                    <a:pt x="26682" y="2356993"/>
                  </a:lnTo>
                  <a:lnTo>
                    <a:pt x="25133" y="2351024"/>
                  </a:lnTo>
                  <a:lnTo>
                    <a:pt x="23990" y="2346782"/>
                  </a:lnTo>
                  <a:lnTo>
                    <a:pt x="19646" y="2344280"/>
                  </a:lnTo>
                  <a:lnTo>
                    <a:pt x="11176" y="2346541"/>
                  </a:lnTo>
                  <a:lnTo>
                    <a:pt x="8699" y="2351024"/>
                  </a:lnTo>
                  <a:lnTo>
                    <a:pt x="29806" y="2404656"/>
                  </a:lnTo>
                  <a:lnTo>
                    <a:pt x="34556" y="2406294"/>
                  </a:lnTo>
                  <a:lnTo>
                    <a:pt x="42443" y="2402459"/>
                  </a:lnTo>
                  <a:lnTo>
                    <a:pt x="44081" y="2397709"/>
                  </a:lnTo>
                  <a:close/>
                </a:path>
                <a:path w="1943100" h="2754629">
                  <a:moveTo>
                    <a:pt x="68745" y="2143950"/>
                  </a:moveTo>
                  <a:lnTo>
                    <a:pt x="67919" y="2138997"/>
                  </a:lnTo>
                  <a:lnTo>
                    <a:pt x="60782" y="2133904"/>
                  </a:lnTo>
                  <a:lnTo>
                    <a:pt x="55829" y="2134730"/>
                  </a:lnTo>
                  <a:lnTo>
                    <a:pt x="44653" y="2150427"/>
                  </a:lnTo>
                  <a:lnTo>
                    <a:pt x="31343" y="2172690"/>
                  </a:lnTo>
                  <a:lnTo>
                    <a:pt x="25869" y="2183942"/>
                  </a:lnTo>
                  <a:lnTo>
                    <a:pt x="27508" y="2188692"/>
                  </a:lnTo>
                  <a:lnTo>
                    <a:pt x="35394" y="2192528"/>
                  </a:lnTo>
                  <a:lnTo>
                    <a:pt x="40144" y="2190889"/>
                  </a:lnTo>
                  <a:lnTo>
                    <a:pt x="45618" y="2179650"/>
                  </a:lnTo>
                  <a:lnTo>
                    <a:pt x="58267" y="2158581"/>
                  </a:lnTo>
                  <a:lnTo>
                    <a:pt x="68745" y="2143950"/>
                  </a:lnTo>
                  <a:close/>
                </a:path>
                <a:path w="1943100" h="2754629">
                  <a:moveTo>
                    <a:pt x="109220" y="271386"/>
                  </a:moveTo>
                  <a:lnTo>
                    <a:pt x="109093" y="266357"/>
                  </a:lnTo>
                  <a:lnTo>
                    <a:pt x="102870" y="260426"/>
                  </a:lnTo>
                  <a:lnTo>
                    <a:pt x="97726" y="260426"/>
                  </a:lnTo>
                  <a:lnTo>
                    <a:pt x="77749" y="281406"/>
                  </a:lnTo>
                  <a:lnTo>
                    <a:pt x="59867" y="302907"/>
                  </a:lnTo>
                  <a:lnTo>
                    <a:pt x="60325" y="307911"/>
                  </a:lnTo>
                  <a:lnTo>
                    <a:pt x="67068" y="313512"/>
                  </a:lnTo>
                  <a:lnTo>
                    <a:pt x="72072" y="313055"/>
                  </a:lnTo>
                  <a:lnTo>
                    <a:pt x="89954" y="291553"/>
                  </a:lnTo>
                  <a:lnTo>
                    <a:pt x="109220" y="271386"/>
                  </a:lnTo>
                  <a:close/>
                </a:path>
                <a:path w="1943100" h="2754629">
                  <a:moveTo>
                    <a:pt x="109829" y="2483701"/>
                  </a:moveTo>
                  <a:lnTo>
                    <a:pt x="89598" y="2462479"/>
                  </a:lnTo>
                  <a:lnTo>
                    <a:pt x="72644" y="2442070"/>
                  </a:lnTo>
                  <a:lnTo>
                    <a:pt x="67627" y="2441613"/>
                  </a:lnTo>
                  <a:lnTo>
                    <a:pt x="60896" y="2447213"/>
                  </a:lnTo>
                  <a:lnTo>
                    <a:pt x="60439" y="2452217"/>
                  </a:lnTo>
                  <a:lnTo>
                    <a:pt x="78105" y="2473439"/>
                  </a:lnTo>
                  <a:lnTo>
                    <a:pt x="98450" y="2494775"/>
                  </a:lnTo>
                  <a:lnTo>
                    <a:pt x="103365" y="2494775"/>
                  </a:lnTo>
                  <a:lnTo>
                    <a:pt x="109715" y="2488717"/>
                  </a:lnTo>
                  <a:lnTo>
                    <a:pt x="109829" y="2483701"/>
                  </a:lnTo>
                  <a:close/>
                </a:path>
                <a:path w="1943100" h="2754629">
                  <a:moveTo>
                    <a:pt x="145211" y="2061184"/>
                  </a:moveTo>
                  <a:lnTo>
                    <a:pt x="139636" y="2054415"/>
                  </a:lnTo>
                  <a:lnTo>
                    <a:pt x="134632" y="2053932"/>
                  </a:lnTo>
                  <a:lnTo>
                    <a:pt x="119011" y="2066836"/>
                  </a:lnTo>
                  <a:lnTo>
                    <a:pt x="97396" y="2086864"/>
                  </a:lnTo>
                  <a:lnTo>
                    <a:pt x="92138" y="2092375"/>
                  </a:lnTo>
                  <a:lnTo>
                    <a:pt x="92265" y="2097392"/>
                  </a:lnTo>
                  <a:lnTo>
                    <a:pt x="98602" y="2103450"/>
                  </a:lnTo>
                  <a:lnTo>
                    <a:pt x="103517" y="2103450"/>
                  </a:lnTo>
                  <a:lnTo>
                    <a:pt x="108877" y="2097824"/>
                  </a:lnTo>
                  <a:lnTo>
                    <a:pt x="129806" y="2078482"/>
                  </a:lnTo>
                  <a:lnTo>
                    <a:pt x="144741" y="2066188"/>
                  </a:lnTo>
                  <a:lnTo>
                    <a:pt x="145211" y="2061184"/>
                  </a:lnTo>
                  <a:close/>
                </a:path>
                <a:path w="1943100" h="2754629">
                  <a:moveTo>
                    <a:pt x="195859" y="198729"/>
                  </a:moveTo>
                  <a:lnTo>
                    <a:pt x="190995" y="191439"/>
                  </a:lnTo>
                  <a:lnTo>
                    <a:pt x="186067" y="190449"/>
                  </a:lnTo>
                  <a:lnTo>
                    <a:pt x="167932" y="202552"/>
                  </a:lnTo>
                  <a:lnTo>
                    <a:pt x="139801" y="223342"/>
                  </a:lnTo>
                  <a:lnTo>
                    <a:pt x="139065" y="228320"/>
                  </a:lnTo>
                  <a:lnTo>
                    <a:pt x="144272" y="235369"/>
                  </a:lnTo>
                  <a:lnTo>
                    <a:pt x="149250" y="236105"/>
                  </a:lnTo>
                  <a:lnTo>
                    <a:pt x="177368" y="215315"/>
                  </a:lnTo>
                  <a:lnTo>
                    <a:pt x="194868" y="203657"/>
                  </a:lnTo>
                  <a:lnTo>
                    <a:pt x="195859" y="198729"/>
                  </a:lnTo>
                  <a:close/>
                </a:path>
                <a:path w="1943100" h="2754629">
                  <a:moveTo>
                    <a:pt x="196596" y="2556205"/>
                  </a:moveTo>
                  <a:lnTo>
                    <a:pt x="195618" y="2551277"/>
                  </a:lnTo>
                  <a:lnTo>
                    <a:pt x="177050" y="2538907"/>
                  </a:lnTo>
                  <a:lnTo>
                    <a:pt x="149961" y="2518854"/>
                  </a:lnTo>
                  <a:lnTo>
                    <a:pt x="144995" y="2519603"/>
                  </a:lnTo>
                  <a:lnTo>
                    <a:pt x="139776" y="2526652"/>
                  </a:lnTo>
                  <a:lnTo>
                    <a:pt x="140525" y="2531630"/>
                  </a:lnTo>
                  <a:lnTo>
                    <a:pt x="168249" y="2552115"/>
                  </a:lnTo>
                  <a:lnTo>
                    <a:pt x="186804" y="2564485"/>
                  </a:lnTo>
                  <a:lnTo>
                    <a:pt x="191731" y="2563495"/>
                  </a:lnTo>
                  <a:lnTo>
                    <a:pt x="196596" y="2556205"/>
                  </a:lnTo>
                  <a:close/>
                </a:path>
                <a:path w="1943100" h="2754629">
                  <a:moveTo>
                    <a:pt x="236880" y="1999703"/>
                  </a:moveTo>
                  <a:lnTo>
                    <a:pt x="232346" y="1992185"/>
                  </a:lnTo>
                  <a:lnTo>
                    <a:pt x="227469" y="1990979"/>
                  </a:lnTo>
                  <a:lnTo>
                    <a:pt x="195097" y="2010511"/>
                  </a:lnTo>
                  <a:lnTo>
                    <a:pt x="179336" y="2021027"/>
                  </a:lnTo>
                  <a:lnTo>
                    <a:pt x="178346" y="2025954"/>
                  </a:lnTo>
                  <a:lnTo>
                    <a:pt x="183210" y="2033244"/>
                  </a:lnTo>
                  <a:lnTo>
                    <a:pt x="188137" y="2034235"/>
                  </a:lnTo>
                  <a:lnTo>
                    <a:pt x="203911" y="2023719"/>
                  </a:lnTo>
                  <a:lnTo>
                    <a:pt x="235661" y="2004580"/>
                  </a:lnTo>
                  <a:lnTo>
                    <a:pt x="236880" y="1999703"/>
                  </a:lnTo>
                  <a:close/>
                </a:path>
                <a:path w="1943100" h="2754629">
                  <a:moveTo>
                    <a:pt x="292493" y="145161"/>
                  </a:moveTo>
                  <a:lnTo>
                    <a:pt x="288582" y="137299"/>
                  </a:lnTo>
                  <a:lnTo>
                    <a:pt x="283819" y="135699"/>
                  </a:lnTo>
                  <a:lnTo>
                    <a:pt x="254558" y="150253"/>
                  </a:lnTo>
                  <a:lnTo>
                    <a:pt x="233489" y="161798"/>
                  </a:lnTo>
                  <a:lnTo>
                    <a:pt x="232067" y="166611"/>
                  </a:lnTo>
                  <a:lnTo>
                    <a:pt x="236283" y="174307"/>
                  </a:lnTo>
                  <a:lnTo>
                    <a:pt x="241109" y="175717"/>
                  </a:lnTo>
                  <a:lnTo>
                    <a:pt x="262178" y="164185"/>
                  </a:lnTo>
                  <a:lnTo>
                    <a:pt x="290893" y="149923"/>
                  </a:lnTo>
                  <a:lnTo>
                    <a:pt x="292493" y="145161"/>
                  </a:lnTo>
                  <a:close/>
                </a:path>
                <a:path w="1943100" h="2754629">
                  <a:moveTo>
                    <a:pt x="293281" y="2609685"/>
                  </a:moveTo>
                  <a:lnTo>
                    <a:pt x="291680" y="2604909"/>
                  </a:lnTo>
                  <a:lnTo>
                    <a:pt x="261899" y="2590114"/>
                  </a:lnTo>
                  <a:lnTo>
                    <a:pt x="241884" y="2579154"/>
                  </a:lnTo>
                  <a:lnTo>
                    <a:pt x="237058" y="2580563"/>
                  </a:lnTo>
                  <a:lnTo>
                    <a:pt x="232854" y="2588247"/>
                  </a:lnTo>
                  <a:lnTo>
                    <a:pt x="234264" y="2593073"/>
                  </a:lnTo>
                  <a:lnTo>
                    <a:pt x="254838" y="2604325"/>
                  </a:lnTo>
                  <a:lnTo>
                    <a:pt x="284619" y="2619133"/>
                  </a:lnTo>
                  <a:lnTo>
                    <a:pt x="289382" y="2617533"/>
                  </a:lnTo>
                  <a:lnTo>
                    <a:pt x="293281" y="2609685"/>
                  </a:lnTo>
                  <a:close/>
                </a:path>
                <a:path w="1943100" h="2754629">
                  <a:moveTo>
                    <a:pt x="336384" y="1951875"/>
                  </a:moveTo>
                  <a:lnTo>
                    <a:pt x="333057" y="1943760"/>
                  </a:lnTo>
                  <a:lnTo>
                    <a:pt x="328422" y="1941830"/>
                  </a:lnTo>
                  <a:lnTo>
                    <a:pt x="320446" y="1945106"/>
                  </a:lnTo>
                  <a:lnTo>
                    <a:pt x="286727" y="1960346"/>
                  </a:lnTo>
                  <a:lnTo>
                    <a:pt x="276580" y="1965388"/>
                  </a:lnTo>
                  <a:lnTo>
                    <a:pt x="274980" y="1970163"/>
                  </a:lnTo>
                  <a:lnTo>
                    <a:pt x="278879" y="1978012"/>
                  </a:lnTo>
                  <a:lnTo>
                    <a:pt x="283641" y="1979612"/>
                  </a:lnTo>
                  <a:lnTo>
                    <a:pt x="293789" y="1974557"/>
                  </a:lnTo>
                  <a:lnTo>
                    <a:pt x="326974" y="1959571"/>
                  </a:lnTo>
                  <a:lnTo>
                    <a:pt x="334441" y="1956511"/>
                  </a:lnTo>
                  <a:lnTo>
                    <a:pt x="336384" y="1951875"/>
                  </a:lnTo>
                  <a:close/>
                </a:path>
                <a:path w="1943100" h="2754629">
                  <a:moveTo>
                    <a:pt x="394817" y="103111"/>
                  </a:moveTo>
                  <a:lnTo>
                    <a:pt x="391756" y="94894"/>
                  </a:lnTo>
                  <a:lnTo>
                    <a:pt x="387184" y="92811"/>
                  </a:lnTo>
                  <a:lnTo>
                    <a:pt x="355638" y="104559"/>
                  </a:lnTo>
                  <a:lnTo>
                    <a:pt x="334365" y="113296"/>
                  </a:lnTo>
                  <a:lnTo>
                    <a:pt x="332435" y="117932"/>
                  </a:lnTo>
                  <a:lnTo>
                    <a:pt x="335762" y="126047"/>
                  </a:lnTo>
                  <a:lnTo>
                    <a:pt x="340398" y="127977"/>
                  </a:lnTo>
                  <a:lnTo>
                    <a:pt x="361670" y="119240"/>
                  </a:lnTo>
                  <a:lnTo>
                    <a:pt x="392722" y="107683"/>
                  </a:lnTo>
                  <a:lnTo>
                    <a:pt x="394817" y="103111"/>
                  </a:lnTo>
                  <a:close/>
                </a:path>
                <a:path w="1943100" h="2754629">
                  <a:moveTo>
                    <a:pt x="395643" y="2651633"/>
                  </a:moveTo>
                  <a:lnTo>
                    <a:pt x="393560" y="2647061"/>
                  </a:lnTo>
                  <a:lnTo>
                    <a:pt x="361429" y="2635097"/>
                  </a:lnTo>
                  <a:lnTo>
                    <a:pt x="341223" y="2626791"/>
                  </a:lnTo>
                  <a:lnTo>
                    <a:pt x="336588" y="2628735"/>
                  </a:lnTo>
                  <a:lnTo>
                    <a:pt x="333248" y="2636850"/>
                  </a:lnTo>
                  <a:lnTo>
                    <a:pt x="335191" y="2641485"/>
                  </a:lnTo>
                  <a:lnTo>
                    <a:pt x="355892" y="2649969"/>
                  </a:lnTo>
                  <a:lnTo>
                    <a:pt x="388010" y="2661945"/>
                  </a:lnTo>
                  <a:lnTo>
                    <a:pt x="392582" y="2659850"/>
                  </a:lnTo>
                  <a:lnTo>
                    <a:pt x="395643" y="2651633"/>
                  </a:lnTo>
                  <a:close/>
                </a:path>
                <a:path w="1943100" h="2754629">
                  <a:moveTo>
                    <a:pt x="440436" y="1913763"/>
                  </a:moveTo>
                  <a:lnTo>
                    <a:pt x="437629" y="1905457"/>
                  </a:lnTo>
                  <a:lnTo>
                    <a:pt x="433133" y="1903222"/>
                  </a:lnTo>
                  <a:lnTo>
                    <a:pt x="392264" y="1917001"/>
                  </a:lnTo>
                  <a:lnTo>
                    <a:pt x="379603" y="1921713"/>
                  </a:lnTo>
                  <a:lnTo>
                    <a:pt x="377507" y="1926285"/>
                  </a:lnTo>
                  <a:lnTo>
                    <a:pt x="380568" y="1934502"/>
                  </a:lnTo>
                  <a:lnTo>
                    <a:pt x="385140" y="1936597"/>
                  </a:lnTo>
                  <a:lnTo>
                    <a:pt x="397814" y="1931873"/>
                  </a:lnTo>
                  <a:lnTo>
                    <a:pt x="438200" y="1918271"/>
                  </a:lnTo>
                  <a:lnTo>
                    <a:pt x="440436" y="1913763"/>
                  </a:lnTo>
                  <a:close/>
                </a:path>
                <a:path w="1943100" h="2754629">
                  <a:moveTo>
                    <a:pt x="500583" y="70472"/>
                  </a:moveTo>
                  <a:lnTo>
                    <a:pt x="498284" y="62014"/>
                  </a:lnTo>
                  <a:lnTo>
                    <a:pt x="493915" y="59512"/>
                  </a:lnTo>
                  <a:lnTo>
                    <a:pt x="469569" y="66154"/>
                  </a:lnTo>
                  <a:lnTo>
                    <a:pt x="439534" y="75285"/>
                  </a:lnTo>
                  <a:lnTo>
                    <a:pt x="437172" y="79717"/>
                  </a:lnTo>
                  <a:lnTo>
                    <a:pt x="439724" y="88099"/>
                  </a:lnTo>
                  <a:lnTo>
                    <a:pt x="444157" y="90474"/>
                  </a:lnTo>
                  <a:lnTo>
                    <a:pt x="474192" y="81343"/>
                  </a:lnTo>
                  <a:lnTo>
                    <a:pt x="498094" y="74828"/>
                  </a:lnTo>
                  <a:lnTo>
                    <a:pt x="500583" y="70472"/>
                  </a:lnTo>
                  <a:close/>
                </a:path>
                <a:path w="1943100" h="2754629">
                  <a:moveTo>
                    <a:pt x="501446" y="2684208"/>
                  </a:moveTo>
                  <a:lnTo>
                    <a:pt x="498944" y="2679839"/>
                  </a:lnTo>
                  <a:lnTo>
                    <a:pt x="473964" y="2673032"/>
                  </a:lnTo>
                  <a:lnTo>
                    <a:pt x="445008" y="2664231"/>
                  </a:lnTo>
                  <a:lnTo>
                    <a:pt x="440575" y="2666593"/>
                  </a:lnTo>
                  <a:lnTo>
                    <a:pt x="438023" y="2674988"/>
                  </a:lnTo>
                  <a:lnTo>
                    <a:pt x="440385" y="2679420"/>
                  </a:lnTo>
                  <a:lnTo>
                    <a:pt x="469798" y="2688348"/>
                  </a:lnTo>
                  <a:lnTo>
                    <a:pt x="494779" y="2695156"/>
                  </a:lnTo>
                  <a:lnTo>
                    <a:pt x="499135" y="2692666"/>
                  </a:lnTo>
                  <a:lnTo>
                    <a:pt x="501446" y="2684208"/>
                  </a:lnTo>
                  <a:close/>
                </a:path>
                <a:path w="1943100" h="2754629">
                  <a:moveTo>
                    <a:pt x="547306" y="1884832"/>
                  </a:moveTo>
                  <a:lnTo>
                    <a:pt x="545236" y="1876310"/>
                  </a:lnTo>
                  <a:lnTo>
                    <a:pt x="540956" y="1873694"/>
                  </a:lnTo>
                  <a:lnTo>
                    <a:pt x="510120" y="1881187"/>
                  </a:lnTo>
                  <a:lnTo>
                    <a:pt x="486105" y="1887728"/>
                  </a:lnTo>
                  <a:lnTo>
                    <a:pt x="483616" y="1892096"/>
                  </a:lnTo>
                  <a:lnTo>
                    <a:pt x="485914" y="1900555"/>
                  </a:lnTo>
                  <a:lnTo>
                    <a:pt x="490283" y="1903044"/>
                  </a:lnTo>
                  <a:lnTo>
                    <a:pt x="514299" y="1896503"/>
                  </a:lnTo>
                  <a:lnTo>
                    <a:pt x="544690" y="1889125"/>
                  </a:lnTo>
                  <a:lnTo>
                    <a:pt x="547306" y="1884832"/>
                  </a:lnTo>
                  <a:close/>
                </a:path>
                <a:path w="1943100" h="2754629">
                  <a:moveTo>
                    <a:pt x="608495" y="45885"/>
                  </a:moveTo>
                  <a:lnTo>
                    <a:pt x="606996" y="37249"/>
                  </a:lnTo>
                  <a:lnTo>
                    <a:pt x="602881" y="34353"/>
                  </a:lnTo>
                  <a:lnTo>
                    <a:pt x="594741" y="35775"/>
                  </a:lnTo>
                  <a:lnTo>
                    <a:pt x="551459" y="45059"/>
                  </a:lnTo>
                  <a:lnTo>
                    <a:pt x="547204" y="46101"/>
                  </a:lnTo>
                  <a:lnTo>
                    <a:pt x="544588" y="50380"/>
                  </a:lnTo>
                  <a:lnTo>
                    <a:pt x="546658" y="58902"/>
                  </a:lnTo>
                  <a:lnTo>
                    <a:pt x="550951" y="61518"/>
                  </a:lnTo>
                  <a:lnTo>
                    <a:pt x="555612" y="60388"/>
                  </a:lnTo>
                  <a:lnTo>
                    <a:pt x="598068" y="51295"/>
                  </a:lnTo>
                  <a:lnTo>
                    <a:pt x="605599" y="49987"/>
                  </a:lnTo>
                  <a:lnTo>
                    <a:pt x="608495" y="45885"/>
                  </a:lnTo>
                  <a:close/>
                </a:path>
                <a:path w="1943100" h="2754629">
                  <a:moveTo>
                    <a:pt x="609371" y="2708706"/>
                  </a:moveTo>
                  <a:lnTo>
                    <a:pt x="606475" y="2704604"/>
                  </a:lnTo>
                  <a:lnTo>
                    <a:pt x="597763" y="2703093"/>
                  </a:lnTo>
                  <a:lnTo>
                    <a:pt x="551573" y="2693187"/>
                  </a:lnTo>
                  <a:lnTo>
                    <a:pt x="547357" y="2695918"/>
                  </a:lnTo>
                  <a:lnTo>
                    <a:pt x="545820" y="2703093"/>
                  </a:lnTo>
                  <a:lnTo>
                    <a:pt x="545592" y="2704604"/>
                  </a:lnTo>
                  <a:lnTo>
                    <a:pt x="548259" y="2708706"/>
                  </a:lnTo>
                  <a:lnTo>
                    <a:pt x="595045" y="2718727"/>
                  </a:lnTo>
                  <a:lnTo>
                    <a:pt x="603770" y="2720238"/>
                  </a:lnTo>
                  <a:lnTo>
                    <a:pt x="607872" y="2717342"/>
                  </a:lnTo>
                  <a:lnTo>
                    <a:pt x="609371" y="2708706"/>
                  </a:lnTo>
                  <a:close/>
                </a:path>
                <a:path w="1943100" h="2754629">
                  <a:moveTo>
                    <a:pt x="656082" y="1863712"/>
                  </a:moveTo>
                  <a:lnTo>
                    <a:pt x="654583" y="1855076"/>
                  </a:lnTo>
                  <a:lnTo>
                    <a:pt x="650481" y="1852180"/>
                  </a:lnTo>
                  <a:lnTo>
                    <a:pt x="594918" y="1861820"/>
                  </a:lnTo>
                  <a:lnTo>
                    <a:pt x="592023" y="1865934"/>
                  </a:lnTo>
                  <a:lnTo>
                    <a:pt x="593521" y="1874570"/>
                  </a:lnTo>
                  <a:lnTo>
                    <a:pt x="597623" y="1877466"/>
                  </a:lnTo>
                  <a:lnTo>
                    <a:pt x="653186" y="1867827"/>
                  </a:lnTo>
                  <a:lnTo>
                    <a:pt x="656082" y="1863712"/>
                  </a:lnTo>
                  <a:close/>
                </a:path>
                <a:path w="1943100" h="2754629">
                  <a:moveTo>
                    <a:pt x="718007" y="28562"/>
                  </a:moveTo>
                  <a:lnTo>
                    <a:pt x="717003" y="20358"/>
                  </a:lnTo>
                  <a:lnTo>
                    <a:pt x="716953" y="19862"/>
                  </a:lnTo>
                  <a:lnTo>
                    <a:pt x="712990" y="16764"/>
                  </a:lnTo>
                  <a:lnTo>
                    <a:pt x="683539" y="20358"/>
                  </a:lnTo>
                  <a:lnTo>
                    <a:pt x="656818" y="24993"/>
                  </a:lnTo>
                  <a:lnTo>
                    <a:pt x="653923" y="29108"/>
                  </a:lnTo>
                  <a:lnTo>
                    <a:pt x="655421" y="37744"/>
                  </a:lnTo>
                  <a:lnTo>
                    <a:pt x="659523" y="40640"/>
                  </a:lnTo>
                  <a:lnTo>
                    <a:pt x="686257" y="36004"/>
                  </a:lnTo>
                  <a:lnTo>
                    <a:pt x="714908" y="32524"/>
                  </a:lnTo>
                  <a:lnTo>
                    <a:pt x="718007" y="28562"/>
                  </a:lnTo>
                  <a:close/>
                </a:path>
                <a:path w="1943100" h="2754629">
                  <a:moveTo>
                    <a:pt x="718896" y="2725991"/>
                  </a:moveTo>
                  <a:lnTo>
                    <a:pt x="715797" y="2722029"/>
                  </a:lnTo>
                  <a:lnTo>
                    <a:pt x="685850" y="2718384"/>
                  </a:lnTo>
                  <a:lnTo>
                    <a:pt x="660400" y="2713952"/>
                  </a:lnTo>
                  <a:lnTo>
                    <a:pt x="656297" y="2716847"/>
                  </a:lnTo>
                  <a:lnTo>
                    <a:pt x="654799" y="2725483"/>
                  </a:lnTo>
                  <a:lnTo>
                    <a:pt x="657694" y="2729598"/>
                  </a:lnTo>
                  <a:lnTo>
                    <a:pt x="683933" y="2734145"/>
                  </a:lnTo>
                  <a:lnTo>
                    <a:pt x="713879" y="2737789"/>
                  </a:lnTo>
                  <a:lnTo>
                    <a:pt x="717829" y="2734691"/>
                  </a:lnTo>
                  <a:lnTo>
                    <a:pt x="718896" y="2725991"/>
                  </a:lnTo>
                  <a:close/>
                </a:path>
                <a:path w="1943100" h="2754629">
                  <a:moveTo>
                    <a:pt x="765949" y="1848802"/>
                  </a:moveTo>
                  <a:lnTo>
                    <a:pt x="764895" y="1840103"/>
                  </a:lnTo>
                  <a:lnTo>
                    <a:pt x="760933" y="1837004"/>
                  </a:lnTo>
                  <a:lnTo>
                    <a:pt x="704951" y="1843824"/>
                  </a:lnTo>
                  <a:lnTo>
                    <a:pt x="701865" y="1847786"/>
                  </a:lnTo>
                  <a:lnTo>
                    <a:pt x="702919" y="1856486"/>
                  </a:lnTo>
                  <a:lnTo>
                    <a:pt x="706882" y="1859584"/>
                  </a:lnTo>
                  <a:lnTo>
                    <a:pt x="762850" y="1852764"/>
                  </a:lnTo>
                  <a:lnTo>
                    <a:pt x="765949" y="1848802"/>
                  </a:lnTo>
                  <a:close/>
                </a:path>
                <a:path w="1943100" h="2754629">
                  <a:moveTo>
                    <a:pt x="828344" y="17627"/>
                  </a:moveTo>
                  <a:lnTo>
                    <a:pt x="827798" y="10134"/>
                  </a:lnTo>
                  <a:lnTo>
                    <a:pt x="827709" y="8877"/>
                  </a:lnTo>
                  <a:lnTo>
                    <a:pt x="823912" y="5588"/>
                  </a:lnTo>
                  <a:lnTo>
                    <a:pt x="776236" y="9055"/>
                  </a:lnTo>
                  <a:lnTo>
                    <a:pt x="767321" y="10134"/>
                  </a:lnTo>
                  <a:lnTo>
                    <a:pt x="764222" y="14097"/>
                  </a:lnTo>
                  <a:lnTo>
                    <a:pt x="765289" y="22796"/>
                  </a:lnTo>
                  <a:lnTo>
                    <a:pt x="769239" y="25895"/>
                  </a:lnTo>
                  <a:lnTo>
                    <a:pt x="778154" y="24815"/>
                  </a:lnTo>
                  <a:lnTo>
                    <a:pt x="825055" y="21424"/>
                  </a:lnTo>
                  <a:lnTo>
                    <a:pt x="828344" y="17627"/>
                  </a:lnTo>
                  <a:close/>
                </a:path>
                <a:path w="1943100" h="2754629">
                  <a:moveTo>
                    <a:pt x="829233" y="2736875"/>
                  </a:moveTo>
                  <a:lnTo>
                    <a:pt x="825944" y="2733078"/>
                  </a:lnTo>
                  <a:lnTo>
                    <a:pt x="777773" y="2729598"/>
                  </a:lnTo>
                  <a:lnTo>
                    <a:pt x="770128" y="2728645"/>
                  </a:lnTo>
                  <a:lnTo>
                    <a:pt x="766165" y="2731744"/>
                  </a:lnTo>
                  <a:lnTo>
                    <a:pt x="765111" y="2740456"/>
                  </a:lnTo>
                  <a:lnTo>
                    <a:pt x="768210" y="2744406"/>
                  </a:lnTo>
                  <a:lnTo>
                    <a:pt x="776630" y="2745422"/>
                  </a:lnTo>
                  <a:lnTo>
                    <a:pt x="824801" y="2748915"/>
                  </a:lnTo>
                  <a:lnTo>
                    <a:pt x="828598" y="2745625"/>
                  </a:lnTo>
                  <a:lnTo>
                    <a:pt x="829233" y="2736875"/>
                  </a:lnTo>
                  <a:close/>
                </a:path>
                <a:path w="1943100" h="2754629">
                  <a:moveTo>
                    <a:pt x="876515" y="1840230"/>
                  </a:moveTo>
                  <a:lnTo>
                    <a:pt x="875944" y="1832267"/>
                  </a:lnTo>
                  <a:lnTo>
                    <a:pt x="875880" y="1831479"/>
                  </a:lnTo>
                  <a:lnTo>
                    <a:pt x="872083" y="1828190"/>
                  </a:lnTo>
                  <a:lnTo>
                    <a:pt x="815835" y="1832267"/>
                  </a:lnTo>
                  <a:lnTo>
                    <a:pt x="812546" y="1836064"/>
                  </a:lnTo>
                  <a:lnTo>
                    <a:pt x="813130" y="1844027"/>
                  </a:lnTo>
                  <a:lnTo>
                    <a:pt x="813181" y="1844802"/>
                  </a:lnTo>
                  <a:lnTo>
                    <a:pt x="816991" y="1848091"/>
                  </a:lnTo>
                  <a:lnTo>
                    <a:pt x="873226" y="1844027"/>
                  </a:lnTo>
                  <a:lnTo>
                    <a:pt x="876515" y="1840230"/>
                  </a:lnTo>
                  <a:close/>
                </a:path>
                <a:path w="1943100" h="2754629">
                  <a:moveTo>
                    <a:pt x="939050" y="12420"/>
                  </a:moveTo>
                  <a:lnTo>
                    <a:pt x="938949" y="3657"/>
                  </a:lnTo>
                  <a:lnTo>
                    <a:pt x="935532" y="317"/>
                  </a:lnTo>
                  <a:lnTo>
                    <a:pt x="921448" y="317"/>
                  </a:lnTo>
                  <a:lnTo>
                    <a:pt x="878801" y="1854"/>
                  </a:lnTo>
                  <a:lnTo>
                    <a:pt x="875372" y="5537"/>
                  </a:lnTo>
                  <a:lnTo>
                    <a:pt x="875626" y="12420"/>
                  </a:lnTo>
                  <a:lnTo>
                    <a:pt x="875690" y="14300"/>
                  </a:lnTo>
                  <a:lnTo>
                    <a:pt x="879373" y="17716"/>
                  </a:lnTo>
                  <a:lnTo>
                    <a:pt x="922020" y="16179"/>
                  </a:lnTo>
                  <a:lnTo>
                    <a:pt x="935393" y="16179"/>
                  </a:lnTo>
                  <a:lnTo>
                    <a:pt x="939050" y="12420"/>
                  </a:lnTo>
                  <a:close/>
                </a:path>
                <a:path w="1943100" h="2754629">
                  <a:moveTo>
                    <a:pt x="939939" y="2742019"/>
                  </a:moveTo>
                  <a:lnTo>
                    <a:pt x="936434" y="2738424"/>
                  </a:lnTo>
                  <a:lnTo>
                    <a:pt x="926693" y="2738424"/>
                  </a:lnTo>
                  <a:lnTo>
                    <a:pt x="880262" y="2736748"/>
                  </a:lnTo>
                  <a:lnTo>
                    <a:pt x="876579" y="2740177"/>
                  </a:lnTo>
                  <a:lnTo>
                    <a:pt x="876261" y="2748940"/>
                  </a:lnTo>
                  <a:lnTo>
                    <a:pt x="879690" y="2752623"/>
                  </a:lnTo>
                  <a:lnTo>
                    <a:pt x="926515" y="2754299"/>
                  </a:lnTo>
                  <a:lnTo>
                    <a:pt x="936244" y="2754299"/>
                  </a:lnTo>
                  <a:lnTo>
                    <a:pt x="939838" y="2750794"/>
                  </a:lnTo>
                  <a:lnTo>
                    <a:pt x="939939" y="2742019"/>
                  </a:lnTo>
                  <a:close/>
                </a:path>
                <a:path w="1943100" h="2754629">
                  <a:moveTo>
                    <a:pt x="987348" y="1829549"/>
                  </a:moveTo>
                  <a:lnTo>
                    <a:pt x="983843" y="1825955"/>
                  </a:lnTo>
                  <a:lnTo>
                    <a:pt x="958799" y="1825955"/>
                  </a:lnTo>
                  <a:lnTo>
                    <a:pt x="927265" y="1826336"/>
                  </a:lnTo>
                  <a:lnTo>
                    <a:pt x="923747" y="1829930"/>
                  </a:lnTo>
                  <a:lnTo>
                    <a:pt x="923861" y="1838693"/>
                  </a:lnTo>
                  <a:lnTo>
                    <a:pt x="927455" y="1842211"/>
                  </a:lnTo>
                  <a:lnTo>
                    <a:pt x="958989" y="1841830"/>
                  </a:lnTo>
                  <a:lnTo>
                    <a:pt x="983653" y="1841830"/>
                  </a:lnTo>
                  <a:lnTo>
                    <a:pt x="987247" y="1838312"/>
                  </a:lnTo>
                  <a:lnTo>
                    <a:pt x="987348" y="1829549"/>
                  </a:lnTo>
                  <a:close/>
                </a:path>
                <a:path w="1943100" h="2754629">
                  <a:moveTo>
                    <a:pt x="1050264" y="4927"/>
                  </a:moveTo>
                  <a:lnTo>
                    <a:pt x="1046835" y="1244"/>
                  </a:lnTo>
                  <a:lnTo>
                    <a:pt x="1020965" y="317"/>
                  </a:lnTo>
                  <a:lnTo>
                    <a:pt x="994651" y="0"/>
                  </a:lnTo>
                  <a:lnTo>
                    <a:pt x="990219" y="0"/>
                  </a:lnTo>
                  <a:lnTo>
                    <a:pt x="986675" y="3454"/>
                  </a:lnTo>
                  <a:lnTo>
                    <a:pt x="986574" y="12217"/>
                  </a:lnTo>
                  <a:lnTo>
                    <a:pt x="990130" y="15875"/>
                  </a:lnTo>
                  <a:lnTo>
                    <a:pt x="994460" y="15875"/>
                  </a:lnTo>
                  <a:lnTo>
                    <a:pt x="1020775" y="16192"/>
                  </a:lnTo>
                  <a:lnTo>
                    <a:pt x="1046264" y="17106"/>
                  </a:lnTo>
                  <a:lnTo>
                    <a:pt x="1049947" y="13690"/>
                  </a:lnTo>
                  <a:lnTo>
                    <a:pt x="1050264" y="4927"/>
                  </a:lnTo>
                  <a:close/>
                </a:path>
                <a:path w="1943100" h="2754629">
                  <a:moveTo>
                    <a:pt x="1051153" y="2749486"/>
                  </a:moveTo>
                  <a:lnTo>
                    <a:pt x="1050886" y="2742209"/>
                  </a:lnTo>
                  <a:lnTo>
                    <a:pt x="1050836" y="2740723"/>
                  </a:lnTo>
                  <a:lnTo>
                    <a:pt x="1047153" y="2737294"/>
                  </a:lnTo>
                  <a:lnTo>
                    <a:pt x="1020584" y="2738259"/>
                  </a:lnTo>
                  <a:lnTo>
                    <a:pt x="990968" y="2738615"/>
                  </a:lnTo>
                  <a:lnTo>
                    <a:pt x="987463" y="2742209"/>
                  </a:lnTo>
                  <a:lnTo>
                    <a:pt x="987564" y="2750972"/>
                  </a:lnTo>
                  <a:lnTo>
                    <a:pt x="991158" y="2754490"/>
                  </a:lnTo>
                  <a:lnTo>
                    <a:pt x="1021156" y="2754122"/>
                  </a:lnTo>
                  <a:lnTo>
                    <a:pt x="1047724" y="2753169"/>
                  </a:lnTo>
                  <a:lnTo>
                    <a:pt x="1051153" y="2749486"/>
                  </a:lnTo>
                  <a:close/>
                </a:path>
                <a:path w="1943100" h="2754629">
                  <a:moveTo>
                    <a:pt x="1098638" y="1833791"/>
                  </a:moveTo>
                  <a:lnTo>
                    <a:pt x="1095349" y="1829993"/>
                  </a:lnTo>
                  <a:lnTo>
                    <a:pt x="1070063" y="1828165"/>
                  </a:lnTo>
                  <a:lnTo>
                    <a:pt x="1038745" y="1827034"/>
                  </a:lnTo>
                  <a:lnTo>
                    <a:pt x="1035075" y="1830463"/>
                  </a:lnTo>
                  <a:lnTo>
                    <a:pt x="1034757" y="1839226"/>
                  </a:lnTo>
                  <a:lnTo>
                    <a:pt x="1038174" y="1842897"/>
                  </a:lnTo>
                  <a:lnTo>
                    <a:pt x="1069492" y="1844027"/>
                  </a:lnTo>
                  <a:lnTo>
                    <a:pt x="1094193" y="1845818"/>
                  </a:lnTo>
                  <a:lnTo>
                    <a:pt x="1098003" y="1842541"/>
                  </a:lnTo>
                  <a:lnTo>
                    <a:pt x="1098638" y="1833791"/>
                  </a:lnTo>
                  <a:close/>
                </a:path>
                <a:path w="1943100" h="2754629">
                  <a:moveTo>
                    <a:pt x="1161288" y="12242"/>
                  </a:moveTo>
                  <a:lnTo>
                    <a:pt x="1158011" y="8432"/>
                  </a:lnTo>
                  <a:lnTo>
                    <a:pt x="1101763" y="4368"/>
                  </a:lnTo>
                  <a:lnTo>
                    <a:pt x="1097953" y="7658"/>
                  </a:lnTo>
                  <a:lnTo>
                    <a:pt x="1097330" y="16395"/>
                  </a:lnTo>
                  <a:lnTo>
                    <a:pt x="1100620" y="20205"/>
                  </a:lnTo>
                  <a:lnTo>
                    <a:pt x="1156855" y="24269"/>
                  </a:lnTo>
                  <a:lnTo>
                    <a:pt x="1160665" y="20980"/>
                  </a:lnTo>
                  <a:lnTo>
                    <a:pt x="1161288" y="12242"/>
                  </a:lnTo>
                  <a:close/>
                </a:path>
                <a:path w="1943100" h="2754629">
                  <a:moveTo>
                    <a:pt x="1162177" y="2742133"/>
                  </a:moveTo>
                  <a:lnTo>
                    <a:pt x="1161605" y="2734170"/>
                  </a:lnTo>
                  <a:lnTo>
                    <a:pt x="1161554" y="2733395"/>
                  </a:lnTo>
                  <a:lnTo>
                    <a:pt x="1157744" y="2730106"/>
                  </a:lnTo>
                  <a:lnTo>
                    <a:pt x="1101496" y="2734170"/>
                  </a:lnTo>
                  <a:lnTo>
                    <a:pt x="1098219" y="2737980"/>
                  </a:lnTo>
                  <a:lnTo>
                    <a:pt x="1098791" y="2745943"/>
                  </a:lnTo>
                  <a:lnTo>
                    <a:pt x="1098842" y="2746718"/>
                  </a:lnTo>
                  <a:lnTo>
                    <a:pt x="1102652" y="2750007"/>
                  </a:lnTo>
                  <a:lnTo>
                    <a:pt x="1158887" y="2745943"/>
                  </a:lnTo>
                  <a:lnTo>
                    <a:pt x="1162177" y="2742133"/>
                  </a:lnTo>
                  <a:close/>
                </a:path>
                <a:path w="1943100" h="2754629">
                  <a:moveTo>
                    <a:pt x="1209471" y="1843976"/>
                  </a:moveTo>
                  <a:lnTo>
                    <a:pt x="1206373" y="1840014"/>
                  </a:lnTo>
                  <a:lnTo>
                    <a:pt x="1165987" y="1835099"/>
                  </a:lnTo>
                  <a:lnTo>
                    <a:pt x="1149934" y="1833943"/>
                  </a:lnTo>
                  <a:lnTo>
                    <a:pt x="1146136" y="1837232"/>
                  </a:lnTo>
                  <a:lnTo>
                    <a:pt x="1145501" y="1845970"/>
                  </a:lnTo>
                  <a:lnTo>
                    <a:pt x="1148791" y="1849767"/>
                  </a:lnTo>
                  <a:lnTo>
                    <a:pt x="1164831" y="1850936"/>
                  </a:lnTo>
                  <a:lnTo>
                    <a:pt x="1204455" y="1855774"/>
                  </a:lnTo>
                  <a:lnTo>
                    <a:pt x="1208417" y="1852676"/>
                  </a:lnTo>
                  <a:lnTo>
                    <a:pt x="1209471" y="1843976"/>
                  </a:lnTo>
                  <a:close/>
                </a:path>
                <a:path w="1943100" h="2754629">
                  <a:moveTo>
                    <a:pt x="1271955" y="26200"/>
                  </a:moveTo>
                  <a:lnTo>
                    <a:pt x="1269060" y="22098"/>
                  </a:lnTo>
                  <a:lnTo>
                    <a:pt x="1258671" y="20307"/>
                  </a:lnTo>
                  <a:lnTo>
                    <a:pt x="1212761" y="14706"/>
                  </a:lnTo>
                  <a:lnTo>
                    <a:pt x="1208798" y="17805"/>
                  </a:lnTo>
                  <a:lnTo>
                    <a:pt x="1207782" y="26200"/>
                  </a:lnTo>
                  <a:lnTo>
                    <a:pt x="1207744" y="26504"/>
                  </a:lnTo>
                  <a:lnTo>
                    <a:pt x="1210843" y="30467"/>
                  </a:lnTo>
                  <a:lnTo>
                    <a:pt x="1256753" y="36055"/>
                  </a:lnTo>
                  <a:lnTo>
                    <a:pt x="1266342" y="37731"/>
                  </a:lnTo>
                  <a:lnTo>
                    <a:pt x="1270457" y="34836"/>
                  </a:lnTo>
                  <a:lnTo>
                    <a:pt x="1271905" y="26504"/>
                  </a:lnTo>
                  <a:lnTo>
                    <a:pt x="1271955" y="26200"/>
                  </a:lnTo>
                  <a:close/>
                </a:path>
                <a:path w="1943100" h="2754629">
                  <a:moveTo>
                    <a:pt x="1272832" y="2728087"/>
                  </a:moveTo>
                  <a:lnTo>
                    <a:pt x="1271333" y="2719451"/>
                  </a:lnTo>
                  <a:lnTo>
                    <a:pt x="1267218" y="2716555"/>
                  </a:lnTo>
                  <a:lnTo>
                    <a:pt x="1256360" y="2718435"/>
                  </a:lnTo>
                  <a:lnTo>
                    <a:pt x="1211719" y="2723870"/>
                  </a:lnTo>
                  <a:lnTo>
                    <a:pt x="1208620" y="2727820"/>
                  </a:lnTo>
                  <a:lnTo>
                    <a:pt x="1209687" y="2736532"/>
                  </a:lnTo>
                  <a:lnTo>
                    <a:pt x="1213650" y="2739631"/>
                  </a:lnTo>
                  <a:lnTo>
                    <a:pt x="1259065" y="2734081"/>
                  </a:lnTo>
                  <a:lnTo>
                    <a:pt x="1269936" y="2732189"/>
                  </a:lnTo>
                  <a:lnTo>
                    <a:pt x="1272832" y="2728087"/>
                  </a:lnTo>
                  <a:close/>
                </a:path>
                <a:path w="1943100" h="2754629">
                  <a:moveTo>
                    <a:pt x="1319542" y="1860537"/>
                  </a:moveTo>
                  <a:lnTo>
                    <a:pt x="1316647" y="1856435"/>
                  </a:lnTo>
                  <a:lnTo>
                    <a:pt x="1261084" y="1846795"/>
                  </a:lnTo>
                  <a:lnTo>
                    <a:pt x="1256982" y="1849691"/>
                  </a:lnTo>
                  <a:lnTo>
                    <a:pt x="1255483" y="1858327"/>
                  </a:lnTo>
                  <a:lnTo>
                    <a:pt x="1258379" y="1862442"/>
                  </a:lnTo>
                  <a:lnTo>
                    <a:pt x="1313942" y="1872081"/>
                  </a:lnTo>
                  <a:lnTo>
                    <a:pt x="1318044" y="1869186"/>
                  </a:lnTo>
                  <a:lnTo>
                    <a:pt x="1319542" y="1860537"/>
                  </a:lnTo>
                  <a:close/>
                </a:path>
                <a:path w="1943100" h="2754629">
                  <a:moveTo>
                    <a:pt x="1381353" y="46583"/>
                  </a:moveTo>
                  <a:lnTo>
                    <a:pt x="1378623" y="42367"/>
                  </a:lnTo>
                  <a:lnTo>
                    <a:pt x="1347558" y="35712"/>
                  </a:lnTo>
                  <a:lnTo>
                    <a:pt x="1322984" y="31445"/>
                  </a:lnTo>
                  <a:lnTo>
                    <a:pt x="1318882" y="34340"/>
                  </a:lnTo>
                  <a:lnTo>
                    <a:pt x="1317485" y="42367"/>
                  </a:lnTo>
                  <a:lnTo>
                    <a:pt x="1317383" y="42976"/>
                  </a:lnTo>
                  <a:lnTo>
                    <a:pt x="1320279" y="47091"/>
                  </a:lnTo>
                  <a:lnTo>
                    <a:pt x="1344841" y="51358"/>
                  </a:lnTo>
                  <a:lnTo>
                    <a:pt x="1375295" y="57886"/>
                  </a:lnTo>
                  <a:lnTo>
                    <a:pt x="1379512" y="55156"/>
                  </a:lnTo>
                  <a:lnTo>
                    <a:pt x="1381239" y="47091"/>
                  </a:lnTo>
                  <a:lnTo>
                    <a:pt x="1381353" y="46583"/>
                  </a:lnTo>
                  <a:close/>
                </a:path>
                <a:path w="1943100" h="2754629">
                  <a:moveTo>
                    <a:pt x="1382217" y="2707678"/>
                  </a:moveTo>
                  <a:lnTo>
                    <a:pt x="1380388" y="2699105"/>
                  </a:lnTo>
                  <a:lnTo>
                    <a:pt x="1376172" y="2696375"/>
                  </a:lnTo>
                  <a:lnTo>
                    <a:pt x="1344536" y="2703144"/>
                  </a:lnTo>
                  <a:lnTo>
                    <a:pt x="1321155" y="2707195"/>
                  </a:lnTo>
                  <a:lnTo>
                    <a:pt x="1318260" y="2711310"/>
                  </a:lnTo>
                  <a:lnTo>
                    <a:pt x="1319758" y="2719946"/>
                  </a:lnTo>
                  <a:lnTo>
                    <a:pt x="1323860" y="2722842"/>
                  </a:lnTo>
                  <a:lnTo>
                    <a:pt x="1347863" y="2718663"/>
                  </a:lnTo>
                  <a:lnTo>
                    <a:pt x="1379486" y="2711894"/>
                  </a:lnTo>
                  <a:lnTo>
                    <a:pt x="1382217" y="2707678"/>
                  </a:lnTo>
                  <a:close/>
                </a:path>
                <a:path w="1943100" h="2754629">
                  <a:moveTo>
                    <a:pt x="1428457" y="1883854"/>
                  </a:moveTo>
                  <a:lnTo>
                    <a:pt x="1425841" y="1879561"/>
                  </a:lnTo>
                  <a:lnTo>
                    <a:pt x="1390523" y="1871002"/>
                  </a:lnTo>
                  <a:lnTo>
                    <a:pt x="1370711" y="1866747"/>
                  </a:lnTo>
                  <a:lnTo>
                    <a:pt x="1366494" y="1869478"/>
                  </a:lnTo>
                  <a:lnTo>
                    <a:pt x="1364653" y="1878050"/>
                  </a:lnTo>
                  <a:lnTo>
                    <a:pt x="1367383" y="1882279"/>
                  </a:lnTo>
                  <a:lnTo>
                    <a:pt x="1387195" y="1886521"/>
                  </a:lnTo>
                  <a:lnTo>
                    <a:pt x="1422095" y="1894992"/>
                  </a:lnTo>
                  <a:lnTo>
                    <a:pt x="1426387" y="1892376"/>
                  </a:lnTo>
                  <a:lnTo>
                    <a:pt x="1428457" y="1883854"/>
                  </a:lnTo>
                  <a:close/>
                </a:path>
                <a:path w="1943100" h="2754629">
                  <a:moveTo>
                    <a:pt x="1489189" y="74777"/>
                  </a:moveTo>
                  <a:lnTo>
                    <a:pt x="1486839" y="70370"/>
                  </a:lnTo>
                  <a:lnTo>
                    <a:pt x="1472819" y="66090"/>
                  </a:lnTo>
                  <a:lnTo>
                    <a:pt x="1432306" y="55054"/>
                  </a:lnTo>
                  <a:lnTo>
                    <a:pt x="1427949" y="57543"/>
                  </a:lnTo>
                  <a:lnTo>
                    <a:pt x="1425689" y="66090"/>
                  </a:lnTo>
                  <a:lnTo>
                    <a:pt x="1428140" y="70370"/>
                  </a:lnTo>
                  <a:lnTo>
                    <a:pt x="1468640" y="81407"/>
                  </a:lnTo>
                  <a:lnTo>
                    <a:pt x="1482204" y="85534"/>
                  </a:lnTo>
                  <a:lnTo>
                    <a:pt x="1486636" y="83159"/>
                  </a:lnTo>
                  <a:lnTo>
                    <a:pt x="1489189" y="74777"/>
                  </a:lnTo>
                  <a:close/>
                </a:path>
                <a:path w="1943100" h="2754629">
                  <a:moveTo>
                    <a:pt x="1490040" y="2679408"/>
                  </a:moveTo>
                  <a:lnTo>
                    <a:pt x="1487487" y="2671013"/>
                  </a:lnTo>
                  <a:lnTo>
                    <a:pt x="1483055" y="2668651"/>
                  </a:lnTo>
                  <a:lnTo>
                    <a:pt x="1468424" y="2673096"/>
                  </a:lnTo>
                  <a:lnTo>
                    <a:pt x="1428991" y="2683840"/>
                  </a:lnTo>
                  <a:lnTo>
                    <a:pt x="1428267" y="2685110"/>
                  </a:lnTo>
                  <a:lnTo>
                    <a:pt x="1426527" y="2688285"/>
                  </a:lnTo>
                  <a:lnTo>
                    <a:pt x="1428800" y="2696667"/>
                  </a:lnTo>
                  <a:lnTo>
                    <a:pt x="1433169" y="2699156"/>
                  </a:lnTo>
                  <a:lnTo>
                    <a:pt x="1473034" y="2688285"/>
                  </a:lnTo>
                  <a:lnTo>
                    <a:pt x="1487665" y="2683840"/>
                  </a:lnTo>
                  <a:lnTo>
                    <a:pt x="1490040" y="2679408"/>
                  </a:lnTo>
                  <a:close/>
                </a:path>
                <a:path w="1943100" h="2754629">
                  <a:moveTo>
                    <a:pt x="1535290" y="1915668"/>
                  </a:moveTo>
                  <a:lnTo>
                    <a:pt x="1533067" y="1911172"/>
                  </a:lnTo>
                  <a:lnTo>
                    <a:pt x="1512112" y="1904111"/>
                  </a:lnTo>
                  <a:lnTo>
                    <a:pt x="1479080" y="1894078"/>
                  </a:lnTo>
                  <a:lnTo>
                    <a:pt x="1474647" y="1896440"/>
                  </a:lnTo>
                  <a:lnTo>
                    <a:pt x="1472095" y="1904834"/>
                  </a:lnTo>
                  <a:lnTo>
                    <a:pt x="1474457" y="1909267"/>
                  </a:lnTo>
                  <a:lnTo>
                    <a:pt x="1507490" y="1919300"/>
                  </a:lnTo>
                  <a:lnTo>
                    <a:pt x="1527987" y="1926209"/>
                  </a:lnTo>
                  <a:lnTo>
                    <a:pt x="1532496" y="1923986"/>
                  </a:lnTo>
                  <a:lnTo>
                    <a:pt x="1535290" y="1915668"/>
                  </a:lnTo>
                  <a:close/>
                </a:path>
                <a:path w="1943100" h="2754629">
                  <a:moveTo>
                    <a:pt x="1594472" y="111480"/>
                  </a:moveTo>
                  <a:lnTo>
                    <a:pt x="1592529" y="106845"/>
                  </a:lnTo>
                  <a:lnTo>
                    <a:pt x="1586725" y="104470"/>
                  </a:lnTo>
                  <a:lnTo>
                    <a:pt x="1550098" y="90830"/>
                  </a:lnTo>
                  <a:lnTo>
                    <a:pt x="1539151" y="87134"/>
                  </a:lnTo>
                  <a:lnTo>
                    <a:pt x="1534655" y="89369"/>
                  </a:lnTo>
                  <a:lnTo>
                    <a:pt x="1531848" y="97675"/>
                  </a:lnTo>
                  <a:lnTo>
                    <a:pt x="1534083" y="102184"/>
                  </a:lnTo>
                  <a:lnTo>
                    <a:pt x="1545031" y="105867"/>
                  </a:lnTo>
                  <a:lnTo>
                    <a:pt x="1581175" y="119341"/>
                  </a:lnTo>
                  <a:lnTo>
                    <a:pt x="1586496" y="121526"/>
                  </a:lnTo>
                  <a:lnTo>
                    <a:pt x="1591144" y="119595"/>
                  </a:lnTo>
                  <a:lnTo>
                    <a:pt x="1594472" y="111480"/>
                  </a:lnTo>
                  <a:close/>
                </a:path>
                <a:path w="1943100" h="2754629">
                  <a:moveTo>
                    <a:pt x="1595297" y="2642616"/>
                  </a:moveTo>
                  <a:lnTo>
                    <a:pt x="1591957" y="2634513"/>
                  </a:lnTo>
                  <a:lnTo>
                    <a:pt x="1587322" y="2632570"/>
                  </a:lnTo>
                  <a:lnTo>
                    <a:pt x="1580934" y="2635199"/>
                  </a:lnTo>
                  <a:lnTo>
                    <a:pt x="1544789" y="2648648"/>
                  </a:lnTo>
                  <a:lnTo>
                    <a:pt x="1534934" y="2651976"/>
                  </a:lnTo>
                  <a:lnTo>
                    <a:pt x="1532699" y="2656471"/>
                  </a:lnTo>
                  <a:lnTo>
                    <a:pt x="1535493" y="2664777"/>
                  </a:lnTo>
                  <a:lnTo>
                    <a:pt x="1540002" y="2667012"/>
                  </a:lnTo>
                  <a:lnTo>
                    <a:pt x="1550339" y="2663533"/>
                  </a:lnTo>
                  <a:lnTo>
                    <a:pt x="1586966" y="2649880"/>
                  </a:lnTo>
                  <a:lnTo>
                    <a:pt x="1593354" y="2647251"/>
                  </a:lnTo>
                  <a:lnTo>
                    <a:pt x="1595297" y="2642616"/>
                  </a:lnTo>
                  <a:close/>
                </a:path>
                <a:path w="1943100" h="2754629">
                  <a:moveTo>
                    <a:pt x="1639011" y="1956612"/>
                  </a:moveTo>
                  <a:lnTo>
                    <a:pt x="1637233" y="1951913"/>
                  </a:lnTo>
                  <a:lnTo>
                    <a:pt x="1621917" y="1944992"/>
                  </a:lnTo>
                  <a:lnTo>
                    <a:pt x="1585048" y="1929853"/>
                  </a:lnTo>
                  <a:lnTo>
                    <a:pt x="1580413" y="1931797"/>
                  </a:lnTo>
                  <a:lnTo>
                    <a:pt x="1577073" y="1939912"/>
                  </a:lnTo>
                  <a:lnTo>
                    <a:pt x="1579016" y="1944547"/>
                  </a:lnTo>
                  <a:lnTo>
                    <a:pt x="1615884" y="1959686"/>
                  </a:lnTo>
                  <a:lnTo>
                    <a:pt x="1630705" y="1966379"/>
                  </a:lnTo>
                  <a:lnTo>
                    <a:pt x="1635404" y="1964601"/>
                  </a:lnTo>
                  <a:lnTo>
                    <a:pt x="1639011" y="1956612"/>
                  </a:lnTo>
                  <a:close/>
                </a:path>
                <a:path w="1943100" h="2754629">
                  <a:moveTo>
                    <a:pt x="1695640" y="158457"/>
                  </a:moveTo>
                  <a:lnTo>
                    <a:pt x="1694230" y="153644"/>
                  </a:lnTo>
                  <a:lnTo>
                    <a:pt x="1687766" y="150114"/>
                  </a:lnTo>
                  <a:lnTo>
                    <a:pt x="1655610" y="134137"/>
                  </a:lnTo>
                  <a:lnTo>
                    <a:pt x="1643100" y="128473"/>
                  </a:lnTo>
                  <a:lnTo>
                    <a:pt x="1638388" y="130289"/>
                  </a:lnTo>
                  <a:lnTo>
                    <a:pt x="1634782" y="138239"/>
                  </a:lnTo>
                  <a:lnTo>
                    <a:pt x="1636560" y="142951"/>
                  </a:lnTo>
                  <a:lnTo>
                    <a:pt x="1649082" y="148602"/>
                  </a:lnTo>
                  <a:lnTo>
                    <a:pt x="1680705" y="164325"/>
                  </a:lnTo>
                  <a:lnTo>
                    <a:pt x="1686610" y="167563"/>
                  </a:lnTo>
                  <a:lnTo>
                    <a:pt x="1691424" y="166154"/>
                  </a:lnTo>
                  <a:lnTo>
                    <a:pt x="1695640" y="158457"/>
                  </a:lnTo>
                  <a:close/>
                </a:path>
                <a:path w="1943100" h="2754629">
                  <a:moveTo>
                    <a:pt x="1696415" y="2595549"/>
                  </a:moveTo>
                  <a:lnTo>
                    <a:pt x="1692211" y="2587853"/>
                  </a:lnTo>
                  <a:lnTo>
                    <a:pt x="1687385" y="2586444"/>
                  </a:lnTo>
                  <a:lnTo>
                    <a:pt x="1680425" y="2590254"/>
                  </a:lnTo>
                  <a:lnTo>
                    <a:pt x="1648815" y="2605963"/>
                  </a:lnTo>
                  <a:lnTo>
                    <a:pt x="1637372" y="2611132"/>
                  </a:lnTo>
                  <a:lnTo>
                    <a:pt x="1635594" y="2615831"/>
                  </a:lnTo>
                  <a:lnTo>
                    <a:pt x="1639214" y="2623820"/>
                  </a:lnTo>
                  <a:lnTo>
                    <a:pt x="1643913" y="2625598"/>
                  </a:lnTo>
                  <a:lnTo>
                    <a:pt x="1655876" y="2620175"/>
                  </a:lnTo>
                  <a:lnTo>
                    <a:pt x="1688045" y="2604185"/>
                  </a:lnTo>
                  <a:lnTo>
                    <a:pt x="1695005" y="2600375"/>
                  </a:lnTo>
                  <a:lnTo>
                    <a:pt x="1696415" y="2595549"/>
                  </a:lnTo>
                  <a:close/>
                </a:path>
                <a:path w="1943100" h="2754629">
                  <a:moveTo>
                    <a:pt x="1737652" y="2008720"/>
                  </a:moveTo>
                  <a:lnTo>
                    <a:pt x="1736445" y="2003831"/>
                  </a:lnTo>
                  <a:lnTo>
                    <a:pt x="1718322" y="1992909"/>
                  </a:lnTo>
                  <a:lnTo>
                    <a:pt x="1687131" y="1975840"/>
                  </a:lnTo>
                  <a:lnTo>
                    <a:pt x="1682305" y="1977250"/>
                  </a:lnTo>
                  <a:lnTo>
                    <a:pt x="1678089" y="1984946"/>
                  </a:lnTo>
                  <a:lnTo>
                    <a:pt x="1679511" y="1989772"/>
                  </a:lnTo>
                  <a:lnTo>
                    <a:pt x="1710702" y="2006841"/>
                  </a:lnTo>
                  <a:lnTo>
                    <a:pt x="1728254" y="2017433"/>
                  </a:lnTo>
                  <a:lnTo>
                    <a:pt x="1733130" y="2016226"/>
                  </a:lnTo>
                  <a:lnTo>
                    <a:pt x="1737652" y="2008720"/>
                  </a:lnTo>
                  <a:close/>
                </a:path>
                <a:path w="1943100" h="2754629">
                  <a:moveTo>
                    <a:pt x="1789887" y="218224"/>
                  </a:moveTo>
                  <a:lnTo>
                    <a:pt x="1789150" y="213245"/>
                  </a:lnTo>
                  <a:lnTo>
                    <a:pt x="1774355" y="202323"/>
                  </a:lnTo>
                  <a:lnTo>
                    <a:pt x="1747202" y="184238"/>
                  </a:lnTo>
                  <a:lnTo>
                    <a:pt x="1741957" y="181076"/>
                  </a:lnTo>
                  <a:lnTo>
                    <a:pt x="1737080" y="182283"/>
                  </a:lnTo>
                  <a:lnTo>
                    <a:pt x="1732546" y="189788"/>
                  </a:lnTo>
                  <a:lnTo>
                    <a:pt x="1733753" y="194665"/>
                  </a:lnTo>
                  <a:lnTo>
                    <a:pt x="1738998" y="197827"/>
                  </a:lnTo>
                  <a:lnTo>
                    <a:pt x="1765554" y="215531"/>
                  </a:lnTo>
                  <a:lnTo>
                    <a:pt x="1779701" y="226009"/>
                  </a:lnTo>
                  <a:lnTo>
                    <a:pt x="1784680" y="225272"/>
                  </a:lnTo>
                  <a:lnTo>
                    <a:pt x="1789887" y="218224"/>
                  </a:lnTo>
                  <a:close/>
                </a:path>
                <a:path w="1943100" h="2754629">
                  <a:moveTo>
                    <a:pt x="1790611" y="2535694"/>
                  </a:moveTo>
                  <a:lnTo>
                    <a:pt x="1785391" y="2528646"/>
                  </a:lnTo>
                  <a:lnTo>
                    <a:pt x="1780425" y="2527897"/>
                  </a:lnTo>
                  <a:lnTo>
                    <a:pt x="1765236" y="2539123"/>
                  </a:lnTo>
                  <a:lnTo>
                    <a:pt x="1738693" y="2556802"/>
                  </a:lnTo>
                  <a:lnTo>
                    <a:pt x="1734515" y="2559316"/>
                  </a:lnTo>
                  <a:lnTo>
                    <a:pt x="1733308" y="2564193"/>
                  </a:lnTo>
                  <a:lnTo>
                    <a:pt x="1737842" y="2571699"/>
                  </a:lnTo>
                  <a:lnTo>
                    <a:pt x="1742719" y="2572905"/>
                  </a:lnTo>
                  <a:lnTo>
                    <a:pt x="1747507" y="2570010"/>
                  </a:lnTo>
                  <a:lnTo>
                    <a:pt x="1774672" y="2551887"/>
                  </a:lnTo>
                  <a:lnTo>
                    <a:pt x="1789861" y="2540660"/>
                  </a:lnTo>
                  <a:lnTo>
                    <a:pt x="1790611" y="2535694"/>
                  </a:lnTo>
                  <a:close/>
                </a:path>
                <a:path w="1943100" h="2754629">
                  <a:moveTo>
                    <a:pt x="1827517" y="2075307"/>
                  </a:moveTo>
                  <a:lnTo>
                    <a:pt x="1827326" y="2070290"/>
                  </a:lnTo>
                  <a:lnTo>
                    <a:pt x="1823250" y="2066531"/>
                  </a:lnTo>
                  <a:lnTo>
                    <a:pt x="1799729" y="2047151"/>
                  </a:lnTo>
                  <a:lnTo>
                    <a:pt x="1782635" y="2034527"/>
                  </a:lnTo>
                  <a:lnTo>
                    <a:pt x="1777669" y="2035263"/>
                  </a:lnTo>
                  <a:lnTo>
                    <a:pt x="1772450" y="2042325"/>
                  </a:lnTo>
                  <a:lnTo>
                    <a:pt x="1773186" y="2047151"/>
                  </a:lnTo>
                  <a:lnTo>
                    <a:pt x="1773199" y="2047290"/>
                  </a:lnTo>
                  <a:lnTo>
                    <a:pt x="1790293" y="2059927"/>
                  </a:lnTo>
                  <a:lnTo>
                    <a:pt x="1813153" y="2078786"/>
                  </a:lnTo>
                  <a:lnTo>
                    <a:pt x="1816544" y="2081936"/>
                  </a:lnTo>
                  <a:lnTo>
                    <a:pt x="1821561" y="2081745"/>
                  </a:lnTo>
                  <a:lnTo>
                    <a:pt x="1827517" y="2075307"/>
                  </a:lnTo>
                  <a:close/>
                </a:path>
                <a:path w="1943100" h="2754629">
                  <a:moveTo>
                    <a:pt x="1871878" y="289852"/>
                  </a:moveTo>
                  <a:lnTo>
                    <a:pt x="1864499" y="281000"/>
                  </a:lnTo>
                  <a:lnTo>
                    <a:pt x="1844852" y="260426"/>
                  </a:lnTo>
                  <a:lnTo>
                    <a:pt x="1832038" y="248577"/>
                  </a:lnTo>
                  <a:lnTo>
                    <a:pt x="1827022" y="248767"/>
                  </a:lnTo>
                  <a:lnTo>
                    <a:pt x="1821065" y="255206"/>
                  </a:lnTo>
                  <a:lnTo>
                    <a:pt x="1821256" y="260223"/>
                  </a:lnTo>
                  <a:lnTo>
                    <a:pt x="1834070" y="272084"/>
                  </a:lnTo>
                  <a:lnTo>
                    <a:pt x="1853006" y="291960"/>
                  </a:lnTo>
                  <a:lnTo>
                    <a:pt x="1859673" y="299999"/>
                  </a:lnTo>
                  <a:lnTo>
                    <a:pt x="1864677" y="300456"/>
                  </a:lnTo>
                  <a:lnTo>
                    <a:pt x="1871421" y="294855"/>
                  </a:lnTo>
                  <a:lnTo>
                    <a:pt x="1871878" y="289852"/>
                  </a:lnTo>
                  <a:close/>
                </a:path>
                <a:path w="1943100" h="2754629">
                  <a:moveTo>
                    <a:pt x="1872449" y="2463901"/>
                  </a:moveTo>
                  <a:lnTo>
                    <a:pt x="1871992" y="2458897"/>
                  </a:lnTo>
                  <a:lnTo>
                    <a:pt x="1865249" y="2453297"/>
                  </a:lnTo>
                  <a:lnTo>
                    <a:pt x="1860245" y="2453754"/>
                  </a:lnTo>
                  <a:lnTo>
                    <a:pt x="1852650" y="2462885"/>
                  </a:lnTo>
                  <a:lnTo>
                    <a:pt x="1833727" y="2482710"/>
                  </a:lnTo>
                  <a:lnTo>
                    <a:pt x="1821916" y="2493657"/>
                  </a:lnTo>
                  <a:lnTo>
                    <a:pt x="1821726" y="2498636"/>
                  </a:lnTo>
                  <a:lnTo>
                    <a:pt x="1827669" y="2505075"/>
                  </a:lnTo>
                  <a:lnTo>
                    <a:pt x="1832698" y="2505265"/>
                  </a:lnTo>
                  <a:lnTo>
                    <a:pt x="1845208" y="2493657"/>
                  </a:lnTo>
                  <a:lnTo>
                    <a:pt x="1864855" y="2473033"/>
                  </a:lnTo>
                  <a:lnTo>
                    <a:pt x="1872449" y="2463901"/>
                  </a:lnTo>
                  <a:close/>
                </a:path>
                <a:path w="1943100" h="2754629">
                  <a:moveTo>
                    <a:pt x="1901164" y="2155799"/>
                  </a:moveTo>
                  <a:lnTo>
                    <a:pt x="1866709" y="2109711"/>
                  </a:lnTo>
                  <a:lnTo>
                    <a:pt x="1861705" y="2109254"/>
                  </a:lnTo>
                  <a:lnTo>
                    <a:pt x="1854962" y="2114854"/>
                  </a:lnTo>
                  <a:lnTo>
                    <a:pt x="1854504" y="2119871"/>
                  </a:lnTo>
                  <a:lnTo>
                    <a:pt x="1869897" y="2138375"/>
                  </a:lnTo>
                  <a:lnTo>
                    <a:pt x="1884680" y="2159114"/>
                  </a:lnTo>
                  <a:lnTo>
                    <a:pt x="1885302" y="2160193"/>
                  </a:lnTo>
                  <a:lnTo>
                    <a:pt x="1887550" y="2163953"/>
                  </a:lnTo>
                  <a:lnTo>
                    <a:pt x="1892427" y="2165172"/>
                  </a:lnTo>
                  <a:lnTo>
                    <a:pt x="1899945" y="2160676"/>
                  </a:lnTo>
                  <a:lnTo>
                    <a:pt x="1901164" y="2155799"/>
                  </a:lnTo>
                  <a:close/>
                </a:path>
                <a:path w="1943100" h="2754629">
                  <a:moveTo>
                    <a:pt x="1929091" y="387400"/>
                  </a:moveTo>
                  <a:lnTo>
                    <a:pt x="1922018" y="368693"/>
                  </a:lnTo>
                  <a:lnTo>
                    <a:pt x="1910930" y="346011"/>
                  </a:lnTo>
                  <a:lnTo>
                    <a:pt x="1904479" y="335229"/>
                  </a:lnTo>
                  <a:lnTo>
                    <a:pt x="1899602" y="334010"/>
                  </a:lnTo>
                  <a:lnTo>
                    <a:pt x="1892071" y="338518"/>
                  </a:lnTo>
                  <a:lnTo>
                    <a:pt x="1890852" y="343382"/>
                  </a:lnTo>
                  <a:lnTo>
                    <a:pt x="1897316" y="354164"/>
                  </a:lnTo>
                  <a:lnTo>
                    <a:pt x="1907743" y="375653"/>
                  </a:lnTo>
                  <a:lnTo>
                    <a:pt x="1914245" y="393001"/>
                  </a:lnTo>
                  <a:lnTo>
                    <a:pt x="1918817" y="395071"/>
                  </a:lnTo>
                  <a:lnTo>
                    <a:pt x="1927021" y="391972"/>
                  </a:lnTo>
                  <a:lnTo>
                    <a:pt x="1929091" y="387400"/>
                  </a:lnTo>
                  <a:close/>
                </a:path>
                <a:path w="1943100" h="2754629">
                  <a:moveTo>
                    <a:pt x="1929409" y="2366213"/>
                  </a:moveTo>
                  <a:lnTo>
                    <a:pt x="1927339" y="2361628"/>
                  </a:lnTo>
                  <a:lnTo>
                    <a:pt x="1919135" y="2358542"/>
                  </a:lnTo>
                  <a:lnTo>
                    <a:pt x="1914550" y="2360612"/>
                  </a:lnTo>
                  <a:lnTo>
                    <a:pt x="1907451" y="2379472"/>
                  </a:lnTo>
                  <a:lnTo>
                    <a:pt x="1896986" y="2400884"/>
                  </a:lnTo>
                  <a:lnTo>
                    <a:pt x="1891309" y="2410295"/>
                  </a:lnTo>
                  <a:lnTo>
                    <a:pt x="1892541" y="2415159"/>
                  </a:lnTo>
                  <a:lnTo>
                    <a:pt x="1900059" y="2419667"/>
                  </a:lnTo>
                  <a:lnTo>
                    <a:pt x="1904936" y="2418448"/>
                  </a:lnTo>
                  <a:lnTo>
                    <a:pt x="1911261" y="2407831"/>
                  </a:lnTo>
                  <a:lnTo>
                    <a:pt x="1922297" y="2385060"/>
                  </a:lnTo>
                  <a:lnTo>
                    <a:pt x="1929409" y="2366213"/>
                  </a:lnTo>
                  <a:close/>
                </a:path>
                <a:path w="1943100" h="2754629">
                  <a:moveTo>
                    <a:pt x="1942376" y="2253665"/>
                  </a:moveTo>
                  <a:lnTo>
                    <a:pt x="1938832" y="2250109"/>
                  </a:lnTo>
                  <a:lnTo>
                    <a:pt x="1938528" y="2250109"/>
                  </a:lnTo>
                  <a:lnTo>
                    <a:pt x="1937143" y="2241524"/>
                  </a:lnTo>
                  <a:lnTo>
                    <a:pt x="1930768" y="2217940"/>
                  </a:lnTo>
                  <a:lnTo>
                    <a:pt x="1926247" y="2205913"/>
                  </a:lnTo>
                  <a:lnTo>
                    <a:pt x="1921662" y="2203843"/>
                  </a:lnTo>
                  <a:lnTo>
                    <a:pt x="1913458" y="2206929"/>
                  </a:lnTo>
                  <a:lnTo>
                    <a:pt x="1911388" y="2211514"/>
                  </a:lnTo>
                  <a:lnTo>
                    <a:pt x="1915922" y="2223541"/>
                  </a:lnTo>
                  <a:lnTo>
                    <a:pt x="1921802" y="2245639"/>
                  </a:lnTo>
                  <a:lnTo>
                    <a:pt x="1924786" y="2264473"/>
                  </a:lnTo>
                  <a:lnTo>
                    <a:pt x="1926501" y="2265718"/>
                  </a:lnTo>
                  <a:lnTo>
                    <a:pt x="1926501" y="2290267"/>
                  </a:lnTo>
                  <a:lnTo>
                    <a:pt x="1925459" y="2309609"/>
                  </a:lnTo>
                  <a:lnTo>
                    <a:pt x="1928825" y="2313343"/>
                  </a:lnTo>
                  <a:lnTo>
                    <a:pt x="1937575" y="2313813"/>
                  </a:lnTo>
                  <a:lnTo>
                    <a:pt x="1941309" y="2310460"/>
                  </a:lnTo>
                  <a:lnTo>
                    <a:pt x="1942376" y="2290267"/>
                  </a:lnTo>
                  <a:lnTo>
                    <a:pt x="1942376" y="2253665"/>
                  </a:lnTo>
                  <a:close/>
                </a:path>
                <a:path w="1943100" h="2754629">
                  <a:moveTo>
                    <a:pt x="1942376" y="2142540"/>
                  </a:moveTo>
                  <a:lnTo>
                    <a:pt x="1938832" y="2138984"/>
                  </a:lnTo>
                  <a:lnTo>
                    <a:pt x="1930057" y="2138984"/>
                  </a:lnTo>
                  <a:lnTo>
                    <a:pt x="1926501" y="2142540"/>
                  </a:lnTo>
                  <a:lnTo>
                    <a:pt x="1926501" y="2198941"/>
                  </a:lnTo>
                  <a:lnTo>
                    <a:pt x="1930057" y="2202484"/>
                  </a:lnTo>
                  <a:lnTo>
                    <a:pt x="1938832" y="2202484"/>
                  </a:lnTo>
                  <a:lnTo>
                    <a:pt x="1942376" y="2198941"/>
                  </a:lnTo>
                  <a:lnTo>
                    <a:pt x="1942376" y="2142540"/>
                  </a:lnTo>
                  <a:close/>
                </a:path>
                <a:path w="1943100" h="2754629">
                  <a:moveTo>
                    <a:pt x="1942376" y="2031415"/>
                  </a:moveTo>
                  <a:lnTo>
                    <a:pt x="1938832" y="2027859"/>
                  </a:lnTo>
                  <a:lnTo>
                    <a:pt x="1930057" y="2027859"/>
                  </a:lnTo>
                  <a:lnTo>
                    <a:pt x="1926501" y="2031415"/>
                  </a:lnTo>
                  <a:lnTo>
                    <a:pt x="1926501" y="2087816"/>
                  </a:lnTo>
                  <a:lnTo>
                    <a:pt x="1930057" y="2091359"/>
                  </a:lnTo>
                  <a:lnTo>
                    <a:pt x="1938832" y="2091359"/>
                  </a:lnTo>
                  <a:lnTo>
                    <a:pt x="1942376" y="2087816"/>
                  </a:lnTo>
                  <a:lnTo>
                    <a:pt x="1942376" y="2031415"/>
                  </a:lnTo>
                  <a:close/>
                </a:path>
                <a:path w="1943100" h="2754629">
                  <a:moveTo>
                    <a:pt x="1942376" y="1920290"/>
                  </a:moveTo>
                  <a:lnTo>
                    <a:pt x="1938832" y="1916734"/>
                  </a:lnTo>
                  <a:lnTo>
                    <a:pt x="1930057" y="1916734"/>
                  </a:lnTo>
                  <a:lnTo>
                    <a:pt x="1926501" y="1920290"/>
                  </a:lnTo>
                  <a:lnTo>
                    <a:pt x="1926501" y="1976691"/>
                  </a:lnTo>
                  <a:lnTo>
                    <a:pt x="1930057" y="1980234"/>
                  </a:lnTo>
                  <a:lnTo>
                    <a:pt x="1938832" y="1980234"/>
                  </a:lnTo>
                  <a:lnTo>
                    <a:pt x="1942376" y="1976691"/>
                  </a:lnTo>
                  <a:lnTo>
                    <a:pt x="1942376" y="1920290"/>
                  </a:lnTo>
                  <a:close/>
                </a:path>
                <a:path w="1943100" h="2754629">
                  <a:moveTo>
                    <a:pt x="1942376" y="1809165"/>
                  </a:moveTo>
                  <a:lnTo>
                    <a:pt x="1938832" y="1805609"/>
                  </a:lnTo>
                  <a:lnTo>
                    <a:pt x="1930057" y="1805609"/>
                  </a:lnTo>
                  <a:lnTo>
                    <a:pt x="1926501" y="1809165"/>
                  </a:lnTo>
                  <a:lnTo>
                    <a:pt x="1926501" y="1865566"/>
                  </a:lnTo>
                  <a:lnTo>
                    <a:pt x="1930057" y="1869109"/>
                  </a:lnTo>
                  <a:lnTo>
                    <a:pt x="1938832" y="1869109"/>
                  </a:lnTo>
                  <a:lnTo>
                    <a:pt x="1942376" y="1865566"/>
                  </a:lnTo>
                  <a:lnTo>
                    <a:pt x="1942376" y="1809165"/>
                  </a:lnTo>
                  <a:close/>
                </a:path>
                <a:path w="1943100" h="2754629">
                  <a:moveTo>
                    <a:pt x="1942376" y="1698040"/>
                  </a:moveTo>
                  <a:lnTo>
                    <a:pt x="1938832" y="1694484"/>
                  </a:lnTo>
                  <a:lnTo>
                    <a:pt x="1930057" y="1694484"/>
                  </a:lnTo>
                  <a:lnTo>
                    <a:pt x="1926501" y="1698040"/>
                  </a:lnTo>
                  <a:lnTo>
                    <a:pt x="1926501" y="1754441"/>
                  </a:lnTo>
                  <a:lnTo>
                    <a:pt x="1930057" y="1757984"/>
                  </a:lnTo>
                  <a:lnTo>
                    <a:pt x="1938832" y="1757984"/>
                  </a:lnTo>
                  <a:lnTo>
                    <a:pt x="1942376" y="1754441"/>
                  </a:lnTo>
                  <a:lnTo>
                    <a:pt x="1942376" y="1698040"/>
                  </a:lnTo>
                  <a:close/>
                </a:path>
                <a:path w="1943100" h="2754629">
                  <a:moveTo>
                    <a:pt x="1942376" y="1586915"/>
                  </a:moveTo>
                  <a:lnTo>
                    <a:pt x="1938832" y="1583359"/>
                  </a:lnTo>
                  <a:lnTo>
                    <a:pt x="1930057" y="1583359"/>
                  </a:lnTo>
                  <a:lnTo>
                    <a:pt x="1926501" y="1586915"/>
                  </a:lnTo>
                  <a:lnTo>
                    <a:pt x="1926501" y="1643316"/>
                  </a:lnTo>
                  <a:lnTo>
                    <a:pt x="1930057" y="1646859"/>
                  </a:lnTo>
                  <a:lnTo>
                    <a:pt x="1938832" y="1646859"/>
                  </a:lnTo>
                  <a:lnTo>
                    <a:pt x="1942376" y="1643316"/>
                  </a:lnTo>
                  <a:lnTo>
                    <a:pt x="1942376" y="1586915"/>
                  </a:lnTo>
                  <a:close/>
                </a:path>
                <a:path w="1943100" h="2754629">
                  <a:moveTo>
                    <a:pt x="1942376" y="1475790"/>
                  </a:moveTo>
                  <a:lnTo>
                    <a:pt x="1938832" y="1472234"/>
                  </a:lnTo>
                  <a:lnTo>
                    <a:pt x="1930057" y="1472234"/>
                  </a:lnTo>
                  <a:lnTo>
                    <a:pt x="1926501" y="1475790"/>
                  </a:lnTo>
                  <a:lnTo>
                    <a:pt x="1926501" y="1532191"/>
                  </a:lnTo>
                  <a:lnTo>
                    <a:pt x="1930057" y="1535734"/>
                  </a:lnTo>
                  <a:lnTo>
                    <a:pt x="1938832" y="1535734"/>
                  </a:lnTo>
                  <a:lnTo>
                    <a:pt x="1942376" y="1532191"/>
                  </a:lnTo>
                  <a:lnTo>
                    <a:pt x="1942376" y="1475790"/>
                  </a:lnTo>
                  <a:close/>
                </a:path>
                <a:path w="1943100" h="2754629">
                  <a:moveTo>
                    <a:pt x="1942376" y="1364665"/>
                  </a:moveTo>
                  <a:lnTo>
                    <a:pt x="1938832" y="1361109"/>
                  </a:lnTo>
                  <a:lnTo>
                    <a:pt x="1930057" y="1361109"/>
                  </a:lnTo>
                  <a:lnTo>
                    <a:pt x="1926501" y="1364665"/>
                  </a:lnTo>
                  <a:lnTo>
                    <a:pt x="1926501" y="1421066"/>
                  </a:lnTo>
                  <a:lnTo>
                    <a:pt x="1930057" y="1424609"/>
                  </a:lnTo>
                  <a:lnTo>
                    <a:pt x="1938832" y="1424609"/>
                  </a:lnTo>
                  <a:lnTo>
                    <a:pt x="1942376" y="1421066"/>
                  </a:lnTo>
                  <a:lnTo>
                    <a:pt x="1942376" y="1364665"/>
                  </a:lnTo>
                  <a:close/>
                </a:path>
                <a:path w="1943100" h="2754629">
                  <a:moveTo>
                    <a:pt x="1942376" y="1253540"/>
                  </a:moveTo>
                  <a:lnTo>
                    <a:pt x="1938832" y="1249984"/>
                  </a:lnTo>
                  <a:lnTo>
                    <a:pt x="1930057" y="1249984"/>
                  </a:lnTo>
                  <a:lnTo>
                    <a:pt x="1926501" y="1253540"/>
                  </a:lnTo>
                  <a:lnTo>
                    <a:pt x="1926501" y="1309941"/>
                  </a:lnTo>
                  <a:lnTo>
                    <a:pt x="1930057" y="1313484"/>
                  </a:lnTo>
                  <a:lnTo>
                    <a:pt x="1938832" y="1313484"/>
                  </a:lnTo>
                  <a:lnTo>
                    <a:pt x="1942376" y="1309941"/>
                  </a:lnTo>
                  <a:lnTo>
                    <a:pt x="1942376" y="1253540"/>
                  </a:lnTo>
                  <a:close/>
                </a:path>
                <a:path w="1943100" h="2754629">
                  <a:moveTo>
                    <a:pt x="1942376" y="1142415"/>
                  </a:moveTo>
                  <a:lnTo>
                    <a:pt x="1938832" y="1138859"/>
                  </a:lnTo>
                  <a:lnTo>
                    <a:pt x="1930057" y="1138859"/>
                  </a:lnTo>
                  <a:lnTo>
                    <a:pt x="1926501" y="1142415"/>
                  </a:lnTo>
                  <a:lnTo>
                    <a:pt x="1926501" y="1198816"/>
                  </a:lnTo>
                  <a:lnTo>
                    <a:pt x="1930057" y="1202359"/>
                  </a:lnTo>
                  <a:lnTo>
                    <a:pt x="1938832" y="1202359"/>
                  </a:lnTo>
                  <a:lnTo>
                    <a:pt x="1942376" y="1198816"/>
                  </a:lnTo>
                  <a:lnTo>
                    <a:pt x="1942376" y="1142415"/>
                  </a:lnTo>
                  <a:close/>
                </a:path>
                <a:path w="1943100" h="2754629">
                  <a:moveTo>
                    <a:pt x="1942376" y="1031290"/>
                  </a:moveTo>
                  <a:lnTo>
                    <a:pt x="1938832" y="1027734"/>
                  </a:lnTo>
                  <a:lnTo>
                    <a:pt x="1930057" y="1027734"/>
                  </a:lnTo>
                  <a:lnTo>
                    <a:pt x="1926501" y="1031290"/>
                  </a:lnTo>
                  <a:lnTo>
                    <a:pt x="1926501" y="1087691"/>
                  </a:lnTo>
                  <a:lnTo>
                    <a:pt x="1930057" y="1091234"/>
                  </a:lnTo>
                  <a:lnTo>
                    <a:pt x="1938832" y="1091234"/>
                  </a:lnTo>
                  <a:lnTo>
                    <a:pt x="1942376" y="1087691"/>
                  </a:lnTo>
                  <a:lnTo>
                    <a:pt x="1942376" y="1031290"/>
                  </a:lnTo>
                  <a:close/>
                </a:path>
                <a:path w="1943100" h="2754629">
                  <a:moveTo>
                    <a:pt x="1942376" y="920165"/>
                  </a:moveTo>
                  <a:lnTo>
                    <a:pt x="1938832" y="916609"/>
                  </a:lnTo>
                  <a:lnTo>
                    <a:pt x="1930057" y="916609"/>
                  </a:lnTo>
                  <a:lnTo>
                    <a:pt x="1926501" y="920165"/>
                  </a:lnTo>
                  <a:lnTo>
                    <a:pt x="1926501" y="976566"/>
                  </a:lnTo>
                  <a:lnTo>
                    <a:pt x="1930057" y="980109"/>
                  </a:lnTo>
                  <a:lnTo>
                    <a:pt x="1938832" y="980109"/>
                  </a:lnTo>
                  <a:lnTo>
                    <a:pt x="1942376" y="976566"/>
                  </a:lnTo>
                  <a:lnTo>
                    <a:pt x="1942376" y="920165"/>
                  </a:lnTo>
                  <a:close/>
                </a:path>
                <a:path w="1943100" h="2754629">
                  <a:moveTo>
                    <a:pt x="1942376" y="809040"/>
                  </a:moveTo>
                  <a:lnTo>
                    <a:pt x="1938832" y="805484"/>
                  </a:lnTo>
                  <a:lnTo>
                    <a:pt x="1930057" y="805484"/>
                  </a:lnTo>
                  <a:lnTo>
                    <a:pt x="1926501" y="809040"/>
                  </a:lnTo>
                  <a:lnTo>
                    <a:pt x="1926501" y="865441"/>
                  </a:lnTo>
                  <a:lnTo>
                    <a:pt x="1930057" y="868984"/>
                  </a:lnTo>
                  <a:lnTo>
                    <a:pt x="1938832" y="868984"/>
                  </a:lnTo>
                  <a:lnTo>
                    <a:pt x="1942376" y="865441"/>
                  </a:lnTo>
                  <a:lnTo>
                    <a:pt x="1942376" y="809040"/>
                  </a:lnTo>
                  <a:close/>
                </a:path>
                <a:path w="1943100" h="2754629">
                  <a:moveTo>
                    <a:pt x="1942376" y="697915"/>
                  </a:moveTo>
                  <a:lnTo>
                    <a:pt x="1938832" y="694359"/>
                  </a:lnTo>
                  <a:lnTo>
                    <a:pt x="1930057" y="694359"/>
                  </a:lnTo>
                  <a:lnTo>
                    <a:pt x="1926501" y="697915"/>
                  </a:lnTo>
                  <a:lnTo>
                    <a:pt x="1926501" y="754316"/>
                  </a:lnTo>
                  <a:lnTo>
                    <a:pt x="1930057" y="757859"/>
                  </a:lnTo>
                  <a:lnTo>
                    <a:pt x="1938832" y="757859"/>
                  </a:lnTo>
                  <a:lnTo>
                    <a:pt x="1942376" y="754316"/>
                  </a:lnTo>
                  <a:lnTo>
                    <a:pt x="1942376" y="697915"/>
                  </a:lnTo>
                  <a:close/>
                </a:path>
                <a:path w="1943100" h="2754629">
                  <a:moveTo>
                    <a:pt x="1942376" y="586790"/>
                  </a:moveTo>
                  <a:lnTo>
                    <a:pt x="1938832" y="583234"/>
                  </a:lnTo>
                  <a:lnTo>
                    <a:pt x="1930057" y="583234"/>
                  </a:lnTo>
                  <a:lnTo>
                    <a:pt x="1926501" y="586790"/>
                  </a:lnTo>
                  <a:lnTo>
                    <a:pt x="1926501" y="643191"/>
                  </a:lnTo>
                  <a:lnTo>
                    <a:pt x="1930057" y="646734"/>
                  </a:lnTo>
                  <a:lnTo>
                    <a:pt x="1938832" y="646734"/>
                  </a:lnTo>
                  <a:lnTo>
                    <a:pt x="1942376" y="643191"/>
                  </a:lnTo>
                  <a:lnTo>
                    <a:pt x="1942376" y="586790"/>
                  </a:lnTo>
                  <a:close/>
                </a:path>
                <a:path w="1943100" h="2754629">
                  <a:moveTo>
                    <a:pt x="1942604" y="468134"/>
                  </a:moveTo>
                  <a:lnTo>
                    <a:pt x="1941309" y="443941"/>
                  </a:lnTo>
                  <a:lnTo>
                    <a:pt x="1941271" y="443090"/>
                  </a:lnTo>
                  <a:lnTo>
                    <a:pt x="1937524" y="439737"/>
                  </a:lnTo>
                  <a:lnTo>
                    <a:pt x="1928774" y="440207"/>
                  </a:lnTo>
                  <a:lnTo>
                    <a:pt x="1925408" y="443941"/>
                  </a:lnTo>
                  <a:lnTo>
                    <a:pt x="1926704" y="468134"/>
                  </a:lnTo>
                  <a:lnTo>
                    <a:pt x="1926755" y="468972"/>
                  </a:lnTo>
                  <a:lnTo>
                    <a:pt x="1930234" y="472109"/>
                  </a:lnTo>
                  <a:lnTo>
                    <a:pt x="1930057" y="472109"/>
                  </a:lnTo>
                  <a:lnTo>
                    <a:pt x="1926501" y="475665"/>
                  </a:lnTo>
                  <a:lnTo>
                    <a:pt x="1926501" y="532066"/>
                  </a:lnTo>
                  <a:lnTo>
                    <a:pt x="1930057" y="535609"/>
                  </a:lnTo>
                  <a:lnTo>
                    <a:pt x="1938832" y="535609"/>
                  </a:lnTo>
                  <a:lnTo>
                    <a:pt x="1942376" y="532066"/>
                  </a:lnTo>
                  <a:lnTo>
                    <a:pt x="1942376" y="475665"/>
                  </a:lnTo>
                  <a:lnTo>
                    <a:pt x="1939048" y="472338"/>
                  </a:lnTo>
                  <a:lnTo>
                    <a:pt x="1938832" y="472109"/>
                  </a:lnTo>
                  <a:lnTo>
                    <a:pt x="1934743" y="472109"/>
                  </a:lnTo>
                  <a:lnTo>
                    <a:pt x="1939239" y="471868"/>
                  </a:lnTo>
                  <a:lnTo>
                    <a:pt x="1942604" y="468134"/>
                  </a:lnTo>
                  <a:close/>
                </a:path>
              </a:pathLst>
            </a:custGeom>
            <a:solidFill>
              <a:srgbClr val="595959"/>
            </a:solidFill>
          </p:spPr>
          <p:txBody>
            <a:bodyPr wrap="square" lIns="0" tIns="0" rIns="0" bIns="0" rtlCol="0"/>
            <a:lstStyle/>
            <a:p>
              <a:endParaRPr/>
            </a:p>
          </p:txBody>
        </p:sp>
      </p:grpSp>
      <p:sp>
        <p:nvSpPr>
          <p:cNvPr id="18" name="object 18"/>
          <p:cNvSpPr txBox="1"/>
          <p:nvPr/>
        </p:nvSpPr>
        <p:spPr>
          <a:xfrm>
            <a:off x="4683559" y="5929883"/>
            <a:ext cx="6062980" cy="690245"/>
          </a:xfrm>
          <a:prstGeom prst="rect">
            <a:avLst/>
          </a:prstGeom>
        </p:spPr>
        <p:txBody>
          <a:bodyPr vert="horz" wrap="square" lIns="0" tIns="12700" rIns="0" bIns="0" rtlCol="0">
            <a:spAutoFit/>
          </a:bodyPr>
          <a:lstStyle/>
          <a:p>
            <a:pPr marL="12700" marR="5080">
              <a:lnSpc>
                <a:spcPct val="155700"/>
              </a:lnSpc>
              <a:spcBef>
                <a:spcPts val="100"/>
              </a:spcBef>
            </a:pPr>
            <a:r>
              <a:rPr sz="1400" dirty="0">
                <a:latin typeface="Corbel"/>
                <a:cs typeface="Corbel"/>
              </a:rPr>
              <a:t>East</a:t>
            </a:r>
            <a:r>
              <a:rPr sz="1400" spc="-35" dirty="0">
                <a:latin typeface="Corbel"/>
                <a:cs typeface="Corbel"/>
              </a:rPr>
              <a:t> </a:t>
            </a:r>
            <a:r>
              <a:rPr sz="1400" spc="-10" dirty="0">
                <a:latin typeface="Corbel"/>
                <a:cs typeface="Corbel"/>
              </a:rPr>
              <a:t>to</a:t>
            </a:r>
            <a:r>
              <a:rPr sz="1400" spc="-80" dirty="0">
                <a:latin typeface="Corbel"/>
                <a:cs typeface="Corbel"/>
              </a:rPr>
              <a:t> </a:t>
            </a:r>
            <a:r>
              <a:rPr sz="1400" spc="-10" dirty="0">
                <a:latin typeface="Corbel"/>
                <a:cs typeface="Corbel"/>
              </a:rPr>
              <a:t>West,</a:t>
            </a:r>
            <a:r>
              <a:rPr sz="1400" spc="-15" dirty="0">
                <a:latin typeface="Corbel"/>
                <a:cs typeface="Corbel"/>
              </a:rPr>
              <a:t> </a:t>
            </a:r>
            <a:r>
              <a:rPr sz="1400" dirty="0">
                <a:latin typeface="Corbel"/>
                <a:cs typeface="Corbel"/>
              </a:rPr>
              <a:t>cells</a:t>
            </a:r>
            <a:r>
              <a:rPr sz="1400" spc="-20" dirty="0">
                <a:latin typeface="Corbel"/>
                <a:cs typeface="Corbel"/>
              </a:rPr>
              <a:t> </a:t>
            </a:r>
            <a:r>
              <a:rPr sz="1400" dirty="0">
                <a:latin typeface="Corbel"/>
                <a:cs typeface="Corbel"/>
              </a:rPr>
              <a:t>are</a:t>
            </a:r>
            <a:r>
              <a:rPr sz="1400" spc="-20" dirty="0">
                <a:latin typeface="Corbel"/>
                <a:cs typeface="Corbel"/>
              </a:rPr>
              <a:t> </a:t>
            </a:r>
            <a:r>
              <a:rPr sz="1400" spc="-10" dirty="0">
                <a:latin typeface="Corbel"/>
                <a:cs typeface="Corbel"/>
              </a:rPr>
              <a:t>labelled</a:t>
            </a:r>
            <a:r>
              <a:rPr sz="1400" spc="-20" dirty="0">
                <a:latin typeface="Corbel"/>
                <a:cs typeface="Corbel"/>
              </a:rPr>
              <a:t> </a:t>
            </a:r>
            <a:r>
              <a:rPr sz="1400" dirty="0">
                <a:latin typeface="Corbel"/>
                <a:cs typeface="Corbel"/>
              </a:rPr>
              <a:t>from</a:t>
            </a:r>
            <a:r>
              <a:rPr sz="1400" spc="-20" dirty="0">
                <a:latin typeface="Corbel"/>
                <a:cs typeface="Corbel"/>
              </a:rPr>
              <a:t> </a:t>
            </a:r>
            <a:r>
              <a:rPr sz="1400" dirty="0">
                <a:latin typeface="Corbel"/>
                <a:cs typeface="Corbel"/>
              </a:rPr>
              <a:t>1</a:t>
            </a:r>
            <a:r>
              <a:rPr sz="1400" spc="-20" dirty="0">
                <a:latin typeface="Corbel"/>
                <a:cs typeface="Corbel"/>
              </a:rPr>
              <a:t> </a:t>
            </a:r>
            <a:r>
              <a:rPr sz="1400" dirty="0">
                <a:latin typeface="Corbel"/>
                <a:cs typeface="Corbel"/>
              </a:rPr>
              <a:t>to</a:t>
            </a:r>
            <a:r>
              <a:rPr sz="1400" spc="-20" dirty="0">
                <a:latin typeface="Corbel"/>
                <a:cs typeface="Corbel"/>
              </a:rPr>
              <a:t> </a:t>
            </a:r>
            <a:r>
              <a:rPr sz="1400" dirty="0">
                <a:latin typeface="Corbel"/>
                <a:cs typeface="Corbel"/>
              </a:rPr>
              <a:t>60,</a:t>
            </a:r>
            <a:r>
              <a:rPr sz="1400" spc="-15" dirty="0">
                <a:latin typeface="Corbel"/>
                <a:cs typeface="Corbel"/>
              </a:rPr>
              <a:t> </a:t>
            </a:r>
            <a:r>
              <a:rPr sz="1400" dirty="0">
                <a:latin typeface="Corbel"/>
                <a:cs typeface="Corbel"/>
              </a:rPr>
              <a:t>and</a:t>
            </a:r>
            <a:r>
              <a:rPr sz="1400" spc="-20" dirty="0">
                <a:latin typeface="Corbel"/>
                <a:cs typeface="Corbel"/>
              </a:rPr>
              <a:t> </a:t>
            </a:r>
            <a:r>
              <a:rPr sz="1400" dirty="0">
                <a:latin typeface="Corbel"/>
                <a:cs typeface="Corbel"/>
              </a:rPr>
              <a:t>centered</a:t>
            </a:r>
            <a:r>
              <a:rPr sz="1400" spc="-25" dirty="0">
                <a:latin typeface="Corbel"/>
                <a:cs typeface="Corbel"/>
              </a:rPr>
              <a:t> </a:t>
            </a:r>
            <a:r>
              <a:rPr sz="1400" spc="-10" dirty="0">
                <a:latin typeface="Corbel"/>
                <a:cs typeface="Corbel"/>
              </a:rPr>
              <a:t>over</a:t>
            </a:r>
            <a:r>
              <a:rPr sz="1400" spc="-55" dirty="0">
                <a:latin typeface="Corbel"/>
                <a:cs typeface="Corbel"/>
              </a:rPr>
              <a:t> </a:t>
            </a:r>
            <a:r>
              <a:rPr sz="1400" spc="-10" dirty="0">
                <a:latin typeface="Corbel"/>
                <a:cs typeface="Corbel"/>
              </a:rPr>
              <a:t>Greenwich,</a:t>
            </a:r>
            <a:r>
              <a:rPr sz="1400" spc="-15" dirty="0">
                <a:latin typeface="Corbel"/>
                <a:cs typeface="Corbel"/>
              </a:rPr>
              <a:t> </a:t>
            </a:r>
            <a:r>
              <a:rPr sz="1400" spc="-10" dirty="0">
                <a:latin typeface="Corbel"/>
                <a:cs typeface="Corbel"/>
              </a:rPr>
              <a:t>England </a:t>
            </a:r>
            <a:r>
              <a:rPr sz="1400" dirty="0">
                <a:latin typeface="Corbel"/>
                <a:cs typeface="Corbel"/>
              </a:rPr>
              <a:t>South</a:t>
            </a:r>
            <a:r>
              <a:rPr sz="1400" spc="-30" dirty="0">
                <a:latin typeface="Corbel"/>
                <a:cs typeface="Corbel"/>
              </a:rPr>
              <a:t> </a:t>
            </a:r>
            <a:r>
              <a:rPr sz="1400" dirty="0">
                <a:latin typeface="Corbel"/>
                <a:cs typeface="Corbel"/>
              </a:rPr>
              <a:t>to</a:t>
            </a:r>
            <a:r>
              <a:rPr sz="1400" spc="-15" dirty="0">
                <a:latin typeface="Corbel"/>
                <a:cs typeface="Corbel"/>
              </a:rPr>
              <a:t> </a:t>
            </a:r>
            <a:r>
              <a:rPr sz="1400" dirty="0">
                <a:latin typeface="Corbel"/>
                <a:cs typeface="Corbel"/>
              </a:rPr>
              <a:t>North</a:t>
            </a:r>
            <a:r>
              <a:rPr sz="1400" spc="-15" dirty="0">
                <a:latin typeface="Corbel"/>
                <a:cs typeface="Corbel"/>
              </a:rPr>
              <a:t> </a:t>
            </a:r>
            <a:r>
              <a:rPr sz="1400" dirty="0">
                <a:latin typeface="Corbel"/>
                <a:cs typeface="Corbel"/>
              </a:rPr>
              <a:t>are</a:t>
            </a:r>
            <a:r>
              <a:rPr sz="1400" spc="-15" dirty="0">
                <a:latin typeface="Corbel"/>
                <a:cs typeface="Corbel"/>
              </a:rPr>
              <a:t> </a:t>
            </a:r>
            <a:r>
              <a:rPr sz="1400" spc="-10" dirty="0">
                <a:latin typeface="Corbel"/>
                <a:cs typeface="Corbel"/>
              </a:rPr>
              <a:t>labelled</a:t>
            </a:r>
            <a:r>
              <a:rPr sz="1400" spc="-20" dirty="0">
                <a:latin typeface="Corbel"/>
                <a:cs typeface="Corbel"/>
              </a:rPr>
              <a:t> </a:t>
            </a:r>
            <a:r>
              <a:rPr sz="1400" spc="-10" dirty="0">
                <a:latin typeface="Corbel"/>
                <a:cs typeface="Corbel"/>
              </a:rPr>
              <a:t>from</a:t>
            </a:r>
            <a:r>
              <a:rPr sz="1400" spc="-60" dirty="0">
                <a:latin typeface="Corbel"/>
                <a:cs typeface="Corbel"/>
              </a:rPr>
              <a:t> </a:t>
            </a:r>
            <a:r>
              <a:rPr sz="1400" dirty="0">
                <a:latin typeface="Corbel"/>
                <a:cs typeface="Corbel"/>
              </a:rPr>
              <a:t>C</a:t>
            </a:r>
            <a:r>
              <a:rPr sz="1400" spc="-20" dirty="0">
                <a:latin typeface="Corbel"/>
                <a:cs typeface="Corbel"/>
              </a:rPr>
              <a:t> </a:t>
            </a:r>
            <a:r>
              <a:rPr sz="1400" dirty="0">
                <a:latin typeface="Corbel"/>
                <a:cs typeface="Corbel"/>
              </a:rPr>
              <a:t>to</a:t>
            </a:r>
            <a:r>
              <a:rPr sz="1400" spc="-65" dirty="0">
                <a:latin typeface="Corbel"/>
                <a:cs typeface="Corbel"/>
              </a:rPr>
              <a:t> </a:t>
            </a:r>
            <a:r>
              <a:rPr sz="1400" spc="-50" dirty="0">
                <a:latin typeface="Corbel"/>
                <a:cs typeface="Corbel"/>
              </a:rPr>
              <a:t>X</a:t>
            </a:r>
            <a:endParaRPr sz="1400" dirty="0">
              <a:latin typeface="Corbel"/>
              <a:cs typeface="Corbel"/>
            </a:endParaRPr>
          </a:p>
        </p:txBody>
      </p:sp>
      <p:sp>
        <p:nvSpPr>
          <p:cNvPr id="19" name="object 19"/>
          <p:cNvSpPr txBox="1"/>
          <p:nvPr/>
        </p:nvSpPr>
        <p:spPr>
          <a:xfrm>
            <a:off x="9994394" y="3795267"/>
            <a:ext cx="254635" cy="177800"/>
          </a:xfrm>
          <a:prstGeom prst="rect">
            <a:avLst/>
          </a:prstGeom>
        </p:spPr>
        <p:txBody>
          <a:bodyPr vert="horz" wrap="square" lIns="0" tIns="12700" rIns="0" bIns="0" rtlCol="0">
            <a:spAutoFit/>
          </a:bodyPr>
          <a:lstStyle/>
          <a:p>
            <a:pPr marL="12700">
              <a:lnSpc>
                <a:spcPct val="100000"/>
              </a:lnSpc>
              <a:spcBef>
                <a:spcPts val="100"/>
              </a:spcBef>
            </a:pPr>
            <a:r>
              <a:rPr sz="1000" b="1" spc="-25" dirty="0">
                <a:latin typeface="Corbel"/>
                <a:cs typeface="Corbel"/>
              </a:rPr>
              <a:t>48N</a:t>
            </a:r>
            <a:endParaRPr sz="1000">
              <a:latin typeface="Corbel"/>
              <a:cs typeface="Corbel"/>
            </a:endParaRPr>
          </a:p>
        </p:txBody>
      </p:sp>
      <p:pic>
        <p:nvPicPr>
          <p:cNvPr id="20" name="object 20"/>
          <p:cNvPicPr/>
          <p:nvPr/>
        </p:nvPicPr>
        <p:blipFill>
          <a:blip r:embed="rId9" cstate="print"/>
          <a:stretch>
            <a:fillRect/>
          </a:stretch>
        </p:blipFill>
        <p:spPr>
          <a:xfrm>
            <a:off x="0" y="6479216"/>
            <a:ext cx="360000" cy="359999"/>
          </a:xfrm>
          <a:prstGeom prst="rect">
            <a:avLst/>
          </a:prstGeom>
        </p:spPr>
      </p:pic>
      <p:sp>
        <p:nvSpPr>
          <p:cNvPr id="21" name="object 21"/>
          <p:cNvSpPr txBox="1">
            <a:spLocks noGrp="1"/>
          </p:cNvSpPr>
          <p:nvPr>
            <p:ph type="sldNum" sz="quarter" idx="7"/>
          </p:nvPr>
        </p:nvSpPr>
        <p:spPr>
          <a:prstGeom prst="rect">
            <a:avLst/>
          </a:prstGeom>
        </p:spPr>
        <p:txBody>
          <a:bodyPr vert="horz" wrap="square" lIns="0" tIns="0" rIns="0" bIns="0" rtlCol="0">
            <a:spAutoFit/>
          </a:bodyPr>
          <a:lstStyle/>
          <a:p>
            <a:pPr marL="114300">
              <a:lnSpc>
                <a:spcPts val="1045"/>
              </a:lnSpc>
            </a:pPr>
            <a:fld id="{81D60167-4931-47E6-BA6A-407CBD079E47}" type="slidenum">
              <a:rPr spc="-50" dirty="0"/>
              <a:t>3</a:t>
            </a:fld>
            <a:endParaRPr spc="-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3049" y="371347"/>
            <a:ext cx="2281555" cy="299720"/>
          </a:xfrm>
          <a:prstGeom prst="rect">
            <a:avLst/>
          </a:prstGeom>
        </p:spPr>
        <p:txBody>
          <a:bodyPr vert="horz" wrap="square" lIns="0" tIns="12700" rIns="0" bIns="0" rtlCol="0">
            <a:spAutoFit/>
          </a:bodyPr>
          <a:lstStyle/>
          <a:p>
            <a:pPr marL="12700">
              <a:lnSpc>
                <a:spcPct val="100000"/>
              </a:lnSpc>
              <a:spcBef>
                <a:spcPts val="100"/>
              </a:spcBef>
            </a:pPr>
            <a:r>
              <a:rPr sz="1800" b="1" u="sng" dirty="0">
                <a:uFill>
                  <a:solidFill>
                    <a:srgbClr val="000000"/>
                  </a:solidFill>
                </a:uFill>
                <a:latin typeface="Corbel"/>
                <a:cs typeface="Corbel"/>
              </a:rPr>
              <a:t>Latitude</a:t>
            </a:r>
            <a:r>
              <a:rPr sz="1800" b="1" u="sng" spc="-35" dirty="0">
                <a:uFill>
                  <a:solidFill>
                    <a:srgbClr val="000000"/>
                  </a:solidFill>
                </a:uFill>
                <a:latin typeface="Corbel"/>
                <a:cs typeface="Corbel"/>
              </a:rPr>
              <a:t> </a:t>
            </a:r>
            <a:r>
              <a:rPr sz="1800" b="1" u="sng" dirty="0">
                <a:uFill>
                  <a:solidFill>
                    <a:srgbClr val="000000"/>
                  </a:solidFill>
                </a:uFill>
                <a:latin typeface="Corbel"/>
                <a:cs typeface="Corbel"/>
              </a:rPr>
              <a:t>and</a:t>
            </a:r>
            <a:r>
              <a:rPr sz="1800" b="1" u="sng" spc="-35" dirty="0">
                <a:uFill>
                  <a:solidFill>
                    <a:srgbClr val="000000"/>
                  </a:solidFill>
                </a:uFill>
                <a:latin typeface="Corbel"/>
                <a:cs typeface="Corbel"/>
              </a:rPr>
              <a:t> </a:t>
            </a:r>
            <a:r>
              <a:rPr sz="1800" b="1" u="sng" spc="-10" dirty="0">
                <a:uFill>
                  <a:solidFill>
                    <a:srgbClr val="000000"/>
                  </a:solidFill>
                </a:uFill>
                <a:latin typeface="Corbel"/>
                <a:cs typeface="Corbel"/>
              </a:rPr>
              <a:t>longitude</a:t>
            </a:r>
            <a:endParaRPr sz="1800" dirty="0">
              <a:latin typeface="Corbel"/>
              <a:cs typeface="Corbel"/>
            </a:endParaRPr>
          </a:p>
        </p:txBody>
      </p:sp>
      <p:sp>
        <p:nvSpPr>
          <p:cNvPr id="3" name="object 3"/>
          <p:cNvSpPr txBox="1"/>
          <p:nvPr/>
        </p:nvSpPr>
        <p:spPr>
          <a:xfrm>
            <a:off x="1563049" y="617220"/>
            <a:ext cx="8152130" cy="1357630"/>
          </a:xfrm>
          <a:prstGeom prst="rect">
            <a:avLst/>
          </a:prstGeom>
        </p:spPr>
        <p:txBody>
          <a:bodyPr vert="horz" wrap="square" lIns="0" tIns="128270" rIns="0" bIns="0" rtlCol="0">
            <a:spAutoFit/>
          </a:bodyPr>
          <a:lstStyle/>
          <a:p>
            <a:pPr marL="297815" indent="-285115">
              <a:lnSpc>
                <a:spcPct val="100000"/>
              </a:lnSpc>
              <a:spcBef>
                <a:spcPts val="1010"/>
              </a:spcBef>
              <a:buFont typeface="Arial MT"/>
              <a:buChar char="•"/>
              <a:tabLst>
                <a:tab pos="297815" algn="l"/>
              </a:tabLst>
            </a:pPr>
            <a:r>
              <a:rPr sz="1400" dirty="0">
                <a:latin typeface="Corbel"/>
                <a:cs typeface="Corbel"/>
              </a:rPr>
              <a:t>Is</a:t>
            </a:r>
            <a:r>
              <a:rPr sz="1400" spc="-30" dirty="0">
                <a:latin typeface="Corbel"/>
                <a:cs typeface="Corbel"/>
              </a:rPr>
              <a:t> </a:t>
            </a:r>
            <a:r>
              <a:rPr sz="1400" dirty="0">
                <a:latin typeface="Corbel"/>
                <a:cs typeface="Corbel"/>
              </a:rPr>
              <a:t>use</a:t>
            </a:r>
            <a:r>
              <a:rPr sz="1400" spc="-20" dirty="0">
                <a:latin typeface="Corbel"/>
                <a:cs typeface="Corbel"/>
              </a:rPr>
              <a:t> </a:t>
            </a:r>
            <a:r>
              <a:rPr sz="1400" dirty="0">
                <a:latin typeface="Corbel"/>
                <a:cs typeface="Corbel"/>
              </a:rPr>
              <a:t>to</a:t>
            </a:r>
            <a:r>
              <a:rPr sz="1400" spc="-20" dirty="0">
                <a:latin typeface="Corbel"/>
                <a:cs typeface="Corbel"/>
              </a:rPr>
              <a:t> </a:t>
            </a:r>
            <a:r>
              <a:rPr sz="1400" u="sng" dirty="0">
                <a:uFill>
                  <a:solidFill>
                    <a:srgbClr val="000000"/>
                  </a:solidFill>
                </a:uFill>
                <a:latin typeface="Corbel"/>
                <a:cs typeface="Corbel"/>
              </a:rPr>
              <a:t>locate</a:t>
            </a:r>
            <a:r>
              <a:rPr sz="1400" u="sng" spc="-25" dirty="0">
                <a:uFill>
                  <a:solidFill>
                    <a:srgbClr val="000000"/>
                  </a:solidFill>
                </a:uFill>
                <a:latin typeface="Corbel"/>
                <a:cs typeface="Corbel"/>
              </a:rPr>
              <a:t> </a:t>
            </a:r>
            <a:r>
              <a:rPr sz="1400" u="sng" dirty="0">
                <a:uFill>
                  <a:solidFill>
                    <a:srgbClr val="000000"/>
                  </a:solidFill>
                </a:uFill>
                <a:latin typeface="Corbel"/>
                <a:cs typeface="Corbel"/>
              </a:rPr>
              <a:t>features</a:t>
            </a:r>
            <a:r>
              <a:rPr sz="1400" u="sng" spc="-25" dirty="0">
                <a:uFill>
                  <a:solidFill>
                    <a:srgbClr val="000000"/>
                  </a:solidFill>
                </a:uFill>
                <a:latin typeface="Corbel"/>
                <a:cs typeface="Corbel"/>
              </a:rPr>
              <a:t> </a:t>
            </a:r>
            <a:r>
              <a:rPr sz="1400" u="sng" dirty="0">
                <a:uFill>
                  <a:solidFill>
                    <a:srgbClr val="000000"/>
                  </a:solidFill>
                </a:uFill>
                <a:latin typeface="Corbel"/>
                <a:cs typeface="Corbel"/>
              </a:rPr>
              <a:t>on</a:t>
            </a:r>
            <a:r>
              <a:rPr sz="1400" u="sng" spc="-25" dirty="0">
                <a:uFill>
                  <a:solidFill>
                    <a:srgbClr val="000000"/>
                  </a:solidFill>
                </a:uFill>
                <a:latin typeface="Corbel"/>
                <a:cs typeface="Corbel"/>
              </a:rPr>
              <a:t> </a:t>
            </a:r>
            <a:r>
              <a:rPr sz="1400" u="sng" dirty="0">
                <a:uFill>
                  <a:solidFill>
                    <a:srgbClr val="000000"/>
                  </a:solidFill>
                </a:uFill>
                <a:latin typeface="Corbel"/>
                <a:cs typeface="Corbel"/>
              </a:rPr>
              <a:t>a</a:t>
            </a:r>
            <a:r>
              <a:rPr sz="1400" u="sng" spc="-20" dirty="0">
                <a:uFill>
                  <a:solidFill>
                    <a:srgbClr val="000000"/>
                  </a:solidFill>
                </a:uFill>
                <a:latin typeface="Corbel"/>
                <a:cs typeface="Corbel"/>
              </a:rPr>
              <a:t> </a:t>
            </a:r>
            <a:r>
              <a:rPr sz="1400" u="sng" dirty="0">
                <a:uFill>
                  <a:solidFill>
                    <a:srgbClr val="000000"/>
                  </a:solidFill>
                </a:uFill>
                <a:latin typeface="Corbel"/>
                <a:cs typeface="Corbel"/>
              </a:rPr>
              <a:t>three</a:t>
            </a:r>
            <a:r>
              <a:rPr sz="1400" u="sng" spc="-25" dirty="0">
                <a:uFill>
                  <a:solidFill>
                    <a:srgbClr val="000000"/>
                  </a:solidFill>
                </a:uFill>
                <a:latin typeface="Corbel"/>
                <a:cs typeface="Corbel"/>
              </a:rPr>
              <a:t> </a:t>
            </a:r>
            <a:r>
              <a:rPr sz="1400" u="sng" spc="-10" dirty="0">
                <a:uFill>
                  <a:solidFill>
                    <a:srgbClr val="000000"/>
                  </a:solidFill>
                </a:uFill>
                <a:latin typeface="Corbel"/>
                <a:cs typeface="Corbel"/>
              </a:rPr>
              <a:t>dimensional</a:t>
            </a:r>
            <a:r>
              <a:rPr sz="1400" u="sng" spc="-25" dirty="0">
                <a:uFill>
                  <a:solidFill>
                    <a:srgbClr val="000000"/>
                  </a:solidFill>
                </a:uFill>
                <a:latin typeface="Corbel"/>
                <a:cs typeface="Corbel"/>
              </a:rPr>
              <a:t> </a:t>
            </a:r>
            <a:r>
              <a:rPr sz="1400" u="sng" dirty="0">
                <a:uFill>
                  <a:solidFill>
                    <a:srgbClr val="000000"/>
                  </a:solidFill>
                </a:uFill>
                <a:latin typeface="Corbel"/>
                <a:cs typeface="Corbel"/>
              </a:rPr>
              <a:t>surface</a:t>
            </a:r>
            <a:r>
              <a:rPr sz="1400" spc="-20" dirty="0">
                <a:latin typeface="Corbel"/>
                <a:cs typeface="Corbel"/>
              </a:rPr>
              <a:t> </a:t>
            </a:r>
            <a:r>
              <a:rPr sz="1400" dirty="0">
                <a:latin typeface="Corbel"/>
                <a:cs typeface="Corbel"/>
              </a:rPr>
              <a:t>(i.e.</a:t>
            </a:r>
            <a:r>
              <a:rPr sz="1400" spc="-25" dirty="0">
                <a:latin typeface="Corbel"/>
                <a:cs typeface="Corbel"/>
              </a:rPr>
              <a:t> </a:t>
            </a:r>
            <a:r>
              <a:rPr sz="1400" spc="-10" dirty="0">
                <a:latin typeface="Corbel"/>
                <a:cs typeface="Corbel"/>
              </a:rPr>
              <a:t>Earth).</a:t>
            </a:r>
            <a:endParaRPr sz="1400">
              <a:latin typeface="Corbel"/>
              <a:cs typeface="Corbel"/>
            </a:endParaRPr>
          </a:p>
          <a:p>
            <a:pPr marL="297815" indent="-285115">
              <a:lnSpc>
                <a:spcPct val="100000"/>
              </a:lnSpc>
              <a:spcBef>
                <a:spcPts val="910"/>
              </a:spcBef>
              <a:buFont typeface="Arial MT"/>
              <a:buChar char="•"/>
              <a:tabLst>
                <a:tab pos="297815" algn="l"/>
              </a:tabLst>
            </a:pPr>
            <a:r>
              <a:rPr sz="1400" dirty="0">
                <a:latin typeface="Corbel"/>
                <a:cs typeface="Corbel"/>
              </a:rPr>
              <a:t>Both</a:t>
            </a:r>
            <a:r>
              <a:rPr sz="1400" spc="-35" dirty="0">
                <a:latin typeface="Corbel"/>
                <a:cs typeface="Corbel"/>
              </a:rPr>
              <a:t> </a:t>
            </a:r>
            <a:r>
              <a:rPr sz="1400" dirty="0">
                <a:latin typeface="Corbel"/>
                <a:cs typeface="Corbel"/>
              </a:rPr>
              <a:t>longitude</a:t>
            </a:r>
            <a:r>
              <a:rPr sz="1400" spc="-35" dirty="0">
                <a:latin typeface="Corbel"/>
                <a:cs typeface="Corbel"/>
              </a:rPr>
              <a:t> </a:t>
            </a:r>
            <a:r>
              <a:rPr sz="1400" dirty="0">
                <a:latin typeface="Corbel"/>
                <a:cs typeface="Corbel"/>
              </a:rPr>
              <a:t>and</a:t>
            </a:r>
            <a:r>
              <a:rPr sz="1400" spc="-35" dirty="0">
                <a:latin typeface="Corbel"/>
                <a:cs typeface="Corbel"/>
              </a:rPr>
              <a:t> </a:t>
            </a:r>
            <a:r>
              <a:rPr sz="1400" dirty="0">
                <a:latin typeface="Corbel"/>
                <a:cs typeface="Corbel"/>
              </a:rPr>
              <a:t>latitude</a:t>
            </a:r>
            <a:r>
              <a:rPr sz="1400" spc="-35" dirty="0">
                <a:latin typeface="Corbel"/>
                <a:cs typeface="Corbel"/>
              </a:rPr>
              <a:t> </a:t>
            </a:r>
            <a:r>
              <a:rPr sz="1400" dirty="0">
                <a:latin typeface="Corbel"/>
                <a:cs typeface="Corbel"/>
              </a:rPr>
              <a:t>are</a:t>
            </a:r>
            <a:r>
              <a:rPr sz="1400" spc="-35" dirty="0">
                <a:latin typeface="Corbel"/>
                <a:cs typeface="Corbel"/>
              </a:rPr>
              <a:t> </a:t>
            </a:r>
            <a:r>
              <a:rPr sz="1400" dirty="0">
                <a:latin typeface="Corbel"/>
                <a:cs typeface="Corbel"/>
              </a:rPr>
              <a:t>angles</a:t>
            </a:r>
            <a:r>
              <a:rPr sz="1400" spc="-35" dirty="0">
                <a:latin typeface="Corbel"/>
                <a:cs typeface="Corbel"/>
              </a:rPr>
              <a:t> </a:t>
            </a:r>
            <a:r>
              <a:rPr sz="1400" dirty="0">
                <a:latin typeface="Corbel"/>
                <a:cs typeface="Corbel"/>
              </a:rPr>
              <a:t>measured</a:t>
            </a:r>
            <a:r>
              <a:rPr sz="1400" spc="-40" dirty="0">
                <a:latin typeface="Corbel"/>
                <a:cs typeface="Corbel"/>
              </a:rPr>
              <a:t> </a:t>
            </a:r>
            <a:r>
              <a:rPr sz="1400" dirty="0">
                <a:latin typeface="Corbel"/>
                <a:cs typeface="Corbel"/>
              </a:rPr>
              <a:t>with</a:t>
            </a:r>
            <a:r>
              <a:rPr sz="1400" spc="-35" dirty="0">
                <a:latin typeface="Corbel"/>
                <a:cs typeface="Corbel"/>
              </a:rPr>
              <a:t> </a:t>
            </a:r>
            <a:r>
              <a:rPr sz="1400" dirty="0">
                <a:latin typeface="Corbel"/>
                <a:cs typeface="Corbel"/>
              </a:rPr>
              <a:t>the</a:t>
            </a:r>
            <a:r>
              <a:rPr sz="1400" spc="-30" dirty="0">
                <a:latin typeface="Corbel"/>
                <a:cs typeface="Corbel"/>
              </a:rPr>
              <a:t> </a:t>
            </a:r>
            <a:r>
              <a:rPr sz="1400" dirty="0">
                <a:latin typeface="Corbel"/>
                <a:cs typeface="Corbel"/>
              </a:rPr>
              <a:t>center</a:t>
            </a:r>
            <a:r>
              <a:rPr sz="1400" spc="-30" dirty="0">
                <a:latin typeface="Corbel"/>
                <a:cs typeface="Corbel"/>
              </a:rPr>
              <a:t> </a:t>
            </a:r>
            <a:r>
              <a:rPr sz="1400" dirty="0">
                <a:latin typeface="Corbel"/>
                <a:cs typeface="Corbel"/>
              </a:rPr>
              <a:t>of</a:t>
            </a:r>
            <a:r>
              <a:rPr sz="1400" spc="-35" dirty="0">
                <a:latin typeface="Corbel"/>
                <a:cs typeface="Corbel"/>
              </a:rPr>
              <a:t> </a:t>
            </a:r>
            <a:r>
              <a:rPr sz="1400" dirty="0">
                <a:latin typeface="Corbel"/>
                <a:cs typeface="Corbel"/>
              </a:rPr>
              <a:t>the</a:t>
            </a:r>
            <a:r>
              <a:rPr sz="1400" spc="-30" dirty="0">
                <a:latin typeface="Corbel"/>
                <a:cs typeface="Corbel"/>
              </a:rPr>
              <a:t> </a:t>
            </a:r>
            <a:r>
              <a:rPr sz="1400" dirty="0">
                <a:latin typeface="Corbel"/>
                <a:cs typeface="Corbel"/>
              </a:rPr>
              <a:t>earth</a:t>
            </a:r>
            <a:r>
              <a:rPr sz="1400" spc="-35" dirty="0">
                <a:latin typeface="Corbel"/>
                <a:cs typeface="Corbel"/>
              </a:rPr>
              <a:t> </a:t>
            </a:r>
            <a:r>
              <a:rPr sz="1400" dirty="0">
                <a:latin typeface="Corbel"/>
                <a:cs typeface="Corbel"/>
              </a:rPr>
              <a:t>as</a:t>
            </a:r>
            <a:r>
              <a:rPr sz="1400" spc="-40" dirty="0">
                <a:latin typeface="Corbel"/>
                <a:cs typeface="Corbel"/>
              </a:rPr>
              <a:t> </a:t>
            </a:r>
            <a:r>
              <a:rPr sz="1400" dirty="0">
                <a:latin typeface="Corbel"/>
                <a:cs typeface="Corbel"/>
              </a:rPr>
              <a:t>an</a:t>
            </a:r>
            <a:r>
              <a:rPr sz="1400" spc="-35" dirty="0">
                <a:latin typeface="Corbel"/>
                <a:cs typeface="Corbel"/>
              </a:rPr>
              <a:t> </a:t>
            </a:r>
            <a:r>
              <a:rPr sz="1400" spc="-10" dirty="0">
                <a:latin typeface="Corbel"/>
                <a:cs typeface="Corbel"/>
              </a:rPr>
              <a:t>origin.</a:t>
            </a:r>
            <a:endParaRPr sz="1400">
              <a:latin typeface="Corbel"/>
              <a:cs typeface="Corbel"/>
            </a:endParaRPr>
          </a:p>
          <a:p>
            <a:pPr marL="297815" indent="-285115">
              <a:lnSpc>
                <a:spcPct val="100000"/>
              </a:lnSpc>
              <a:spcBef>
                <a:spcPts val="940"/>
              </a:spcBef>
              <a:buFont typeface="Arial MT"/>
              <a:buChar char="•"/>
              <a:tabLst>
                <a:tab pos="297815" algn="l"/>
              </a:tabLst>
            </a:pPr>
            <a:r>
              <a:rPr sz="1400" dirty="0">
                <a:latin typeface="Corbel"/>
                <a:cs typeface="Corbel"/>
              </a:rPr>
              <a:t>A</a:t>
            </a:r>
            <a:r>
              <a:rPr sz="1400" spc="-35" dirty="0">
                <a:latin typeface="Corbel"/>
                <a:cs typeface="Corbel"/>
              </a:rPr>
              <a:t> </a:t>
            </a:r>
            <a:r>
              <a:rPr sz="1400" dirty="0">
                <a:latin typeface="Corbel"/>
                <a:cs typeface="Corbel"/>
              </a:rPr>
              <a:t>longitude</a:t>
            </a:r>
            <a:r>
              <a:rPr sz="1400" spc="-25" dirty="0">
                <a:latin typeface="Corbel"/>
                <a:cs typeface="Corbel"/>
              </a:rPr>
              <a:t> </a:t>
            </a:r>
            <a:r>
              <a:rPr sz="1400" dirty="0">
                <a:latin typeface="Corbel"/>
                <a:cs typeface="Corbel"/>
              </a:rPr>
              <a:t>is</a:t>
            </a:r>
            <a:r>
              <a:rPr sz="1400" spc="-30" dirty="0">
                <a:latin typeface="Corbel"/>
                <a:cs typeface="Corbel"/>
              </a:rPr>
              <a:t> </a:t>
            </a:r>
            <a:r>
              <a:rPr sz="1400" dirty="0">
                <a:latin typeface="Corbel"/>
                <a:cs typeface="Corbel"/>
              </a:rPr>
              <a:t>an</a:t>
            </a:r>
            <a:r>
              <a:rPr sz="1400" spc="-30" dirty="0">
                <a:latin typeface="Corbel"/>
                <a:cs typeface="Corbel"/>
              </a:rPr>
              <a:t> </a:t>
            </a:r>
            <a:r>
              <a:rPr sz="1400" dirty="0">
                <a:latin typeface="Corbel"/>
                <a:cs typeface="Corbel"/>
              </a:rPr>
              <a:t>angle</a:t>
            </a:r>
            <a:r>
              <a:rPr sz="1400" spc="-30" dirty="0">
                <a:latin typeface="Corbel"/>
                <a:cs typeface="Corbel"/>
              </a:rPr>
              <a:t> </a:t>
            </a:r>
            <a:r>
              <a:rPr sz="1400" dirty="0">
                <a:latin typeface="Corbel"/>
                <a:cs typeface="Corbel"/>
              </a:rPr>
              <a:t>from</a:t>
            </a:r>
            <a:r>
              <a:rPr sz="1400" spc="-25" dirty="0">
                <a:latin typeface="Corbel"/>
                <a:cs typeface="Corbel"/>
              </a:rPr>
              <a:t> </a:t>
            </a:r>
            <a:r>
              <a:rPr sz="1400" dirty="0">
                <a:latin typeface="Corbel"/>
                <a:cs typeface="Corbel"/>
              </a:rPr>
              <a:t>the</a:t>
            </a:r>
            <a:r>
              <a:rPr sz="1400" spc="-25" dirty="0">
                <a:latin typeface="Corbel"/>
                <a:cs typeface="Corbel"/>
              </a:rPr>
              <a:t> </a:t>
            </a:r>
            <a:r>
              <a:rPr sz="1400" dirty="0">
                <a:latin typeface="Corbel"/>
                <a:cs typeface="Corbel"/>
              </a:rPr>
              <a:t>prime</a:t>
            </a:r>
            <a:r>
              <a:rPr sz="1400" spc="-25" dirty="0">
                <a:latin typeface="Corbel"/>
                <a:cs typeface="Corbel"/>
              </a:rPr>
              <a:t> </a:t>
            </a:r>
            <a:r>
              <a:rPr sz="1400" spc="-10" dirty="0">
                <a:latin typeface="Corbel"/>
                <a:cs typeface="Corbel"/>
              </a:rPr>
              <a:t>merdian,</a:t>
            </a:r>
            <a:r>
              <a:rPr sz="1400" spc="-25" dirty="0">
                <a:latin typeface="Corbel"/>
                <a:cs typeface="Corbel"/>
              </a:rPr>
              <a:t> </a:t>
            </a:r>
            <a:r>
              <a:rPr sz="1400" dirty="0">
                <a:latin typeface="Corbel"/>
                <a:cs typeface="Corbel"/>
              </a:rPr>
              <a:t>measured</a:t>
            </a:r>
            <a:r>
              <a:rPr sz="1400" spc="-30" dirty="0">
                <a:latin typeface="Corbel"/>
                <a:cs typeface="Corbel"/>
              </a:rPr>
              <a:t> </a:t>
            </a:r>
            <a:r>
              <a:rPr sz="1400" dirty="0">
                <a:latin typeface="Corbel"/>
                <a:cs typeface="Corbel"/>
              </a:rPr>
              <a:t>to</a:t>
            </a:r>
            <a:r>
              <a:rPr sz="1400" spc="-30" dirty="0">
                <a:latin typeface="Corbel"/>
                <a:cs typeface="Corbel"/>
              </a:rPr>
              <a:t> </a:t>
            </a:r>
            <a:r>
              <a:rPr sz="1400" dirty="0">
                <a:latin typeface="Corbel"/>
                <a:cs typeface="Corbel"/>
              </a:rPr>
              <a:t>the</a:t>
            </a:r>
            <a:r>
              <a:rPr sz="1400" spc="-25" dirty="0">
                <a:latin typeface="Corbel"/>
                <a:cs typeface="Corbel"/>
              </a:rPr>
              <a:t> </a:t>
            </a:r>
            <a:r>
              <a:rPr sz="1400" dirty="0">
                <a:latin typeface="Corbel"/>
                <a:cs typeface="Corbel"/>
              </a:rPr>
              <a:t>east</a:t>
            </a:r>
            <a:r>
              <a:rPr sz="1400" spc="-25" dirty="0">
                <a:latin typeface="Corbel"/>
                <a:cs typeface="Corbel"/>
              </a:rPr>
              <a:t> </a:t>
            </a:r>
            <a:r>
              <a:rPr sz="1400" dirty="0">
                <a:latin typeface="Corbel"/>
                <a:cs typeface="Corbel"/>
              </a:rPr>
              <a:t>(longitudes</a:t>
            </a:r>
            <a:r>
              <a:rPr sz="1400" spc="-35" dirty="0">
                <a:latin typeface="Corbel"/>
                <a:cs typeface="Corbel"/>
              </a:rPr>
              <a:t> </a:t>
            </a:r>
            <a:r>
              <a:rPr sz="1400" dirty="0">
                <a:latin typeface="Corbel"/>
                <a:cs typeface="Corbel"/>
              </a:rPr>
              <a:t>to</a:t>
            </a:r>
            <a:r>
              <a:rPr sz="1400" spc="-25" dirty="0">
                <a:latin typeface="Corbel"/>
                <a:cs typeface="Corbel"/>
              </a:rPr>
              <a:t> </a:t>
            </a:r>
            <a:r>
              <a:rPr sz="1400" dirty="0">
                <a:latin typeface="Corbel"/>
                <a:cs typeface="Corbel"/>
              </a:rPr>
              <a:t>the</a:t>
            </a:r>
            <a:r>
              <a:rPr sz="1400" spc="-25" dirty="0">
                <a:latin typeface="Corbel"/>
                <a:cs typeface="Corbel"/>
              </a:rPr>
              <a:t> </a:t>
            </a:r>
            <a:r>
              <a:rPr sz="1400" dirty="0">
                <a:latin typeface="Corbel"/>
                <a:cs typeface="Corbel"/>
              </a:rPr>
              <a:t>west</a:t>
            </a:r>
            <a:r>
              <a:rPr sz="1400" spc="-25" dirty="0">
                <a:latin typeface="Corbel"/>
                <a:cs typeface="Corbel"/>
              </a:rPr>
              <a:t> </a:t>
            </a:r>
            <a:r>
              <a:rPr sz="1400" dirty="0">
                <a:latin typeface="Corbel"/>
                <a:cs typeface="Corbel"/>
              </a:rPr>
              <a:t>are</a:t>
            </a:r>
            <a:r>
              <a:rPr sz="1400" spc="-30" dirty="0">
                <a:latin typeface="Corbel"/>
                <a:cs typeface="Corbel"/>
              </a:rPr>
              <a:t> </a:t>
            </a:r>
            <a:r>
              <a:rPr sz="1400" spc="-10" dirty="0">
                <a:latin typeface="Corbel"/>
                <a:cs typeface="Corbel"/>
              </a:rPr>
              <a:t>negative).</a:t>
            </a:r>
            <a:endParaRPr sz="1400">
              <a:latin typeface="Corbel"/>
              <a:cs typeface="Corbel"/>
            </a:endParaRPr>
          </a:p>
          <a:p>
            <a:pPr marL="297815" indent="-285115">
              <a:lnSpc>
                <a:spcPct val="100000"/>
              </a:lnSpc>
              <a:spcBef>
                <a:spcPts val="1005"/>
              </a:spcBef>
              <a:buFont typeface="Arial MT"/>
              <a:buChar char="•"/>
              <a:tabLst>
                <a:tab pos="297815" algn="l"/>
              </a:tabLst>
            </a:pPr>
            <a:r>
              <a:rPr sz="1400" dirty="0">
                <a:latin typeface="Corbel"/>
                <a:cs typeface="Corbel"/>
              </a:rPr>
              <a:t>Latitudes</a:t>
            </a:r>
            <a:r>
              <a:rPr sz="1400" spc="-40" dirty="0">
                <a:latin typeface="Corbel"/>
                <a:cs typeface="Corbel"/>
              </a:rPr>
              <a:t> </a:t>
            </a:r>
            <a:r>
              <a:rPr sz="1400" dirty="0">
                <a:latin typeface="Corbel"/>
                <a:cs typeface="Corbel"/>
              </a:rPr>
              <a:t>measure</a:t>
            </a:r>
            <a:r>
              <a:rPr sz="1400" spc="-30" dirty="0">
                <a:latin typeface="Corbel"/>
                <a:cs typeface="Corbel"/>
              </a:rPr>
              <a:t> </a:t>
            </a:r>
            <a:r>
              <a:rPr sz="1400" dirty="0">
                <a:latin typeface="Corbel"/>
                <a:cs typeface="Corbel"/>
              </a:rPr>
              <a:t>an</a:t>
            </a:r>
            <a:r>
              <a:rPr sz="1400" spc="-40" dirty="0">
                <a:latin typeface="Corbel"/>
                <a:cs typeface="Corbel"/>
              </a:rPr>
              <a:t> </a:t>
            </a:r>
            <a:r>
              <a:rPr sz="1400" dirty="0">
                <a:latin typeface="Corbel"/>
                <a:cs typeface="Corbel"/>
              </a:rPr>
              <a:t>angle</a:t>
            </a:r>
            <a:r>
              <a:rPr sz="1400" spc="-30" dirty="0">
                <a:latin typeface="Corbel"/>
                <a:cs typeface="Corbel"/>
              </a:rPr>
              <a:t> </a:t>
            </a:r>
            <a:r>
              <a:rPr sz="1400" dirty="0">
                <a:latin typeface="Corbel"/>
                <a:cs typeface="Corbel"/>
              </a:rPr>
              <a:t>up</a:t>
            </a:r>
            <a:r>
              <a:rPr sz="1400" spc="-40" dirty="0">
                <a:latin typeface="Corbel"/>
                <a:cs typeface="Corbel"/>
              </a:rPr>
              <a:t> </a:t>
            </a:r>
            <a:r>
              <a:rPr sz="1400" dirty="0">
                <a:latin typeface="Corbel"/>
                <a:cs typeface="Corbel"/>
              </a:rPr>
              <a:t>from</a:t>
            </a:r>
            <a:r>
              <a:rPr sz="1400" spc="-35" dirty="0">
                <a:latin typeface="Corbel"/>
                <a:cs typeface="Corbel"/>
              </a:rPr>
              <a:t> </a:t>
            </a:r>
            <a:r>
              <a:rPr sz="1400" dirty="0">
                <a:latin typeface="Corbel"/>
                <a:cs typeface="Corbel"/>
              </a:rPr>
              <a:t>the</a:t>
            </a:r>
            <a:r>
              <a:rPr sz="1400" spc="-30" dirty="0">
                <a:latin typeface="Corbel"/>
                <a:cs typeface="Corbel"/>
              </a:rPr>
              <a:t> </a:t>
            </a:r>
            <a:r>
              <a:rPr sz="1400" dirty="0">
                <a:latin typeface="Corbel"/>
                <a:cs typeface="Corbel"/>
              </a:rPr>
              <a:t>equator</a:t>
            </a:r>
            <a:r>
              <a:rPr sz="1400" spc="-35" dirty="0">
                <a:latin typeface="Corbel"/>
                <a:cs typeface="Corbel"/>
              </a:rPr>
              <a:t> </a:t>
            </a:r>
            <a:r>
              <a:rPr sz="1400" dirty="0">
                <a:latin typeface="Corbel"/>
                <a:cs typeface="Corbel"/>
              </a:rPr>
              <a:t>(latitudes</a:t>
            </a:r>
            <a:r>
              <a:rPr sz="1400" spc="-35" dirty="0">
                <a:latin typeface="Corbel"/>
                <a:cs typeface="Corbel"/>
              </a:rPr>
              <a:t> </a:t>
            </a:r>
            <a:r>
              <a:rPr sz="1400" dirty="0">
                <a:latin typeface="Corbel"/>
                <a:cs typeface="Corbel"/>
              </a:rPr>
              <a:t>to</a:t>
            </a:r>
            <a:r>
              <a:rPr sz="1400" spc="-35" dirty="0">
                <a:latin typeface="Corbel"/>
                <a:cs typeface="Corbel"/>
              </a:rPr>
              <a:t> </a:t>
            </a:r>
            <a:r>
              <a:rPr sz="1400" dirty="0">
                <a:latin typeface="Corbel"/>
                <a:cs typeface="Corbel"/>
              </a:rPr>
              <a:t>the</a:t>
            </a:r>
            <a:r>
              <a:rPr sz="1400" spc="-30" dirty="0">
                <a:latin typeface="Corbel"/>
                <a:cs typeface="Corbel"/>
              </a:rPr>
              <a:t> </a:t>
            </a:r>
            <a:r>
              <a:rPr sz="1400" dirty="0">
                <a:latin typeface="Corbel"/>
                <a:cs typeface="Corbel"/>
              </a:rPr>
              <a:t>south</a:t>
            </a:r>
            <a:r>
              <a:rPr sz="1400" spc="-35" dirty="0">
                <a:latin typeface="Corbel"/>
                <a:cs typeface="Corbel"/>
              </a:rPr>
              <a:t> </a:t>
            </a:r>
            <a:r>
              <a:rPr sz="1400" dirty="0">
                <a:latin typeface="Corbel"/>
                <a:cs typeface="Corbel"/>
              </a:rPr>
              <a:t>are</a:t>
            </a:r>
            <a:r>
              <a:rPr sz="1400" spc="-30" dirty="0">
                <a:latin typeface="Corbel"/>
                <a:cs typeface="Corbel"/>
              </a:rPr>
              <a:t> </a:t>
            </a:r>
            <a:r>
              <a:rPr sz="1400" spc="-10" dirty="0">
                <a:latin typeface="Corbel"/>
                <a:cs typeface="Corbel"/>
              </a:rPr>
              <a:t>negative).</a:t>
            </a:r>
            <a:endParaRPr sz="1400">
              <a:latin typeface="Corbel"/>
              <a:cs typeface="Corbel"/>
            </a:endParaRPr>
          </a:p>
        </p:txBody>
      </p:sp>
      <p:pic>
        <p:nvPicPr>
          <p:cNvPr id="4" name="object 4"/>
          <p:cNvPicPr/>
          <p:nvPr/>
        </p:nvPicPr>
        <p:blipFill>
          <a:blip r:embed="rId3" cstate="print"/>
          <a:stretch>
            <a:fillRect/>
          </a:stretch>
        </p:blipFill>
        <p:spPr>
          <a:xfrm>
            <a:off x="4486273" y="2548620"/>
            <a:ext cx="3219451" cy="2676526"/>
          </a:xfrm>
          <a:prstGeom prst="rect">
            <a:avLst/>
          </a:prstGeom>
        </p:spPr>
      </p:pic>
      <p:sp>
        <p:nvSpPr>
          <p:cNvPr id="5" name="object 5"/>
          <p:cNvSpPr txBox="1"/>
          <p:nvPr/>
        </p:nvSpPr>
        <p:spPr>
          <a:xfrm>
            <a:off x="4528501" y="5272532"/>
            <a:ext cx="2987675" cy="586740"/>
          </a:xfrm>
          <a:prstGeom prst="rect">
            <a:avLst/>
          </a:prstGeom>
        </p:spPr>
        <p:txBody>
          <a:bodyPr vert="horz" wrap="square" lIns="0" tIns="20320" rIns="0" bIns="0" rtlCol="0">
            <a:spAutoFit/>
          </a:bodyPr>
          <a:lstStyle/>
          <a:p>
            <a:pPr marL="12700" marR="5080" algn="just">
              <a:lnSpc>
                <a:spcPct val="100800"/>
              </a:lnSpc>
              <a:spcBef>
                <a:spcPts val="160"/>
              </a:spcBef>
            </a:pPr>
            <a:r>
              <a:rPr sz="1200" dirty="0">
                <a:latin typeface="Corbel"/>
                <a:cs typeface="Corbel"/>
              </a:rPr>
              <a:t>Figure</a:t>
            </a:r>
            <a:r>
              <a:rPr sz="1200" spc="-30" dirty="0">
                <a:latin typeface="Corbel"/>
                <a:cs typeface="Corbel"/>
              </a:rPr>
              <a:t> </a:t>
            </a:r>
            <a:r>
              <a:rPr sz="1200" dirty="0">
                <a:latin typeface="Corbel"/>
                <a:cs typeface="Corbel"/>
              </a:rPr>
              <a:t>2.</a:t>
            </a:r>
            <a:r>
              <a:rPr sz="1200" spc="-35" dirty="0">
                <a:latin typeface="Corbel"/>
                <a:cs typeface="Corbel"/>
              </a:rPr>
              <a:t> </a:t>
            </a:r>
            <a:r>
              <a:rPr sz="1200" u="sng" dirty="0">
                <a:uFill>
                  <a:solidFill>
                    <a:srgbClr val="000000"/>
                  </a:solidFill>
                </a:uFill>
                <a:latin typeface="Corbel"/>
                <a:cs typeface="Corbel"/>
              </a:rPr>
              <a:t>Meridians</a:t>
            </a:r>
            <a:r>
              <a:rPr sz="1200" u="sng" spc="-30" dirty="0">
                <a:uFill>
                  <a:solidFill>
                    <a:srgbClr val="000000"/>
                  </a:solidFill>
                </a:uFill>
                <a:latin typeface="Corbel"/>
                <a:cs typeface="Corbel"/>
              </a:rPr>
              <a:t> </a:t>
            </a:r>
            <a:r>
              <a:rPr sz="1200" u="sng" dirty="0">
                <a:uFill>
                  <a:solidFill>
                    <a:srgbClr val="000000"/>
                  </a:solidFill>
                </a:uFill>
                <a:latin typeface="Corbel"/>
                <a:cs typeface="Corbel"/>
              </a:rPr>
              <a:t>or</a:t>
            </a:r>
            <a:r>
              <a:rPr sz="1200" u="sng" spc="-40" dirty="0">
                <a:uFill>
                  <a:solidFill>
                    <a:srgbClr val="000000"/>
                  </a:solidFill>
                </a:uFill>
                <a:latin typeface="Corbel"/>
                <a:cs typeface="Corbel"/>
              </a:rPr>
              <a:t> </a:t>
            </a:r>
            <a:r>
              <a:rPr sz="1200" u="sng" dirty="0">
                <a:uFill>
                  <a:solidFill>
                    <a:srgbClr val="000000"/>
                  </a:solidFill>
                </a:uFill>
                <a:latin typeface="Corbel"/>
                <a:cs typeface="Corbel"/>
              </a:rPr>
              <a:t>"Lines</a:t>
            </a:r>
            <a:r>
              <a:rPr sz="1200" u="sng" spc="-30" dirty="0">
                <a:uFill>
                  <a:solidFill>
                    <a:srgbClr val="000000"/>
                  </a:solidFill>
                </a:uFill>
                <a:latin typeface="Corbel"/>
                <a:cs typeface="Corbel"/>
              </a:rPr>
              <a:t> </a:t>
            </a:r>
            <a:r>
              <a:rPr sz="1200" u="sng" dirty="0">
                <a:uFill>
                  <a:solidFill>
                    <a:srgbClr val="000000"/>
                  </a:solidFill>
                </a:uFill>
                <a:latin typeface="Corbel"/>
                <a:cs typeface="Corbel"/>
              </a:rPr>
              <a:t>of</a:t>
            </a:r>
            <a:r>
              <a:rPr sz="1200" u="sng" spc="-30" dirty="0">
                <a:uFill>
                  <a:solidFill>
                    <a:srgbClr val="000000"/>
                  </a:solidFill>
                </a:uFill>
                <a:latin typeface="Corbel"/>
                <a:cs typeface="Corbel"/>
              </a:rPr>
              <a:t> </a:t>
            </a:r>
            <a:r>
              <a:rPr sz="1200" u="sng" dirty="0">
                <a:uFill>
                  <a:solidFill>
                    <a:srgbClr val="000000"/>
                  </a:solidFill>
                </a:uFill>
                <a:latin typeface="Corbel"/>
                <a:cs typeface="Corbel"/>
              </a:rPr>
              <a:t>Longitude"</a:t>
            </a:r>
            <a:r>
              <a:rPr sz="1200" spc="-20" dirty="0">
                <a:latin typeface="Corbel"/>
                <a:cs typeface="Corbel"/>
              </a:rPr>
              <a:t> </a:t>
            </a:r>
            <a:r>
              <a:rPr sz="1200" spc="-25" dirty="0">
                <a:latin typeface="Corbel"/>
                <a:cs typeface="Corbel"/>
              </a:rPr>
              <a:t>and </a:t>
            </a:r>
            <a:r>
              <a:rPr sz="1200" dirty="0">
                <a:latin typeface="Corbel"/>
                <a:cs typeface="Corbel"/>
              </a:rPr>
              <a:t>degree</a:t>
            </a:r>
            <a:r>
              <a:rPr sz="1200" spc="-35" dirty="0">
                <a:latin typeface="Corbel"/>
                <a:cs typeface="Corbel"/>
              </a:rPr>
              <a:t> </a:t>
            </a:r>
            <a:r>
              <a:rPr sz="1200" dirty="0">
                <a:latin typeface="Corbel"/>
                <a:cs typeface="Corbel"/>
              </a:rPr>
              <a:t>readings</a:t>
            </a:r>
            <a:r>
              <a:rPr sz="1200" spc="-40" dirty="0">
                <a:latin typeface="Corbel"/>
                <a:cs typeface="Corbel"/>
              </a:rPr>
              <a:t> </a:t>
            </a:r>
            <a:r>
              <a:rPr sz="1200" dirty="0">
                <a:latin typeface="Corbel"/>
                <a:cs typeface="Corbel"/>
              </a:rPr>
              <a:t>for</a:t>
            </a:r>
            <a:r>
              <a:rPr sz="1200" spc="-35" dirty="0">
                <a:latin typeface="Corbel"/>
                <a:cs typeface="Corbel"/>
              </a:rPr>
              <a:t> </a:t>
            </a:r>
            <a:r>
              <a:rPr sz="1200" dirty="0">
                <a:latin typeface="Corbel"/>
                <a:cs typeface="Corbel"/>
              </a:rPr>
              <a:t>longitudes</a:t>
            </a:r>
            <a:r>
              <a:rPr sz="1200" spc="-40" dirty="0">
                <a:latin typeface="Corbel"/>
                <a:cs typeface="Corbel"/>
              </a:rPr>
              <a:t> </a:t>
            </a:r>
            <a:r>
              <a:rPr sz="1200" dirty="0">
                <a:latin typeface="Corbel"/>
                <a:cs typeface="Corbel"/>
              </a:rPr>
              <a:t>in</a:t>
            </a:r>
            <a:r>
              <a:rPr sz="1200" spc="-35" dirty="0">
                <a:latin typeface="Corbel"/>
                <a:cs typeface="Corbel"/>
              </a:rPr>
              <a:t> </a:t>
            </a:r>
            <a:r>
              <a:rPr sz="1200" dirty="0">
                <a:latin typeface="Corbel"/>
                <a:cs typeface="Corbel"/>
              </a:rPr>
              <a:t>increments</a:t>
            </a:r>
            <a:r>
              <a:rPr sz="1200" spc="-35" dirty="0">
                <a:latin typeface="Corbel"/>
                <a:cs typeface="Corbel"/>
              </a:rPr>
              <a:t> </a:t>
            </a:r>
            <a:r>
              <a:rPr sz="1200" spc="-25" dirty="0">
                <a:latin typeface="Corbel"/>
                <a:cs typeface="Corbel"/>
              </a:rPr>
              <a:t>of </a:t>
            </a:r>
            <a:r>
              <a:rPr sz="1200" dirty="0">
                <a:latin typeface="Corbel"/>
                <a:cs typeface="Corbel"/>
              </a:rPr>
              <a:t>30</a:t>
            </a:r>
            <a:r>
              <a:rPr sz="1200" spc="-20" dirty="0">
                <a:latin typeface="Corbel"/>
                <a:cs typeface="Corbel"/>
              </a:rPr>
              <a:t> </a:t>
            </a:r>
            <a:r>
              <a:rPr sz="1200" spc="-10" dirty="0">
                <a:latin typeface="Corbel"/>
                <a:cs typeface="Corbel"/>
              </a:rPr>
              <a:t>degrees.</a:t>
            </a:r>
            <a:endParaRPr sz="1200">
              <a:latin typeface="Corbel"/>
              <a:cs typeface="Corbel"/>
            </a:endParaRPr>
          </a:p>
        </p:txBody>
      </p:sp>
      <p:pic>
        <p:nvPicPr>
          <p:cNvPr id="6" name="object 6"/>
          <p:cNvPicPr/>
          <p:nvPr/>
        </p:nvPicPr>
        <p:blipFill>
          <a:blip r:embed="rId4" cstate="print"/>
          <a:stretch>
            <a:fillRect/>
          </a:stretch>
        </p:blipFill>
        <p:spPr>
          <a:xfrm>
            <a:off x="8215240" y="2572434"/>
            <a:ext cx="3097282" cy="2652712"/>
          </a:xfrm>
          <a:prstGeom prst="rect">
            <a:avLst/>
          </a:prstGeom>
        </p:spPr>
      </p:pic>
      <p:sp>
        <p:nvSpPr>
          <p:cNvPr id="7" name="object 7"/>
          <p:cNvSpPr txBox="1"/>
          <p:nvPr/>
        </p:nvSpPr>
        <p:spPr>
          <a:xfrm>
            <a:off x="8171811" y="5269483"/>
            <a:ext cx="3051175" cy="586740"/>
          </a:xfrm>
          <a:prstGeom prst="rect">
            <a:avLst/>
          </a:prstGeom>
        </p:spPr>
        <p:txBody>
          <a:bodyPr vert="horz" wrap="square" lIns="0" tIns="20320" rIns="0" bIns="0" rtlCol="0">
            <a:spAutoFit/>
          </a:bodyPr>
          <a:lstStyle/>
          <a:p>
            <a:pPr marL="12700" marR="5080">
              <a:lnSpc>
                <a:spcPct val="100800"/>
              </a:lnSpc>
              <a:spcBef>
                <a:spcPts val="160"/>
              </a:spcBef>
            </a:pPr>
            <a:r>
              <a:rPr sz="1200" dirty="0">
                <a:latin typeface="Corbel"/>
                <a:cs typeface="Corbel"/>
              </a:rPr>
              <a:t>Figure3.</a:t>
            </a:r>
            <a:r>
              <a:rPr sz="1200" spc="-40" dirty="0">
                <a:latin typeface="Corbel"/>
                <a:cs typeface="Corbel"/>
              </a:rPr>
              <a:t> </a:t>
            </a:r>
            <a:r>
              <a:rPr sz="1200" dirty="0">
                <a:latin typeface="Corbel"/>
                <a:cs typeface="Corbel"/>
              </a:rPr>
              <a:t>Parallels</a:t>
            </a:r>
            <a:r>
              <a:rPr sz="1200" spc="-30" dirty="0">
                <a:latin typeface="Corbel"/>
                <a:cs typeface="Corbel"/>
              </a:rPr>
              <a:t> </a:t>
            </a:r>
            <a:r>
              <a:rPr sz="1200" dirty="0">
                <a:latin typeface="Corbel"/>
                <a:cs typeface="Corbel"/>
              </a:rPr>
              <a:t>or</a:t>
            </a:r>
            <a:r>
              <a:rPr sz="1200" spc="-30" dirty="0">
                <a:latin typeface="Corbel"/>
                <a:cs typeface="Corbel"/>
              </a:rPr>
              <a:t> </a:t>
            </a:r>
            <a:r>
              <a:rPr sz="1200" dirty="0">
                <a:latin typeface="Corbel"/>
                <a:cs typeface="Corbel"/>
              </a:rPr>
              <a:t>"Lines</a:t>
            </a:r>
            <a:r>
              <a:rPr sz="1200" spc="-35" dirty="0">
                <a:latin typeface="Corbel"/>
                <a:cs typeface="Corbel"/>
              </a:rPr>
              <a:t> </a:t>
            </a:r>
            <a:r>
              <a:rPr sz="1200" dirty="0">
                <a:latin typeface="Corbel"/>
                <a:cs typeface="Corbel"/>
              </a:rPr>
              <a:t>of</a:t>
            </a:r>
            <a:r>
              <a:rPr sz="1200" spc="-25" dirty="0">
                <a:latin typeface="Corbel"/>
                <a:cs typeface="Corbel"/>
              </a:rPr>
              <a:t> </a:t>
            </a:r>
            <a:r>
              <a:rPr sz="1200" dirty="0">
                <a:latin typeface="Corbel"/>
                <a:cs typeface="Corbel"/>
              </a:rPr>
              <a:t>Latitude"</a:t>
            </a:r>
            <a:r>
              <a:rPr sz="1200" spc="-25" dirty="0">
                <a:latin typeface="Corbel"/>
                <a:cs typeface="Corbel"/>
              </a:rPr>
              <a:t> and </a:t>
            </a:r>
            <a:r>
              <a:rPr sz="1200" dirty="0">
                <a:latin typeface="Corbel"/>
                <a:cs typeface="Corbel"/>
              </a:rPr>
              <a:t>degree</a:t>
            </a:r>
            <a:r>
              <a:rPr sz="1200" spc="-30" dirty="0">
                <a:latin typeface="Corbel"/>
                <a:cs typeface="Corbel"/>
              </a:rPr>
              <a:t> </a:t>
            </a:r>
            <a:r>
              <a:rPr sz="1200" dirty="0">
                <a:latin typeface="Corbel"/>
                <a:cs typeface="Corbel"/>
              </a:rPr>
              <a:t>readings</a:t>
            </a:r>
            <a:r>
              <a:rPr sz="1200" spc="-35" dirty="0">
                <a:latin typeface="Corbel"/>
                <a:cs typeface="Corbel"/>
              </a:rPr>
              <a:t> </a:t>
            </a:r>
            <a:r>
              <a:rPr sz="1200" dirty="0">
                <a:latin typeface="Corbel"/>
                <a:cs typeface="Corbel"/>
              </a:rPr>
              <a:t>for</a:t>
            </a:r>
            <a:r>
              <a:rPr sz="1200" spc="-35" dirty="0">
                <a:latin typeface="Corbel"/>
                <a:cs typeface="Corbel"/>
              </a:rPr>
              <a:t> </a:t>
            </a:r>
            <a:r>
              <a:rPr sz="1200" dirty="0">
                <a:latin typeface="Corbel"/>
                <a:cs typeface="Corbel"/>
              </a:rPr>
              <a:t>latitudes</a:t>
            </a:r>
            <a:r>
              <a:rPr sz="1200" spc="-35" dirty="0">
                <a:latin typeface="Corbel"/>
                <a:cs typeface="Corbel"/>
              </a:rPr>
              <a:t> </a:t>
            </a:r>
            <a:r>
              <a:rPr sz="1200" dirty="0">
                <a:latin typeface="Corbel"/>
                <a:cs typeface="Corbel"/>
              </a:rPr>
              <a:t>in</a:t>
            </a:r>
            <a:r>
              <a:rPr sz="1200" spc="-30" dirty="0">
                <a:latin typeface="Corbel"/>
                <a:cs typeface="Corbel"/>
              </a:rPr>
              <a:t> </a:t>
            </a:r>
            <a:r>
              <a:rPr sz="1200" dirty="0">
                <a:latin typeface="Corbel"/>
                <a:cs typeface="Corbel"/>
              </a:rPr>
              <a:t>increments</a:t>
            </a:r>
            <a:r>
              <a:rPr sz="1200" spc="-30" dirty="0">
                <a:latin typeface="Corbel"/>
                <a:cs typeface="Corbel"/>
              </a:rPr>
              <a:t> </a:t>
            </a:r>
            <a:r>
              <a:rPr sz="1200" dirty="0">
                <a:latin typeface="Corbel"/>
                <a:cs typeface="Corbel"/>
              </a:rPr>
              <a:t>of</a:t>
            </a:r>
            <a:r>
              <a:rPr sz="1200" spc="-30" dirty="0">
                <a:latin typeface="Corbel"/>
                <a:cs typeface="Corbel"/>
              </a:rPr>
              <a:t> </a:t>
            </a:r>
            <a:r>
              <a:rPr sz="1200" spc="-25" dirty="0">
                <a:latin typeface="Corbel"/>
                <a:cs typeface="Corbel"/>
              </a:rPr>
              <a:t>30 </a:t>
            </a:r>
            <a:r>
              <a:rPr sz="1200" spc="-10" dirty="0">
                <a:latin typeface="Corbel"/>
                <a:cs typeface="Corbel"/>
              </a:rPr>
              <a:t>degrees.</a:t>
            </a:r>
            <a:endParaRPr sz="1200">
              <a:latin typeface="Corbel"/>
              <a:cs typeface="Corbel"/>
            </a:endParaRPr>
          </a:p>
        </p:txBody>
      </p:sp>
      <p:pic>
        <p:nvPicPr>
          <p:cNvPr id="8" name="object 8"/>
          <p:cNvPicPr/>
          <p:nvPr/>
        </p:nvPicPr>
        <p:blipFill>
          <a:blip r:embed="rId5" cstate="print"/>
          <a:stretch>
            <a:fillRect/>
          </a:stretch>
        </p:blipFill>
        <p:spPr>
          <a:xfrm>
            <a:off x="1398728" y="2548620"/>
            <a:ext cx="2578030" cy="2578031"/>
          </a:xfrm>
          <a:prstGeom prst="rect">
            <a:avLst/>
          </a:prstGeom>
        </p:spPr>
      </p:pic>
      <p:sp>
        <p:nvSpPr>
          <p:cNvPr id="9" name="object 9"/>
          <p:cNvSpPr txBox="1"/>
          <p:nvPr/>
        </p:nvSpPr>
        <p:spPr>
          <a:xfrm>
            <a:off x="1156757" y="5269483"/>
            <a:ext cx="3022600" cy="586740"/>
          </a:xfrm>
          <a:prstGeom prst="rect">
            <a:avLst/>
          </a:prstGeom>
        </p:spPr>
        <p:txBody>
          <a:bodyPr vert="horz" wrap="square" lIns="0" tIns="20320" rIns="0" bIns="0" rtlCol="0">
            <a:spAutoFit/>
          </a:bodyPr>
          <a:lstStyle/>
          <a:p>
            <a:pPr marL="12700" marR="5080">
              <a:lnSpc>
                <a:spcPct val="100800"/>
              </a:lnSpc>
              <a:spcBef>
                <a:spcPts val="160"/>
              </a:spcBef>
            </a:pPr>
            <a:r>
              <a:rPr sz="1200" dirty="0">
                <a:latin typeface="Corbel"/>
                <a:cs typeface="Corbel"/>
              </a:rPr>
              <a:t>Figure</a:t>
            </a:r>
            <a:r>
              <a:rPr sz="1200" spc="-30" dirty="0">
                <a:latin typeface="Corbel"/>
                <a:cs typeface="Corbel"/>
              </a:rPr>
              <a:t> </a:t>
            </a:r>
            <a:r>
              <a:rPr sz="1200" spc="-10" dirty="0">
                <a:latin typeface="Corbel"/>
                <a:cs typeface="Corbel"/>
              </a:rPr>
              <a:t>1.</a:t>
            </a:r>
            <a:r>
              <a:rPr sz="1200" spc="-75" dirty="0">
                <a:latin typeface="Corbel"/>
                <a:cs typeface="Corbel"/>
              </a:rPr>
              <a:t> </a:t>
            </a:r>
            <a:r>
              <a:rPr sz="1200" dirty="0">
                <a:latin typeface="Corbel"/>
                <a:cs typeface="Corbel"/>
              </a:rPr>
              <a:t>With</a:t>
            </a:r>
            <a:r>
              <a:rPr sz="1200" spc="-25" dirty="0">
                <a:latin typeface="Corbel"/>
                <a:cs typeface="Corbel"/>
              </a:rPr>
              <a:t> </a:t>
            </a:r>
            <a:r>
              <a:rPr sz="1200" dirty="0">
                <a:latin typeface="Corbel"/>
                <a:cs typeface="Corbel"/>
              </a:rPr>
              <a:t>an</a:t>
            </a:r>
            <a:r>
              <a:rPr sz="1200" spc="-15" dirty="0">
                <a:latin typeface="Corbel"/>
                <a:cs typeface="Corbel"/>
              </a:rPr>
              <a:t> </a:t>
            </a:r>
            <a:r>
              <a:rPr sz="1200" dirty="0">
                <a:latin typeface="Corbel"/>
                <a:cs typeface="Corbel"/>
              </a:rPr>
              <a:t>angle</a:t>
            </a:r>
            <a:r>
              <a:rPr sz="1200" spc="-15" dirty="0">
                <a:latin typeface="Corbel"/>
                <a:cs typeface="Corbel"/>
              </a:rPr>
              <a:t> </a:t>
            </a:r>
            <a:r>
              <a:rPr sz="1200" dirty="0">
                <a:latin typeface="Corbel"/>
                <a:cs typeface="Corbel"/>
              </a:rPr>
              <a:t>of</a:t>
            </a:r>
            <a:r>
              <a:rPr sz="1200" spc="-20" dirty="0">
                <a:latin typeface="Corbel"/>
                <a:cs typeface="Corbel"/>
              </a:rPr>
              <a:t> </a:t>
            </a:r>
            <a:r>
              <a:rPr sz="1200" dirty="0">
                <a:latin typeface="Corbel"/>
                <a:cs typeface="Corbel"/>
              </a:rPr>
              <a:t>longitude</a:t>
            </a:r>
            <a:r>
              <a:rPr sz="1200" spc="-15" dirty="0">
                <a:latin typeface="Corbel"/>
                <a:cs typeface="Corbel"/>
              </a:rPr>
              <a:t> </a:t>
            </a:r>
            <a:r>
              <a:rPr sz="1200" dirty="0">
                <a:latin typeface="Corbel"/>
                <a:cs typeface="Corbel"/>
              </a:rPr>
              <a:t>and</a:t>
            </a:r>
            <a:r>
              <a:rPr sz="1200" spc="-25" dirty="0">
                <a:latin typeface="Corbel"/>
                <a:cs typeface="Corbel"/>
              </a:rPr>
              <a:t> an</a:t>
            </a:r>
            <a:r>
              <a:rPr sz="1200" spc="500" dirty="0">
                <a:latin typeface="Corbel"/>
                <a:cs typeface="Corbel"/>
              </a:rPr>
              <a:t> </a:t>
            </a:r>
            <a:r>
              <a:rPr sz="1200" dirty="0">
                <a:latin typeface="Corbel"/>
                <a:cs typeface="Corbel"/>
              </a:rPr>
              <a:t>angle</a:t>
            </a:r>
            <a:r>
              <a:rPr sz="1200" spc="-25" dirty="0">
                <a:latin typeface="Corbel"/>
                <a:cs typeface="Corbel"/>
              </a:rPr>
              <a:t> </a:t>
            </a:r>
            <a:r>
              <a:rPr sz="1200" dirty="0">
                <a:latin typeface="Corbel"/>
                <a:cs typeface="Corbel"/>
              </a:rPr>
              <a:t>of</a:t>
            </a:r>
            <a:r>
              <a:rPr sz="1200" spc="-20" dirty="0">
                <a:latin typeface="Corbel"/>
                <a:cs typeface="Corbel"/>
              </a:rPr>
              <a:t> </a:t>
            </a:r>
            <a:r>
              <a:rPr sz="1200" dirty="0">
                <a:latin typeface="Corbel"/>
                <a:cs typeface="Corbel"/>
              </a:rPr>
              <a:t>latitude,</a:t>
            </a:r>
            <a:r>
              <a:rPr sz="1200" spc="-30" dirty="0">
                <a:latin typeface="Corbel"/>
                <a:cs typeface="Corbel"/>
              </a:rPr>
              <a:t> </a:t>
            </a:r>
            <a:r>
              <a:rPr sz="1200" dirty="0">
                <a:latin typeface="Corbel"/>
                <a:cs typeface="Corbel"/>
              </a:rPr>
              <a:t>we</a:t>
            </a:r>
            <a:r>
              <a:rPr sz="1200" spc="-25" dirty="0">
                <a:latin typeface="Corbel"/>
                <a:cs typeface="Corbel"/>
              </a:rPr>
              <a:t> </a:t>
            </a:r>
            <a:r>
              <a:rPr sz="1200" dirty="0">
                <a:latin typeface="Corbel"/>
                <a:cs typeface="Corbel"/>
              </a:rPr>
              <a:t>can</a:t>
            </a:r>
            <a:r>
              <a:rPr sz="1200" spc="-20" dirty="0">
                <a:latin typeface="Corbel"/>
                <a:cs typeface="Corbel"/>
              </a:rPr>
              <a:t> </a:t>
            </a:r>
            <a:r>
              <a:rPr sz="1200" dirty="0">
                <a:latin typeface="Corbel"/>
                <a:cs typeface="Corbel"/>
              </a:rPr>
              <a:t>locate</a:t>
            </a:r>
            <a:r>
              <a:rPr sz="1200" spc="-25" dirty="0">
                <a:latin typeface="Corbel"/>
                <a:cs typeface="Corbel"/>
              </a:rPr>
              <a:t> </a:t>
            </a:r>
            <a:r>
              <a:rPr sz="1200" dirty="0">
                <a:latin typeface="Corbel"/>
                <a:cs typeface="Corbel"/>
              </a:rPr>
              <a:t>any</a:t>
            </a:r>
            <a:r>
              <a:rPr sz="1200" spc="-25" dirty="0">
                <a:latin typeface="Corbel"/>
                <a:cs typeface="Corbel"/>
              </a:rPr>
              <a:t> </a:t>
            </a:r>
            <a:r>
              <a:rPr sz="1200" dirty="0">
                <a:latin typeface="Corbel"/>
                <a:cs typeface="Corbel"/>
              </a:rPr>
              <a:t>point</a:t>
            </a:r>
            <a:r>
              <a:rPr sz="1200" spc="-30" dirty="0">
                <a:latin typeface="Corbel"/>
                <a:cs typeface="Corbel"/>
              </a:rPr>
              <a:t> </a:t>
            </a:r>
            <a:r>
              <a:rPr sz="1200" dirty="0">
                <a:latin typeface="Corbel"/>
                <a:cs typeface="Corbel"/>
              </a:rPr>
              <a:t>on</a:t>
            </a:r>
            <a:r>
              <a:rPr sz="1200" spc="-20" dirty="0">
                <a:latin typeface="Corbel"/>
                <a:cs typeface="Corbel"/>
              </a:rPr>
              <a:t> </a:t>
            </a:r>
            <a:r>
              <a:rPr sz="1200" spc="-25" dirty="0">
                <a:latin typeface="Corbel"/>
                <a:cs typeface="Corbel"/>
              </a:rPr>
              <a:t>the </a:t>
            </a:r>
            <a:r>
              <a:rPr sz="1200" dirty="0">
                <a:latin typeface="Corbel"/>
                <a:cs typeface="Corbel"/>
              </a:rPr>
              <a:t>surface</a:t>
            </a:r>
            <a:r>
              <a:rPr sz="1200" spc="-25" dirty="0">
                <a:latin typeface="Corbel"/>
                <a:cs typeface="Corbel"/>
              </a:rPr>
              <a:t> </a:t>
            </a:r>
            <a:r>
              <a:rPr sz="1200" dirty="0">
                <a:latin typeface="Corbel"/>
                <a:cs typeface="Corbel"/>
              </a:rPr>
              <a:t>of</a:t>
            </a:r>
            <a:r>
              <a:rPr sz="1200" spc="-20" dirty="0">
                <a:latin typeface="Corbel"/>
                <a:cs typeface="Corbel"/>
              </a:rPr>
              <a:t> </a:t>
            </a:r>
            <a:r>
              <a:rPr sz="1200" dirty="0">
                <a:latin typeface="Corbel"/>
                <a:cs typeface="Corbel"/>
              </a:rPr>
              <a:t>the</a:t>
            </a:r>
            <a:r>
              <a:rPr sz="1200" spc="-20" dirty="0">
                <a:latin typeface="Corbel"/>
                <a:cs typeface="Corbel"/>
              </a:rPr>
              <a:t> </a:t>
            </a:r>
            <a:r>
              <a:rPr sz="1200" spc="-10" dirty="0">
                <a:latin typeface="Corbel"/>
                <a:cs typeface="Corbel"/>
              </a:rPr>
              <a:t>earth.</a:t>
            </a:r>
            <a:endParaRPr sz="1200">
              <a:latin typeface="Corbel"/>
              <a:cs typeface="Corbel"/>
            </a:endParaRPr>
          </a:p>
        </p:txBody>
      </p:sp>
      <p:grpSp>
        <p:nvGrpSpPr>
          <p:cNvPr id="10" name="object 10"/>
          <p:cNvGrpSpPr/>
          <p:nvPr/>
        </p:nvGrpSpPr>
        <p:grpSpPr>
          <a:xfrm>
            <a:off x="43542" y="6462030"/>
            <a:ext cx="1141095" cy="360045"/>
            <a:chOff x="43542" y="6462030"/>
            <a:chExt cx="1141095" cy="360045"/>
          </a:xfrm>
        </p:grpSpPr>
        <p:sp>
          <p:nvSpPr>
            <p:cNvPr id="11" name="object 11"/>
            <p:cNvSpPr/>
            <p:nvPr/>
          </p:nvSpPr>
          <p:spPr>
            <a:xfrm>
              <a:off x="43542" y="6462030"/>
              <a:ext cx="360045" cy="360045"/>
            </a:xfrm>
            <a:custGeom>
              <a:avLst/>
              <a:gdLst/>
              <a:ahLst/>
              <a:cxnLst/>
              <a:rect l="l" t="t" r="r" b="b"/>
              <a:pathLst>
                <a:path w="360045" h="360045">
                  <a:moveTo>
                    <a:pt x="359999" y="0"/>
                  </a:moveTo>
                  <a:lnTo>
                    <a:pt x="0" y="0"/>
                  </a:lnTo>
                  <a:lnTo>
                    <a:pt x="0" y="359999"/>
                  </a:lnTo>
                  <a:lnTo>
                    <a:pt x="359999" y="359999"/>
                  </a:lnTo>
                  <a:lnTo>
                    <a:pt x="359999" y="314999"/>
                  </a:lnTo>
                  <a:lnTo>
                    <a:pt x="179999" y="314999"/>
                  </a:lnTo>
                  <a:lnTo>
                    <a:pt x="137329" y="308117"/>
                  </a:lnTo>
                  <a:lnTo>
                    <a:pt x="100270" y="288952"/>
                  </a:lnTo>
                  <a:lnTo>
                    <a:pt x="71047" y="259729"/>
                  </a:lnTo>
                  <a:lnTo>
                    <a:pt x="51882" y="222670"/>
                  </a:lnTo>
                  <a:lnTo>
                    <a:pt x="44999" y="179999"/>
                  </a:lnTo>
                  <a:lnTo>
                    <a:pt x="51882" y="137329"/>
                  </a:lnTo>
                  <a:lnTo>
                    <a:pt x="71047" y="100270"/>
                  </a:lnTo>
                  <a:lnTo>
                    <a:pt x="100270" y="71047"/>
                  </a:lnTo>
                  <a:lnTo>
                    <a:pt x="137329" y="51882"/>
                  </a:lnTo>
                  <a:lnTo>
                    <a:pt x="179999" y="44999"/>
                  </a:lnTo>
                  <a:lnTo>
                    <a:pt x="359999" y="44999"/>
                  </a:lnTo>
                  <a:lnTo>
                    <a:pt x="359999" y="0"/>
                  </a:lnTo>
                  <a:close/>
                </a:path>
                <a:path w="360045" h="360045">
                  <a:moveTo>
                    <a:pt x="359999" y="44999"/>
                  </a:moveTo>
                  <a:lnTo>
                    <a:pt x="179999" y="44999"/>
                  </a:lnTo>
                  <a:lnTo>
                    <a:pt x="222670" y="51882"/>
                  </a:lnTo>
                  <a:lnTo>
                    <a:pt x="259729" y="71047"/>
                  </a:lnTo>
                  <a:lnTo>
                    <a:pt x="288952" y="100270"/>
                  </a:lnTo>
                  <a:lnTo>
                    <a:pt x="308117" y="137329"/>
                  </a:lnTo>
                  <a:lnTo>
                    <a:pt x="314999" y="179999"/>
                  </a:lnTo>
                  <a:lnTo>
                    <a:pt x="308117" y="222670"/>
                  </a:lnTo>
                  <a:lnTo>
                    <a:pt x="288952" y="259729"/>
                  </a:lnTo>
                  <a:lnTo>
                    <a:pt x="259729" y="288952"/>
                  </a:lnTo>
                  <a:lnTo>
                    <a:pt x="222670" y="308117"/>
                  </a:lnTo>
                  <a:lnTo>
                    <a:pt x="179999" y="314999"/>
                  </a:lnTo>
                  <a:lnTo>
                    <a:pt x="359999" y="314999"/>
                  </a:lnTo>
                  <a:lnTo>
                    <a:pt x="359999" y="44999"/>
                  </a:lnTo>
                  <a:close/>
                </a:path>
              </a:pathLst>
            </a:custGeom>
            <a:solidFill>
              <a:srgbClr val="1CADE4"/>
            </a:solidFill>
          </p:spPr>
          <p:txBody>
            <a:bodyPr wrap="square" lIns="0" tIns="0" rIns="0" bIns="0" rtlCol="0"/>
            <a:lstStyle/>
            <a:p>
              <a:endParaRPr/>
            </a:p>
          </p:txBody>
        </p:sp>
        <p:sp>
          <p:nvSpPr>
            <p:cNvPr id="12" name="object 12"/>
            <p:cNvSpPr/>
            <p:nvPr/>
          </p:nvSpPr>
          <p:spPr>
            <a:xfrm>
              <a:off x="88542" y="6507030"/>
              <a:ext cx="270510" cy="270510"/>
            </a:xfrm>
            <a:custGeom>
              <a:avLst/>
              <a:gdLst/>
              <a:ahLst/>
              <a:cxnLst/>
              <a:rect l="l" t="t" r="r" b="b"/>
              <a:pathLst>
                <a:path w="270510"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10" h="270509">
                  <a:moveTo>
                    <a:pt x="259004" y="84375"/>
                  </a:moveTo>
                  <a:lnTo>
                    <a:pt x="160312" y="84375"/>
                  </a:lnTo>
                  <a:lnTo>
                    <a:pt x="160312" y="219375"/>
                  </a:lnTo>
                  <a:lnTo>
                    <a:pt x="185625" y="219375"/>
                  </a:lnTo>
                  <a:lnTo>
                    <a:pt x="185625" y="236250"/>
                  </a:lnTo>
                  <a:lnTo>
                    <a:pt x="222432" y="236250"/>
                  </a:lnTo>
                  <a:lnTo>
                    <a:pt x="243952" y="214729"/>
                  </a:lnTo>
                  <a:lnTo>
                    <a:pt x="263117" y="177670"/>
                  </a:lnTo>
                  <a:lnTo>
                    <a:pt x="269999" y="134999"/>
                  </a:lnTo>
                  <a:lnTo>
                    <a:pt x="263117" y="92329"/>
                  </a:lnTo>
                  <a:lnTo>
                    <a:pt x="259004" y="84375"/>
                  </a:lnTo>
                  <a:close/>
                </a:path>
                <a:path w="270510"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13" name="object 13"/>
            <p:cNvPicPr/>
            <p:nvPr/>
          </p:nvPicPr>
          <p:blipFill>
            <a:blip r:embed="rId6" cstate="print"/>
            <a:stretch>
              <a:fillRect/>
            </a:stretch>
          </p:blipFill>
          <p:spPr>
            <a:xfrm>
              <a:off x="172917" y="6515468"/>
              <a:ext cx="101249" cy="227812"/>
            </a:xfrm>
            <a:prstGeom prst="rect">
              <a:avLst/>
            </a:prstGeom>
          </p:spPr>
        </p:pic>
        <p:sp>
          <p:nvSpPr>
            <p:cNvPr id="14" name="object 14"/>
            <p:cNvSpPr/>
            <p:nvPr/>
          </p:nvSpPr>
          <p:spPr>
            <a:xfrm>
              <a:off x="426401" y="6462030"/>
              <a:ext cx="360045" cy="360045"/>
            </a:xfrm>
            <a:custGeom>
              <a:avLst/>
              <a:gdLst/>
              <a:ahLst/>
              <a:cxnLst/>
              <a:rect l="l" t="t" r="r" b="b"/>
              <a:pathLst>
                <a:path w="360045" h="360045">
                  <a:moveTo>
                    <a:pt x="360000" y="0"/>
                  </a:moveTo>
                  <a:lnTo>
                    <a:pt x="0" y="0"/>
                  </a:lnTo>
                  <a:lnTo>
                    <a:pt x="0" y="359999"/>
                  </a:lnTo>
                  <a:lnTo>
                    <a:pt x="360000" y="359999"/>
                  </a:lnTo>
                  <a:lnTo>
                    <a:pt x="360000" y="314999"/>
                  </a:lnTo>
                  <a:lnTo>
                    <a:pt x="180000" y="314999"/>
                  </a:lnTo>
                  <a:lnTo>
                    <a:pt x="137329" y="308117"/>
                  </a:lnTo>
                  <a:lnTo>
                    <a:pt x="100270" y="288952"/>
                  </a:lnTo>
                  <a:lnTo>
                    <a:pt x="71047" y="259729"/>
                  </a:lnTo>
                  <a:lnTo>
                    <a:pt x="51882" y="222670"/>
                  </a:lnTo>
                  <a:lnTo>
                    <a:pt x="45000" y="179999"/>
                  </a:lnTo>
                  <a:lnTo>
                    <a:pt x="51882" y="137329"/>
                  </a:lnTo>
                  <a:lnTo>
                    <a:pt x="71047" y="100270"/>
                  </a:lnTo>
                  <a:lnTo>
                    <a:pt x="100270" y="71047"/>
                  </a:lnTo>
                  <a:lnTo>
                    <a:pt x="137329" y="51882"/>
                  </a:lnTo>
                  <a:lnTo>
                    <a:pt x="180000" y="44999"/>
                  </a:lnTo>
                  <a:lnTo>
                    <a:pt x="360000" y="44999"/>
                  </a:lnTo>
                  <a:lnTo>
                    <a:pt x="360000" y="0"/>
                  </a:lnTo>
                  <a:close/>
                </a:path>
                <a:path w="360045" h="360045">
                  <a:moveTo>
                    <a:pt x="360000" y="44999"/>
                  </a:moveTo>
                  <a:lnTo>
                    <a:pt x="180000" y="44999"/>
                  </a:lnTo>
                  <a:lnTo>
                    <a:pt x="222670" y="51882"/>
                  </a:lnTo>
                  <a:lnTo>
                    <a:pt x="259729" y="71047"/>
                  </a:lnTo>
                  <a:lnTo>
                    <a:pt x="288952" y="100270"/>
                  </a:lnTo>
                  <a:lnTo>
                    <a:pt x="308117" y="137329"/>
                  </a:lnTo>
                  <a:lnTo>
                    <a:pt x="315000" y="179999"/>
                  </a:lnTo>
                  <a:lnTo>
                    <a:pt x="308117" y="222670"/>
                  </a:lnTo>
                  <a:lnTo>
                    <a:pt x="288952" y="259729"/>
                  </a:lnTo>
                  <a:lnTo>
                    <a:pt x="259729" y="288952"/>
                  </a:lnTo>
                  <a:lnTo>
                    <a:pt x="222670" y="308117"/>
                  </a:lnTo>
                  <a:lnTo>
                    <a:pt x="180000" y="314999"/>
                  </a:lnTo>
                  <a:lnTo>
                    <a:pt x="360000" y="314999"/>
                  </a:lnTo>
                  <a:lnTo>
                    <a:pt x="360000" y="44999"/>
                  </a:lnTo>
                  <a:close/>
                </a:path>
              </a:pathLst>
            </a:custGeom>
            <a:solidFill>
              <a:srgbClr val="1CADE4"/>
            </a:solidFill>
          </p:spPr>
          <p:txBody>
            <a:bodyPr wrap="square" lIns="0" tIns="0" rIns="0" bIns="0" rtlCol="0"/>
            <a:lstStyle/>
            <a:p>
              <a:endParaRPr/>
            </a:p>
          </p:txBody>
        </p:sp>
        <p:sp>
          <p:nvSpPr>
            <p:cNvPr id="15" name="object 15"/>
            <p:cNvSpPr/>
            <p:nvPr/>
          </p:nvSpPr>
          <p:spPr>
            <a:xfrm>
              <a:off x="471402" y="6507030"/>
              <a:ext cx="270510" cy="270510"/>
            </a:xfrm>
            <a:custGeom>
              <a:avLst/>
              <a:gdLst/>
              <a:ahLst/>
              <a:cxnLst/>
              <a:rect l="l" t="t" r="r" b="b"/>
              <a:pathLst>
                <a:path w="270509"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09" h="270509">
                  <a:moveTo>
                    <a:pt x="259004" y="84375"/>
                  </a:moveTo>
                  <a:lnTo>
                    <a:pt x="160312" y="84375"/>
                  </a:lnTo>
                  <a:lnTo>
                    <a:pt x="160312" y="219375"/>
                  </a:lnTo>
                  <a:lnTo>
                    <a:pt x="185625" y="219375"/>
                  </a:lnTo>
                  <a:lnTo>
                    <a:pt x="185625" y="236250"/>
                  </a:lnTo>
                  <a:lnTo>
                    <a:pt x="222432" y="236250"/>
                  </a:lnTo>
                  <a:lnTo>
                    <a:pt x="243952" y="214729"/>
                  </a:lnTo>
                  <a:lnTo>
                    <a:pt x="263117" y="177670"/>
                  </a:lnTo>
                  <a:lnTo>
                    <a:pt x="269999" y="134999"/>
                  </a:lnTo>
                  <a:lnTo>
                    <a:pt x="263117" y="92329"/>
                  </a:lnTo>
                  <a:lnTo>
                    <a:pt x="259004" y="84375"/>
                  </a:lnTo>
                  <a:close/>
                </a:path>
                <a:path w="270509"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16" name="object 16"/>
            <p:cNvPicPr/>
            <p:nvPr/>
          </p:nvPicPr>
          <p:blipFill>
            <a:blip r:embed="rId7" cstate="print"/>
            <a:stretch>
              <a:fillRect/>
            </a:stretch>
          </p:blipFill>
          <p:spPr>
            <a:xfrm>
              <a:off x="555777" y="6515468"/>
              <a:ext cx="101249" cy="227812"/>
            </a:xfrm>
            <a:prstGeom prst="rect">
              <a:avLst/>
            </a:prstGeom>
          </p:spPr>
        </p:pic>
        <p:sp>
          <p:nvSpPr>
            <p:cNvPr id="17" name="object 17"/>
            <p:cNvSpPr/>
            <p:nvPr/>
          </p:nvSpPr>
          <p:spPr>
            <a:xfrm>
              <a:off x="824502" y="6462030"/>
              <a:ext cx="360045" cy="360045"/>
            </a:xfrm>
            <a:custGeom>
              <a:avLst/>
              <a:gdLst/>
              <a:ahLst/>
              <a:cxnLst/>
              <a:rect l="l" t="t" r="r" b="b"/>
              <a:pathLst>
                <a:path w="360044" h="360045">
                  <a:moveTo>
                    <a:pt x="359999" y="0"/>
                  </a:moveTo>
                  <a:lnTo>
                    <a:pt x="0" y="0"/>
                  </a:lnTo>
                  <a:lnTo>
                    <a:pt x="0" y="359999"/>
                  </a:lnTo>
                  <a:lnTo>
                    <a:pt x="359999" y="359999"/>
                  </a:lnTo>
                  <a:lnTo>
                    <a:pt x="359999" y="314999"/>
                  </a:lnTo>
                  <a:lnTo>
                    <a:pt x="180000" y="314999"/>
                  </a:lnTo>
                  <a:lnTo>
                    <a:pt x="137329" y="308117"/>
                  </a:lnTo>
                  <a:lnTo>
                    <a:pt x="100270" y="288952"/>
                  </a:lnTo>
                  <a:lnTo>
                    <a:pt x="71047" y="259729"/>
                  </a:lnTo>
                  <a:lnTo>
                    <a:pt x="51882" y="222670"/>
                  </a:lnTo>
                  <a:lnTo>
                    <a:pt x="45000" y="179999"/>
                  </a:lnTo>
                  <a:lnTo>
                    <a:pt x="51882" y="137329"/>
                  </a:lnTo>
                  <a:lnTo>
                    <a:pt x="71047" y="100270"/>
                  </a:lnTo>
                  <a:lnTo>
                    <a:pt x="100270" y="71047"/>
                  </a:lnTo>
                  <a:lnTo>
                    <a:pt x="137329" y="51882"/>
                  </a:lnTo>
                  <a:lnTo>
                    <a:pt x="180000" y="44999"/>
                  </a:lnTo>
                  <a:lnTo>
                    <a:pt x="359999" y="44999"/>
                  </a:lnTo>
                  <a:lnTo>
                    <a:pt x="359999" y="0"/>
                  </a:lnTo>
                  <a:close/>
                </a:path>
                <a:path w="360044" h="360045">
                  <a:moveTo>
                    <a:pt x="359999" y="44999"/>
                  </a:moveTo>
                  <a:lnTo>
                    <a:pt x="180000" y="44999"/>
                  </a:lnTo>
                  <a:lnTo>
                    <a:pt x="222670" y="51882"/>
                  </a:lnTo>
                  <a:lnTo>
                    <a:pt x="259729" y="71047"/>
                  </a:lnTo>
                  <a:lnTo>
                    <a:pt x="288952" y="100270"/>
                  </a:lnTo>
                  <a:lnTo>
                    <a:pt x="308117" y="137329"/>
                  </a:lnTo>
                  <a:lnTo>
                    <a:pt x="315000" y="179999"/>
                  </a:lnTo>
                  <a:lnTo>
                    <a:pt x="308117" y="222670"/>
                  </a:lnTo>
                  <a:lnTo>
                    <a:pt x="288952" y="259729"/>
                  </a:lnTo>
                  <a:lnTo>
                    <a:pt x="259729" y="288952"/>
                  </a:lnTo>
                  <a:lnTo>
                    <a:pt x="222670" y="308117"/>
                  </a:lnTo>
                  <a:lnTo>
                    <a:pt x="180000" y="314999"/>
                  </a:lnTo>
                  <a:lnTo>
                    <a:pt x="359999" y="314999"/>
                  </a:lnTo>
                  <a:lnTo>
                    <a:pt x="359999" y="44999"/>
                  </a:lnTo>
                  <a:close/>
                </a:path>
              </a:pathLst>
            </a:custGeom>
            <a:solidFill>
              <a:srgbClr val="1CADE4"/>
            </a:solidFill>
          </p:spPr>
          <p:txBody>
            <a:bodyPr wrap="square" lIns="0" tIns="0" rIns="0" bIns="0" rtlCol="0"/>
            <a:lstStyle/>
            <a:p>
              <a:endParaRPr/>
            </a:p>
          </p:txBody>
        </p:sp>
        <p:sp>
          <p:nvSpPr>
            <p:cNvPr id="18" name="object 18"/>
            <p:cNvSpPr/>
            <p:nvPr/>
          </p:nvSpPr>
          <p:spPr>
            <a:xfrm>
              <a:off x="869502" y="6507030"/>
              <a:ext cx="270510" cy="270510"/>
            </a:xfrm>
            <a:custGeom>
              <a:avLst/>
              <a:gdLst/>
              <a:ahLst/>
              <a:cxnLst/>
              <a:rect l="l" t="t" r="r" b="b"/>
              <a:pathLst>
                <a:path w="270509"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09" h="270509">
                  <a:moveTo>
                    <a:pt x="259004" y="84375"/>
                  </a:moveTo>
                  <a:lnTo>
                    <a:pt x="160312" y="84375"/>
                  </a:lnTo>
                  <a:lnTo>
                    <a:pt x="160312" y="219375"/>
                  </a:lnTo>
                  <a:lnTo>
                    <a:pt x="185625" y="219375"/>
                  </a:lnTo>
                  <a:lnTo>
                    <a:pt x="185625" y="236250"/>
                  </a:lnTo>
                  <a:lnTo>
                    <a:pt x="222432" y="236250"/>
                  </a:lnTo>
                  <a:lnTo>
                    <a:pt x="243952" y="214729"/>
                  </a:lnTo>
                  <a:lnTo>
                    <a:pt x="263117" y="177670"/>
                  </a:lnTo>
                  <a:lnTo>
                    <a:pt x="269999" y="134999"/>
                  </a:lnTo>
                  <a:lnTo>
                    <a:pt x="263117" y="92329"/>
                  </a:lnTo>
                  <a:lnTo>
                    <a:pt x="259004" y="84375"/>
                  </a:lnTo>
                  <a:close/>
                </a:path>
                <a:path w="270509"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19" name="object 19"/>
            <p:cNvPicPr/>
            <p:nvPr/>
          </p:nvPicPr>
          <p:blipFill>
            <a:blip r:embed="rId6" cstate="print"/>
            <a:stretch>
              <a:fillRect/>
            </a:stretch>
          </p:blipFill>
          <p:spPr>
            <a:xfrm>
              <a:off x="953877" y="6515468"/>
              <a:ext cx="101249" cy="227812"/>
            </a:xfrm>
            <a:prstGeom prst="rect">
              <a:avLst/>
            </a:prstGeom>
          </p:spPr>
        </p:pic>
      </p:grpSp>
      <p:sp>
        <p:nvSpPr>
          <p:cNvPr id="20" name="object 20"/>
          <p:cNvSpPr txBox="1"/>
          <p:nvPr/>
        </p:nvSpPr>
        <p:spPr>
          <a:xfrm>
            <a:off x="1533136" y="6247891"/>
            <a:ext cx="9861550" cy="565150"/>
          </a:xfrm>
          <a:prstGeom prst="rect">
            <a:avLst/>
          </a:prstGeom>
        </p:spPr>
        <p:txBody>
          <a:bodyPr vert="horz" wrap="square" lIns="0" tIns="17145" rIns="0" bIns="0" rtlCol="0">
            <a:spAutoFit/>
          </a:bodyPr>
          <a:lstStyle/>
          <a:p>
            <a:pPr marL="12700" marR="5080" algn="just">
              <a:lnSpc>
                <a:spcPct val="97500"/>
              </a:lnSpc>
              <a:spcBef>
                <a:spcPts val="135"/>
              </a:spcBef>
            </a:pPr>
            <a:r>
              <a:rPr sz="1200" i="1" dirty="0">
                <a:solidFill>
                  <a:srgbClr val="335B74"/>
                </a:solidFill>
                <a:latin typeface="Corbel"/>
                <a:cs typeface="Corbel"/>
              </a:rPr>
              <a:t>The</a:t>
            </a:r>
            <a:r>
              <a:rPr sz="1200" i="1" spc="-20" dirty="0">
                <a:solidFill>
                  <a:srgbClr val="335B74"/>
                </a:solidFill>
                <a:latin typeface="Corbel"/>
                <a:cs typeface="Corbel"/>
              </a:rPr>
              <a:t> </a:t>
            </a:r>
            <a:r>
              <a:rPr sz="1200" i="1" dirty="0">
                <a:solidFill>
                  <a:srgbClr val="335B74"/>
                </a:solidFill>
                <a:latin typeface="Corbel"/>
                <a:cs typeface="Corbel"/>
              </a:rPr>
              <a:t>word</a:t>
            </a:r>
            <a:r>
              <a:rPr sz="1200" i="1" spc="-25" dirty="0">
                <a:solidFill>
                  <a:srgbClr val="335B74"/>
                </a:solidFill>
                <a:latin typeface="Corbel"/>
                <a:cs typeface="Corbel"/>
              </a:rPr>
              <a:t> </a:t>
            </a:r>
            <a:r>
              <a:rPr sz="1200" b="1" i="1" u="sng" spc="-10" dirty="0">
                <a:solidFill>
                  <a:srgbClr val="335B74"/>
                </a:solidFill>
                <a:uFill>
                  <a:solidFill>
                    <a:srgbClr val="335B74"/>
                  </a:solidFill>
                </a:uFill>
                <a:latin typeface="Corbel"/>
                <a:cs typeface="Corbel"/>
              </a:rPr>
              <a:t>geospatial</a:t>
            </a:r>
            <a:r>
              <a:rPr sz="1200" b="1" i="1" spc="-30" dirty="0">
                <a:solidFill>
                  <a:srgbClr val="335B74"/>
                </a:solidFill>
                <a:latin typeface="Corbel"/>
                <a:cs typeface="Corbel"/>
              </a:rPr>
              <a:t> </a:t>
            </a:r>
            <a:r>
              <a:rPr sz="1200" i="1" dirty="0">
                <a:solidFill>
                  <a:srgbClr val="335B74"/>
                </a:solidFill>
                <a:latin typeface="Corbel"/>
                <a:cs typeface="Corbel"/>
              </a:rPr>
              <a:t>is</a:t>
            </a:r>
            <a:r>
              <a:rPr sz="1200" i="1" spc="-25" dirty="0">
                <a:solidFill>
                  <a:srgbClr val="335B74"/>
                </a:solidFill>
                <a:latin typeface="Corbel"/>
                <a:cs typeface="Corbel"/>
              </a:rPr>
              <a:t> </a:t>
            </a:r>
            <a:r>
              <a:rPr sz="1200" i="1" dirty="0">
                <a:solidFill>
                  <a:srgbClr val="335B74"/>
                </a:solidFill>
                <a:latin typeface="Corbel"/>
                <a:cs typeface="Corbel"/>
              </a:rPr>
              <a:t>used</a:t>
            </a:r>
            <a:r>
              <a:rPr sz="1200" i="1" spc="-30" dirty="0">
                <a:solidFill>
                  <a:srgbClr val="335B74"/>
                </a:solidFill>
                <a:latin typeface="Corbel"/>
                <a:cs typeface="Corbel"/>
              </a:rPr>
              <a:t> </a:t>
            </a:r>
            <a:r>
              <a:rPr sz="1200" i="1" dirty="0">
                <a:solidFill>
                  <a:srgbClr val="335B74"/>
                </a:solidFill>
                <a:latin typeface="Corbel"/>
                <a:cs typeface="Corbel"/>
              </a:rPr>
              <a:t>to</a:t>
            </a:r>
            <a:r>
              <a:rPr sz="1200" i="1" spc="-20" dirty="0">
                <a:solidFill>
                  <a:srgbClr val="335B74"/>
                </a:solidFill>
                <a:latin typeface="Corbel"/>
                <a:cs typeface="Corbel"/>
              </a:rPr>
              <a:t> </a:t>
            </a:r>
            <a:r>
              <a:rPr sz="1200" i="1" dirty="0">
                <a:solidFill>
                  <a:srgbClr val="335B74"/>
                </a:solidFill>
                <a:latin typeface="Corbel"/>
                <a:cs typeface="Corbel"/>
              </a:rPr>
              <a:t>indicate</a:t>
            </a:r>
            <a:r>
              <a:rPr sz="1200" i="1" spc="-20" dirty="0">
                <a:solidFill>
                  <a:srgbClr val="335B74"/>
                </a:solidFill>
                <a:latin typeface="Corbel"/>
                <a:cs typeface="Corbel"/>
              </a:rPr>
              <a:t> </a:t>
            </a:r>
            <a:r>
              <a:rPr sz="1200" i="1" dirty="0">
                <a:solidFill>
                  <a:srgbClr val="335B74"/>
                </a:solidFill>
                <a:latin typeface="Corbel"/>
                <a:cs typeface="Corbel"/>
              </a:rPr>
              <a:t>that</a:t>
            </a:r>
            <a:r>
              <a:rPr sz="1200" i="1" spc="-20" dirty="0">
                <a:solidFill>
                  <a:srgbClr val="335B74"/>
                </a:solidFill>
                <a:latin typeface="Corbel"/>
                <a:cs typeface="Corbel"/>
              </a:rPr>
              <a:t> </a:t>
            </a:r>
            <a:r>
              <a:rPr sz="1200" i="1" dirty="0">
                <a:solidFill>
                  <a:srgbClr val="335B74"/>
                </a:solidFill>
                <a:latin typeface="Corbel"/>
                <a:cs typeface="Corbel"/>
              </a:rPr>
              <a:t>data</a:t>
            </a:r>
            <a:r>
              <a:rPr sz="1200" i="1" spc="-20" dirty="0">
                <a:solidFill>
                  <a:srgbClr val="335B74"/>
                </a:solidFill>
                <a:latin typeface="Corbel"/>
                <a:cs typeface="Corbel"/>
              </a:rPr>
              <a:t> </a:t>
            </a:r>
            <a:r>
              <a:rPr sz="1200" i="1" dirty="0">
                <a:solidFill>
                  <a:srgbClr val="335B74"/>
                </a:solidFill>
                <a:latin typeface="Corbel"/>
                <a:cs typeface="Corbel"/>
              </a:rPr>
              <a:t>that</a:t>
            </a:r>
            <a:r>
              <a:rPr sz="1200" i="1" spc="-20" dirty="0">
                <a:solidFill>
                  <a:srgbClr val="335B74"/>
                </a:solidFill>
                <a:latin typeface="Corbel"/>
                <a:cs typeface="Corbel"/>
              </a:rPr>
              <a:t> </a:t>
            </a:r>
            <a:r>
              <a:rPr sz="1200" i="1" dirty="0">
                <a:solidFill>
                  <a:srgbClr val="335B74"/>
                </a:solidFill>
                <a:latin typeface="Corbel"/>
                <a:cs typeface="Corbel"/>
              </a:rPr>
              <a:t>has</a:t>
            </a:r>
            <a:r>
              <a:rPr sz="1200" i="1" spc="-25" dirty="0">
                <a:solidFill>
                  <a:srgbClr val="335B74"/>
                </a:solidFill>
                <a:latin typeface="Corbel"/>
                <a:cs typeface="Corbel"/>
              </a:rPr>
              <a:t> </a:t>
            </a:r>
            <a:r>
              <a:rPr sz="1200" i="1" dirty="0">
                <a:solidFill>
                  <a:srgbClr val="335B74"/>
                </a:solidFill>
                <a:latin typeface="Corbel"/>
                <a:cs typeface="Corbel"/>
              </a:rPr>
              <a:t>a</a:t>
            </a:r>
            <a:r>
              <a:rPr sz="1200" i="1" spc="-15" dirty="0">
                <a:solidFill>
                  <a:srgbClr val="335B74"/>
                </a:solidFill>
                <a:latin typeface="Corbel"/>
                <a:cs typeface="Corbel"/>
              </a:rPr>
              <a:t> </a:t>
            </a:r>
            <a:r>
              <a:rPr sz="1200" i="1" dirty="0">
                <a:solidFill>
                  <a:srgbClr val="335B74"/>
                </a:solidFill>
                <a:latin typeface="Corbel"/>
                <a:cs typeface="Corbel"/>
              </a:rPr>
              <a:t>geographic</a:t>
            </a:r>
            <a:r>
              <a:rPr sz="1200" i="1" spc="-20" dirty="0">
                <a:solidFill>
                  <a:srgbClr val="335B74"/>
                </a:solidFill>
                <a:latin typeface="Corbel"/>
                <a:cs typeface="Corbel"/>
              </a:rPr>
              <a:t> </a:t>
            </a:r>
            <a:r>
              <a:rPr sz="1200" i="1" dirty="0">
                <a:solidFill>
                  <a:srgbClr val="335B74"/>
                </a:solidFill>
                <a:latin typeface="Corbel"/>
                <a:cs typeface="Corbel"/>
              </a:rPr>
              <a:t>component</a:t>
            </a:r>
            <a:r>
              <a:rPr sz="1200" i="1" spc="-15" dirty="0">
                <a:solidFill>
                  <a:srgbClr val="335B74"/>
                </a:solidFill>
                <a:latin typeface="Corbel"/>
                <a:cs typeface="Corbel"/>
              </a:rPr>
              <a:t> </a:t>
            </a:r>
            <a:r>
              <a:rPr sz="1200" i="1" dirty="0">
                <a:solidFill>
                  <a:srgbClr val="335B74"/>
                </a:solidFill>
                <a:latin typeface="Corbel"/>
                <a:cs typeface="Corbel"/>
              </a:rPr>
              <a:t>to</a:t>
            </a:r>
            <a:r>
              <a:rPr sz="1200" i="1" spc="-20" dirty="0">
                <a:solidFill>
                  <a:srgbClr val="335B74"/>
                </a:solidFill>
                <a:latin typeface="Corbel"/>
                <a:cs typeface="Corbel"/>
              </a:rPr>
              <a:t> </a:t>
            </a:r>
            <a:r>
              <a:rPr sz="1200" i="1" dirty="0">
                <a:solidFill>
                  <a:srgbClr val="335B74"/>
                </a:solidFill>
                <a:latin typeface="Corbel"/>
                <a:cs typeface="Corbel"/>
              </a:rPr>
              <a:t>it.</a:t>
            </a:r>
            <a:r>
              <a:rPr sz="1200" i="1" spc="190" dirty="0">
                <a:solidFill>
                  <a:srgbClr val="335B74"/>
                </a:solidFill>
                <a:latin typeface="Corbel"/>
                <a:cs typeface="Corbel"/>
              </a:rPr>
              <a:t> </a:t>
            </a:r>
            <a:r>
              <a:rPr sz="1200" i="1" dirty="0">
                <a:solidFill>
                  <a:srgbClr val="335B74"/>
                </a:solidFill>
                <a:latin typeface="Corbel"/>
                <a:cs typeface="Corbel"/>
              </a:rPr>
              <a:t>This</a:t>
            </a:r>
            <a:r>
              <a:rPr sz="1200" i="1" spc="-25" dirty="0">
                <a:solidFill>
                  <a:srgbClr val="335B74"/>
                </a:solidFill>
                <a:latin typeface="Corbel"/>
                <a:cs typeface="Corbel"/>
              </a:rPr>
              <a:t> </a:t>
            </a:r>
            <a:r>
              <a:rPr sz="1200" i="1" dirty="0">
                <a:solidFill>
                  <a:srgbClr val="335B74"/>
                </a:solidFill>
                <a:latin typeface="Corbel"/>
                <a:cs typeface="Corbel"/>
              </a:rPr>
              <a:t>means</a:t>
            </a:r>
            <a:r>
              <a:rPr sz="1200" i="1" spc="-25" dirty="0">
                <a:solidFill>
                  <a:srgbClr val="335B74"/>
                </a:solidFill>
                <a:latin typeface="Corbel"/>
                <a:cs typeface="Corbel"/>
              </a:rPr>
              <a:t> </a:t>
            </a:r>
            <a:r>
              <a:rPr sz="1200" i="1" dirty="0">
                <a:solidFill>
                  <a:srgbClr val="335B74"/>
                </a:solidFill>
                <a:latin typeface="Corbel"/>
                <a:cs typeface="Corbel"/>
              </a:rPr>
              <a:t>that</a:t>
            </a:r>
            <a:r>
              <a:rPr sz="1200" i="1" spc="-20" dirty="0">
                <a:solidFill>
                  <a:srgbClr val="335B74"/>
                </a:solidFill>
                <a:latin typeface="Corbel"/>
                <a:cs typeface="Corbel"/>
              </a:rPr>
              <a:t> </a:t>
            </a:r>
            <a:r>
              <a:rPr sz="1200" i="1" dirty="0">
                <a:solidFill>
                  <a:srgbClr val="335B74"/>
                </a:solidFill>
                <a:latin typeface="Corbel"/>
                <a:cs typeface="Corbel"/>
              </a:rPr>
              <a:t>the</a:t>
            </a:r>
            <a:r>
              <a:rPr sz="1200" i="1" spc="-15" dirty="0">
                <a:solidFill>
                  <a:srgbClr val="335B74"/>
                </a:solidFill>
                <a:latin typeface="Corbel"/>
                <a:cs typeface="Corbel"/>
              </a:rPr>
              <a:t> </a:t>
            </a:r>
            <a:r>
              <a:rPr sz="1200" i="1" dirty="0">
                <a:solidFill>
                  <a:srgbClr val="335B74"/>
                </a:solidFill>
                <a:latin typeface="Corbel"/>
                <a:cs typeface="Corbel"/>
              </a:rPr>
              <a:t>records</a:t>
            </a:r>
            <a:r>
              <a:rPr sz="1200" i="1" spc="-25" dirty="0">
                <a:solidFill>
                  <a:srgbClr val="335B74"/>
                </a:solidFill>
                <a:latin typeface="Corbel"/>
                <a:cs typeface="Corbel"/>
              </a:rPr>
              <a:t> </a:t>
            </a:r>
            <a:r>
              <a:rPr sz="1200" i="1" dirty="0">
                <a:solidFill>
                  <a:srgbClr val="335B74"/>
                </a:solidFill>
                <a:latin typeface="Corbel"/>
                <a:cs typeface="Corbel"/>
              </a:rPr>
              <a:t>in</a:t>
            </a:r>
            <a:r>
              <a:rPr sz="1200" i="1" spc="-25" dirty="0">
                <a:solidFill>
                  <a:srgbClr val="335B74"/>
                </a:solidFill>
                <a:latin typeface="Corbel"/>
                <a:cs typeface="Corbel"/>
              </a:rPr>
              <a:t> </a:t>
            </a:r>
            <a:r>
              <a:rPr sz="1200" i="1" dirty="0">
                <a:solidFill>
                  <a:srgbClr val="335B74"/>
                </a:solidFill>
                <a:latin typeface="Corbel"/>
                <a:cs typeface="Corbel"/>
              </a:rPr>
              <a:t>a</a:t>
            </a:r>
            <a:r>
              <a:rPr sz="1200" i="1" spc="-15" dirty="0">
                <a:solidFill>
                  <a:srgbClr val="335B74"/>
                </a:solidFill>
                <a:latin typeface="Corbel"/>
                <a:cs typeface="Corbel"/>
              </a:rPr>
              <a:t> </a:t>
            </a:r>
            <a:r>
              <a:rPr sz="1200" i="1" dirty="0">
                <a:solidFill>
                  <a:srgbClr val="335B74"/>
                </a:solidFill>
                <a:latin typeface="Corbel"/>
                <a:cs typeface="Corbel"/>
              </a:rPr>
              <a:t>dataset</a:t>
            </a:r>
            <a:r>
              <a:rPr sz="1200" i="1" spc="-15" dirty="0">
                <a:solidFill>
                  <a:srgbClr val="335B74"/>
                </a:solidFill>
                <a:latin typeface="Corbel"/>
                <a:cs typeface="Corbel"/>
              </a:rPr>
              <a:t> </a:t>
            </a:r>
            <a:r>
              <a:rPr sz="1200" i="1" dirty="0">
                <a:solidFill>
                  <a:srgbClr val="335B74"/>
                </a:solidFill>
                <a:latin typeface="Corbel"/>
                <a:cs typeface="Corbel"/>
              </a:rPr>
              <a:t>have</a:t>
            </a:r>
            <a:r>
              <a:rPr sz="1200" i="1" spc="-25" dirty="0">
                <a:solidFill>
                  <a:srgbClr val="335B74"/>
                </a:solidFill>
                <a:latin typeface="Corbel"/>
                <a:cs typeface="Corbel"/>
              </a:rPr>
              <a:t> </a:t>
            </a:r>
            <a:r>
              <a:rPr sz="1200" i="1" dirty="0">
                <a:solidFill>
                  <a:srgbClr val="335B74"/>
                </a:solidFill>
                <a:latin typeface="Corbel"/>
                <a:cs typeface="Corbel"/>
              </a:rPr>
              <a:t>locational</a:t>
            </a:r>
            <a:r>
              <a:rPr sz="1200" i="1" spc="-20" dirty="0">
                <a:solidFill>
                  <a:srgbClr val="335B74"/>
                </a:solidFill>
                <a:latin typeface="Corbel"/>
                <a:cs typeface="Corbel"/>
              </a:rPr>
              <a:t> </a:t>
            </a:r>
            <a:r>
              <a:rPr sz="1200" i="1" spc="-10" dirty="0">
                <a:solidFill>
                  <a:srgbClr val="335B74"/>
                </a:solidFill>
                <a:latin typeface="Corbel"/>
                <a:cs typeface="Corbel"/>
              </a:rPr>
              <a:t>information</a:t>
            </a:r>
            <a:r>
              <a:rPr sz="1200" i="1" spc="-20" dirty="0">
                <a:solidFill>
                  <a:srgbClr val="335B74"/>
                </a:solidFill>
                <a:latin typeface="Corbel"/>
                <a:cs typeface="Corbel"/>
              </a:rPr>
              <a:t> tied </a:t>
            </a:r>
            <a:r>
              <a:rPr sz="1200" i="1" dirty="0">
                <a:solidFill>
                  <a:srgbClr val="335B74"/>
                </a:solidFill>
                <a:latin typeface="Corbel"/>
                <a:cs typeface="Corbel"/>
              </a:rPr>
              <a:t>to</a:t>
            </a:r>
            <a:r>
              <a:rPr sz="1200" i="1" spc="5" dirty="0">
                <a:solidFill>
                  <a:srgbClr val="335B74"/>
                </a:solidFill>
                <a:latin typeface="Corbel"/>
                <a:cs typeface="Corbel"/>
              </a:rPr>
              <a:t> </a:t>
            </a:r>
            <a:r>
              <a:rPr sz="1200" i="1" dirty="0">
                <a:solidFill>
                  <a:srgbClr val="335B74"/>
                </a:solidFill>
                <a:latin typeface="Corbel"/>
                <a:cs typeface="Corbel"/>
              </a:rPr>
              <a:t>them</a:t>
            </a:r>
            <a:r>
              <a:rPr sz="1200" i="1" spc="10" dirty="0">
                <a:solidFill>
                  <a:srgbClr val="335B74"/>
                </a:solidFill>
                <a:latin typeface="Corbel"/>
                <a:cs typeface="Corbel"/>
              </a:rPr>
              <a:t> </a:t>
            </a:r>
            <a:r>
              <a:rPr sz="1200" i="1" dirty="0">
                <a:solidFill>
                  <a:srgbClr val="335B74"/>
                </a:solidFill>
                <a:latin typeface="Corbel"/>
                <a:cs typeface="Corbel"/>
              </a:rPr>
              <a:t>such</a:t>
            </a:r>
            <a:r>
              <a:rPr sz="1200" i="1" spc="5" dirty="0">
                <a:solidFill>
                  <a:srgbClr val="335B74"/>
                </a:solidFill>
                <a:latin typeface="Corbel"/>
                <a:cs typeface="Corbel"/>
              </a:rPr>
              <a:t> </a:t>
            </a:r>
            <a:r>
              <a:rPr sz="1200" i="1" dirty="0">
                <a:solidFill>
                  <a:srgbClr val="335B74"/>
                </a:solidFill>
                <a:latin typeface="Corbel"/>
                <a:cs typeface="Corbel"/>
              </a:rPr>
              <a:t>as</a:t>
            </a:r>
            <a:r>
              <a:rPr sz="1200" i="1" spc="10" dirty="0">
                <a:solidFill>
                  <a:srgbClr val="335B74"/>
                </a:solidFill>
                <a:latin typeface="Corbel"/>
                <a:cs typeface="Corbel"/>
              </a:rPr>
              <a:t> </a:t>
            </a:r>
            <a:r>
              <a:rPr sz="1200" i="1" dirty="0">
                <a:solidFill>
                  <a:srgbClr val="335B74"/>
                </a:solidFill>
                <a:latin typeface="Corbel"/>
                <a:cs typeface="Corbel"/>
              </a:rPr>
              <a:t>geographic</a:t>
            </a:r>
            <a:r>
              <a:rPr sz="1200" i="1" spc="10" dirty="0">
                <a:solidFill>
                  <a:srgbClr val="335B74"/>
                </a:solidFill>
                <a:latin typeface="Corbel"/>
                <a:cs typeface="Corbel"/>
              </a:rPr>
              <a:t> </a:t>
            </a:r>
            <a:r>
              <a:rPr sz="1200" i="1" dirty="0">
                <a:solidFill>
                  <a:srgbClr val="335B74"/>
                </a:solidFill>
                <a:latin typeface="Corbel"/>
                <a:cs typeface="Corbel"/>
              </a:rPr>
              <a:t>data</a:t>
            </a:r>
            <a:r>
              <a:rPr sz="1200" i="1" spc="20" dirty="0">
                <a:solidFill>
                  <a:srgbClr val="335B74"/>
                </a:solidFill>
                <a:latin typeface="Corbel"/>
                <a:cs typeface="Corbel"/>
              </a:rPr>
              <a:t> </a:t>
            </a:r>
            <a:r>
              <a:rPr sz="1200" i="1" dirty="0">
                <a:solidFill>
                  <a:srgbClr val="335B74"/>
                </a:solidFill>
                <a:latin typeface="Corbel"/>
                <a:cs typeface="Corbel"/>
              </a:rPr>
              <a:t>in</a:t>
            </a:r>
            <a:r>
              <a:rPr sz="1200" i="1" spc="10" dirty="0">
                <a:solidFill>
                  <a:srgbClr val="335B74"/>
                </a:solidFill>
                <a:latin typeface="Corbel"/>
                <a:cs typeface="Corbel"/>
              </a:rPr>
              <a:t> </a:t>
            </a:r>
            <a:r>
              <a:rPr sz="1200" i="1" dirty="0">
                <a:solidFill>
                  <a:srgbClr val="335B74"/>
                </a:solidFill>
                <a:latin typeface="Corbel"/>
                <a:cs typeface="Corbel"/>
              </a:rPr>
              <a:t>the</a:t>
            </a:r>
            <a:r>
              <a:rPr sz="1200" i="1" spc="15" dirty="0">
                <a:solidFill>
                  <a:srgbClr val="335B74"/>
                </a:solidFill>
                <a:latin typeface="Corbel"/>
                <a:cs typeface="Corbel"/>
              </a:rPr>
              <a:t> </a:t>
            </a:r>
            <a:r>
              <a:rPr sz="1200" i="1" dirty="0">
                <a:solidFill>
                  <a:srgbClr val="335B74"/>
                </a:solidFill>
                <a:latin typeface="Corbel"/>
                <a:cs typeface="Corbel"/>
              </a:rPr>
              <a:t>form</a:t>
            </a:r>
            <a:r>
              <a:rPr sz="1200" i="1" spc="5" dirty="0">
                <a:solidFill>
                  <a:srgbClr val="335B74"/>
                </a:solidFill>
                <a:latin typeface="Corbel"/>
                <a:cs typeface="Corbel"/>
              </a:rPr>
              <a:t> </a:t>
            </a:r>
            <a:r>
              <a:rPr sz="1200" i="1" dirty="0">
                <a:solidFill>
                  <a:srgbClr val="335B74"/>
                </a:solidFill>
                <a:latin typeface="Corbel"/>
                <a:cs typeface="Corbel"/>
              </a:rPr>
              <a:t>of</a:t>
            </a:r>
            <a:r>
              <a:rPr sz="1200" i="1" spc="10" dirty="0">
                <a:solidFill>
                  <a:srgbClr val="335B74"/>
                </a:solidFill>
                <a:latin typeface="Corbel"/>
                <a:cs typeface="Corbel"/>
              </a:rPr>
              <a:t> </a:t>
            </a:r>
            <a:r>
              <a:rPr sz="1200" i="1" dirty="0">
                <a:solidFill>
                  <a:srgbClr val="335B74"/>
                </a:solidFill>
                <a:latin typeface="Corbel"/>
                <a:cs typeface="Corbel"/>
              </a:rPr>
              <a:t>coordinates,</a:t>
            </a:r>
            <a:r>
              <a:rPr sz="1200" i="1" spc="5" dirty="0">
                <a:solidFill>
                  <a:srgbClr val="335B74"/>
                </a:solidFill>
                <a:latin typeface="Corbel"/>
                <a:cs typeface="Corbel"/>
              </a:rPr>
              <a:t> </a:t>
            </a:r>
            <a:r>
              <a:rPr sz="1200" i="1" dirty="0">
                <a:solidFill>
                  <a:srgbClr val="335B74"/>
                </a:solidFill>
                <a:latin typeface="Corbel"/>
                <a:cs typeface="Corbel"/>
              </a:rPr>
              <a:t>address, city,</a:t>
            </a:r>
            <a:r>
              <a:rPr sz="1200" i="1" spc="5" dirty="0">
                <a:solidFill>
                  <a:srgbClr val="335B74"/>
                </a:solidFill>
                <a:latin typeface="Corbel"/>
                <a:cs typeface="Corbel"/>
              </a:rPr>
              <a:t> </a:t>
            </a:r>
            <a:r>
              <a:rPr sz="1200" i="1" dirty="0">
                <a:solidFill>
                  <a:srgbClr val="335B74"/>
                </a:solidFill>
                <a:latin typeface="Corbel"/>
                <a:cs typeface="Corbel"/>
              </a:rPr>
              <a:t>or</a:t>
            </a:r>
            <a:r>
              <a:rPr sz="1200" i="1" spc="10" dirty="0">
                <a:solidFill>
                  <a:srgbClr val="335B74"/>
                </a:solidFill>
                <a:latin typeface="Corbel"/>
                <a:cs typeface="Corbel"/>
              </a:rPr>
              <a:t> </a:t>
            </a:r>
            <a:r>
              <a:rPr sz="1200" i="1" dirty="0">
                <a:solidFill>
                  <a:srgbClr val="335B74"/>
                </a:solidFill>
                <a:latin typeface="Corbel"/>
                <a:cs typeface="Corbel"/>
              </a:rPr>
              <a:t>ZIP</a:t>
            </a:r>
            <a:r>
              <a:rPr sz="1200" i="1" spc="15" dirty="0">
                <a:solidFill>
                  <a:srgbClr val="335B74"/>
                </a:solidFill>
                <a:latin typeface="Corbel"/>
                <a:cs typeface="Corbel"/>
              </a:rPr>
              <a:t> </a:t>
            </a:r>
            <a:r>
              <a:rPr sz="1200" i="1" dirty="0">
                <a:solidFill>
                  <a:srgbClr val="335B74"/>
                </a:solidFill>
                <a:latin typeface="Corbel"/>
                <a:cs typeface="Corbel"/>
              </a:rPr>
              <a:t>code.</a:t>
            </a:r>
            <a:r>
              <a:rPr sz="1200" i="1" spc="5" dirty="0">
                <a:solidFill>
                  <a:srgbClr val="335B74"/>
                </a:solidFill>
                <a:latin typeface="Corbel"/>
                <a:cs typeface="Corbel"/>
              </a:rPr>
              <a:t> </a:t>
            </a:r>
            <a:r>
              <a:rPr sz="1200" i="1" dirty="0">
                <a:solidFill>
                  <a:srgbClr val="335B74"/>
                </a:solidFill>
                <a:latin typeface="Corbel"/>
                <a:cs typeface="Corbel"/>
              </a:rPr>
              <a:t>GIS</a:t>
            </a:r>
            <a:r>
              <a:rPr sz="1200" i="1" spc="15" dirty="0">
                <a:solidFill>
                  <a:srgbClr val="335B74"/>
                </a:solidFill>
                <a:latin typeface="Corbel"/>
                <a:cs typeface="Corbel"/>
              </a:rPr>
              <a:t> </a:t>
            </a:r>
            <a:r>
              <a:rPr sz="1200" i="1" dirty="0">
                <a:solidFill>
                  <a:srgbClr val="335B74"/>
                </a:solidFill>
                <a:latin typeface="Corbel"/>
                <a:cs typeface="Corbel"/>
              </a:rPr>
              <a:t>data</a:t>
            </a:r>
            <a:r>
              <a:rPr sz="1200" i="1" spc="15" dirty="0">
                <a:solidFill>
                  <a:srgbClr val="335B74"/>
                </a:solidFill>
                <a:latin typeface="Corbel"/>
                <a:cs typeface="Corbel"/>
              </a:rPr>
              <a:t> </a:t>
            </a:r>
            <a:r>
              <a:rPr sz="1200" i="1" dirty="0">
                <a:solidFill>
                  <a:srgbClr val="335B74"/>
                </a:solidFill>
                <a:latin typeface="Corbel"/>
                <a:cs typeface="Corbel"/>
              </a:rPr>
              <a:t>is</a:t>
            </a:r>
            <a:r>
              <a:rPr sz="1200" i="1" spc="10" dirty="0">
                <a:solidFill>
                  <a:srgbClr val="335B74"/>
                </a:solidFill>
                <a:latin typeface="Corbel"/>
                <a:cs typeface="Corbel"/>
              </a:rPr>
              <a:t> </a:t>
            </a:r>
            <a:r>
              <a:rPr sz="1200" i="1" dirty="0">
                <a:solidFill>
                  <a:srgbClr val="335B74"/>
                </a:solidFill>
                <a:latin typeface="Corbel"/>
                <a:cs typeface="Corbel"/>
              </a:rPr>
              <a:t>a</a:t>
            </a:r>
            <a:r>
              <a:rPr sz="1200" i="1" spc="15" dirty="0">
                <a:solidFill>
                  <a:srgbClr val="335B74"/>
                </a:solidFill>
                <a:latin typeface="Corbel"/>
                <a:cs typeface="Corbel"/>
              </a:rPr>
              <a:t> </a:t>
            </a:r>
            <a:r>
              <a:rPr sz="1200" i="1" dirty="0">
                <a:solidFill>
                  <a:srgbClr val="335B74"/>
                </a:solidFill>
                <a:latin typeface="Corbel"/>
                <a:cs typeface="Corbel"/>
              </a:rPr>
              <a:t>form</a:t>
            </a:r>
            <a:r>
              <a:rPr sz="1200" i="1" spc="5" dirty="0">
                <a:solidFill>
                  <a:srgbClr val="335B74"/>
                </a:solidFill>
                <a:latin typeface="Corbel"/>
                <a:cs typeface="Corbel"/>
              </a:rPr>
              <a:t> </a:t>
            </a:r>
            <a:r>
              <a:rPr sz="1200" i="1" dirty="0">
                <a:solidFill>
                  <a:srgbClr val="335B74"/>
                </a:solidFill>
                <a:latin typeface="Corbel"/>
                <a:cs typeface="Corbel"/>
              </a:rPr>
              <a:t>of</a:t>
            </a:r>
            <a:r>
              <a:rPr sz="1200" i="1" spc="10" dirty="0">
                <a:solidFill>
                  <a:srgbClr val="335B74"/>
                </a:solidFill>
                <a:latin typeface="Corbel"/>
                <a:cs typeface="Corbel"/>
              </a:rPr>
              <a:t> </a:t>
            </a:r>
            <a:r>
              <a:rPr sz="1200" i="1" dirty="0">
                <a:solidFill>
                  <a:srgbClr val="335B74"/>
                </a:solidFill>
                <a:latin typeface="Corbel"/>
                <a:cs typeface="Corbel"/>
              </a:rPr>
              <a:t>geospatial</a:t>
            </a:r>
            <a:r>
              <a:rPr sz="1200" i="1" spc="10" dirty="0">
                <a:solidFill>
                  <a:srgbClr val="335B74"/>
                </a:solidFill>
                <a:latin typeface="Corbel"/>
                <a:cs typeface="Corbel"/>
              </a:rPr>
              <a:t> </a:t>
            </a:r>
            <a:r>
              <a:rPr sz="1200" i="1" dirty="0">
                <a:solidFill>
                  <a:srgbClr val="335B74"/>
                </a:solidFill>
                <a:latin typeface="Corbel"/>
                <a:cs typeface="Corbel"/>
              </a:rPr>
              <a:t>data.</a:t>
            </a:r>
            <a:r>
              <a:rPr sz="1200" i="1" spc="250" dirty="0">
                <a:solidFill>
                  <a:srgbClr val="335B74"/>
                </a:solidFill>
                <a:latin typeface="Corbel"/>
                <a:cs typeface="Corbel"/>
              </a:rPr>
              <a:t> </a:t>
            </a:r>
            <a:r>
              <a:rPr sz="1200" i="1" dirty="0">
                <a:solidFill>
                  <a:srgbClr val="335B74"/>
                </a:solidFill>
                <a:latin typeface="Corbel"/>
                <a:cs typeface="Corbel"/>
              </a:rPr>
              <a:t>Other</a:t>
            </a:r>
            <a:r>
              <a:rPr sz="1200" i="1" spc="20" dirty="0">
                <a:solidFill>
                  <a:srgbClr val="335B74"/>
                </a:solidFill>
                <a:latin typeface="Corbel"/>
                <a:cs typeface="Corbel"/>
              </a:rPr>
              <a:t> </a:t>
            </a:r>
            <a:r>
              <a:rPr sz="1200" i="1" dirty="0">
                <a:solidFill>
                  <a:srgbClr val="335B74"/>
                </a:solidFill>
                <a:latin typeface="Corbel"/>
                <a:cs typeface="Corbel"/>
              </a:rPr>
              <a:t>geospatial</a:t>
            </a:r>
            <a:r>
              <a:rPr sz="1200" i="1" spc="10" dirty="0">
                <a:solidFill>
                  <a:srgbClr val="335B74"/>
                </a:solidFill>
                <a:latin typeface="Corbel"/>
                <a:cs typeface="Corbel"/>
              </a:rPr>
              <a:t> </a:t>
            </a:r>
            <a:r>
              <a:rPr sz="1200" i="1" dirty="0">
                <a:solidFill>
                  <a:srgbClr val="335B74"/>
                </a:solidFill>
                <a:latin typeface="Corbel"/>
                <a:cs typeface="Corbel"/>
              </a:rPr>
              <a:t>data</a:t>
            </a:r>
            <a:r>
              <a:rPr sz="1200" i="1" spc="20" dirty="0">
                <a:solidFill>
                  <a:srgbClr val="335B74"/>
                </a:solidFill>
                <a:latin typeface="Corbel"/>
                <a:cs typeface="Corbel"/>
              </a:rPr>
              <a:t> </a:t>
            </a:r>
            <a:r>
              <a:rPr sz="1200" i="1" dirty="0">
                <a:solidFill>
                  <a:srgbClr val="335B74"/>
                </a:solidFill>
                <a:latin typeface="Corbel"/>
                <a:cs typeface="Corbel"/>
              </a:rPr>
              <a:t>can</a:t>
            </a:r>
            <a:r>
              <a:rPr sz="1200" i="1" spc="10" dirty="0">
                <a:solidFill>
                  <a:srgbClr val="335B74"/>
                </a:solidFill>
                <a:latin typeface="Corbel"/>
                <a:cs typeface="Corbel"/>
              </a:rPr>
              <a:t> </a:t>
            </a:r>
            <a:r>
              <a:rPr sz="1200" i="1" spc="-10" dirty="0">
                <a:solidFill>
                  <a:srgbClr val="335B74"/>
                </a:solidFill>
                <a:latin typeface="Corbel"/>
                <a:cs typeface="Corbel"/>
              </a:rPr>
              <a:t>originate from</a:t>
            </a:r>
            <a:r>
              <a:rPr sz="1200" i="1" spc="-55" dirty="0">
                <a:solidFill>
                  <a:srgbClr val="335B74"/>
                </a:solidFill>
                <a:latin typeface="Corbel"/>
                <a:cs typeface="Corbel"/>
              </a:rPr>
              <a:t> </a:t>
            </a:r>
            <a:r>
              <a:rPr sz="1200" i="1" dirty="0">
                <a:solidFill>
                  <a:srgbClr val="335B74"/>
                </a:solidFill>
                <a:latin typeface="Corbel"/>
                <a:cs typeface="Corbel"/>
              </a:rPr>
              <a:t>GPS</a:t>
            </a:r>
            <a:r>
              <a:rPr sz="1200" i="1" spc="-20" dirty="0">
                <a:solidFill>
                  <a:srgbClr val="335B74"/>
                </a:solidFill>
                <a:latin typeface="Corbel"/>
                <a:cs typeface="Corbel"/>
              </a:rPr>
              <a:t> </a:t>
            </a:r>
            <a:r>
              <a:rPr sz="1200" i="1" dirty="0">
                <a:solidFill>
                  <a:srgbClr val="335B74"/>
                </a:solidFill>
                <a:latin typeface="Corbel"/>
                <a:cs typeface="Corbel"/>
              </a:rPr>
              <a:t>data,</a:t>
            </a:r>
            <a:r>
              <a:rPr sz="1200" i="1" spc="-15" dirty="0">
                <a:solidFill>
                  <a:srgbClr val="335B74"/>
                </a:solidFill>
                <a:latin typeface="Corbel"/>
                <a:cs typeface="Corbel"/>
              </a:rPr>
              <a:t> </a:t>
            </a:r>
            <a:r>
              <a:rPr sz="1200" i="1" dirty="0">
                <a:solidFill>
                  <a:srgbClr val="335B74"/>
                </a:solidFill>
                <a:latin typeface="Corbel"/>
                <a:cs typeface="Corbel"/>
              </a:rPr>
              <a:t>satellite</a:t>
            </a:r>
            <a:r>
              <a:rPr sz="1200" i="1" spc="-15" dirty="0">
                <a:solidFill>
                  <a:srgbClr val="335B74"/>
                </a:solidFill>
                <a:latin typeface="Corbel"/>
                <a:cs typeface="Corbel"/>
              </a:rPr>
              <a:t> </a:t>
            </a:r>
            <a:r>
              <a:rPr sz="1200" i="1" spc="-10" dirty="0">
                <a:solidFill>
                  <a:srgbClr val="335B74"/>
                </a:solidFill>
                <a:latin typeface="Corbel"/>
                <a:cs typeface="Corbel"/>
              </a:rPr>
              <a:t>imagery,</a:t>
            </a:r>
            <a:r>
              <a:rPr sz="1200" i="1" spc="-20" dirty="0">
                <a:solidFill>
                  <a:srgbClr val="335B74"/>
                </a:solidFill>
                <a:latin typeface="Corbel"/>
                <a:cs typeface="Corbel"/>
              </a:rPr>
              <a:t> </a:t>
            </a:r>
            <a:r>
              <a:rPr sz="1200" i="1" dirty="0">
                <a:solidFill>
                  <a:srgbClr val="335B74"/>
                </a:solidFill>
                <a:latin typeface="Corbel"/>
                <a:cs typeface="Corbel"/>
              </a:rPr>
              <a:t>and</a:t>
            </a:r>
            <a:r>
              <a:rPr sz="1200" i="1" spc="-15" dirty="0">
                <a:solidFill>
                  <a:srgbClr val="335B74"/>
                </a:solidFill>
                <a:latin typeface="Corbel"/>
                <a:cs typeface="Corbel"/>
              </a:rPr>
              <a:t> </a:t>
            </a:r>
            <a:r>
              <a:rPr sz="1200" i="1" spc="-10" dirty="0">
                <a:solidFill>
                  <a:srgbClr val="335B74"/>
                </a:solidFill>
                <a:latin typeface="Corbel"/>
                <a:cs typeface="Corbel"/>
              </a:rPr>
              <a:t>geotagging.</a:t>
            </a:r>
            <a:endParaRPr sz="1200">
              <a:latin typeface="Corbel"/>
              <a:cs typeface="Corbel"/>
            </a:endParaRPr>
          </a:p>
        </p:txBody>
      </p:sp>
      <p:sp>
        <p:nvSpPr>
          <p:cNvPr id="21" name="object 21"/>
          <p:cNvSpPr txBox="1"/>
          <p:nvPr/>
        </p:nvSpPr>
        <p:spPr>
          <a:xfrm>
            <a:off x="12021198" y="6575044"/>
            <a:ext cx="91440" cy="177800"/>
          </a:xfrm>
          <a:prstGeom prst="rect">
            <a:avLst/>
          </a:prstGeom>
        </p:spPr>
        <p:txBody>
          <a:bodyPr vert="horz" wrap="square" lIns="0" tIns="12700" rIns="0" bIns="0" rtlCol="0">
            <a:spAutoFit/>
          </a:bodyPr>
          <a:lstStyle/>
          <a:p>
            <a:pPr marL="12700">
              <a:lnSpc>
                <a:spcPct val="100000"/>
              </a:lnSpc>
              <a:spcBef>
                <a:spcPts val="100"/>
              </a:spcBef>
            </a:pPr>
            <a:r>
              <a:rPr sz="1000" spc="-50" dirty="0">
                <a:latin typeface="Corbel"/>
                <a:cs typeface="Corbel"/>
              </a:rPr>
              <a:t>4</a:t>
            </a:r>
            <a:endParaRPr sz="1000">
              <a:latin typeface="Corbel"/>
              <a:cs typeface="Corbe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3" cstate="print"/>
          <a:stretch>
            <a:fillRect/>
          </a:stretch>
        </p:blipFill>
        <p:spPr>
          <a:xfrm>
            <a:off x="1417319" y="566927"/>
            <a:ext cx="6385559" cy="573024"/>
          </a:xfrm>
          <a:prstGeom prst="rect">
            <a:avLst/>
          </a:prstGeom>
        </p:spPr>
      </p:pic>
      <p:sp>
        <p:nvSpPr>
          <p:cNvPr id="4" name="object 4"/>
          <p:cNvSpPr txBox="1">
            <a:spLocks noGrp="1"/>
          </p:cNvSpPr>
          <p:nvPr>
            <p:ph type="title"/>
          </p:nvPr>
        </p:nvSpPr>
        <p:spPr>
          <a:prstGeom prst="rect">
            <a:avLst/>
          </a:prstGeom>
        </p:spPr>
        <p:txBody>
          <a:bodyPr vert="horz" wrap="square" lIns="0" tIns="329691" rIns="0" bIns="0" rtlCol="0">
            <a:spAutoFit/>
          </a:bodyPr>
          <a:lstStyle/>
          <a:p>
            <a:pPr marL="640715">
              <a:lnSpc>
                <a:spcPct val="100000"/>
              </a:lnSpc>
              <a:spcBef>
                <a:spcPts val="100"/>
              </a:spcBef>
            </a:pPr>
            <a:r>
              <a:rPr dirty="0"/>
              <a:t>040</a:t>
            </a:r>
            <a:r>
              <a:rPr spc="-35" dirty="0"/>
              <a:t> </a:t>
            </a:r>
            <a:r>
              <a:rPr dirty="0"/>
              <a:t>01</a:t>
            </a:r>
            <a:r>
              <a:rPr spc="-20" dirty="0"/>
              <a:t> 02:</a:t>
            </a:r>
            <a:r>
              <a:rPr spc="-85" dirty="0"/>
              <a:t> </a:t>
            </a:r>
            <a:r>
              <a:rPr dirty="0"/>
              <a:t>Concept</a:t>
            </a:r>
            <a:r>
              <a:rPr spc="-10" dirty="0"/>
              <a:t> </a:t>
            </a:r>
            <a:r>
              <a:rPr dirty="0"/>
              <a:t>of</a:t>
            </a:r>
            <a:r>
              <a:rPr spc="-95" dirty="0"/>
              <a:t> </a:t>
            </a:r>
            <a:r>
              <a:rPr dirty="0"/>
              <a:t>Global</a:t>
            </a:r>
            <a:r>
              <a:rPr spc="-20" dirty="0"/>
              <a:t> </a:t>
            </a:r>
            <a:r>
              <a:rPr spc="-10" dirty="0"/>
              <a:t>Navigation</a:t>
            </a:r>
            <a:r>
              <a:rPr spc="-70" dirty="0"/>
              <a:t> </a:t>
            </a:r>
            <a:r>
              <a:rPr dirty="0"/>
              <a:t>Satellite</a:t>
            </a:r>
            <a:r>
              <a:rPr spc="-60" dirty="0"/>
              <a:t> </a:t>
            </a:r>
            <a:r>
              <a:rPr spc="-10" dirty="0"/>
              <a:t>System:</a:t>
            </a:r>
          </a:p>
        </p:txBody>
      </p:sp>
      <p:sp>
        <p:nvSpPr>
          <p:cNvPr id="5" name="object 5"/>
          <p:cNvSpPr txBox="1"/>
          <p:nvPr/>
        </p:nvSpPr>
        <p:spPr>
          <a:xfrm>
            <a:off x="1563049" y="1149942"/>
            <a:ext cx="4803140" cy="4502150"/>
          </a:xfrm>
          <a:prstGeom prst="rect">
            <a:avLst/>
          </a:prstGeom>
        </p:spPr>
        <p:txBody>
          <a:bodyPr vert="horz" wrap="square" lIns="0" tIns="149225" rIns="0" bIns="0" rtlCol="0">
            <a:spAutoFit/>
          </a:bodyPr>
          <a:lstStyle/>
          <a:p>
            <a:pPr marL="12700">
              <a:lnSpc>
                <a:spcPct val="100000"/>
              </a:lnSpc>
              <a:spcBef>
                <a:spcPts val="1175"/>
              </a:spcBef>
            </a:pPr>
            <a:r>
              <a:rPr sz="1600" dirty="0">
                <a:latin typeface="Corbel"/>
                <a:cs typeface="Corbel"/>
              </a:rPr>
              <a:t>How</a:t>
            </a:r>
            <a:r>
              <a:rPr sz="1600" spc="-75" dirty="0">
                <a:latin typeface="Corbel"/>
                <a:cs typeface="Corbel"/>
              </a:rPr>
              <a:t> </a:t>
            </a:r>
            <a:r>
              <a:rPr sz="1600" dirty="0">
                <a:latin typeface="Corbel"/>
                <a:cs typeface="Corbel"/>
              </a:rPr>
              <a:t>GPS</a:t>
            </a:r>
            <a:r>
              <a:rPr sz="1600" spc="-5" dirty="0">
                <a:latin typeface="Corbel"/>
                <a:cs typeface="Corbel"/>
              </a:rPr>
              <a:t> </a:t>
            </a:r>
            <a:r>
              <a:rPr sz="1600" spc="-10" dirty="0">
                <a:latin typeface="Corbel"/>
                <a:cs typeface="Corbel"/>
              </a:rPr>
              <a:t>works?</a:t>
            </a:r>
            <a:endParaRPr sz="1600" dirty="0">
              <a:latin typeface="Corbel"/>
              <a:cs typeface="Corbel"/>
            </a:endParaRPr>
          </a:p>
          <a:p>
            <a:pPr marL="298450" marR="5080" indent="-285750" algn="just">
              <a:lnSpc>
                <a:spcPct val="100800"/>
              </a:lnSpc>
              <a:spcBef>
                <a:spcPts val="795"/>
              </a:spcBef>
              <a:buFont typeface="Arial MT"/>
              <a:buChar char="•"/>
              <a:tabLst>
                <a:tab pos="298450" algn="l"/>
                <a:tab pos="300355" algn="l"/>
              </a:tabLst>
            </a:pPr>
            <a:r>
              <a:rPr sz="1200" dirty="0">
                <a:latin typeface="Corbel"/>
                <a:cs typeface="Corbel"/>
              </a:rPr>
              <a:t>	GPS</a:t>
            </a:r>
            <a:r>
              <a:rPr sz="1200" spc="-15" dirty="0">
                <a:latin typeface="Corbel"/>
                <a:cs typeface="Corbel"/>
              </a:rPr>
              <a:t> </a:t>
            </a:r>
            <a:r>
              <a:rPr sz="1200" dirty="0">
                <a:latin typeface="Corbel"/>
                <a:cs typeface="Corbel"/>
              </a:rPr>
              <a:t>is</a:t>
            </a:r>
            <a:r>
              <a:rPr sz="1200" spc="-5" dirty="0">
                <a:latin typeface="Corbel"/>
                <a:cs typeface="Corbel"/>
              </a:rPr>
              <a:t> </a:t>
            </a:r>
            <a:r>
              <a:rPr sz="1200" dirty="0">
                <a:latin typeface="Corbel"/>
                <a:cs typeface="Corbel"/>
              </a:rPr>
              <a:t>a</a:t>
            </a:r>
            <a:r>
              <a:rPr sz="1200" spc="-15" dirty="0">
                <a:latin typeface="Corbel"/>
                <a:cs typeface="Corbel"/>
              </a:rPr>
              <a:t> </a:t>
            </a:r>
            <a:r>
              <a:rPr sz="1200" dirty="0">
                <a:latin typeface="Corbel"/>
                <a:cs typeface="Corbel"/>
              </a:rPr>
              <a:t>constellation</a:t>
            </a:r>
            <a:r>
              <a:rPr sz="1200" spc="-10" dirty="0">
                <a:latin typeface="Corbel"/>
                <a:cs typeface="Corbel"/>
              </a:rPr>
              <a:t> </a:t>
            </a:r>
            <a:r>
              <a:rPr sz="1200" dirty="0">
                <a:latin typeface="Corbel"/>
                <a:cs typeface="Corbel"/>
              </a:rPr>
              <a:t>of</a:t>
            </a:r>
            <a:r>
              <a:rPr sz="1200" spc="-10" dirty="0">
                <a:latin typeface="Corbel"/>
                <a:cs typeface="Corbel"/>
              </a:rPr>
              <a:t> </a:t>
            </a:r>
            <a:r>
              <a:rPr sz="1200" dirty="0">
                <a:latin typeface="Corbel"/>
                <a:cs typeface="Corbel"/>
              </a:rPr>
              <a:t>satellites</a:t>
            </a:r>
            <a:r>
              <a:rPr sz="1200" spc="-10" dirty="0">
                <a:latin typeface="Corbel"/>
                <a:cs typeface="Corbel"/>
              </a:rPr>
              <a:t> </a:t>
            </a:r>
            <a:r>
              <a:rPr sz="1200" dirty="0">
                <a:latin typeface="Corbel"/>
                <a:cs typeface="Corbel"/>
              </a:rPr>
              <a:t>that</a:t>
            </a:r>
            <a:r>
              <a:rPr sz="1200" spc="-15" dirty="0">
                <a:latin typeface="Corbel"/>
                <a:cs typeface="Corbel"/>
              </a:rPr>
              <a:t> </a:t>
            </a:r>
            <a:r>
              <a:rPr sz="1200" dirty="0">
                <a:latin typeface="Corbel"/>
                <a:cs typeface="Corbel"/>
              </a:rPr>
              <a:t>orbit</a:t>
            </a:r>
            <a:r>
              <a:rPr sz="1200" spc="-15" dirty="0">
                <a:latin typeface="Corbel"/>
                <a:cs typeface="Corbel"/>
              </a:rPr>
              <a:t> </a:t>
            </a:r>
            <a:r>
              <a:rPr sz="1200" dirty="0">
                <a:latin typeface="Corbel"/>
                <a:cs typeface="Corbel"/>
              </a:rPr>
              <a:t>approximately</a:t>
            </a:r>
            <a:r>
              <a:rPr sz="1200" spc="-20" dirty="0">
                <a:latin typeface="Corbel"/>
                <a:cs typeface="Corbel"/>
              </a:rPr>
              <a:t> </a:t>
            </a:r>
            <a:r>
              <a:rPr sz="1200" dirty="0">
                <a:latin typeface="Corbel"/>
                <a:cs typeface="Corbel"/>
              </a:rPr>
              <a:t>11,000</a:t>
            </a:r>
            <a:r>
              <a:rPr sz="1200" spc="-15" dirty="0">
                <a:latin typeface="Corbel"/>
                <a:cs typeface="Corbel"/>
              </a:rPr>
              <a:t> </a:t>
            </a:r>
            <a:r>
              <a:rPr sz="1200" spc="-10" dirty="0">
                <a:latin typeface="Corbel"/>
                <a:cs typeface="Corbel"/>
              </a:rPr>
              <a:t>miles </a:t>
            </a:r>
            <a:r>
              <a:rPr sz="1200" dirty="0">
                <a:latin typeface="Corbel"/>
                <a:cs typeface="Corbel"/>
              </a:rPr>
              <a:t>above</a:t>
            </a:r>
            <a:r>
              <a:rPr sz="1200" spc="20" dirty="0">
                <a:latin typeface="Corbel"/>
                <a:cs typeface="Corbel"/>
              </a:rPr>
              <a:t> </a:t>
            </a:r>
            <a:r>
              <a:rPr sz="1200" dirty="0">
                <a:latin typeface="Corbel"/>
                <a:cs typeface="Corbel"/>
              </a:rPr>
              <a:t>the</a:t>
            </a:r>
            <a:r>
              <a:rPr sz="1200" spc="20" dirty="0">
                <a:latin typeface="Corbel"/>
                <a:cs typeface="Corbel"/>
              </a:rPr>
              <a:t> </a:t>
            </a:r>
            <a:r>
              <a:rPr sz="1200" dirty="0">
                <a:latin typeface="Corbel"/>
                <a:cs typeface="Corbel"/>
              </a:rPr>
              <a:t>Earth</a:t>
            </a:r>
            <a:r>
              <a:rPr sz="1200" spc="15" dirty="0">
                <a:latin typeface="Corbel"/>
                <a:cs typeface="Corbel"/>
              </a:rPr>
              <a:t> </a:t>
            </a:r>
            <a:r>
              <a:rPr sz="1200" dirty="0">
                <a:latin typeface="Corbel"/>
                <a:cs typeface="Corbel"/>
              </a:rPr>
              <a:t>and</a:t>
            </a:r>
            <a:r>
              <a:rPr sz="1200" spc="15" dirty="0">
                <a:latin typeface="Corbel"/>
                <a:cs typeface="Corbel"/>
              </a:rPr>
              <a:t> </a:t>
            </a:r>
            <a:r>
              <a:rPr sz="1200" dirty="0">
                <a:latin typeface="Corbel"/>
                <a:cs typeface="Corbel"/>
              </a:rPr>
              <a:t>transmit</a:t>
            </a:r>
            <a:r>
              <a:rPr sz="1200" spc="15" dirty="0">
                <a:latin typeface="Corbel"/>
                <a:cs typeface="Corbel"/>
              </a:rPr>
              <a:t> </a:t>
            </a:r>
            <a:r>
              <a:rPr sz="1200" dirty="0">
                <a:latin typeface="Corbel"/>
                <a:cs typeface="Corbel"/>
              </a:rPr>
              <a:t>radio</a:t>
            </a:r>
            <a:r>
              <a:rPr sz="1200" spc="15" dirty="0">
                <a:latin typeface="Corbel"/>
                <a:cs typeface="Corbel"/>
              </a:rPr>
              <a:t> </a:t>
            </a:r>
            <a:r>
              <a:rPr sz="1200" dirty="0">
                <a:latin typeface="Corbel"/>
                <a:cs typeface="Corbel"/>
              </a:rPr>
              <a:t>wave</a:t>
            </a:r>
            <a:r>
              <a:rPr sz="1200" spc="20" dirty="0">
                <a:latin typeface="Corbel"/>
                <a:cs typeface="Corbel"/>
              </a:rPr>
              <a:t> </a:t>
            </a:r>
            <a:r>
              <a:rPr sz="1200" dirty="0">
                <a:latin typeface="Corbel"/>
                <a:cs typeface="Corbel"/>
              </a:rPr>
              <a:t>signals</a:t>
            </a:r>
            <a:r>
              <a:rPr sz="1200" spc="20" dirty="0">
                <a:latin typeface="Corbel"/>
                <a:cs typeface="Corbel"/>
              </a:rPr>
              <a:t> </a:t>
            </a:r>
            <a:r>
              <a:rPr sz="1200" dirty="0">
                <a:latin typeface="Corbel"/>
                <a:cs typeface="Corbel"/>
              </a:rPr>
              <a:t>to</a:t>
            </a:r>
            <a:r>
              <a:rPr sz="1200" spc="15" dirty="0">
                <a:latin typeface="Corbel"/>
                <a:cs typeface="Corbel"/>
              </a:rPr>
              <a:t> </a:t>
            </a:r>
            <a:r>
              <a:rPr sz="1200" dirty="0">
                <a:latin typeface="Corbel"/>
                <a:cs typeface="Corbel"/>
              </a:rPr>
              <a:t>receivers</a:t>
            </a:r>
            <a:r>
              <a:rPr sz="1200" spc="20" dirty="0">
                <a:latin typeface="Corbel"/>
                <a:cs typeface="Corbel"/>
              </a:rPr>
              <a:t> </a:t>
            </a:r>
            <a:r>
              <a:rPr sz="1200" dirty="0">
                <a:latin typeface="Corbel"/>
                <a:cs typeface="Corbel"/>
              </a:rPr>
              <a:t>across</a:t>
            </a:r>
            <a:r>
              <a:rPr sz="1200" spc="20" dirty="0">
                <a:latin typeface="Corbel"/>
                <a:cs typeface="Corbel"/>
              </a:rPr>
              <a:t> </a:t>
            </a:r>
            <a:r>
              <a:rPr sz="1200" spc="-25" dirty="0">
                <a:latin typeface="Corbel"/>
                <a:cs typeface="Corbel"/>
              </a:rPr>
              <a:t>the </a:t>
            </a:r>
            <a:r>
              <a:rPr sz="1200" dirty="0">
                <a:latin typeface="Corbel"/>
                <a:cs typeface="Corbel"/>
              </a:rPr>
              <a:t>planet.</a:t>
            </a:r>
            <a:r>
              <a:rPr sz="1200" spc="-30" dirty="0">
                <a:latin typeface="Corbel"/>
                <a:cs typeface="Corbel"/>
              </a:rPr>
              <a:t> </a:t>
            </a:r>
            <a:r>
              <a:rPr sz="1200" dirty="0">
                <a:latin typeface="Corbel"/>
                <a:cs typeface="Corbel"/>
              </a:rPr>
              <a:t>By</a:t>
            </a:r>
            <a:r>
              <a:rPr sz="1200" spc="-20" dirty="0">
                <a:latin typeface="Corbel"/>
                <a:cs typeface="Corbel"/>
              </a:rPr>
              <a:t> </a:t>
            </a:r>
            <a:r>
              <a:rPr sz="1200" dirty="0">
                <a:latin typeface="Corbel"/>
                <a:cs typeface="Corbel"/>
              </a:rPr>
              <a:t>determining</a:t>
            </a:r>
            <a:r>
              <a:rPr sz="1200" spc="-25" dirty="0">
                <a:latin typeface="Corbel"/>
                <a:cs typeface="Corbel"/>
              </a:rPr>
              <a:t> </a:t>
            </a:r>
            <a:r>
              <a:rPr sz="1200" dirty="0">
                <a:latin typeface="Corbel"/>
                <a:cs typeface="Corbel"/>
              </a:rPr>
              <a:t>the</a:t>
            </a:r>
            <a:r>
              <a:rPr sz="1200" spc="-20" dirty="0">
                <a:latin typeface="Corbel"/>
                <a:cs typeface="Corbel"/>
              </a:rPr>
              <a:t> </a:t>
            </a:r>
            <a:r>
              <a:rPr sz="1200" dirty="0">
                <a:latin typeface="Corbel"/>
                <a:cs typeface="Corbel"/>
              </a:rPr>
              <a:t>time</a:t>
            </a:r>
            <a:r>
              <a:rPr sz="1200" spc="-20" dirty="0">
                <a:latin typeface="Corbel"/>
                <a:cs typeface="Corbel"/>
              </a:rPr>
              <a:t> </a:t>
            </a:r>
            <a:r>
              <a:rPr sz="1200" dirty="0">
                <a:latin typeface="Corbel"/>
                <a:cs typeface="Corbel"/>
              </a:rPr>
              <a:t>that</a:t>
            </a:r>
            <a:r>
              <a:rPr sz="1200" spc="-30" dirty="0">
                <a:latin typeface="Corbel"/>
                <a:cs typeface="Corbel"/>
              </a:rPr>
              <a:t> </a:t>
            </a:r>
            <a:r>
              <a:rPr sz="1200" dirty="0">
                <a:latin typeface="Corbel"/>
                <a:cs typeface="Corbel"/>
              </a:rPr>
              <a:t>it</a:t>
            </a:r>
            <a:r>
              <a:rPr sz="1200" spc="-25" dirty="0">
                <a:latin typeface="Corbel"/>
                <a:cs typeface="Corbel"/>
              </a:rPr>
              <a:t> </a:t>
            </a:r>
            <a:r>
              <a:rPr sz="1200" dirty="0">
                <a:latin typeface="Corbel"/>
                <a:cs typeface="Corbel"/>
              </a:rPr>
              <a:t>takes</a:t>
            </a:r>
            <a:r>
              <a:rPr sz="1200" spc="-20" dirty="0">
                <a:latin typeface="Corbel"/>
                <a:cs typeface="Corbel"/>
              </a:rPr>
              <a:t> </a:t>
            </a:r>
            <a:r>
              <a:rPr sz="1200" dirty="0">
                <a:latin typeface="Corbel"/>
                <a:cs typeface="Corbel"/>
              </a:rPr>
              <a:t>for</a:t>
            </a:r>
            <a:r>
              <a:rPr sz="1200" spc="-25" dirty="0">
                <a:latin typeface="Corbel"/>
                <a:cs typeface="Corbel"/>
              </a:rPr>
              <a:t> </a:t>
            </a:r>
            <a:r>
              <a:rPr sz="1200" dirty="0">
                <a:latin typeface="Corbel"/>
                <a:cs typeface="Corbel"/>
              </a:rPr>
              <a:t>a</a:t>
            </a:r>
            <a:r>
              <a:rPr sz="1200" spc="-20" dirty="0">
                <a:latin typeface="Corbel"/>
                <a:cs typeface="Corbel"/>
              </a:rPr>
              <a:t> </a:t>
            </a:r>
            <a:r>
              <a:rPr sz="1200" dirty="0">
                <a:latin typeface="Corbel"/>
                <a:cs typeface="Corbel"/>
              </a:rPr>
              <a:t>GPS</a:t>
            </a:r>
            <a:r>
              <a:rPr sz="1200" spc="-25" dirty="0">
                <a:latin typeface="Corbel"/>
                <a:cs typeface="Corbel"/>
              </a:rPr>
              <a:t> </a:t>
            </a:r>
            <a:r>
              <a:rPr sz="1200" dirty="0">
                <a:latin typeface="Corbel"/>
                <a:cs typeface="Corbel"/>
              </a:rPr>
              <a:t>satellite</a:t>
            </a:r>
            <a:r>
              <a:rPr sz="1200" spc="-20" dirty="0">
                <a:latin typeface="Corbel"/>
                <a:cs typeface="Corbel"/>
              </a:rPr>
              <a:t> </a:t>
            </a:r>
            <a:r>
              <a:rPr sz="1200" dirty="0">
                <a:latin typeface="Corbel"/>
                <a:cs typeface="Corbel"/>
              </a:rPr>
              <a:t>signal</a:t>
            </a:r>
            <a:r>
              <a:rPr sz="1200" spc="-25" dirty="0">
                <a:latin typeface="Corbel"/>
                <a:cs typeface="Corbel"/>
              </a:rPr>
              <a:t> to </a:t>
            </a:r>
            <a:r>
              <a:rPr sz="1200" dirty="0">
                <a:latin typeface="Corbel"/>
                <a:cs typeface="Corbel"/>
              </a:rPr>
              <a:t>reach</a:t>
            </a:r>
            <a:r>
              <a:rPr sz="1200" spc="25" dirty="0">
                <a:latin typeface="Corbel"/>
                <a:cs typeface="Corbel"/>
              </a:rPr>
              <a:t> </a:t>
            </a:r>
            <a:r>
              <a:rPr sz="1200" dirty="0">
                <a:latin typeface="Corbel"/>
                <a:cs typeface="Corbel"/>
              </a:rPr>
              <a:t>your</a:t>
            </a:r>
            <a:r>
              <a:rPr sz="1200" spc="25" dirty="0">
                <a:latin typeface="Corbel"/>
                <a:cs typeface="Corbel"/>
              </a:rPr>
              <a:t> </a:t>
            </a:r>
            <a:r>
              <a:rPr sz="1200" dirty="0">
                <a:latin typeface="Corbel"/>
                <a:cs typeface="Corbel"/>
              </a:rPr>
              <a:t>receiver</a:t>
            </a:r>
            <a:r>
              <a:rPr sz="1200" spc="295" dirty="0">
                <a:latin typeface="Corbel"/>
                <a:cs typeface="Corbel"/>
              </a:rPr>
              <a:t> </a:t>
            </a:r>
            <a:r>
              <a:rPr sz="1200" dirty="0">
                <a:latin typeface="Corbel"/>
                <a:cs typeface="Corbel"/>
              </a:rPr>
              <a:t>you</a:t>
            </a:r>
            <a:r>
              <a:rPr sz="1200" spc="30" dirty="0">
                <a:latin typeface="Corbel"/>
                <a:cs typeface="Corbel"/>
              </a:rPr>
              <a:t> </a:t>
            </a:r>
            <a:r>
              <a:rPr sz="1200" dirty="0">
                <a:latin typeface="Corbel"/>
                <a:cs typeface="Corbel"/>
              </a:rPr>
              <a:t>can</a:t>
            </a:r>
            <a:r>
              <a:rPr sz="1200" spc="35" dirty="0">
                <a:latin typeface="Corbel"/>
                <a:cs typeface="Corbel"/>
              </a:rPr>
              <a:t> </a:t>
            </a:r>
            <a:r>
              <a:rPr sz="1200" dirty="0">
                <a:latin typeface="Corbel"/>
                <a:cs typeface="Corbel"/>
              </a:rPr>
              <a:t>calculate</a:t>
            </a:r>
            <a:r>
              <a:rPr sz="1200" spc="30" dirty="0">
                <a:latin typeface="Corbel"/>
                <a:cs typeface="Corbel"/>
              </a:rPr>
              <a:t> </a:t>
            </a:r>
            <a:r>
              <a:rPr sz="1200" dirty="0">
                <a:latin typeface="Corbel"/>
                <a:cs typeface="Corbel"/>
              </a:rPr>
              <a:t>your</a:t>
            </a:r>
            <a:r>
              <a:rPr sz="1200" spc="30" dirty="0">
                <a:latin typeface="Corbel"/>
                <a:cs typeface="Corbel"/>
              </a:rPr>
              <a:t> </a:t>
            </a:r>
            <a:r>
              <a:rPr sz="1200" dirty="0">
                <a:latin typeface="Corbel"/>
                <a:cs typeface="Corbel"/>
              </a:rPr>
              <a:t>distance</a:t>
            </a:r>
            <a:r>
              <a:rPr sz="1200" spc="30" dirty="0">
                <a:latin typeface="Corbel"/>
                <a:cs typeface="Corbel"/>
              </a:rPr>
              <a:t> </a:t>
            </a:r>
            <a:r>
              <a:rPr sz="1200" dirty="0">
                <a:latin typeface="Corbel"/>
                <a:cs typeface="Corbel"/>
              </a:rPr>
              <a:t>to</a:t>
            </a:r>
            <a:r>
              <a:rPr sz="1200" spc="25" dirty="0">
                <a:latin typeface="Corbel"/>
                <a:cs typeface="Corbel"/>
              </a:rPr>
              <a:t> </a:t>
            </a:r>
            <a:r>
              <a:rPr sz="1200" dirty="0">
                <a:latin typeface="Corbel"/>
                <a:cs typeface="Corbel"/>
              </a:rPr>
              <a:t>the</a:t>
            </a:r>
            <a:r>
              <a:rPr sz="1200" spc="30" dirty="0">
                <a:latin typeface="Corbel"/>
                <a:cs typeface="Corbel"/>
              </a:rPr>
              <a:t> </a:t>
            </a:r>
            <a:r>
              <a:rPr sz="1200" dirty="0">
                <a:latin typeface="Corbel"/>
                <a:cs typeface="Corbel"/>
              </a:rPr>
              <a:t>satellite</a:t>
            </a:r>
            <a:r>
              <a:rPr sz="1200" spc="35" dirty="0">
                <a:latin typeface="Corbel"/>
                <a:cs typeface="Corbel"/>
              </a:rPr>
              <a:t> </a:t>
            </a:r>
            <a:r>
              <a:rPr sz="1200" spc="-25" dirty="0">
                <a:latin typeface="Corbel"/>
                <a:cs typeface="Corbel"/>
              </a:rPr>
              <a:t>and </a:t>
            </a:r>
            <a:r>
              <a:rPr sz="1200" dirty="0">
                <a:latin typeface="Corbel"/>
                <a:cs typeface="Corbel"/>
              </a:rPr>
              <a:t>figure</a:t>
            </a:r>
            <a:r>
              <a:rPr sz="1200" spc="-25" dirty="0">
                <a:latin typeface="Corbel"/>
                <a:cs typeface="Corbel"/>
              </a:rPr>
              <a:t> </a:t>
            </a:r>
            <a:r>
              <a:rPr sz="1200" dirty="0">
                <a:latin typeface="Corbel"/>
                <a:cs typeface="Corbel"/>
              </a:rPr>
              <a:t>out</a:t>
            </a:r>
            <a:r>
              <a:rPr sz="1200" spc="-30" dirty="0">
                <a:latin typeface="Corbel"/>
                <a:cs typeface="Corbel"/>
              </a:rPr>
              <a:t> </a:t>
            </a:r>
            <a:r>
              <a:rPr sz="1200" dirty="0">
                <a:latin typeface="Corbel"/>
                <a:cs typeface="Corbel"/>
              </a:rPr>
              <a:t>your</a:t>
            </a:r>
            <a:r>
              <a:rPr sz="1200" spc="-30" dirty="0">
                <a:latin typeface="Corbel"/>
                <a:cs typeface="Corbel"/>
              </a:rPr>
              <a:t> </a:t>
            </a:r>
            <a:r>
              <a:rPr sz="1200" dirty="0">
                <a:latin typeface="Corbel"/>
                <a:cs typeface="Corbel"/>
              </a:rPr>
              <a:t>exact</a:t>
            </a:r>
            <a:r>
              <a:rPr sz="1200" spc="-35" dirty="0">
                <a:latin typeface="Corbel"/>
                <a:cs typeface="Corbel"/>
              </a:rPr>
              <a:t> </a:t>
            </a:r>
            <a:r>
              <a:rPr sz="1200" dirty="0">
                <a:latin typeface="Corbel"/>
                <a:cs typeface="Corbel"/>
              </a:rPr>
              <a:t>location</a:t>
            </a:r>
            <a:r>
              <a:rPr sz="1200" spc="-20" dirty="0">
                <a:latin typeface="Corbel"/>
                <a:cs typeface="Corbel"/>
              </a:rPr>
              <a:t> </a:t>
            </a:r>
            <a:r>
              <a:rPr sz="1200" dirty="0">
                <a:latin typeface="Corbel"/>
                <a:cs typeface="Corbel"/>
              </a:rPr>
              <a:t>on</a:t>
            </a:r>
            <a:r>
              <a:rPr sz="1200" spc="-20" dirty="0">
                <a:latin typeface="Corbel"/>
                <a:cs typeface="Corbel"/>
              </a:rPr>
              <a:t> </a:t>
            </a:r>
            <a:r>
              <a:rPr sz="1200" dirty="0">
                <a:latin typeface="Corbel"/>
                <a:cs typeface="Corbel"/>
              </a:rPr>
              <a:t>the</a:t>
            </a:r>
            <a:r>
              <a:rPr sz="1200" spc="-30" dirty="0">
                <a:latin typeface="Corbel"/>
                <a:cs typeface="Corbel"/>
              </a:rPr>
              <a:t> </a:t>
            </a:r>
            <a:r>
              <a:rPr sz="1200" spc="-10" dirty="0">
                <a:latin typeface="Corbel"/>
                <a:cs typeface="Corbel"/>
              </a:rPr>
              <a:t>Earth.</a:t>
            </a:r>
            <a:endParaRPr sz="1200" dirty="0">
              <a:latin typeface="Corbel"/>
              <a:cs typeface="Corbel"/>
            </a:endParaRPr>
          </a:p>
          <a:p>
            <a:pPr marL="298450" marR="5080" indent="-285750" algn="just">
              <a:lnSpc>
                <a:spcPct val="100000"/>
              </a:lnSpc>
              <a:spcBef>
                <a:spcPts val="865"/>
              </a:spcBef>
              <a:buFont typeface="Arial MT"/>
              <a:buChar char="•"/>
              <a:tabLst>
                <a:tab pos="298450" algn="l"/>
                <a:tab pos="300355" algn="l"/>
              </a:tabLst>
            </a:pPr>
            <a:r>
              <a:rPr sz="1200" dirty="0">
                <a:latin typeface="Corbel"/>
                <a:cs typeface="Corbel"/>
              </a:rPr>
              <a:t>	It</a:t>
            </a:r>
            <a:r>
              <a:rPr sz="1200" spc="75" dirty="0">
                <a:latin typeface="Corbel"/>
                <a:cs typeface="Corbel"/>
              </a:rPr>
              <a:t> </a:t>
            </a:r>
            <a:r>
              <a:rPr sz="1200" dirty="0">
                <a:latin typeface="Corbel"/>
                <a:cs typeface="Corbel"/>
              </a:rPr>
              <a:t>takes</a:t>
            </a:r>
            <a:r>
              <a:rPr sz="1200" spc="85" dirty="0">
                <a:latin typeface="Corbel"/>
                <a:cs typeface="Corbel"/>
              </a:rPr>
              <a:t> </a:t>
            </a:r>
            <a:r>
              <a:rPr sz="1200" dirty="0">
                <a:latin typeface="Corbel"/>
                <a:cs typeface="Corbel"/>
              </a:rPr>
              <a:t>four</a:t>
            </a:r>
            <a:r>
              <a:rPr sz="1200" spc="80" dirty="0">
                <a:latin typeface="Corbel"/>
                <a:cs typeface="Corbel"/>
              </a:rPr>
              <a:t> </a:t>
            </a:r>
            <a:r>
              <a:rPr sz="1200" dirty="0">
                <a:latin typeface="Corbel"/>
                <a:cs typeface="Corbel"/>
              </a:rPr>
              <a:t>GPS</a:t>
            </a:r>
            <a:r>
              <a:rPr sz="1200" spc="85" dirty="0">
                <a:latin typeface="Corbel"/>
                <a:cs typeface="Corbel"/>
              </a:rPr>
              <a:t> </a:t>
            </a:r>
            <a:r>
              <a:rPr sz="1200" dirty="0">
                <a:latin typeface="Corbel"/>
                <a:cs typeface="Corbel"/>
              </a:rPr>
              <a:t>satellites</a:t>
            </a:r>
            <a:r>
              <a:rPr sz="1200" spc="85" dirty="0">
                <a:latin typeface="Corbel"/>
                <a:cs typeface="Corbel"/>
              </a:rPr>
              <a:t> </a:t>
            </a:r>
            <a:r>
              <a:rPr sz="1200" dirty="0">
                <a:latin typeface="Corbel"/>
                <a:cs typeface="Corbel"/>
              </a:rPr>
              <a:t>to</a:t>
            </a:r>
            <a:r>
              <a:rPr sz="1200" spc="80" dirty="0">
                <a:latin typeface="Corbel"/>
                <a:cs typeface="Corbel"/>
              </a:rPr>
              <a:t> </a:t>
            </a:r>
            <a:r>
              <a:rPr sz="1200" dirty="0">
                <a:latin typeface="Corbel"/>
                <a:cs typeface="Corbel"/>
              </a:rPr>
              <a:t>calculate</a:t>
            </a:r>
            <a:r>
              <a:rPr sz="1200" spc="85" dirty="0">
                <a:latin typeface="Corbel"/>
                <a:cs typeface="Corbel"/>
              </a:rPr>
              <a:t> </a:t>
            </a:r>
            <a:r>
              <a:rPr sz="1200" dirty="0">
                <a:latin typeface="Corbel"/>
                <a:cs typeface="Corbel"/>
              </a:rPr>
              <a:t>a</a:t>
            </a:r>
            <a:r>
              <a:rPr sz="1200" spc="80" dirty="0">
                <a:latin typeface="Corbel"/>
                <a:cs typeface="Corbel"/>
              </a:rPr>
              <a:t> </a:t>
            </a:r>
            <a:r>
              <a:rPr sz="1200" dirty="0">
                <a:latin typeface="Corbel"/>
                <a:cs typeface="Corbel"/>
              </a:rPr>
              <a:t>precise</a:t>
            </a:r>
            <a:r>
              <a:rPr sz="1200" spc="85" dirty="0">
                <a:latin typeface="Corbel"/>
                <a:cs typeface="Corbel"/>
              </a:rPr>
              <a:t> </a:t>
            </a:r>
            <a:r>
              <a:rPr sz="1200" dirty="0">
                <a:latin typeface="Corbel"/>
                <a:cs typeface="Corbel"/>
              </a:rPr>
              <a:t>location</a:t>
            </a:r>
            <a:r>
              <a:rPr sz="1200" spc="85" dirty="0">
                <a:latin typeface="Corbel"/>
                <a:cs typeface="Corbel"/>
              </a:rPr>
              <a:t> </a:t>
            </a:r>
            <a:r>
              <a:rPr sz="1200" dirty="0">
                <a:latin typeface="Corbel"/>
                <a:cs typeface="Corbel"/>
              </a:rPr>
              <a:t>on</a:t>
            </a:r>
            <a:r>
              <a:rPr sz="1200" spc="85" dirty="0">
                <a:latin typeface="Corbel"/>
                <a:cs typeface="Corbel"/>
              </a:rPr>
              <a:t> </a:t>
            </a:r>
            <a:r>
              <a:rPr sz="1200" dirty="0">
                <a:latin typeface="Corbel"/>
                <a:cs typeface="Corbel"/>
              </a:rPr>
              <a:t>the</a:t>
            </a:r>
            <a:r>
              <a:rPr sz="1200" spc="85" dirty="0">
                <a:latin typeface="Corbel"/>
                <a:cs typeface="Corbel"/>
              </a:rPr>
              <a:t> </a:t>
            </a:r>
            <a:r>
              <a:rPr sz="1200" spc="-10" dirty="0">
                <a:latin typeface="Corbel"/>
                <a:cs typeface="Corbel"/>
              </a:rPr>
              <a:t>Earth </a:t>
            </a:r>
            <a:r>
              <a:rPr sz="1200" dirty="0">
                <a:latin typeface="Corbel"/>
                <a:cs typeface="Corbel"/>
              </a:rPr>
              <a:t>using</a:t>
            </a:r>
            <a:r>
              <a:rPr sz="1200" spc="75" dirty="0">
                <a:latin typeface="Corbel"/>
                <a:cs typeface="Corbel"/>
              </a:rPr>
              <a:t> </a:t>
            </a:r>
            <a:r>
              <a:rPr sz="1200" dirty="0">
                <a:latin typeface="Corbel"/>
                <a:cs typeface="Corbel"/>
              </a:rPr>
              <a:t>the</a:t>
            </a:r>
            <a:r>
              <a:rPr sz="1200" spc="75" dirty="0">
                <a:latin typeface="Corbel"/>
                <a:cs typeface="Corbel"/>
              </a:rPr>
              <a:t> </a:t>
            </a:r>
            <a:r>
              <a:rPr sz="1200" dirty="0">
                <a:latin typeface="Corbel"/>
                <a:cs typeface="Corbel"/>
              </a:rPr>
              <a:t>Global</a:t>
            </a:r>
            <a:r>
              <a:rPr sz="1200" spc="75" dirty="0">
                <a:latin typeface="Corbel"/>
                <a:cs typeface="Corbel"/>
              </a:rPr>
              <a:t> </a:t>
            </a:r>
            <a:r>
              <a:rPr sz="1200" dirty="0">
                <a:latin typeface="Corbel"/>
                <a:cs typeface="Corbel"/>
              </a:rPr>
              <a:t>Positioning</a:t>
            </a:r>
            <a:r>
              <a:rPr sz="1200" spc="75" dirty="0">
                <a:latin typeface="Corbel"/>
                <a:cs typeface="Corbel"/>
              </a:rPr>
              <a:t> </a:t>
            </a:r>
            <a:r>
              <a:rPr sz="1200" dirty="0">
                <a:latin typeface="Corbel"/>
                <a:cs typeface="Corbel"/>
              </a:rPr>
              <a:t>System:</a:t>
            </a:r>
            <a:r>
              <a:rPr sz="1200" spc="75" dirty="0">
                <a:latin typeface="Corbel"/>
                <a:cs typeface="Corbel"/>
              </a:rPr>
              <a:t> </a:t>
            </a:r>
            <a:r>
              <a:rPr sz="1200" dirty="0">
                <a:latin typeface="Corbel"/>
                <a:cs typeface="Corbel"/>
              </a:rPr>
              <a:t>three</a:t>
            </a:r>
            <a:r>
              <a:rPr sz="1200" spc="75" dirty="0">
                <a:latin typeface="Corbel"/>
                <a:cs typeface="Corbel"/>
              </a:rPr>
              <a:t> </a:t>
            </a:r>
            <a:r>
              <a:rPr sz="1200" dirty="0">
                <a:latin typeface="Corbel"/>
                <a:cs typeface="Corbel"/>
              </a:rPr>
              <a:t>to</a:t>
            </a:r>
            <a:r>
              <a:rPr sz="1200" spc="75" dirty="0">
                <a:latin typeface="Corbel"/>
                <a:cs typeface="Corbel"/>
              </a:rPr>
              <a:t> </a:t>
            </a:r>
            <a:r>
              <a:rPr sz="1200" dirty="0">
                <a:latin typeface="Corbel"/>
                <a:cs typeface="Corbel"/>
              </a:rPr>
              <a:t>determine</a:t>
            </a:r>
            <a:r>
              <a:rPr sz="1200" spc="75" dirty="0">
                <a:latin typeface="Corbel"/>
                <a:cs typeface="Corbel"/>
              </a:rPr>
              <a:t> </a:t>
            </a:r>
            <a:r>
              <a:rPr sz="1200" dirty="0">
                <a:latin typeface="Corbel"/>
                <a:cs typeface="Corbel"/>
              </a:rPr>
              <a:t>a</a:t>
            </a:r>
            <a:r>
              <a:rPr sz="1200" spc="80" dirty="0">
                <a:latin typeface="Corbel"/>
                <a:cs typeface="Corbel"/>
              </a:rPr>
              <a:t> </a:t>
            </a:r>
            <a:r>
              <a:rPr sz="1200" dirty="0">
                <a:latin typeface="Corbel"/>
                <a:cs typeface="Corbel"/>
              </a:rPr>
              <a:t>position</a:t>
            </a:r>
            <a:r>
              <a:rPr sz="1200" spc="80" dirty="0">
                <a:latin typeface="Corbel"/>
                <a:cs typeface="Corbel"/>
              </a:rPr>
              <a:t> </a:t>
            </a:r>
            <a:r>
              <a:rPr sz="1200" spc="-25" dirty="0">
                <a:latin typeface="Corbel"/>
                <a:cs typeface="Corbel"/>
              </a:rPr>
              <a:t>on </a:t>
            </a:r>
            <a:r>
              <a:rPr sz="1200" dirty="0">
                <a:latin typeface="Corbel"/>
                <a:cs typeface="Corbel"/>
              </a:rPr>
              <a:t>the</a:t>
            </a:r>
            <a:r>
              <a:rPr sz="1200" spc="75" dirty="0">
                <a:latin typeface="Corbel"/>
                <a:cs typeface="Corbel"/>
              </a:rPr>
              <a:t> </a:t>
            </a:r>
            <a:r>
              <a:rPr sz="1200" dirty="0">
                <a:latin typeface="Corbel"/>
                <a:cs typeface="Corbel"/>
              </a:rPr>
              <a:t>Earth,</a:t>
            </a:r>
            <a:r>
              <a:rPr sz="1200" spc="70" dirty="0">
                <a:latin typeface="Corbel"/>
                <a:cs typeface="Corbel"/>
              </a:rPr>
              <a:t> </a:t>
            </a:r>
            <a:r>
              <a:rPr sz="1200" dirty="0">
                <a:latin typeface="Corbel"/>
                <a:cs typeface="Corbel"/>
              </a:rPr>
              <a:t>and</a:t>
            </a:r>
            <a:r>
              <a:rPr sz="1200" spc="70" dirty="0">
                <a:latin typeface="Corbel"/>
                <a:cs typeface="Corbel"/>
              </a:rPr>
              <a:t> </a:t>
            </a:r>
            <a:r>
              <a:rPr sz="1200" dirty="0">
                <a:latin typeface="Corbel"/>
                <a:cs typeface="Corbel"/>
              </a:rPr>
              <a:t>one</a:t>
            </a:r>
            <a:r>
              <a:rPr sz="1200" spc="80" dirty="0">
                <a:latin typeface="Corbel"/>
                <a:cs typeface="Corbel"/>
              </a:rPr>
              <a:t> </a:t>
            </a:r>
            <a:r>
              <a:rPr sz="1200" dirty="0">
                <a:latin typeface="Corbel"/>
                <a:cs typeface="Corbel"/>
              </a:rPr>
              <a:t>to</a:t>
            </a:r>
            <a:r>
              <a:rPr sz="1200" spc="75" dirty="0">
                <a:latin typeface="Corbel"/>
                <a:cs typeface="Corbel"/>
              </a:rPr>
              <a:t> </a:t>
            </a:r>
            <a:r>
              <a:rPr sz="1200" dirty="0">
                <a:latin typeface="Corbel"/>
                <a:cs typeface="Corbel"/>
              </a:rPr>
              <a:t>adjust</a:t>
            </a:r>
            <a:r>
              <a:rPr sz="1200" spc="70" dirty="0">
                <a:latin typeface="Corbel"/>
                <a:cs typeface="Corbel"/>
              </a:rPr>
              <a:t> </a:t>
            </a:r>
            <a:r>
              <a:rPr sz="1200" dirty="0">
                <a:latin typeface="Corbel"/>
                <a:cs typeface="Corbel"/>
              </a:rPr>
              <a:t>for</a:t>
            </a:r>
            <a:r>
              <a:rPr sz="1200" spc="75" dirty="0">
                <a:latin typeface="Corbel"/>
                <a:cs typeface="Corbel"/>
              </a:rPr>
              <a:t> </a:t>
            </a:r>
            <a:r>
              <a:rPr sz="1200" dirty="0">
                <a:latin typeface="Corbel"/>
                <a:cs typeface="Corbel"/>
              </a:rPr>
              <a:t>the</a:t>
            </a:r>
            <a:r>
              <a:rPr sz="1200" spc="80" dirty="0">
                <a:latin typeface="Corbel"/>
                <a:cs typeface="Corbel"/>
              </a:rPr>
              <a:t> </a:t>
            </a:r>
            <a:r>
              <a:rPr sz="1200" dirty="0">
                <a:latin typeface="Corbel"/>
                <a:cs typeface="Corbel"/>
              </a:rPr>
              <a:t>error</a:t>
            </a:r>
            <a:r>
              <a:rPr sz="1200" spc="75" dirty="0">
                <a:latin typeface="Corbel"/>
                <a:cs typeface="Corbel"/>
              </a:rPr>
              <a:t> </a:t>
            </a:r>
            <a:r>
              <a:rPr sz="1200" dirty="0">
                <a:latin typeface="Corbel"/>
                <a:cs typeface="Corbel"/>
              </a:rPr>
              <a:t>in</a:t>
            </a:r>
            <a:r>
              <a:rPr sz="1200" spc="80" dirty="0">
                <a:latin typeface="Corbel"/>
                <a:cs typeface="Corbel"/>
              </a:rPr>
              <a:t> </a:t>
            </a:r>
            <a:r>
              <a:rPr sz="1200" dirty="0">
                <a:latin typeface="Corbel"/>
                <a:cs typeface="Corbel"/>
              </a:rPr>
              <a:t>the</a:t>
            </a:r>
            <a:r>
              <a:rPr sz="1200" spc="80" dirty="0">
                <a:latin typeface="Corbel"/>
                <a:cs typeface="Corbel"/>
              </a:rPr>
              <a:t> </a:t>
            </a:r>
            <a:r>
              <a:rPr sz="1200" dirty="0">
                <a:latin typeface="Corbel"/>
                <a:cs typeface="Corbel"/>
              </a:rPr>
              <a:t>receiver's</a:t>
            </a:r>
            <a:r>
              <a:rPr sz="1200" spc="70" dirty="0">
                <a:latin typeface="Corbel"/>
                <a:cs typeface="Corbel"/>
              </a:rPr>
              <a:t> </a:t>
            </a:r>
            <a:r>
              <a:rPr sz="1200" dirty="0">
                <a:latin typeface="Corbel"/>
                <a:cs typeface="Corbel"/>
              </a:rPr>
              <a:t>clock.</a:t>
            </a:r>
            <a:r>
              <a:rPr sz="1200" spc="70" dirty="0">
                <a:latin typeface="Corbel"/>
                <a:cs typeface="Corbel"/>
              </a:rPr>
              <a:t> </a:t>
            </a:r>
            <a:r>
              <a:rPr sz="1200" dirty="0">
                <a:latin typeface="Corbel"/>
                <a:cs typeface="Corbel"/>
              </a:rPr>
              <a:t>If</a:t>
            </a:r>
            <a:r>
              <a:rPr sz="1200" spc="80" dirty="0">
                <a:latin typeface="Corbel"/>
                <a:cs typeface="Corbel"/>
              </a:rPr>
              <a:t> </a:t>
            </a:r>
            <a:r>
              <a:rPr sz="1200" spc="-25" dirty="0">
                <a:latin typeface="Corbel"/>
                <a:cs typeface="Corbel"/>
              </a:rPr>
              <a:t>you </a:t>
            </a:r>
            <a:r>
              <a:rPr sz="1200" dirty="0">
                <a:latin typeface="Corbel"/>
                <a:cs typeface="Corbel"/>
              </a:rPr>
              <a:t>were</a:t>
            </a:r>
            <a:r>
              <a:rPr sz="1200" spc="-20" dirty="0">
                <a:latin typeface="Corbel"/>
                <a:cs typeface="Corbel"/>
              </a:rPr>
              <a:t> </a:t>
            </a:r>
            <a:r>
              <a:rPr sz="1200" dirty="0">
                <a:latin typeface="Corbel"/>
                <a:cs typeface="Corbel"/>
              </a:rPr>
              <a:t>15,000</a:t>
            </a:r>
            <a:r>
              <a:rPr sz="1200" spc="-20" dirty="0">
                <a:latin typeface="Corbel"/>
                <a:cs typeface="Corbel"/>
              </a:rPr>
              <a:t> </a:t>
            </a:r>
            <a:r>
              <a:rPr sz="1200" dirty="0">
                <a:latin typeface="Corbel"/>
                <a:cs typeface="Corbel"/>
              </a:rPr>
              <a:t>miles</a:t>
            </a:r>
            <a:r>
              <a:rPr sz="1200" spc="-15" dirty="0">
                <a:latin typeface="Corbel"/>
                <a:cs typeface="Corbel"/>
              </a:rPr>
              <a:t> </a:t>
            </a:r>
            <a:r>
              <a:rPr sz="1200" dirty="0">
                <a:latin typeface="Corbel"/>
                <a:cs typeface="Corbel"/>
              </a:rPr>
              <a:t>from</a:t>
            </a:r>
            <a:r>
              <a:rPr sz="1200" spc="-10" dirty="0">
                <a:latin typeface="Corbel"/>
                <a:cs typeface="Corbel"/>
              </a:rPr>
              <a:t> </a:t>
            </a:r>
            <a:r>
              <a:rPr sz="1200" dirty="0">
                <a:latin typeface="Corbel"/>
                <a:cs typeface="Corbel"/>
              </a:rPr>
              <a:t>only</a:t>
            </a:r>
            <a:r>
              <a:rPr sz="1200" spc="-15" dirty="0">
                <a:latin typeface="Corbel"/>
                <a:cs typeface="Corbel"/>
              </a:rPr>
              <a:t> </a:t>
            </a:r>
            <a:r>
              <a:rPr sz="1200" dirty="0">
                <a:latin typeface="Corbel"/>
                <a:cs typeface="Corbel"/>
              </a:rPr>
              <a:t>one</a:t>
            </a:r>
            <a:r>
              <a:rPr sz="1200" spc="-20" dirty="0">
                <a:latin typeface="Corbel"/>
                <a:cs typeface="Corbel"/>
              </a:rPr>
              <a:t> </a:t>
            </a:r>
            <a:r>
              <a:rPr sz="1200" dirty="0">
                <a:latin typeface="Corbel"/>
                <a:cs typeface="Corbel"/>
              </a:rPr>
              <a:t>satellite</a:t>
            </a:r>
            <a:r>
              <a:rPr sz="1200" spc="-15" dirty="0">
                <a:latin typeface="Corbel"/>
                <a:cs typeface="Corbel"/>
              </a:rPr>
              <a:t> </a:t>
            </a:r>
            <a:r>
              <a:rPr sz="1200" dirty="0">
                <a:latin typeface="Corbel"/>
                <a:cs typeface="Corbel"/>
              </a:rPr>
              <a:t>(satellite</a:t>
            </a:r>
            <a:r>
              <a:rPr sz="1200" spc="-15" dirty="0">
                <a:latin typeface="Corbel"/>
                <a:cs typeface="Corbel"/>
              </a:rPr>
              <a:t> </a:t>
            </a:r>
            <a:r>
              <a:rPr sz="1200" dirty="0">
                <a:latin typeface="Corbel"/>
                <a:cs typeface="Corbel"/>
              </a:rPr>
              <a:t>with</a:t>
            </a:r>
            <a:r>
              <a:rPr sz="1200" spc="-20" dirty="0">
                <a:latin typeface="Corbel"/>
                <a:cs typeface="Corbel"/>
              </a:rPr>
              <a:t> </a:t>
            </a:r>
            <a:r>
              <a:rPr sz="1200" dirty="0">
                <a:latin typeface="Corbel"/>
                <a:cs typeface="Corbel"/>
              </a:rPr>
              <a:t>red</a:t>
            </a:r>
            <a:r>
              <a:rPr sz="1200" spc="-20" dirty="0">
                <a:latin typeface="Corbel"/>
                <a:cs typeface="Corbel"/>
              </a:rPr>
              <a:t> </a:t>
            </a:r>
            <a:r>
              <a:rPr sz="1200" spc="-10" dirty="0">
                <a:latin typeface="Corbel"/>
                <a:cs typeface="Corbel"/>
              </a:rPr>
              <a:t>sphere),</a:t>
            </a:r>
            <a:r>
              <a:rPr sz="1200" spc="-20" dirty="0">
                <a:latin typeface="Corbel"/>
                <a:cs typeface="Corbel"/>
              </a:rPr>
              <a:t> </a:t>
            </a:r>
            <a:r>
              <a:rPr sz="1200" spc="-25" dirty="0">
                <a:latin typeface="Corbel"/>
                <a:cs typeface="Corbel"/>
              </a:rPr>
              <a:t>you </a:t>
            </a:r>
            <a:r>
              <a:rPr sz="1200" dirty="0">
                <a:latin typeface="Corbel"/>
                <a:cs typeface="Corbel"/>
              </a:rPr>
              <a:t>could</a:t>
            </a:r>
            <a:r>
              <a:rPr sz="1200" spc="60" dirty="0">
                <a:latin typeface="Corbel"/>
                <a:cs typeface="Corbel"/>
              </a:rPr>
              <a:t> </a:t>
            </a:r>
            <a:r>
              <a:rPr sz="1200" dirty="0">
                <a:latin typeface="Corbel"/>
                <a:cs typeface="Corbel"/>
              </a:rPr>
              <a:t>be</a:t>
            </a:r>
            <a:r>
              <a:rPr sz="1200" spc="65" dirty="0">
                <a:latin typeface="Corbel"/>
                <a:cs typeface="Corbel"/>
              </a:rPr>
              <a:t> </a:t>
            </a:r>
            <a:r>
              <a:rPr sz="1200" dirty="0">
                <a:latin typeface="Corbel"/>
                <a:cs typeface="Corbel"/>
              </a:rPr>
              <a:t>anywhere</a:t>
            </a:r>
            <a:r>
              <a:rPr sz="1200" spc="70" dirty="0">
                <a:latin typeface="Corbel"/>
                <a:cs typeface="Corbel"/>
              </a:rPr>
              <a:t> </a:t>
            </a:r>
            <a:r>
              <a:rPr sz="1200" dirty="0">
                <a:latin typeface="Corbel"/>
                <a:cs typeface="Corbel"/>
              </a:rPr>
              <a:t>on</a:t>
            </a:r>
            <a:r>
              <a:rPr sz="1200" spc="70" dirty="0">
                <a:latin typeface="Corbel"/>
                <a:cs typeface="Corbel"/>
              </a:rPr>
              <a:t> </a:t>
            </a:r>
            <a:r>
              <a:rPr sz="1200" dirty="0">
                <a:latin typeface="Corbel"/>
                <a:cs typeface="Corbel"/>
              </a:rPr>
              <a:t>an</a:t>
            </a:r>
            <a:r>
              <a:rPr sz="1200" spc="70" dirty="0">
                <a:latin typeface="Corbel"/>
                <a:cs typeface="Corbel"/>
              </a:rPr>
              <a:t> </a:t>
            </a:r>
            <a:r>
              <a:rPr sz="1200" dirty="0">
                <a:latin typeface="Corbel"/>
                <a:cs typeface="Corbel"/>
              </a:rPr>
              <a:t>imaginary</a:t>
            </a:r>
            <a:r>
              <a:rPr sz="1200" spc="65" dirty="0">
                <a:latin typeface="Corbel"/>
                <a:cs typeface="Corbel"/>
              </a:rPr>
              <a:t> </a:t>
            </a:r>
            <a:r>
              <a:rPr sz="1200" dirty="0">
                <a:latin typeface="Corbel"/>
                <a:cs typeface="Corbel"/>
              </a:rPr>
              <a:t>red</a:t>
            </a:r>
            <a:r>
              <a:rPr sz="1200" spc="65" dirty="0">
                <a:latin typeface="Corbel"/>
                <a:cs typeface="Corbel"/>
              </a:rPr>
              <a:t> </a:t>
            </a:r>
            <a:r>
              <a:rPr sz="1200" dirty="0">
                <a:latin typeface="Corbel"/>
                <a:cs typeface="Corbel"/>
              </a:rPr>
              <a:t>sphere</a:t>
            </a:r>
            <a:r>
              <a:rPr sz="1200" spc="65" dirty="0">
                <a:latin typeface="Corbel"/>
                <a:cs typeface="Corbel"/>
              </a:rPr>
              <a:t> </a:t>
            </a:r>
            <a:r>
              <a:rPr sz="1200" dirty="0">
                <a:latin typeface="Corbel"/>
                <a:cs typeface="Corbel"/>
              </a:rPr>
              <a:t>that</a:t>
            </a:r>
            <a:r>
              <a:rPr sz="1200" spc="65" dirty="0">
                <a:latin typeface="Corbel"/>
                <a:cs typeface="Corbel"/>
              </a:rPr>
              <a:t> </a:t>
            </a:r>
            <a:r>
              <a:rPr sz="1200" dirty="0">
                <a:latin typeface="Corbel"/>
                <a:cs typeface="Corbel"/>
              </a:rPr>
              <a:t>has</a:t>
            </a:r>
            <a:r>
              <a:rPr sz="1200" spc="70" dirty="0">
                <a:latin typeface="Corbel"/>
                <a:cs typeface="Corbel"/>
              </a:rPr>
              <a:t> </a:t>
            </a:r>
            <a:r>
              <a:rPr sz="1200" dirty="0">
                <a:latin typeface="Corbel"/>
                <a:cs typeface="Corbel"/>
              </a:rPr>
              <a:t>a</a:t>
            </a:r>
            <a:r>
              <a:rPr sz="1200" spc="65" dirty="0">
                <a:latin typeface="Corbel"/>
                <a:cs typeface="Corbel"/>
              </a:rPr>
              <a:t> </a:t>
            </a:r>
            <a:r>
              <a:rPr sz="1200" dirty="0">
                <a:latin typeface="Corbel"/>
                <a:cs typeface="Corbel"/>
              </a:rPr>
              <a:t>radius</a:t>
            </a:r>
            <a:r>
              <a:rPr sz="1200" spc="65" dirty="0">
                <a:latin typeface="Corbel"/>
                <a:cs typeface="Corbel"/>
              </a:rPr>
              <a:t> </a:t>
            </a:r>
            <a:r>
              <a:rPr sz="1200" spc="-10" dirty="0">
                <a:latin typeface="Corbel"/>
                <a:cs typeface="Corbel"/>
              </a:rPr>
              <a:t>equal </a:t>
            </a:r>
            <a:r>
              <a:rPr sz="1200" dirty="0">
                <a:latin typeface="Corbel"/>
                <a:cs typeface="Corbel"/>
              </a:rPr>
              <a:t>to</a:t>
            </a:r>
            <a:r>
              <a:rPr sz="1200" spc="-30" dirty="0">
                <a:latin typeface="Corbel"/>
                <a:cs typeface="Corbel"/>
              </a:rPr>
              <a:t> </a:t>
            </a:r>
            <a:r>
              <a:rPr sz="1200" dirty="0">
                <a:latin typeface="Corbel"/>
                <a:cs typeface="Corbel"/>
              </a:rPr>
              <a:t>the</a:t>
            </a:r>
            <a:r>
              <a:rPr sz="1200" spc="-25" dirty="0">
                <a:latin typeface="Corbel"/>
                <a:cs typeface="Corbel"/>
              </a:rPr>
              <a:t> </a:t>
            </a:r>
            <a:r>
              <a:rPr sz="1200" dirty="0">
                <a:latin typeface="Corbel"/>
                <a:cs typeface="Corbel"/>
              </a:rPr>
              <a:t>number</a:t>
            </a:r>
            <a:r>
              <a:rPr sz="1200" spc="-35" dirty="0">
                <a:latin typeface="Corbel"/>
                <a:cs typeface="Corbel"/>
              </a:rPr>
              <a:t> </a:t>
            </a:r>
            <a:r>
              <a:rPr sz="1200" dirty="0">
                <a:latin typeface="Corbel"/>
                <a:cs typeface="Corbel"/>
              </a:rPr>
              <a:t>of</a:t>
            </a:r>
            <a:r>
              <a:rPr sz="1200" spc="-20" dirty="0">
                <a:latin typeface="Corbel"/>
                <a:cs typeface="Corbel"/>
              </a:rPr>
              <a:t> </a:t>
            </a:r>
            <a:r>
              <a:rPr sz="1200" dirty="0">
                <a:latin typeface="Corbel"/>
                <a:cs typeface="Corbel"/>
              </a:rPr>
              <a:t>miles</a:t>
            </a:r>
            <a:r>
              <a:rPr sz="1200" spc="-30" dirty="0">
                <a:latin typeface="Corbel"/>
                <a:cs typeface="Corbel"/>
              </a:rPr>
              <a:t> </a:t>
            </a:r>
            <a:r>
              <a:rPr sz="1200" dirty="0">
                <a:latin typeface="Corbel"/>
                <a:cs typeface="Corbel"/>
              </a:rPr>
              <a:t>from</a:t>
            </a:r>
            <a:r>
              <a:rPr sz="1200" spc="-25" dirty="0">
                <a:latin typeface="Corbel"/>
                <a:cs typeface="Corbel"/>
              </a:rPr>
              <a:t> </a:t>
            </a:r>
            <a:r>
              <a:rPr sz="1200" dirty="0">
                <a:latin typeface="Corbel"/>
                <a:cs typeface="Corbel"/>
              </a:rPr>
              <a:t>the</a:t>
            </a:r>
            <a:r>
              <a:rPr sz="1200" spc="-25" dirty="0">
                <a:latin typeface="Corbel"/>
                <a:cs typeface="Corbel"/>
              </a:rPr>
              <a:t> </a:t>
            </a:r>
            <a:r>
              <a:rPr sz="1200" dirty="0">
                <a:latin typeface="Corbel"/>
                <a:cs typeface="Corbel"/>
              </a:rPr>
              <a:t>satellite</a:t>
            </a:r>
            <a:r>
              <a:rPr sz="1200" spc="-25" dirty="0">
                <a:latin typeface="Corbel"/>
                <a:cs typeface="Corbel"/>
              </a:rPr>
              <a:t> </a:t>
            </a:r>
            <a:r>
              <a:rPr sz="1200" dirty="0">
                <a:latin typeface="Corbel"/>
                <a:cs typeface="Corbel"/>
              </a:rPr>
              <a:t>(15,000</a:t>
            </a:r>
            <a:r>
              <a:rPr sz="1200" spc="-30" dirty="0">
                <a:latin typeface="Corbel"/>
                <a:cs typeface="Corbel"/>
              </a:rPr>
              <a:t> </a:t>
            </a:r>
            <a:r>
              <a:rPr sz="1200" spc="-10" dirty="0">
                <a:latin typeface="Corbel"/>
                <a:cs typeface="Corbel"/>
              </a:rPr>
              <a:t>miles).</a:t>
            </a:r>
            <a:endParaRPr sz="1200" dirty="0">
              <a:latin typeface="Corbel"/>
              <a:cs typeface="Corbel"/>
            </a:endParaRPr>
          </a:p>
          <a:p>
            <a:pPr marL="298450" marR="5080" indent="-285750" algn="just">
              <a:lnSpc>
                <a:spcPct val="100000"/>
              </a:lnSpc>
              <a:spcBef>
                <a:spcPts val="865"/>
              </a:spcBef>
              <a:buFont typeface="Arial MT"/>
              <a:buChar char="•"/>
              <a:tabLst>
                <a:tab pos="298450" algn="l"/>
                <a:tab pos="300355" algn="l"/>
              </a:tabLst>
            </a:pPr>
            <a:r>
              <a:rPr sz="1200" dirty="0">
                <a:latin typeface="Corbel"/>
                <a:cs typeface="Corbel"/>
              </a:rPr>
              <a:t>	When</a:t>
            </a:r>
            <a:r>
              <a:rPr sz="1200" spc="170" dirty="0">
                <a:latin typeface="Corbel"/>
                <a:cs typeface="Corbel"/>
              </a:rPr>
              <a:t> </a:t>
            </a:r>
            <a:r>
              <a:rPr sz="1200" dirty="0">
                <a:latin typeface="Corbel"/>
                <a:cs typeface="Corbel"/>
              </a:rPr>
              <a:t>you</a:t>
            </a:r>
            <a:r>
              <a:rPr sz="1200" spc="170" dirty="0">
                <a:latin typeface="Corbel"/>
                <a:cs typeface="Corbel"/>
              </a:rPr>
              <a:t> </a:t>
            </a:r>
            <a:r>
              <a:rPr sz="1200" dirty="0">
                <a:latin typeface="Corbel"/>
                <a:cs typeface="Corbel"/>
              </a:rPr>
              <a:t>add</a:t>
            </a:r>
            <a:r>
              <a:rPr sz="1200" spc="165" dirty="0">
                <a:latin typeface="Corbel"/>
                <a:cs typeface="Corbel"/>
              </a:rPr>
              <a:t> </a:t>
            </a:r>
            <a:r>
              <a:rPr sz="1200" dirty="0">
                <a:latin typeface="Corbel"/>
                <a:cs typeface="Corbel"/>
              </a:rPr>
              <a:t>a</a:t>
            </a:r>
            <a:r>
              <a:rPr sz="1200" spc="170" dirty="0">
                <a:latin typeface="Corbel"/>
                <a:cs typeface="Corbel"/>
              </a:rPr>
              <a:t> </a:t>
            </a:r>
            <a:r>
              <a:rPr sz="1200" dirty="0">
                <a:latin typeface="Corbel"/>
                <a:cs typeface="Corbel"/>
              </a:rPr>
              <a:t>second</a:t>
            </a:r>
            <a:r>
              <a:rPr sz="1200" spc="160" dirty="0">
                <a:latin typeface="Corbel"/>
                <a:cs typeface="Corbel"/>
              </a:rPr>
              <a:t> </a:t>
            </a:r>
            <a:r>
              <a:rPr sz="1200" dirty="0">
                <a:latin typeface="Corbel"/>
                <a:cs typeface="Corbel"/>
              </a:rPr>
              <a:t>satellite</a:t>
            </a:r>
            <a:r>
              <a:rPr sz="1200" spc="175" dirty="0">
                <a:latin typeface="Corbel"/>
                <a:cs typeface="Corbel"/>
              </a:rPr>
              <a:t> </a:t>
            </a:r>
            <a:r>
              <a:rPr sz="1200" dirty="0">
                <a:latin typeface="Corbel"/>
                <a:cs typeface="Corbel"/>
              </a:rPr>
              <a:t>(satellite</a:t>
            </a:r>
            <a:r>
              <a:rPr sz="1200" spc="170" dirty="0">
                <a:latin typeface="Corbel"/>
                <a:cs typeface="Corbel"/>
              </a:rPr>
              <a:t> </a:t>
            </a:r>
            <a:r>
              <a:rPr sz="1200" dirty="0">
                <a:latin typeface="Corbel"/>
                <a:cs typeface="Corbel"/>
              </a:rPr>
              <a:t>with</a:t>
            </a:r>
            <a:r>
              <a:rPr sz="1200" spc="170" dirty="0">
                <a:latin typeface="Corbel"/>
                <a:cs typeface="Corbel"/>
              </a:rPr>
              <a:t> </a:t>
            </a:r>
            <a:r>
              <a:rPr sz="1200" dirty="0">
                <a:latin typeface="Corbel"/>
                <a:cs typeface="Corbel"/>
              </a:rPr>
              <a:t>green</a:t>
            </a:r>
            <a:r>
              <a:rPr sz="1200" spc="170" dirty="0">
                <a:latin typeface="Corbel"/>
                <a:cs typeface="Corbel"/>
              </a:rPr>
              <a:t> </a:t>
            </a:r>
            <a:r>
              <a:rPr sz="1200" dirty="0">
                <a:latin typeface="Corbel"/>
                <a:cs typeface="Corbel"/>
              </a:rPr>
              <a:t>sphere),</a:t>
            </a:r>
            <a:r>
              <a:rPr sz="1200" spc="165" dirty="0">
                <a:latin typeface="Corbel"/>
                <a:cs typeface="Corbel"/>
              </a:rPr>
              <a:t> </a:t>
            </a:r>
            <a:r>
              <a:rPr sz="1200" spc="-10" dirty="0">
                <a:latin typeface="Corbel"/>
                <a:cs typeface="Corbel"/>
              </a:rPr>
              <a:t>about </a:t>
            </a:r>
            <a:r>
              <a:rPr sz="1200" dirty="0">
                <a:latin typeface="Corbel"/>
                <a:cs typeface="Corbel"/>
              </a:rPr>
              <a:t>12,000</a:t>
            </a:r>
            <a:r>
              <a:rPr sz="1200" spc="5" dirty="0">
                <a:latin typeface="Corbel"/>
                <a:cs typeface="Corbel"/>
              </a:rPr>
              <a:t> </a:t>
            </a:r>
            <a:r>
              <a:rPr sz="1200" dirty="0">
                <a:latin typeface="Corbel"/>
                <a:cs typeface="Corbel"/>
              </a:rPr>
              <a:t>miles</a:t>
            </a:r>
            <a:r>
              <a:rPr sz="1200" spc="5" dirty="0">
                <a:latin typeface="Corbel"/>
                <a:cs typeface="Corbel"/>
              </a:rPr>
              <a:t> </a:t>
            </a:r>
            <a:r>
              <a:rPr sz="1200" dirty="0">
                <a:latin typeface="Corbel"/>
                <a:cs typeface="Corbel"/>
              </a:rPr>
              <a:t>away,</a:t>
            </a:r>
            <a:r>
              <a:rPr sz="1200" spc="5" dirty="0">
                <a:latin typeface="Corbel"/>
                <a:cs typeface="Corbel"/>
              </a:rPr>
              <a:t> </a:t>
            </a:r>
            <a:r>
              <a:rPr sz="1200" dirty="0">
                <a:latin typeface="Corbel"/>
                <a:cs typeface="Corbel"/>
              </a:rPr>
              <a:t>you</a:t>
            </a:r>
            <a:r>
              <a:rPr sz="1200" spc="15" dirty="0">
                <a:latin typeface="Corbel"/>
                <a:cs typeface="Corbel"/>
              </a:rPr>
              <a:t> </a:t>
            </a:r>
            <a:r>
              <a:rPr sz="1200" dirty="0">
                <a:latin typeface="Corbel"/>
                <a:cs typeface="Corbel"/>
              </a:rPr>
              <a:t>can</a:t>
            </a:r>
            <a:r>
              <a:rPr sz="1200" spc="15" dirty="0">
                <a:latin typeface="Corbel"/>
                <a:cs typeface="Corbel"/>
              </a:rPr>
              <a:t> </a:t>
            </a:r>
            <a:r>
              <a:rPr sz="1200" dirty="0">
                <a:latin typeface="Corbel"/>
                <a:cs typeface="Corbel"/>
              </a:rPr>
              <a:t>only</a:t>
            </a:r>
            <a:r>
              <a:rPr sz="1200" spc="10" dirty="0">
                <a:latin typeface="Corbel"/>
                <a:cs typeface="Corbel"/>
              </a:rPr>
              <a:t> </a:t>
            </a:r>
            <a:r>
              <a:rPr sz="1200" dirty="0">
                <a:latin typeface="Corbel"/>
                <a:cs typeface="Corbel"/>
              </a:rPr>
              <a:t>be</a:t>
            </a:r>
            <a:r>
              <a:rPr sz="1200" spc="15" dirty="0">
                <a:latin typeface="Corbel"/>
                <a:cs typeface="Corbel"/>
              </a:rPr>
              <a:t> </a:t>
            </a:r>
            <a:r>
              <a:rPr sz="1200" dirty="0">
                <a:latin typeface="Corbel"/>
                <a:cs typeface="Corbel"/>
              </a:rPr>
              <a:t>where</a:t>
            </a:r>
            <a:r>
              <a:rPr sz="1200" spc="15" dirty="0">
                <a:latin typeface="Corbel"/>
                <a:cs typeface="Corbel"/>
              </a:rPr>
              <a:t> </a:t>
            </a:r>
            <a:r>
              <a:rPr sz="1200" dirty="0">
                <a:latin typeface="Corbel"/>
                <a:cs typeface="Corbel"/>
              </a:rPr>
              <a:t>these</a:t>
            </a:r>
            <a:r>
              <a:rPr sz="1200" spc="10" dirty="0">
                <a:latin typeface="Corbel"/>
                <a:cs typeface="Corbel"/>
              </a:rPr>
              <a:t> </a:t>
            </a:r>
            <a:r>
              <a:rPr sz="1200" dirty="0">
                <a:latin typeface="Corbel"/>
                <a:cs typeface="Corbel"/>
              </a:rPr>
              <a:t>two</a:t>
            </a:r>
            <a:r>
              <a:rPr sz="1200" spc="5" dirty="0">
                <a:latin typeface="Corbel"/>
                <a:cs typeface="Corbel"/>
              </a:rPr>
              <a:t> </a:t>
            </a:r>
            <a:r>
              <a:rPr sz="1200" dirty="0">
                <a:latin typeface="Corbel"/>
                <a:cs typeface="Corbel"/>
              </a:rPr>
              <a:t>imaginary</a:t>
            </a:r>
            <a:r>
              <a:rPr sz="1200" spc="10" dirty="0">
                <a:latin typeface="Corbel"/>
                <a:cs typeface="Corbel"/>
              </a:rPr>
              <a:t> </a:t>
            </a:r>
            <a:r>
              <a:rPr sz="1200" spc="-10" dirty="0">
                <a:latin typeface="Corbel"/>
                <a:cs typeface="Corbel"/>
              </a:rPr>
              <a:t>spheres </a:t>
            </a:r>
            <a:r>
              <a:rPr sz="1200" dirty="0">
                <a:latin typeface="Corbel"/>
                <a:cs typeface="Corbel"/>
              </a:rPr>
              <a:t>intersect</a:t>
            </a:r>
            <a:r>
              <a:rPr sz="1200" spc="-40" dirty="0">
                <a:latin typeface="Corbel"/>
                <a:cs typeface="Corbel"/>
              </a:rPr>
              <a:t> </a:t>
            </a:r>
            <a:r>
              <a:rPr sz="1200" dirty="0">
                <a:latin typeface="Corbel"/>
                <a:cs typeface="Corbel"/>
              </a:rPr>
              <a:t>(the</a:t>
            </a:r>
            <a:r>
              <a:rPr sz="1200" spc="-25" dirty="0">
                <a:latin typeface="Corbel"/>
                <a:cs typeface="Corbel"/>
              </a:rPr>
              <a:t> </a:t>
            </a:r>
            <a:r>
              <a:rPr sz="1200" dirty="0">
                <a:latin typeface="Corbel"/>
                <a:cs typeface="Corbel"/>
              </a:rPr>
              <a:t>white</a:t>
            </a:r>
            <a:r>
              <a:rPr sz="1200" spc="-25" dirty="0">
                <a:latin typeface="Corbel"/>
                <a:cs typeface="Corbel"/>
              </a:rPr>
              <a:t> </a:t>
            </a:r>
            <a:r>
              <a:rPr sz="1200" spc="-10" dirty="0">
                <a:latin typeface="Corbel"/>
                <a:cs typeface="Corbel"/>
              </a:rPr>
              <a:t>circle).</a:t>
            </a:r>
            <a:endParaRPr sz="1200" dirty="0">
              <a:latin typeface="Corbel"/>
              <a:cs typeface="Corbel"/>
            </a:endParaRPr>
          </a:p>
          <a:p>
            <a:pPr marL="298450" marR="5080" indent="-285750" algn="just">
              <a:lnSpc>
                <a:spcPct val="100000"/>
              </a:lnSpc>
              <a:spcBef>
                <a:spcPts val="865"/>
              </a:spcBef>
              <a:buFont typeface="Arial MT"/>
              <a:buChar char="•"/>
              <a:tabLst>
                <a:tab pos="298450" algn="l"/>
                <a:tab pos="300355" algn="l"/>
              </a:tabLst>
            </a:pPr>
            <a:r>
              <a:rPr sz="1200" dirty="0">
                <a:latin typeface="Corbel"/>
                <a:cs typeface="Corbel"/>
              </a:rPr>
              <a:t>	When</a:t>
            </a:r>
            <a:r>
              <a:rPr sz="1200" spc="180" dirty="0">
                <a:latin typeface="Corbel"/>
                <a:cs typeface="Corbel"/>
              </a:rPr>
              <a:t> </a:t>
            </a:r>
            <a:r>
              <a:rPr sz="1200" dirty="0">
                <a:latin typeface="Corbel"/>
                <a:cs typeface="Corbel"/>
              </a:rPr>
              <a:t>you</a:t>
            </a:r>
            <a:r>
              <a:rPr sz="1200" spc="180" dirty="0">
                <a:latin typeface="Corbel"/>
                <a:cs typeface="Corbel"/>
              </a:rPr>
              <a:t> </a:t>
            </a:r>
            <a:r>
              <a:rPr sz="1200" dirty="0">
                <a:latin typeface="Corbel"/>
                <a:cs typeface="Corbel"/>
              </a:rPr>
              <a:t>add</a:t>
            </a:r>
            <a:r>
              <a:rPr sz="1200" spc="175" dirty="0">
                <a:latin typeface="Corbel"/>
                <a:cs typeface="Corbel"/>
              </a:rPr>
              <a:t> </a:t>
            </a:r>
            <a:r>
              <a:rPr sz="1200" dirty="0">
                <a:latin typeface="Corbel"/>
                <a:cs typeface="Corbel"/>
              </a:rPr>
              <a:t>a</a:t>
            </a:r>
            <a:r>
              <a:rPr sz="1200" spc="175" dirty="0">
                <a:latin typeface="Corbel"/>
                <a:cs typeface="Corbel"/>
              </a:rPr>
              <a:t> </a:t>
            </a:r>
            <a:r>
              <a:rPr sz="1200" u="sng" dirty="0">
                <a:uFill>
                  <a:solidFill>
                    <a:srgbClr val="000000"/>
                  </a:solidFill>
                </a:uFill>
                <a:latin typeface="Corbel"/>
                <a:cs typeface="Corbel"/>
              </a:rPr>
              <a:t>third</a:t>
            </a:r>
            <a:r>
              <a:rPr sz="1200" u="sng" spc="170" dirty="0">
                <a:uFill>
                  <a:solidFill>
                    <a:srgbClr val="000000"/>
                  </a:solidFill>
                </a:uFill>
                <a:latin typeface="Corbel"/>
                <a:cs typeface="Corbel"/>
              </a:rPr>
              <a:t> </a:t>
            </a:r>
            <a:r>
              <a:rPr sz="1200" u="sng" dirty="0">
                <a:uFill>
                  <a:solidFill>
                    <a:srgbClr val="000000"/>
                  </a:solidFill>
                </a:uFill>
                <a:latin typeface="Corbel"/>
                <a:cs typeface="Corbel"/>
              </a:rPr>
              <a:t>satellite</a:t>
            </a:r>
            <a:r>
              <a:rPr sz="1200" u="sng" spc="185" dirty="0">
                <a:uFill>
                  <a:solidFill>
                    <a:srgbClr val="000000"/>
                  </a:solidFill>
                </a:uFill>
                <a:latin typeface="Corbel"/>
                <a:cs typeface="Corbel"/>
              </a:rPr>
              <a:t> </a:t>
            </a:r>
            <a:r>
              <a:rPr sz="1200" u="sng" dirty="0">
                <a:uFill>
                  <a:solidFill>
                    <a:srgbClr val="000000"/>
                  </a:solidFill>
                </a:uFill>
                <a:latin typeface="Corbel"/>
                <a:cs typeface="Corbel"/>
              </a:rPr>
              <a:t>(satellite</a:t>
            </a:r>
            <a:r>
              <a:rPr sz="1200" u="sng" spc="180" dirty="0">
                <a:uFill>
                  <a:solidFill>
                    <a:srgbClr val="000000"/>
                  </a:solidFill>
                </a:uFill>
                <a:latin typeface="Corbel"/>
                <a:cs typeface="Corbel"/>
              </a:rPr>
              <a:t> </a:t>
            </a:r>
            <a:r>
              <a:rPr sz="1200" u="sng" dirty="0">
                <a:uFill>
                  <a:solidFill>
                    <a:srgbClr val="000000"/>
                  </a:solidFill>
                </a:uFill>
                <a:latin typeface="Corbel"/>
                <a:cs typeface="Corbel"/>
              </a:rPr>
              <a:t>with</a:t>
            </a:r>
            <a:r>
              <a:rPr sz="1200" u="sng" spc="175" dirty="0">
                <a:uFill>
                  <a:solidFill>
                    <a:srgbClr val="000000"/>
                  </a:solidFill>
                </a:uFill>
                <a:latin typeface="Corbel"/>
                <a:cs typeface="Corbel"/>
              </a:rPr>
              <a:t> </a:t>
            </a:r>
            <a:r>
              <a:rPr sz="1200" u="sng" dirty="0">
                <a:uFill>
                  <a:solidFill>
                    <a:srgbClr val="000000"/>
                  </a:solidFill>
                </a:uFill>
                <a:latin typeface="Corbel"/>
                <a:cs typeface="Corbel"/>
              </a:rPr>
              <a:t>a</a:t>
            </a:r>
            <a:r>
              <a:rPr sz="1200" u="sng" spc="180" dirty="0">
                <a:uFill>
                  <a:solidFill>
                    <a:srgbClr val="000000"/>
                  </a:solidFill>
                </a:uFill>
                <a:latin typeface="Corbel"/>
                <a:cs typeface="Corbel"/>
              </a:rPr>
              <a:t> </a:t>
            </a:r>
            <a:r>
              <a:rPr sz="1200" u="sng" dirty="0">
                <a:uFill>
                  <a:solidFill>
                    <a:srgbClr val="000000"/>
                  </a:solidFill>
                </a:uFill>
                <a:latin typeface="Corbel"/>
                <a:cs typeface="Corbel"/>
              </a:rPr>
              <a:t>blue</a:t>
            </a:r>
            <a:r>
              <a:rPr sz="1200" u="sng" spc="180" dirty="0">
                <a:uFill>
                  <a:solidFill>
                    <a:srgbClr val="000000"/>
                  </a:solidFill>
                </a:uFill>
                <a:latin typeface="Corbel"/>
                <a:cs typeface="Corbel"/>
              </a:rPr>
              <a:t> </a:t>
            </a:r>
            <a:r>
              <a:rPr sz="1200" u="sng" dirty="0">
                <a:uFill>
                  <a:solidFill>
                    <a:srgbClr val="000000"/>
                  </a:solidFill>
                </a:uFill>
                <a:latin typeface="Corbel"/>
                <a:cs typeface="Corbel"/>
              </a:rPr>
              <a:t>sphere)</a:t>
            </a:r>
            <a:r>
              <a:rPr sz="1200" u="sng" spc="180" dirty="0">
                <a:uFill>
                  <a:solidFill>
                    <a:srgbClr val="000000"/>
                  </a:solidFill>
                </a:uFill>
                <a:latin typeface="Corbel"/>
                <a:cs typeface="Corbel"/>
              </a:rPr>
              <a:t> </a:t>
            </a:r>
            <a:r>
              <a:rPr sz="1200" u="sng" dirty="0">
                <a:uFill>
                  <a:solidFill>
                    <a:srgbClr val="000000"/>
                  </a:solidFill>
                </a:uFill>
                <a:latin typeface="Corbel"/>
                <a:cs typeface="Corbel"/>
              </a:rPr>
              <a:t>you</a:t>
            </a:r>
            <a:r>
              <a:rPr sz="1200" u="sng" spc="180" dirty="0">
                <a:uFill>
                  <a:solidFill>
                    <a:srgbClr val="000000"/>
                  </a:solidFill>
                </a:uFill>
                <a:latin typeface="Corbel"/>
                <a:cs typeface="Corbel"/>
              </a:rPr>
              <a:t> </a:t>
            </a:r>
            <a:r>
              <a:rPr sz="1200" u="sng" spc="-25" dirty="0">
                <a:uFill>
                  <a:solidFill>
                    <a:srgbClr val="000000"/>
                  </a:solidFill>
                </a:uFill>
                <a:latin typeface="Corbel"/>
                <a:cs typeface="Corbel"/>
              </a:rPr>
              <a:t>can</a:t>
            </a:r>
            <a:r>
              <a:rPr sz="1200" spc="-25" dirty="0">
                <a:latin typeface="Corbel"/>
                <a:cs typeface="Corbel"/>
              </a:rPr>
              <a:t> </a:t>
            </a:r>
            <a:r>
              <a:rPr sz="1200" u="sng" dirty="0">
                <a:uFill>
                  <a:solidFill>
                    <a:srgbClr val="000000"/>
                  </a:solidFill>
                </a:uFill>
                <a:latin typeface="Corbel"/>
                <a:cs typeface="Corbel"/>
              </a:rPr>
              <a:t>come</a:t>
            </a:r>
            <a:r>
              <a:rPr sz="1200" u="sng" spc="145" dirty="0">
                <a:uFill>
                  <a:solidFill>
                    <a:srgbClr val="000000"/>
                  </a:solidFill>
                </a:uFill>
                <a:latin typeface="Corbel"/>
                <a:cs typeface="Corbel"/>
              </a:rPr>
              <a:t> </a:t>
            </a:r>
            <a:r>
              <a:rPr sz="1200" u="sng" dirty="0">
                <a:uFill>
                  <a:solidFill>
                    <a:srgbClr val="000000"/>
                  </a:solidFill>
                </a:uFill>
                <a:latin typeface="Corbel"/>
                <a:cs typeface="Corbel"/>
              </a:rPr>
              <a:t>close</a:t>
            </a:r>
            <a:r>
              <a:rPr sz="1200" u="sng" spc="150" dirty="0">
                <a:uFill>
                  <a:solidFill>
                    <a:srgbClr val="000000"/>
                  </a:solidFill>
                </a:uFill>
                <a:latin typeface="Corbel"/>
                <a:cs typeface="Corbel"/>
              </a:rPr>
              <a:t> </a:t>
            </a:r>
            <a:r>
              <a:rPr sz="1200" u="sng" dirty="0">
                <a:uFill>
                  <a:solidFill>
                    <a:srgbClr val="000000"/>
                  </a:solidFill>
                </a:uFill>
                <a:latin typeface="Corbel"/>
                <a:cs typeface="Corbel"/>
              </a:rPr>
              <a:t>to</a:t>
            </a:r>
            <a:r>
              <a:rPr sz="1200" u="sng" spc="150" dirty="0">
                <a:uFill>
                  <a:solidFill>
                    <a:srgbClr val="000000"/>
                  </a:solidFill>
                </a:uFill>
                <a:latin typeface="Corbel"/>
                <a:cs typeface="Corbel"/>
              </a:rPr>
              <a:t> </a:t>
            </a:r>
            <a:r>
              <a:rPr sz="1200" u="sng" dirty="0">
                <a:uFill>
                  <a:solidFill>
                    <a:srgbClr val="000000"/>
                  </a:solidFill>
                </a:uFill>
                <a:latin typeface="Corbel"/>
                <a:cs typeface="Corbel"/>
              </a:rPr>
              <a:t>finding</a:t>
            </a:r>
            <a:r>
              <a:rPr sz="1200" u="sng" spc="155" dirty="0">
                <a:uFill>
                  <a:solidFill>
                    <a:srgbClr val="000000"/>
                  </a:solidFill>
                </a:uFill>
                <a:latin typeface="Corbel"/>
                <a:cs typeface="Corbel"/>
              </a:rPr>
              <a:t> </a:t>
            </a:r>
            <a:r>
              <a:rPr sz="1200" u="sng" dirty="0">
                <a:uFill>
                  <a:solidFill>
                    <a:srgbClr val="000000"/>
                  </a:solidFill>
                </a:uFill>
                <a:latin typeface="Corbel"/>
                <a:cs typeface="Corbel"/>
              </a:rPr>
              <a:t>your</a:t>
            </a:r>
            <a:r>
              <a:rPr sz="1200" u="sng" spc="145" dirty="0">
                <a:uFill>
                  <a:solidFill>
                    <a:srgbClr val="000000"/>
                  </a:solidFill>
                </a:uFill>
                <a:latin typeface="Corbel"/>
                <a:cs typeface="Corbel"/>
              </a:rPr>
              <a:t> </a:t>
            </a:r>
            <a:r>
              <a:rPr sz="1200" u="sng" dirty="0">
                <a:uFill>
                  <a:solidFill>
                    <a:srgbClr val="000000"/>
                  </a:solidFill>
                </a:uFill>
                <a:latin typeface="Corbel"/>
                <a:cs typeface="Corbel"/>
              </a:rPr>
              <a:t>exact</a:t>
            </a:r>
            <a:r>
              <a:rPr sz="1200" u="sng" spc="145" dirty="0">
                <a:uFill>
                  <a:solidFill>
                    <a:srgbClr val="000000"/>
                  </a:solidFill>
                </a:uFill>
                <a:latin typeface="Corbel"/>
                <a:cs typeface="Corbel"/>
              </a:rPr>
              <a:t> </a:t>
            </a:r>
            <a:r>
              <a:rPr sz="1200" u="sng" dirty="0">
                <a:uFill>
                  <a:solidFill>
                    <a:srgbClr val="000000"/>
                  </a:solidFill>
                </a:uFill>
                <a:latin typeface="Corbel"/>
                <a:cs typeface="Corbel"/>
              </a:rPr>
              <a:t>position</a:t>
            </a:r>
            <a:r>
              <a:rPr sz="1200" u="sng" spc="150" dirty="0">
                <a:uFill>
                  <a:solidFill>
                    <a:srgbClr val="000000"/>
                  </a:solidFill>
                </a:uFill>
                <a:latin typeface="Corbel"/>
                <a:cs typeface="Corbel"/>
              </a:rPr>
              <a:t> </a:t>
            </a:r>
            <a:r>
              <a:rPr sz="1200" u="sng" dirty="0">
                <a:uFill>
                  <a:solidFill>
                    <a:srgbClr val="000000"/>
                  </a:solidFill>
                </a:uFill>
                <a:latin typeface="Corbel"/>
                <a:cs typeface="Corbel"/>
              </a:rPr>
              <a:t>on</a:t>
            </a:r>
            <a:r>
              <a:rPr sz="1200" u="sng" spc="155" dirty="0">
                <a:uFill>
                  <a:solidFill>
                    <a:srgbClr val="000000"/>
                  </a:solidFill>
                </a:uFill>
                <a:latin typeface="Corbel"/>
                <a:cs typeface="Corbel"/>
              </a:rPr>
              <a:t> </a:t>
            </a:r>
            <a:r>
              <a:rPr sz="1200" u="sng" dirty="0">
                <a:uFill>
                  <a:solidFill>
                    <a:srgbClr val="000000"/>
                  </a:solidFill>
                </a:uFill>
                <a:latin typeface="Corbel"/>
                <a:cs typeface="Corbel"/>
              </a:rPr>
              <a:t>the</a:t>
            </a:r>
            <a:r>
              <a:rPr sz="1200" u="sng" spc="155" dirty="0">
                <a:uFill>
                  <a:solidFill>
                    <a:srgbClr val="000000"/>
                  </a:solidFill>
                </a:uFill>
                <a:latin typeface="Corbel"/>
                <a:cs typeface="Corbel"/>
              </a:rPr>
              <a:t> </a:t>
            </a:r>
            <a:r>
              <a:rPr sz="1200" u="sng" dirty="0">
                <a:uFill>
                  <a:solidFill>
                    <a:srgbClr val="000000"/>
                  </a:solidFill>
                </a:uFill>
                <a:latin typeface="Corbel"/>
                <a:cs typeface="Corbel"/>
              </a:rPr>
              <a:t>Earth.</a:t>
            </a:r>
            <a:r>
              <a:rPr sz="1200" spc="145" dirty="0">
                <a:latin typeface="Corbel"/>
                <a:cs typeface="Corbel"/>
              </a:rPr>
              <a:t> </a:t>
            </a:r>
            <a:r>
              <a:rPr sz="1200" dirty="0">
                <a:latin typeface="Corbel"/>
                <a:cs typeface="Corbel"/>
              </a:rPr>
              <a:t>Imagine</a:t>
            </a:r>
            <a:r>
              <a:rPr sz="1200" spc="155" dirty="0">
                <a:latin typeface="Corbel"/>
                <a:cs typeface="Corbel"/>
              </a:rPr>
              <a:t> </a:t>
            </a:r>
            <a:r>
              <a:rPr sz="1200" spc="-20" dirty="0">
                <a:latin typeface="Corbel"/>
                <a:cs typeface="Corbel"/>
              </a:rPr>
              <a:t>that </a:t>
            </a:r>
            <a:r>
              <a:rPr sz="1200" dirty="0">
                <a:latin typeface="Corbel"/>
                <a:cs typeface="Corbel"/>
              </a:rPr>
              <a:t>you</a:t>
            </a:r>
            <a:r>
              <a:rPr sz="1200" spc="40" dirty="0">
                <a:latin typeface="Corbel"/>
                <a:cs typeface="Corbel"/>
              </a:rPr>
              <a:t> </a:t>
            </a:r>
            <a:r>
              <a:rPr sz="1200" dirty="0">
                <a:latin typeface="Corbel"/>
                <a:cs typeface="Corbel"/>
              </a:rPr>
              <a:t>are</a:t>
            </a:r>
            <a:r>
              <a:rPr sz="1200" spc="40" dirty="0">
                <a:latin typeface="Corbel"/>
                <a:cs typeface="Corbel"/>
              </a:rPr>
              <a:t> </a:t>
            </a:r>
            <a:r>
              <a:rPr sz="1200" dirty="0">
                <a:latin typeface="Corbel"/>
                <a:cs typeface="Corbel"/>
              </a:rPr>
              <a:t>14,000</a:t>
            </a:r>
            <a:r>
              <a:rPr sz="1200" spc="40" dirty="0">
                <a:latin typeface="Corbel"/>
                <a:cs typeface="Corbel"/>
              </a:rPr>
              <a:t> </a:t>
            </a:r>
            <a:r>
              <a:rPr sz="1200" dirty="0">
                <a:latin typeface="Corbel"/>
                <a:cs typeface="Corbel"/>
              </a:rPr>
              <a:t>miles</a:t>
            </a:r>
            <a:r>
              <a:rPr sz="1200" spc="40" dirty="0">
                <a:latin typeface="Corbel"/>
                <a:cs typeface="Corbel"/>
              </a:rPr>
              <a:t> </a:t>
            </a:r>
            <a:r>
              <a:rPr sz="1200" dirty="0">
                <a:latin typeface="Corbel"/>
                <a:cs typeface="Corbel"/>
              </a:rPr>
              <a:t>from</a:t>
            </a:r>
            <a:r>
              <a:rPr sz="1200" spc="50" dirty="0">
                <a:latin typeface="Corbel"/>
                <a:cs typeface="Corbel"/>
              </a:rPr>
              <a:t> </a:t>
            </a:r>
            <a:r>
              <a:rPr sz="1200" dirty="0">
                <a:latin typeface="Corbel"/>
                <a:cs typeface="Corbel"/>
              </a:rPr>
              <a:t>the</a:t>
            </a:r>
            <a:r>
              <a:rPr sz="1200" spc="40" dirty="0">
                <a:latin typeface="Corbel"/>
                <a:cs typeface="Corbel"/>
              </a:rPr>
              <a:t> </a:t>
            </a:r>
            <a:r>
              <a:rPr sz="1200" dirty="0">
                <a:latin typeface="Corbel"/>
                <a:cs typeface="Corbel"/>
              </a:rPr>
              <a:t>third</a:t>
            </a:r>
            <a:r>
              <a:rPr sz="1200" spc="35" dirty="0">
                <a:latin typeface="Corbel"/>
                <a:cs typeface="Corbel"/>
              </a:rPr>
              <a:t> </a:t>
            </a:r>
            <a:r>
              <a:rPr sz="1200" dirty="0">
                <a:latin typeface="Corbel"/>
                <a:cs typeface="Corbel"/>
              </a:rPr>
              <a:t>satellite.</a:t>
            </a:r>
            <a:r>
              <a:rPr sz="1200" spc="40" dirty="0">
                <a:latin typeface="Corbel"/>
                <a:cs typeface="Corbel"/>
              </a:rPr>
              <a:t> </a:t>
            </a:r>
            <a:r>
              <a:rPr sz="1200" dirty="0">
                <a:latin typeface="Corbel"/>
                <a:cs typeface="Corbel"/>
              </a:rPr>
              <a:t>In</a:t>
            </a:r>
            <a:r>
              <a:rPr sz="1200" spc="45" dirty="0">
                <a:latin typeface="Corbel"/>
                <a:cs typeface="Corbel"/>
              </a:rPr>
              <a:t> </a:t>
            </a:r>
            <a:r>
              <a:rPr sz="1200" dirty="0">
                <a:latin typeface="Corbel"/>
                <a:cs typeface="Corbel"/>
              </a:rPr>
              <a:t>this</a:t>
            </a:r>
            <a:r>
              <a:rPr sz="1200" spc="40" dirty="0">
                <a:latin typeface="Corbel"/>
                <a:cs typeface="Corbel"/>
              </a:rPr>
              <a:t> </a:t>
            </a:r>
            <a:r>
              <a:rPr sz="1200" dirty="0">
                <a:latin typeface="Corbel"/>
                <a:cs typeface="Corbel"/>
              </a:rPr>
              <a:t>situation,</a:t>
            </a:r>
            <a:r>
              <a:rPr sz="1200" spc="40" dirty="0">
                <a:latin typeface="Corbel"/>
                <a:cs typeface="Corbel"/>
              </a:rPr>
              <a:t> </a:t>
            </a:r>
            <a:r>
              <a:rPr sz="1200" dirty="0">
                <a:latin typeface="Corbel"/>
                <a:cs typeface="Corbel"/>
              </a:rPr>
              <a:t>there</a:t>
            </a:r>
            <a:r>
              <a:rPr sz="1200" spc="40" dirty="0">
                <a:latin typeface="Corbel"/>
                <a:cs typeface="Corbel"/>
              </a:rPr>
              <a:t> </a:t>
            </a:r>
            <a:r>
              <a:rPr sz="1200" spc="-25" dirty="0">
                <a:latin typeface="Corbel"/>
                <a:cs typeface="Corbel"/>
              </a:rPr>
              <a:t>are </a:t>
            </a:r>
            <a:r>
              <a:rPr sz="1200" dirty="0">
                <a:latin typeface="Corbel"/>
                <a:cs typeface="Corbel"/>
              </a:rPr>
              <a:t>only</a:t>
            </a:r>
            <a:r>
              <a:rPr sz="1200" spc="180" dirty="0">
                <a:latin typeface="Corbel"/>
                <a:cs typeface="Corbel"/>
              </a:rPr>
              <a:t> </a:t>
            </a:r>
            <a:r>
              <a:rPr sz="1200" dirty="0">
                <a:latin typeface="Corbel"/>
                <a:cs typeface="Corbel"/>
              </a:rPr>
              <a:t>two</a:t>
            </a:r>
            <a:r>
              <a:rPr sz="1200" spc="175" dirty="0">
                <a:latin typeface="Corbel"/>
                <a:cs typeface="Corbel"/>
              </a:rPr>
              <a:t> </a:t>
            </a:r>
            <a:r>
              <a:rPr sz="1200" dirty="0">
                <a:latin typeface="Corbel"/>
                <a:cs typeface="Corbel"/>
              </a:rPr>
              <a:t>points</a:t>
            </a:r>
            <a:r>
              <a:rPr sz="1200" spc="185" dirty="0">
                <a:latin typeface="Corbel"/>
                <a:cs typeface="Corbel"/>
              </a:rPr>
              <a:t> </a:t>
            </a:r>
            <a:r>
              <a:rPr sz="1200" dirty="0">
                <a:latin typeface="Corbel"/>
                <a:cs typeface="Corbel"/>
              </a:rPr>
              <a:t>(the</a:t>
            </a:r>
            <a:r>
              <a:rPr sz="1200" spc="185" dirty="0">
                <a:latin typeface="Corbel"/>
                <a:cs typeface="Corbel"/>
              </a:rPr>
              <a:t> </a:t>
            </a:r>
            <a:r>
              <a:rPr sz="1200" dirty="0">
                <a:latin typeface="Corbel"/>
                <a:cs typeface="Corbel"/>
              </a:rPr>
              <a:t>two</a:t>
            </a:r>
            <a:r>
              <a:rPr sz="1200" spc="175" dirty="0">
                <a:latin typeface="Corbel"/>
                <a:cs typeface="Corbel"/>
              </a:rPr>
              <a:t> </a:t>
            </a:r>
            <a:r>
              <a:rPr sz="1200" dirty="0">
                <a:latin typeface="Corbel"/>
                <a:cs typeface="Corbel"/>
              </a:rPr>
              <a:t>white</a:t>
            </a:r>
            <a:r>
              <a:rPr sz="1200" spc="190" dirty="0">
                <a:latin typeface="Corbel"/>
                <a:cs typeface="Corbel"/>
              </a:rPr>
              <a:t> </a:t>
            </a:r>
            <a:r>
              <a:rPr sz="1200" dirty="0">
                <a:latin typeface="Corbel"/>
                <a:cs typeface="Corbel"/>
              </a:rPr>
              <a:t>points)</a:t>
            </a:r>
            <a:r>
              <a:rPr sz="1200" spc="185" dirty="0">
                <a:latin typeface="Corbel"/>
                <a:cs typeface="Corbel"/>
              </a:rPr>
              <a:t> </a:t>
            </a:r>
            <a:r>
              <a:rPr sz="1200" dirty="0">
                <a:latin typeface="Corbel"/>
                <a:cs typeface="Corbel"/>
              </a:rPr>
              <a:t>where</a:t>
            </a:r>
            <a:r>
              <a:rPr sz="1200" spc="185" dirty="0">
                <a:latin typeface="Corbel"/>
                <a:cs typeface="Corbel"/>
              </a:rPr>
              <a:t> </a:t>
            </a:r>
            <a:r>
              <a:rPr sz="1200" dirty="0">
                <a:latin typeface="Corbel"/>
                <a:cs typeface="Corbel"/>
              </a:rPr>
              <a:t>you</a:t>
            </a:r>
            <a:r>
              <a:rPr sz="1200" spc="185" dirty="0">
                <a:latin typeface="Corbel"/>
                <a:cs typeface="Corbel"/>
              </a:rPr>
              <a:t> </a:t>
            </a:r>
            <a:r>
              <a:rPr sz="1200" dirty="0">
                <a:latin typeface="Corbel"/>
                <a:cs typeface="Corbel"/>
              </a:rPr>
              <a:t>could</a:t>
            </a:r>
            <a:r>
              <a:rPr sz="1200" spc="175" dirty="0">
                <a:latin typeface="Corbel"/>
                <a:cs typeface="Corbel"/>
              </a:rPr>
              <a:t> </a:t>
            </a:r>
            <a:r>
              <a:rPr sz="1200" dirty="0">
                <a:latin typeface="Corbel"/>
                <a:cs typeface="Corbel"/>
              </a:rPr>
              <a:t>possibly</a:t>
            </a:r>
            <a:r>
              <a:rPr sz="1200" spc="185" dirty="0">
                <a:latin typeface="Corbel"/>
                <a:cs typeface="Corbel"/>
              </a:rPr>
              <a:t> </a:t>
            </a:r>
            <a:r>
              <a:rPr sz="1200" spc="-25" dirty="0">
                <a:latin typeface="Corbel"/>
                <a:cs typeface="Corbel"/>
              </a:rPr>
              <a:t>be. </a:t>
            </a:r>
            <a:r>
              <a:rPr sz="1200" dirty="0">
                <a:latin typeface="Corbel"/>
                <a:cs typeface="Corbel"/>
              </a:rPr>
              <a:t>These</a:t>
            </a:r>
            <a:r>
              <a:rPr sz="1200" spc="295" dirty="0">
                <a:latin typeface="Corbel"/>
                <a:cs typeface="Corbel"/>
              </a:rPr>
              <a:t> </a:t>
            </a:r>
            <a:r>
              <a:rPr sz="1200" dirty="0">
                <a:latin typeface="Corbel"/>
                <a:cs typeface="Corbel"/>
              </a:rPr>
              <a:t>points</a:t>
            </a:r>
            <a:r>
              <a:rPr sz="1200" spc="300" dirty="0">
                <a:latin typeface="Corbel"/>
                <a:cs typeface="Corbel"/>
              </a:rPr>
              <a:t> </a:t>
            </a:r>
            <a:r>
              <a:rPr sz="1200" dirty="0">
                <a:latin typeface="Corbel"/>
                <a:cs typeface="Corbel"/>
              </a:rPr>
              <a:t>are</a:t>
            </a:r>
            <a:r>
              <a:rPr sz="1200" spc="295" dirty="0">
                <a:latin typeface="Corbel"/>
                <a:cs typeface="Corbel"/>
              </a:rPr>
              <a:t> </a:t>
            </a:r>
            <a:r>
              <a:rPr sz="1200" dirty="0">
                <a:latin typeface="Corbel"/>
                <a:cs typeface="Corbel"/>
              </a:rPr>
              <a:t>where</a:t>
            </a:r>
            <a:r>
              <a:rPr sz="1200" spc="300" dirty="0">
                <a:latin typeface="Corbel"/>
                <a:cs typeface="Corbel"/>
              </a:rPr>
              <a:t> </a:t>
            </a:r>
            <a:r>
              <a:rPr sz="1200" dirty="0">
                <a:latin typeface="Corbel"/>
                <a:cs typeface="Corbel"/>
              </a:rPr>
              <a:t>the</a:t>
            </a:r>
            <a:r>
              <a:rPr sz="1200" spc="295" dirty="0">
                <a:latin typeface="Corbel"/>
                <a:cs typeface="Corbel"/>
              </a:rPr>
              <a:t> </a:t>
            </a:r>
            <a:r>
              <a:rPr sz="1200" spc="-10" dirty="0">
                <a:latin typeface="Corbel"/>
                <a:cs typeface="Corbel"/>
              </a:rPr>
              <a:t>14,000-</a:t>
            </a:r>
            <a:r>
              <a:rPr sz="1200" dirty="0">
                <a:latin typeface="Corbel"/>
                <a:cs typeface="Corbel"/>
              </a:rPr>
              <a:t>mile</a:t>
            </a:r>
            <a:r>
              <a:rPr sz="1200" spc="300" dirty="0">
                <a:latin typeface="Corbel"/>
                <a:cs typeface="Corbel"/>
              </a:rPr>
              <a:t> </a:t>
            </a:r>
            <a:r>
              <a:rPr sz="1200" dirty="0">
                <a:latin typeface="Corbel"/>
                <a:cs typeface="Corbel"/>
              </a:rPr>
              <a:t>sphere</a:t>
            </a:r>
            <a:r>
              <a:rPr sz="1200" spc="295" dirty="0">
                <a:latin typeface="Corbel"/>
                <a:cs typeface="Corbel"/>
              </a:rPr>
              <a:t> </a:t>
            </a:r>
            <a:r>
              <a:rPr sz="1200" dirty="0">
                <a:latin typeface="Corbel"/>
                <a:cs typeface="Corbel"/>
              </a:rPr>
              <a:t>intersects</a:t>
            </a:r>
            <a:r>
              <a:rPr sz="1200" spc="300" dirty="0">
                <a:latin typeface="Corbel"/>
                <a:cs typeface="Corbel"/>
              </a:rPr>
              <a:t> </a:t>
            </a:r>
            <a:r>
              <a:rPr sz="1200" dirty="0">
                <a:latin typeface="Corbel"/>
                <a:cs typeface="Corbel"/>
              </a:rPr>
              <a:t>with</a:t>
            </a:r>
            <a:r>
              <a:rPr sz="1200" spc="290" dirty="0">
                <a:latin typeface="Corbel"/>
                <a:cs typeface="Corbel"/>
              </a:rPr>
              <a:t> </a:t>
            </a:r>
            <a:r>
              <a:rPr sz="1200" spc="-25" dirty="0">
                <a:latin typeface="Corbel"/>
                <a:cs typeface="Corbel"/>
              </a:rPr>
              <a:t>the </a:t>
            </a:r>
            <a:r>
              <a:rPr sz="1200" spc="-10" dirty="0">
                <a:latin typeface="Corbel"/>
                <a:cs typeface="Corbel"/>
              </a:rPr>
              <a:t>15,000-</a:t>
            </a:r>
            <a:r>
              <a:rPr sz="1200" dirty="0">
                <a:latin typeface="Corbel"/>
                <a:cs typeface="Corbel"/>
              </a:rPr>
              <a:t>mile</a:t>
            </a:r>
            <a:r>
              <a:rPr sz="1200" spc="5" dirty="0">
                <a:latin typeface="Corbel"/>
                <a:cs typeface="Corbel"/>
              </a:rPr>
              <a:t> </a:t>
            </a:r>
            <a:r>
              <a:rPr sz="1200" dirty="0">
                <a:latin typeface="Corbel"/>
                <a:cs typeface="Corbel"/>
              </a:rPr>
              <a:t>and </a:t>
            </a:r>
            <a:r>
              <a:rPr sz="1200" spc="-10" dirty="0">
                <a:latin typeface="Corbel"/>
                <a:cs typeface="Corbel"/>
              </a:rPr>
              <a:t>12,000-</a:t>
            </a:r>
            <a:r>
              <a:rPr sz="1200" dirty="0">
                <a:latin typeface="Corbel"/>
                <a:cs typeface="Corbel"/>
              </a:rPr>
              <a:t>mile</a:t>
            </a:r>
            <a:r>
              <a:rPr sz="1200" spc="10" dirty="0">
                <a:latin typeface="Corbel"/>
                <a:cs typeface="Corbel"/>
              </a:rPr>
              <a:t> </a:t>
            </a:r>
            <a:r>
              <a:rPr sz="1200" spc="-10" dirty="0">
                <a:latin typeface="Corbel"/>
                <a:cs typeface="Corbel"/>
              </a:rPr>
              <a:t>spheres.</a:t>
            </a:r>
            <a:endParaRPr sz="1200" dirty="0">
              <a:latin typeface="Corbel"/>
              <a:cs typeface="Corbel"/>
            </a:endParaRPr>
          </a:p>
        </p:txBody>
      </p:sp>
      <p:sp>
        <p:nvSpPr>
          <p:cNvPr id="6" name="object 6"/>
          <p:cNvSpPr txBox="1"/>
          <p:nvPr/>
        </p:nvSpPr>
        <p:spPr>
          <a:xfrm>
            <a:off x="1563051" y="5748020"/>
            <a:ext cx="4803140" cy="934085"/>
          </a:xfrm>
          <a:prstGeom prst="rect">
            <a:avLst/>
          </a:prstGeom>
        </p:spPr>
        <p:txBody>
          <a:bodyPr vert="horz" wrap="square" lIns="0" tIns="13970" rIns="0" bIns="0" rtlCol="0">
            <a:spAutoFit/>
          </a:bodyPr>
          <a:lstStyle/>
          <a:p>
            <a:pPr marL="298450" marR="5080" indent="-285750" algn="just">
              <a:lnSpc>
                <a:spcPct val="99200"/>
              </a:lnSpc>
              <a:spcBef>
                <a:spcPts val="110"/>
              </a:spcBef>
              <a:buFont typeface="Arial MT"/>
              <a:buChar char="•"/>
              <a:tabLst>
                <a:tab pos="298450" algn="l"/>
                <a:tab pos="300355" algn="l"/>
              </a:tabLst>
            </a:pPr>
            <a:r>
              <a:rPr sz="1200" u="sng" dirty="0">
                <a:uFill>
                  <a:solidFill>
                    <a:srgbClr val="000000"/>
                  </a:solidFill>
                </a:uFill>
                <a:latin typeface="Corbel"/>
                <a:cs typeface="Corbel"/>
              </a:rPr>
              <a:t>	To</a:t>
            </a:r>
            <a:r>
              <a:rPr sz="1200" u="sng" spc="280" dirty="0">
                <a:uFill>
                  <a:solidFill>
                    <a:srgbClr val="000000"/>
                  </a:solidFill>
                </a:uFill>
                <a:latin typeface="Corbel"/>
                <a:cs typeface="Corbel"/>
              </a:rPr>
              <a:t> </a:t>
            </a:r>
            <a:r>
              <a:rPr sz="1200" u="sng" dirty="0">
                <a:uFill>
                  <a:solidFill>
                    <a:srgbClr val="000000"/>
                  </a:solidFill>
                </a:uFill>
                <a:latin typeface="Corbel"/>
                <a:cs typeface="Corbel"/>
              </a:rPr>
              <a:t>correct</a:t>
            </a:r>
            <a:r>
              <a:rPr sz="1200" u="sng" spc="280" dirty="0">
                <a:uFill>
                  <a:solidFill>
                    <a:srgbClr val="000000"/>
                  </a:solidFill>
                </a:uFill>
                <a:latin typeface="Corbel"/>
                <a:cs typeface="Corbel"/>
              </a:rPr>
              <a:t> </a:t>
            </a:r>
            <a:r>
              <a:rPr sz="1200" u="sng" dirty="0">
                <a:uFill>
                  <a:solidFill>
                    <a:srgbClr val="000000"/>
                  </a:solidFill>
                </a:uFill>
                <a:latin typeface="Corbel"/>
                <a:cs typeface="Corbel"/>
              </a:rPr>
              <a:t>for</a:t>
            </a:r>
            <a:r>
              <a:rPr sz="1200" u="sng" spc="290" dirty="0">
                <a:uFill>
                  <a:solidFill>
                    <a:srgbClr val="000000"/>
                  </a:solidFill>
                </a:uFill>
                <a:latin typeface="Corbel"/>
                <a:cs typeface="Corbel"/>
              </a:rPr>
              <a:t> </a:t>
            </a:r>
            <a:r>
              <a:rPr sz="1200" u="sng" dirty="0">
                <a:uFill>
                  <a:solidFill>
                    <a:srgbClr val="000000"/>
                  </a:solidFill>
                </a:uFill>
                <a:latin typeface="Corbel"/>
                <a:cs typeface="Corbel"/>
              </a:rPr>
              <a:t>the</a:t>
            </a:r>
            <a:r>
              <a:rPr sz="1200" u="sng" spc="285" dirty="0">
                <a:uFill>
                  <a:solidFill>
                    <a:srgbClr val="000000"/>
                  </a:solidFill>
                </a:uFill>
                <a:latin typeface="Corbel"/>
                <a:cs typeface="Corbel"/>
              </a:rPr>
              <a:t> </a:t>
            </a:r>
            <a:r>
              <a:rPr sz="1200" u="sng" dirty="0">
                <a:uFill>
                  <a:solidFill>
                    <a:srgbClr val="000000"/>
                  </a:solidFill>
                </a:uFill>
                <a:latin typeface="Corbel"/>
                <a:cs typeface="Corbel"/>
              </a:rPr>
              <a:t>GPS</a:t>
            </a:r>
            <a:r>
              <a:rPr sz="1200" u="sng" spc="290" dirty="0">
                <a:uFill>
                  <a:solidFill>
                    <a:srgbClr val="000000"/>
                  </a:solidFill>
                </a:uFill>
                <a:latin typeface="Corbel"/>
                <a:cs typeface="Corbel"/>
              </a:rPr>
              <a:t> </a:t>
            </a:r>
            <a:r>
              <a:rPr sz="1200" u="sng" dirty="0">
                <a:uFill>
                  <a:solidFill>
                    <a:srgbClr val="000000"/>
                  </a:solidFill>
                </a:uFill>
                <a:latin typeface="Corbel"/>
                <a:cs typeface="Corbel"/>
              </a:rPr>
              <a:t>receiver's</a:t>
            </a:r>
            <a:r>
              <a:rPr sz="1200" u="sng" spc="285" dirty="0">
                <a:uFill>
                  <a:solidFill>
                    <a:srgbClr val="000000"/>
                  </a:solidFill>
                </a:uFill>
                <a:latin typeface="Corbel"/>
                <a:cs typeface="Corbel"/>
              </a:rPr>
              <a:t> </a:t>
            </a:r>
            <a:r>
              <a:rPr sz="1200" u="sng" dirty="0">
                <a:uFill>
                  <a:solidFill>
                    <a:srgbClr val="000000"/>
                  </a:solidFill>
                </a:uFill>
                <a:latin typeface="Corbel"/>
                <a:cs typeface="Corbel"/>
              </a:rPr>
              <a:t>clock</a:t>
            </a:r>
            <a:r>
              <a:rPr sz="1200" u="sng" spc="285" dirty="0">
                <a:uFill>
                  <a:solidFill>
                    <a:srgbClr val="000000"/>
                  </a:solidFill>
                </a:uFill>
                <a:latin typeface="Corbel"/>
                <a:cs typeface="Corbel"/>
              </a:rPr>
              <a:t> </a:t>
            </a:r>
            <a:r>
              <a:rPr sz="1200" u="sng" dirty="0">
                <a:uFill>
                  <a:solidFill>
                    <a:srgbClr val="000000"/>
                  </a:solidFill>
                </a:uFill>
                <a:latin typeface="Corbel"/>
                <a:cs typeface="Corbel"/>
              </a:rPr>
              <a:t>error</a:t>
            </a:r>
            <a:r>
              <a:rPr sz="1200" u="sng" spc="290" dirty="0">
                <a:uFill>
                  <a:solidFill>
                    <a:srgbClr val="000000"/>
                  </a:solidFill>
                </a:uFill>
                <a:latin typeface="Corbel"/>
                <a:cs typeface="Corbel"/>
              </a:rPr>
              <a:t> </a:t>
            </a:r>
            <a:r>
              <a:rPr sz="1200" u="sng" dirty="0">
                <a:uFill>
                  <a:solidFill>
                    <a:srgbClr val="000000"/>
                  </a:solidFill>
                </a:uFill>
                <a:latin typeface="Corbel"/>
                <a:cs typeface="Corbel"/>
              </a:rPr>
              <a:t>and</a:t>
            </a:r>
            <a:r>
              <a:rPr sz="1200" u="sng" spc="280" dirty="0">
                <a:uFill>
                  <a:solidFill>
                    <a:srgbClr val="000000"/>
                  </a:solidFill>
                </a:uFill>
                <a:latin typeface="Corbel"/>
                <a:cs typeface="Corbel"/>
              </a:rPr>
              <a:t> </a:t>
            </a:r>
            <a:r>
              <a:rPr sz="1200" u="sng" dirty="0">
                <a:uFill>
                  <a:solidFill>
                    <a:srgbClr val="000000"/>
                  </a:solidFill>
                </a:uFill>
                <a:latin typeface="Corbel"/>
                <a:cs typeface="Corbel"/>
              </a:rPr>
              <a:t>find</a:t>
            </a:r>
            <a:r>
              <a:rPr sz="1200" u="sng" spc="285" dirty="0">
                <a:uFill>
                  <a:solidFill>
                    <a:srgbClr val="000000"/>
                  </a:solidFill>
                </a:uFill>
                <a:latin typeface="Corbel"/>
                <a:cs typeface="Corbel"/>
              </a:rPr>
              <a:t> </a:t>
            </a:r>
            <a:r>
              <a:rPr sz="1200" u="sng" dirty="0">
                <a:uFill>
                  <a:solidFill>
                    <a:srgbClr val="000000"/>
                  </a:solidFill>
                </a:uFill>
                <a:latin typeface="Corbel"/>
                <a:cs typeface="Corbel"/>
              </a:rPr>
              <a:t>your</a:t>
            </a:r>
            <a:r>
              <a:rPr sz="1200" u="sng" spc="280" dirty="0">
                <a:uFill>
                  <a:solidFill>
                    <a:srgbClr val="000000"/>
                  </a:solidFill>
                </a:uFill>
                <a:latin typeface="Corbel"/>
                <a:cs typeface="Corbel"/>
              </a:rPr>
              <a:t> </a:t>
            </a:r>
            <a:r>
              <a:rPr sz="1200" u="sng" spc="-10" dirty="0">
                <a:uFill>
                  <a:solidFill>
                    <a:srgbClr val="000000"/>
                  </a:solidFill>
                </a:uFill>
                <a:latin typeface="Corbel"/>
                <a:cs typeface="Corbel"/>
              </a:rPr>
              <a:t>precise</a:t>
            </a:r>
            <a:r>
              <a:rPr sz="1200" spc="-10" dirty="0">
                <a:latin typeface="Corbel"/>
                <a:cs typeface="Corbel"/>
              </a:rPr>
              <a:t> </a:t>
            </a:r>
            <a:r>
              <a:rPr sz="1200" u="sng" dirty="0">
                <a:uFill>
                  <a:solidFill>
                    <a:srgbClr val="000000"/>
                  </a:solidFill>
                </a:uFill>
                <a:latin typeface="Corbel"/>
                <a:cs typeface="Corbel"/>
              </a:rPr>
              <a:t>position,</a:t>
            </a:r>
            <a:r>
              <a:rPr sz="1200" u="sng" spc="185" dirty="0">
                <a:uFill>
                  <a:solidFill>
                    <a:srgbClr val="000000"/>
                  </a:solidFill>
                </a:uFill>
                <a:latin typeface="Corbel"/>
                <a:cs typeface="Corbel"/>
              </a:rPr>
              <a:t> </a:t>
            </a:r>
            <a:r>
              <a:rPr sz="1200" u="sng" dirty="0">
                <a:uFill>
                  <a:solidFill>
                    <a:srgbClr val="000000"/>
                  </a:solidFill>
                </a:uFill>
                <a:latin typeface="Corbel"/>
                <a:cs typeface="Corbel"/>
              </a:rPr>
              <a:t>a</a:t>
            </a:r>
            <a:r>
              <a:rPr sz="1200" u="sng" spc="190" dirty="0">
                <a:uFill>
                  <a:solidFill>
                    <a:srgbClr val="000000"/>
                  </a:solidFill>
                </a:uFill>
                <a:latin typeface="Corbel"/>
                <a:cs typeface="Corbel"/>
              </a:rPr>
              <a:t> </a:t>
            </a:r>
            <a:r>
              <a:rPr sz="1200" u="sng" dirty="0">
                <a:uFill>
                  <a:solidFill>
                    <a:srgbClr val="000000"/>
                  </a:solidFill>
                </a:uFill>
                <a:latin typeface="Corbel"/>
                <a:cs typeface="Corbel"/>
              </a:rPr>
              <a:t>fourth</a:t>
            </a:r>
            <a:r>
              <a:rPr sz="1200" u="sng" spc="185" dirty="0">
                <a:uFill>
                  <a:solidFill>
                    <a:srgbClr val="000000"/>
                  </a:solidFill>
                </a:uFill>
                <a:latin typeface="Corbel"/>
                <a:cs typeface="Corbel"/>
              </a:rPr>
              <a:t> </a:t>
            </a:r>
            <a:r>
              <a:rPr sz="1200" u="sng" dirty="0">
                <a:uFill>
                  <a:solidFill>
                    <a:srgbClr val="000000"/>
                  </a:solidFill>
                </a:uFill>
                <a:latin typeface="Corbel"/>
                <a:cs typeface="Corbel"/>
              </a:rPr>
              <a:t>satellite</a:t>
            </a:r>
            <a:r>
              <a:rPr sz="1200" u="sng" spc="195" dirty="0">
                <a:uFill>
                  <a:solidFill>
                    <a:srgbClr val="000000"/>
                  </a:solidFill>
                </a:uFill>
                <a:latin typeface="Corbel"/>
                <a:cs typeface="Corbel"/>
              </a:rPr>
              <a:t> </a:t>
            </a:r>
            <a:r>
              <a:rPr sz="1200" u="sng" dirty="0">
                <a:uFill>
                  <a:solidFill>
                    <a:srgbClr val="000000"/>
                  </a:solidFill>
                </a:uFill>
                <a:latin typeface="Corbel"/>
                <a:cs typeface="Corbel"/>
              </a:rPr>
              <a:t>(satellite</a:t>
            </a:r>
            <a:r>
              <a:rPr sz="1200" u="sng" spc="190" dirty="0">
                <a:uFill>
                  <a:solidFill>
                    <a:srgbClr val="000000"/>
                  </a:solidFill>
                </a:uFill>
                <a:latin typeface="Corbel"/>
                <a:cs typeface="Corbel"/>
              </a:rPr>
              <a:t> </a:t>
            </a:r>
            <a:r>
              <a:rPr sz="1200" u="sng" dirty="0">
                <a:uFill>
                  <a:solidFill>
                    <a:srgbClr val="000000"/>
                  </a:solidFill>
                </a:uFill>
                <a:latin typeface="Corbel"/>
                <a:cs typeface="Corbel"/>
              </a:rPr>
              <a:t>with</a:t>
            </a:r>
            <a:r>
              <a:rPr sz="1200" u="sng" spc="190" dirty="0">
                <a:uFill>
                  <a:solidFill>
                    <a:srgbClr val="000000"/>
                  </a:solidFill>
                </a:uFill>
                <a:latin typeface="Corbel"/>
                <a:cs typeface="Corbel"/>
              </a:rPr>
              <a:t> </a:t>
            </a:r>
            <a:r>
              <a:rPr sz="1200" u="sng" dirty="0">
                <a:uFill>
                  <a:solidFill>
                    <a:srgbClr val="000000"/>
                  </a:solidFill>
                </a:uFill>
                <a:latin typeface="Corbel"/>
                <a:cs typeface="Corbel"/>
              </a:rPr>
              <a:t>the</a:t>
            </a:r>
            <a:r>
              <a:rPr sz="1200" u="sng" spc="190" dirty="0">
                <a:uFill>
                  <a:solidFill>
                    <a:srgbClr val="000000"/>
                  </a:solidFill>
                </a:uFill>
                <a:latin typeface="Corbel"/>
                <a:cs typeface="Corbel"/>
              </a:rPr>
              <a:t> </a:t>
            </a:r>
            <a:r>
              <a:rPr sz="1200" u="sng" dirty="0">
                <a:uFill>
                  <a:solidFill>
                    <a:srgbClr val="000000"/>
                  </a:solidFill>
                </a:uFill>
                <a:latin typeface="Corbel"/>
                <a:cs typeface="Corbel"/>
              </a:rPr>
              <a:t>yellow</a:t>
            </a:r>
            <a:r>
              <a:rPr sz="1200" u="sng" spc="185" dirty="0">
                <a:uFill>
                  <a:solidFill>
                    <a:srgbClr val="000000"/>
                  </a:solidFill>
                </a:uFill>
                <a:latin typeface="Corbel"/>
                <a:cs typeface="Corbel"/>
              </a:rPr>
              <a:t> </a:t>
            </a:r>
            <a:r>
              <a:rPr sz="1200" u="sng" dirty="0">
                <a:uFill>
                  <a:solidFill>
                    <a:srgbClr val="000000"/>
                  </a:solidFill>
                </a:uFill>
                <a:latin typeface="Corbel"/>
                <a:cs typeface="Corbel"/>
              </a:rPr>
              <a:t>sphere)</a:t>
            </a:r>
            <a:r>
              <a:rPr sz="1200" u="sng" spc="190" dirty="0">
                <a:uFill>
                  <a:solidFill>
                    <a:srgbClr val="000000"/>
                  </a:solidFill>
                </a:uFill>
                <a:latin typeface="Corbel"/>
                <a:cs typeface="Corbel"/>
              </a:rPr>
              <a:t> </a:t>
            </a:r>
            <a:r>
              <a:rPr sz="1200" u="sng" dirty="0">
                <a:uFill>
                  <a:solidFill>
                    <a:srgbClr val="000000"/>
                  </a:solidFill>
                </a:uFill>
                <a:latin typeface="Corbel"/>
                <a:cs typeface="Corbel"/>
              </a:rPr>
              <a:t>must</a:t>
            </a:r>
            <a:r>
              <a:rPr sz="1200" u="sng" spc="190" dirty="0">
                <a:uFill>
                  <a:solidFill>
                    <a:srgbClr val="000000"/>
                  </a:solidFill>
                </a:uFill>
                <a:latin typeface="Corbel"/>
                <a:cs typeface="Corbel"/>
              </a:rPr>
              <a:t> </a:t>
            </a:r>
            <a:r>
              <a:rPr sz="1200" u="sng" spc="-25" dirty="0">
                <a:uFill>
                  <a:solidFill>
                    <a:srgbClr val="000000"/>
                  </a:solidFill>
                </a:uFill>
                <a:latin typeface="Corbel"/>
                <a:cs typeface="Corbel"/>
              </a:rPr>
              <a:t>be</a:t>
            </a:r>
            <a:r>
              <a:rPr sz="1200" spc="-25" dirty="0">
                <a:latin typeface="Corbel"/>
                <a:cs typeface="Corbel"/>
              </a:rPr>
              <a:t> </a:t>
            </a:r>
            <a:r>
              <a:rPr sz="1200" u="sng" dirty="0">
                <a:uFill>
                  <a:solidFill>
                    <a:srgbClr val="000000"/>
                  </a:solidFill>
                </a:uFill>
                <a:latin typeface="Corbel"/>
                <a:cs typeface="Corbel"/>
              </a:rPr>
              <a:t>used.</a:t>
            </a:r>
            <a:r>
              <a:rPr sz="1200" spc="415" dirty="0">
                <a:latin typeface="Corbel"/>
                <a:cs typeface="Corbel"/>
              </a:rPr>
              <a:t> </a:t>
            </a:r>
            <a:r>
              <a:rPr sz="1200" dirty="0">
                <a:latin typeface="Corbel"/>
                <a:cs typeface="Corbel"/>
              </a:rPr>
              <a:t>With</a:t>
            </a:r>
            <a:r>
              <a:rPr sz="1200" spc="425" dirty="0">
                <a:latin typeface="Corbel"/>
                <a:cs typeface="Corbel"/>
              </a:rPr>
              <a:t> </a:t>
            </a:r>
            <a:r>
              <a:rPr sz="1200" dirty="0">
                <a:latin typeface="Corbel"/>
                <a:cs typeface="Corbel"/>
              </a:rPr>
              <a:t>the</a:t>
            </a:r>
            <a:r>
              <a:rPr sz="1200" spc="420" dirty="0">
                <a:latin typeface="Corbel"/>
                <a:cs typeface="Corbel"/>
              </a:rPr>
              <a:t> </a:t>
            </a:r>
            <a:r>
              <a:rPr sz="1200" dirty="0">
                <a:latin typeface="Corbel"/>
                <a:cs typeface="Corbel"/>
              </a:rPr>
              <a:t>fourth</a:t>
            </a:r>
            <a:r>
              <a:rPr sz="1200" spc="425" dirty="0">
                <a:latin typeface="Corbel"/>
                <a:cs typeface="Corbel"/>
              </a:rPr>
              <a:t> </a:t>
            </a:r>
            <a:r>
              <a:rPr sz="1200" dirty="0">
                <a:latin typeface="Corbel"/>
                <a:cs typeface="Corbel"/>
              </a:rPr>
              <a:t>satellite,</a:t>
            </a:r>
            <a:r>
              <a:rPr sz="1200" spc="420" dirty="0">
                <a:latin typeface="Corbel"/>
                <a:cs typeface="Corbel"/>
              </a:rPr>
              <a:t> </a:t>
            </a:r>
            <a:r>
              <a:rPr sz="1200" dirty="0">
                <a:latin typeface="Corbel"/>
                <a:cs typeface="Corbel"/>
              </a:rPr>
              <a:t>small</a:t>
            </a:r>
            <a:r>
              <a:rPr sz="1200" spc="415" dirty="0">
                <a:latin typeface="Corbel"/>
                <a:cs typeface="Corbel"/>
              </a:rPr>
              <a:t> </a:t>
            </a:r>
            <a:r>
              <a:rPr sz="1200" dirty="0">
                <a:latin typeface="Corbel"/>
                <a:cs typeface="Corbel"/>
              </a:rPr>
              <a:t>timing</a:t>
            </a:r>
            <a:r>
              <a:rPr sz="1200" spc="420" dirty="0">
                <a:latin typeface="Corbel"/>
                <a:cs typeface="Corbel"/>
              </a:rPr>
              <a:t> </a:t>
            </a:r>
            <a:r>
              <a:rPr sz="1200" dirty="0">
                <a:latin typeface="Corbel"/>
                <a:cs typeface="Corbel"/>
              </a:rPr>
              <a:t>errors</a:t>
            </a:r>
            <a:r>
              <a:rPr sz="1200" spc="430" dirty="0">
                <a:latin typeface="Corbel"/>
                <a:cs typeface="Corbel"/>
              </a:rPr>
              <a:t> </a:t>
            </a:r>
            <a:r>
              <a:rPr sz="1200" dirty="0">
                <a:latin typeface="Corbel"/>
                <a:cs typeface="Corbel"/>
              </a:rPr>
              <a:t>from</a:t>
            </a:r>
            <a:r>
              <a:rPr sz="1200" spc="425" dirty="0">
                <a:latin typeface="Corbel"/>
                <a:cs typeface="Corbel"/>
              </a:rPr>
              <a:t> </a:t>
            </a:r>
            <a:r>
              <a:rPr sz="1200" dirty="0">
                <a:latin typeface="Corbel"/>
                <a:cs typeface="Corbel"/>
              </a:rPr>
              <a:t>all</a:t>
            </a:r>
            <a:r>
              <a:rPr sz="1200" spc="420" dirty="0">
                <a:latin typeface="Corbel"/>
                <a:cs typeface="Corbel"/>
              </a:rPr>
              <a:t> </a:t>
            </a:r>
            <a:r>
              <a:rPr sz="1200" spc="-20" dirty="0">
                <a:latin typeface="Corbel"/>
                <a:cs typeface="Corbel"/>
              </a:rPr>
              <a:t>four </a:t>
            </a:r>
            <a:r>
              <a:rPr sz="1200" dirty="0">
                <a:latin typeface="Corbel"/>
                <a:cs typeface="Corbel"/>
              </a:rPr>
              <a:t>satellites</a:t>
            </a:r>
            <a:r>
              <a:rPr sz="1200" spc="55" dirty="0">
                <a:latin typeface="Corbel"/>
                <a:cs typeface="Corbel"/>
              </a:rPr>
              <a:t> </a:t>
            </a:r>
            <a:r>
              <a:rPr sz="1200" dirty="0">
                <a:latin typeface="Corbel"/>
                <a:cs typeface="Corbel"/>
              </a:rPr>
              <a:t>to</a:t>
            </a:r>
            <a:r>
              <a:rPr sz="1200" spc="55" dirty="0">
                <a:latin typeface="Corbel"/>
                <a:cs typeface="Corbel"/>
              </a:rPr>
              <a:t> </a:t>
            </a:r>
            <a:r>
              <a:rPr sz="1200" dirty="0">
                <a:latin typeface="Corbel"/>
                <a:cs typeface="Corbel"/>
              </a:rPr>
              <a:t>the</a:t>
            </a:r>
            <a:r>
              <a:rPr sz="1200" spc="55" dirty="0">
                <a:latin typeface="Corbel"/>
                <a:cs typeface="Corbel"/>
              </a:rPr>
              <a:t> </a:t>
            </a:r>
            <a:r>
              <a:rPr sz="1200" dirty="0">
                <a:latin typeface="Corbel"/>
                <a:cs typeface="Corbel"/>
              </a:rPr>
              <a:t>point</a:t>
            </a:r>
            <a:r>
              <a:rPr sz="1200" spc="50" dirty="0">
                <a:latin typeface="Corbel"/>
                <a:cs typeface="Corbel"/>
              </a:rPr>
              <a:t> </a:t>
            </a:r>
            <a:r>
              <a:rPr sz="1200" dirty="0">
                <a:latin typeface="Corbel"/>
                <a:cs typeface="Corbel"/>
              </a:rPr>
              <a:t>on</a:t>
            </a:r>
            <a:r>
              <a:rPr sz="1200" spc="60" dirty="0">
                <a:latin typeface="Corbel"/>
                <a:cs typeface="Corbel"/>
              </a:rPr>
              <a:t> </a:t>
            </a:r>
            <a:r>
              <a:rPr sz="1200" dirty="0">
                <a:latin typeface="Corbel"/>
                <a:cs typeface="Corbel"/>
              </a:rPr>
              <a:t>the</a:t>
            </a:r>
            <a:r>
              <a:rPr sz="1200" spc="55" dirty="0">
                <a:latin typeface="Corbel"/>
                <a:cs typeface="Corbel"/>
              </a:rPr>
              <a:t> </a:t>
            </a:r>
            <a:r>
              <a:rPr sz="1200" dirty="0">
                <a:latin typeface="Corbel"/>
                <a:cs typeface="Corbel"/>
              </a:rPr>
              <a:t>Earth</a:t>
            </a:r>
            <a:r>
              <a:rPr sz="1200" spc="55" dirty="0">
                <a:latin typeface="Corbel"/>
                <a:cs typeface="Corbel"/>
              </a:rPr>
              <a:t> </a:t>
            </a:r>
            <a:r>
              <a:rPr sz="1200" dirty="0">
                <a:latin typeface="Corbel"/>
                <a:cs typeface="Corbel"/>
              </a:rPr>
              <a:t>have</a:t>
            </a:r>
            <a:r>
              <a:rPr sz="1200" spc="55" dirty="0">
                <a:latin typeface="Corbel"/>
                <a:cs typeface="Corbel"/>
              </a:rPr>
              <a:t> </a:t>
            </a:r>
            <a:r>
              <a:rPr sz="1200" dirty="0">
                <a:latin typeface="Corbel"/>
                <a:cs typeface="Corbel"/>
              </a:rPr>
              <a:t>been</a:t>
            </a:r>
            <a:r>
              <a:rPr sz="1200" spc="60" dirty="0">
                <a:latin typeface="Corbel"/>
                <a:cs typeface="Corbel"/>
              </a:rPr>
              <a:t> </a:t>
            </a:r>
            <a:r>
              <a:rPr sz="1200" dirty="0">
                <a:latin typeface="Corbel"/>
                <a:cs typeface="Corbel"/>
              </a:rPr>
              <a:t>adjusted,</a:t>
            </a:r>
            <a:r>
              <a:rPr sz="1200" spc="50" dirty="0">
                <a:latin typeface="Corbel"/>
                <a:cs typeface="Corbel"/>
              </a:rPr>
              <a:t> </a:t>
            </a:r>
            <a:r>
              <a:rPr sz="1200" dirty="0">
                <a:latin typeface="Corbel"/>
                <a:cs typeface="Corbel"/>
              </a:rPr>
              <a:t>and</a:t>
            </a:r>
            <a:r>
              <a:rPr sz="1200" spc="50" dirty="0">
                <a:latin typeface="Corbel"/>
                <a:cs typeface="Corbel"/>
              </a:rPr>
              <a:t> </a:t>
            </a:r>
            <a:r>
              <a:rPr sz="1200" dirty="0">
                <a:latin typeface="Corbel"/>
                <a:cs typeface="Corbel"/>
              </a:rPr>
              <a:t>your</a:t>
            </a:r>
            <a:r>
              <a:rPr sz="1200" spc="55" dirty="0">
                <a:latin typeface="Corbel"/>
                <a:cs typeface="Corbel"/>
              </a:rPr>
              <a:t> </a:t>
            </a:r>
            <a:r>
              <a:rPr sz="1200" spc="-10" dirty="0">
                <a:latin typeface="Corbel"/>
                <a:cs typeface="Corbel"/>
              </a:rPr>
              <a:t>exact </a:t>
            </a:r>
            <a:r>
              <a:rPr sz="1200" dirty="0">
                <a:latin typeface="Corbel"/>
                <a:cs typeface="Corbel"/>
              </a:rPr>
              <a:t>location</a:t>
            </a:r>
            <a:r>
              <a:rPr sz="1200" spc="-25" dirty="0">
                <a:latin typeface="Corbel"/>
                <a:cs typeface="Corbel"/>
              </a:rPr>
              <a:t> </a:t>
            </a:r>
            <a:r>
              <a:rPr sz="1200" dirty="0">
                <a:latin typeface="Corbel"/>
                <a:cs typeface="Corbel"/>
              </a:rPr>
              <a:t>on</a:t>
            </a:r>
            <a:r>
              <a:rPr sz="1200" spc="-25" dirty="0">
                <a:latin typeface="Corbel"/>
                <a:cs typeface="Corbel"/>
              </a:rPr>
              <a:t> </a:t>
            </a:r>
            <a:r>
              <a:rPr sz="1200" dirty="0">
                <a:latin typeface="Corbel"/>
                <a:cs typeface="Corbel"/>
              </a:rPr>
              <a:t>the</a:t>
            </a:r>
            <a:r>
              <a:rPr sz="1200" spc="-25" dirty="0">
                <a:latin typeface="Corbel"/>
                <a:cs typeface="Corbel"/>
              </a:rPr>
              <a:t> </a:t>
            </a:r>
            <a:r>
              <a:rPr sz="1200" dirty="0">
                <a:latin typeface="Corbel"/>
                <a:cs typeface="Corbel"/>
              </a:rPr>
              <a:t>Earth</a:t>
            </a:r>
            <a:r>
              <a:rPr sz="1200" spc="-30" dirty="0">
                <a:latin typeface="Corbel"/>
                <a:cs typeface="Corbel"/>
              </a:rPr>
              <a:t> </a:t>
            </a:r>
            <a:r>
              <a:rPr sz="1200" dirty="0">
                <a:latin typeface="Corbel"/>
                <a:cs typeface="Corbel"/>
              </a:rPr>
              <a:t>(the</a:t>
            </a:r>
            <a:r>
              <a:rPr sz="1200" spc="-20" dirty="0">
                <a:latin typeface="Corbel"/>
                <a:cs typeface="Corbel"/>
              </a:rPr>
              <a:t> </a:t>
            </a:r>
            <a:r>
              <a:rPr sz="1200" dirty="0">
                <a:latin typeface="Corbel"/>
                <a:cs typeface="Corbel"/>
              </a:rPr>
              <a:t>purple</a:t>
            </a:r>
            <a:r>
              <a:rPr sz="1200" spc="-25" dirty="0">
                <a:latin typeface="Corbel"/>
                <a:cs typeface="Corbel"/>
              </a:rPr>
              <a:t> </a:t>
            </a:r>
            <a:r>
              <a:rPr sz="1200" dirty="0">
                <a:latin typeface="Corbel"/>
                <a:cs typeface="Corbel"/>
              </a:rPr>
              <a:t>point)</a:t>
            </a:r>
            <a:r>
              <a:rPr sz="1200" spc="-25" dirty="0">
                <a:latin typeface="Corbel"/>
                <a:cs typeface="Corbel"/>
              </a:rPr>
              <a:t> </a:t>
            </a:r>
            <a:r>
              <a:rPr sz="1200" dirty="0">
                <a:latin typeface="Corbel"/>
                <a:cs typeface="Corbel"/>
              </a:rPr>
              <a:t>can</a:t>
            </a:r>
            <a:r>
              <a:rPr sz="1200" spc="-20" dirty="0">
                <a:latin typeface="Corbel"/>
                <a:cs typeface="Corbel"/>
              </a:rPr>
              <a:t> </a:t>
            </a:r>
            <a:r>
              <a:rPr sz="1200" dirty="0">
                <a:latin typeface="Corbel"/>
                <a:cs typeface="Corbel"/>
              </a:rPr>
              <a:t>be</a:t>
            </a:r>
            <a:r>
              <a:rPr sz="1200" spc="-25" dirty="0">
                <a:latin typeface="Corbel"/>
                <a:cs typeface="Corbel"/>
              </a:rPr>
              <a:t> </a:t>
            </a:r>
            <a:r>
              <a:rPr sz="1200" spc="-10" dirty="0">
                <a:latin typeface="Corbel"/>
                <a:cs typeface="Corbel"/>
              </a:rPr>
              <a:t>determined.</a:t>
            </a:r>
            <a:endParaRPr sz="1200">
              <a:latin typeface="Corbel"/>
              <a:cs typeface="Corbel"/>
            </a:endParaRPr>
          </a:p>
        </p:txBody>
      </p:sp>
      <p:pic>
        <p:nvPicPr>
          <p:cNvPr id="7" name="object 7"/>
          <p:cNvPicPr/>
          <p:nvPr/>
        </p:nvPicPr>
        <p:blipFill>
          <a:blip r:embed="rId4" cstate="print"/>
          <a:stretch>
            <a:fillRect/>
          </a:stretch>
        </p:blipFill>
        <p:spPr>
          <a:xfrm>
            <a:off x="6445810" y="2515166"/>
            <a:ext cx="5057212" cy="2846489"/>
          </a:xfrm>
          <a:prstGeom prst="rect">
            <a:avLst/>
          </a:prstGeom>
        </p:spPr>
      </p:pic>
      <p:grpSp>
        <p:nvGrpSpPr>
          <p:cNvPr id="8" name="object 8"/>
          <p:cNvGrpSpPr/>
          <p:nvPr/>
        </p:nvGrpSpPr>
        <p:grpSpPr>
          <a:xfrm>
            <a:off x="43542" y="6454457"/>
            <a:ext cx="360045" cy="360045"/>
            <a:chOff x="43542" y="6454457"/>
            <a:chExt cx="360045" cy="360045"/>
          </a:xfrm>
        </p:grpSpPr>
        <p:sp>
          <p:nvSpPr>
            <p:cNvPr id="9" name="object 9"/>
            <p:cNvSpPr/>
            <p:nvPr/>
          </p:nvSpPr>
          <p:spPr>
            <a:xfrm>
              <a:off x="43542" y="6454457"/>
              <a:ext cx="360045" cy="360045"/>
            </a:xfrm>
            <a:custGeom>
              <a:avLst/>
              <a:gdLst/>
              <a:ahLst/>
              <a:cxnLst/>
              <a:rect l="l" t="t" r="r" b="b"/>
              <a:pathLst>
                <a:path w="360045" h="360045">
                  <a:moveTo>
                    <a:pt x="359999" y="0"/>
                  </a:moveTo>
                  <a:lnTo>
                    <a:pt x="0" y="0"/>
                  </a:lnTo>
                  <a:lnTo>
                    <a:pt x="0" y="359999"/>
                  </a:lnTo>
                  <a:lnTo>
                    <a:pt x="359999" y="359999"/>
                  </a:lnTo>
                  <a:lnTo>
                    <a:pt x="359999" y="314999"/>
                  </a:lnTo>
                  <a:lnTo>
                    <a:pt x="179999" y="314999"/>
                  </a:lnTo>
                  <a:lnTo>
                    <a:pt x="137329" y="308117"/>
                  </a:lnTo>
                  <a:lnTo>
                    <a:pt x="100270" y="288952"/>
                  </a:lnTo>
                  <a:lnTo>
                    <a:pt x="71047" y="259729"/>
                  </a:lnTo>
                  <a:lnTo>
                    <a:pt x="51882" y="222670"/>
                  </a:lnTo>
                  <a:lnTo>
                    <a:pt x="44999" y="180000"/>
                  </a:lnTo>
                  <a:lnTo>
                    <a:pt x="51882" y="137329"/>
                  </a:lnTo>
                  <a:lnTo>
                    <a:pt x="71047" y="100270"/>
                  </a:lnTo>
                  <a:lnTo>
                    <a:pt x="100270" y="71047"/>
                  </a:lnTo>
                  <a:lnTo>
                    <a:pt x="137329" y="51882"/>
                  </a:lnTo>
                  <a:lnTo>
                    <a:pt x="179999" y="45000"/>
                  </a:lnTo>
                  <a:lnTo>
                    <a:pt x="359999" y="45000"/>
                  </a:lnTo>
                  <a:lnTo>
                    <a:pt x="359999" y="0"/>
                  </a:lnTo>
                  <a:close/>
                </a:path>
                <a:path w="360045" h="360045">
                  <a:moveTo>
                    <a:pt x="359999" y="45000"/>
                  </a:moveTo>
                  <a:lnTo>
                    <a:pt x="179999" y="45000"/>
                  </a:lnTo>
                  <a:lnTo>
                    <a:pt x="222670" y="51882"/>
                  </a:lnTo>
                  <a:lnTo>
                    <a:pt x="259729" y="71047"/>
                  </a:lnTo>
                  <a:lnTo>
                    <a:pt x="288952" y="100270"/>
                  </a:lnTo>
                  <a:lnTo>
                    <a:pt x="308117" y="137329"/>
                  </a:lnTo>
                  <a:lnTo>
                    <a:pt x="314999" y="180000"/>
                  </a:lnTo>
                  <a:lnTo>
                    <a:pt x="308117" y="222670"/>
                  </a:lnTo>
                  <a:lnTo>
                    <a:pt x="288952" y="259729"/>
                  </a:lnTo>
                  <a:lnTo>
                    <a:pt x="259729" y="288952"/>
                  </a:lnTo>
                  <a:lnTo>
                    <a:pt x="222670" y="308117"/>
                  </a:lnTo>
                  <a:lnTo>
                    <a:pt x="179999" y="314999"/>
                  </a:lnTo>
                  <a:lnTo>
                    <a:pt x="359999" y="314999"/>
                  </a:lnTo>
                  <a:lnTo>
                    <a:pt x="359999" y="45000"/>
                  </a:lnTo>
                  <a:close/>
                </a:path>
              </a:pathLst>
            </a:custGeom>
            <a:solidFill>
              <a:srgbClr val="1CADE4"/>
            </a:solidFill>
          </p:spPr>
          <p:txBody>
            <a:bodyPr wrap="square" lIns="0" tIns="0" rIns="0" bIns="0" rtlCol="0"/>
            <a:lstStyle/>
            <a:p>
              <a:endParaRPr/>
            </a:p>
          </p:txBody>
        </p:sp>
        <p:sp>
          <p:nvSpPr>
            <p:cNvPr id="10" name="object 10"/>
            <p:cNvSpPr/>
            <p:nvPr/>
          </p:nvSpPr>
          <p:spPr>
            <a:xfrm>
              <a:off x="88542" y="6499457"/>
              <a:ext cx="270510" cy="270510"/>
            </a:xfrm>
            <a:custGeom>
              <a:avLst/>
              <a:gdLst/>
              <a:ahLst/>
              <a:cxnLst/>
              <a:rect l="l" t="t" r="r" b="b"/>
              <a:pathLst>
                <a:path w="270510"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69999"/>
                  </a:lnTo>
                  <a:lnTo>
                    <a:pt x="177670" y="263117"/>
                  </a:lnTo>
                  <a:lnTo>
                    <a:pt x="214729" y="243952"/>
                  </a:lnTo>
                  <a:lnTo>
                    <a:pt x="222432" y="236249"/>
                  </a:lnTo>
                  <a:lnTo>
                    <a:pt x="84375" y="236249"/>
                  </a:lnTo>
                  <a:lnTo>
                    <a:pt x="84375" y="219375"/>
                  </a:lnTo>
                  <a:lnTo>
                    <a:pt x="109687" y="219375"/>
                  </a:lnTo>
                  <a:lnTo>
                    <a:pt x="109687" y="101249"/>
                  </a:lnTo>
                  <a:lnTo>
                    <a:pt x="84375" y="101249"/>
                  </a:lnTo>
                  <a:lnTo>
                    <a:pt x="84375" y="84375"/>
                  </a:lnTo>
                  <a:lnTo>
                    <a:pt x="259003"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10" h="270509">
                  <a:moveTo>
                    <a:pt x="259003" y="84375"/>
                  </a:moveTo>
                  <a:lnTo>
                    <a:pt x="160312" y="84375"/>
                  </a:lnTo>
                  <a:lnTo>
                    <a:pt x="160312" y="219375"/>
                  </a:lnTo>
                  <a:lnTo>
                    <a:pt x="185625" y="219375"/>
                  </a:lnTo>
                  <a:lnTo>
                    <a:pt x="185625" y="236249"/>
                  </a:lnTo>
                  <a:lnTo>
                    <a:pt x="222432" y="236249"/>
                  </a:lnTo>
                  <a:lnTo>
                    <a:pt x="243952" y="214729"/>
                  </a:lnTo>
                  <a:lnTo>
                    <a:pt x="263117" y="177670"/>
                  </a:lnTo>
                  <a:lnTo>
                    <a:pt x="269999" y="134999"/>
                  </a:lnTo>
                  <a:lnTo>
                    <a:pt x="263117" y="92329"/>
                  </a:lnTo>
                  <a:lnTo>
                    <a:pt x="259003" y="84375"/>
                  </a:lnTo>
                  <a:close/>
                </a:path>
                <a:path w="270510"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11" name="object 11"/>
            <p:cNvPicPr/>
            <p:nvPr/>
          </p:nvPicPr>
          <p:blipFill>
            <a:blip r:embed="rId5" cstate="print"/>
            <a:stretch>
              <a:fillRect/>
            </a:stretch>
          </p:blipFill>
          <p:spPr>
            <a:xfrm>
              <a:off x="172917" y="6507894"/>
              <a:ext cx="101249" cy="227812"/>
            </a:xfrm>
            <a:prstGeom prst="rect">
              <a:avLst/>
            </a:prstGeom>
          </p:spPr>
        </p:pic>
      </p:grpSp>
      <p:sp>
        <p:nvSpPr>
          <p:cNvPr id="12" name="object 12"/>
          <p:cNvSpPr txBox="1"/>
          <p:nvPr/>
        </p:nvSpPr>
        <p:spPr>
          <a:xfrm>
            <a:off x="12025960" y="6575044"/>
            <a:ext cx="86360" cy="177800"/>
          </a:xfrm>
          <a:prstGeom prst="rect">
            <a:avLst/>
          </a:prstGeom>
        </p:spPr>
        <p:txBody>
          <a:bodyPr vert="horz" wrap="square" lIns="0" tIns="12700" rIns="0" bIns="0" rtlCol="0">
            <a:spAutoFit/>
          </a:bodyPr>
          <a:lstStyle/>
          <a:p>
            <a:pPr marL="12700">
              <a:lnSpc>
                <a:spcPct val="100000"/>
              </a:lnSpc>
              <a:spcBef>
                <a:spcPts val="100"/>
              </a:spcBef>
            </a:pPr>
            <a:r>
              <a:rPr sz="1000" spc="-50" dirty="0">
                <a:latin typeface="Corbel"/>
                <a:cs typeface="Corbel"/>
              </a:rPr>
              <a:t>5</a:t>
            </a:r>
            <a:endParaRPr sz="1000">
              <a:latin typeface="Corbel"/>
              <a:cs typeface="Corbe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58547" y="309371"/>
            <a:ext cx="5289550" cy="330200"/>
          </a:xfrm>
          <a:prstGeom prst="rect">
            <a:avLst/>
          </a:prstGeom>
        </p:spPr>
        <p:txBody>
          <a:bodyPr vert="horz" wrap="square" lIns="0" tIns="12700" rIns="0" bIns="0" rtlCol="0">
            <a:spAutoFit/>
          </a:bodyPr>
          <a:lstStyle/>
          <a:p>
            <a:pPr marL="12700">
              <a:lnSpc>
                <a:spcPct val="100000"/>
              </a:lnSpc>
              <a:spcBef>
                <a:spcPts val="100"/>
              </a:spcBef>
            </a:pPr>
            <a:r>
              <a:rPr b="1" u="sng" dirty="0">
                <a:uFill>
                  <a:solidFill>
                    <a:srgbClr val="000000"/>
                  </a:solidFill>
                </a:uFill>
                <a:latin typeface="Corbel"/>
                <a:cs typeface="Corbel"/>
              </a:rPr>
              <a:t>Basic</a:t>
            </a:r>
            <a:r>
              <a:rPr b="1" u="sng" spc="-35" dirty="0">
                <a:uFill>
                  <a:solidFill>
                    <a:srgbClr val="000000"/>
                  </a:solidFill>
                </a:uFill>
                <a:latin typeface="Corbel"/>
                <a:cs typeface="Corbel"/>
              </a:rPr>
              <a:t> </a:t>
            </a:r>
            <a:r>
              <a:rPr b="1" u="sng" dirty="0">
                <a:uFill>
                  <a:solidFill>
                    <a:srgbClr val="000000"/>
                  </a:solidFill>
                </a:uFill>
                <a:latin typeface="Corbel"/>
                <a:cs typeface="Corbel"/>
              </a:rPr>
              <a:t>principles</a:t>
            </a:r>
            <a:r>
              <a:rPr b="1" u="sng" spc="-35" dirty="0">
                <a:uFill>
                  <a:solidFill>
                    <a:srgbClr val="000000"/>
                  </a:solidFill>
                </a:uFill>
                <a:latin typeface="Corbel"/>
                <a:cs typeface="Corbel"/>
              </a:rPr>
              <a:t> </a:t>
            </a:r>
            <a:r>
              <a:rPr b="1" u="sng" dirty="0">
                <a:uFill>
                  <a:solidFill>
                    <a:srgbClr val="000000"/>
                  </a:solidFill>
                </a:uFill>
                <a:latin typeface="Corbel"/>
                <a:cs typeface="Corbel"/>
              </a:rPr>
              <a:t>of</a:t>
            </a:r>
            <a:r>
              <a:rPr b="1" u="sng" spc="-30" dirty="0">
                <a:uFill>
                  <a:solidFill>
                    <a:srgbClr val="000000"/>
                  </a:solidFill>
                </a:uFill>
                <a:latin typeface="Corbel"/>
                <a:cs typeface="Corbel"/>
              </a:rPr>
              <a:t> </a:t>
            </a:r>
            <a:r>
              <a:rPr b="1" u="sng" dirty="0">
                <a:uFill>
                  <a:solidFill>
                    <a:srgbClr val="000000"/>
                  </a:solidFill>
                </a:uFill>
                <a:latin typeface="Corbel"/>
                <a:cs typeface="Corbel"/>
              </a:rPr>
              <a:t>operation</a:t>
            </a:r>
            <a:r>
              <a:rPr b="1" u="sng" spc="-40" dirty="0">
                <a:uFill>
                  <a:solidFill>
                    <a:srgbClr val="000000"/>
                  </a:solidFill>
                </a:uFill>
                <a:latin typeface="Corbel"/>
                <a:cs typeface="Corbel"/>
              </a:rPr>
              <a:t> </a:t>
            </a:r>
            <a:r>
              <a:rPr b="1" u="sng" dirty="0">
                <a:uFill>
                  <a:solidFill>
                    <a:srgbClr val="000000"/>
                  </a:solidFill>
                </a:uFill>
                <a:latin typeface="Corbel"/>
                <a:cs typeface="Corbel"/>
              </a:rPr>
              <a:t>and</a:t>
            </a:r>
            <a:r>
              <a:rPr b="1" u="sng" spc="-40" dirty="0">
                <a:uFill>
                  <a:solidFill>
                    <a:srgbClr val="000000"/>
                  </a:solidFill>
                </a:uFill>
                <a:latin typeface="Corbel"/>
                <a:cs typeface="Corbel"/>
              </a:rPr>
              <a:t> </a:t>
            </a:r>
            <a:r>
              <a:rPr b="1" u="sng" dirty="0">
                <a:uFill>
                  <a:solidFill>
                    <a:srgbClr val="000000"/>
                  </a:solidFill>
                </a:uFill>
                <a:latin typeface="Corbel"/>
                <a:cs typeface="Corbel"/>
              </a:rPr>
              <a:t>common</a:t>
            </a:r>
            <a:r>
              <a:rPr b="1" u="sng" spc="-35" dirty="0">
                <a:uFill>
                  <a:solidFill>
                    <a:srgbClr val="000000"/>
                  </a:solidFill>
                </a:uFill>
                <a:latin typeface="Corbel"/>
                <a:cs typeface="Corbel"/>
              </a:rPr>
              <a:t> </a:t>
            </a:r>
            <a:r>
              <a:rPr b="1" u="sng" spc="-10" dirty="0">
                <a:uFill>
                  <a:solidFill>
                    <a:srgbClr val="000000"/>
                  </a:solidFill>
                </a:uFill>
                <a:latin typeface="Corbel"/>
                <a:cs typeface="Corbel"/>
              </a:rPr>
              <a:t>errors</a:t>
            </a:r>
          </a:p>
        </p:txBody>
      </p:sp>
      <p:grpSp>
        <p:nvGrpSpPr>
          <p:cNvPr id="3" name="object 3"/>
          <p:cNvGrpSpPr/>
          <p:nvPr/>
        </p:nvGrpSpPr>
        <p:grpSpPr>
          <a:xfrm>
            <a:off x="43542" y="6462030"/>
            <a:ext cx="720725" cy="360045"/>
            <a:chOff x="43542" y="6462030"/>
            <a:chExt cx="720725" cy="360045"/>
          </a:xfrm>
        </p:grpSpPr>
        <p:sp>
          <p:nvSpPr>
            <p:cNvPr id="4" name="object 4"/>
            <p:cNvSpPr/>
            <p:nvPr/>
          </p:nvSpPr>
          <p:spPr>
            <a:xfrm>
              <a:off x="43542" y="6462030"/>
              <a:ext cx="360045" cy="360045"/>
            </a:xfrm>
            <a:custGeom>
              <a:avLst/>
              <a:gdLst/>
              <a:ahLst/>
              <a:cxnLst/>
              <a:rect l="l" t="t" r="r" b="b"/>
              <a:pathLst>
                <a:path w="360045" h="360045">
                  <a:moveTo>
                    <a:pt x="359999" y="0"/>
                  </a:moveTo>
                  <a:lnTo>
                    <a:pt x="0" y="0"/>
                  </a:lnTo>
                  <a:lnTo>
                    <a:pt x="0" y="359999"/>
                  </a:lnTo>
                  <a:lnTo>
                    <a:pt x="359999" y="359999"/>
                  </a:lnTo>
                  <a:lnTo>
                    <a:pt x="359999" y="314999"/>
                  </a:lnTo>
                  <a:lnTo>
                    <a:pt x="179999" y="314999"/>
                  </a:lnTo>
                  <a:lnTo>
                    <a:pt x="137329" y="308117"/>
                  </a:lnTo>
                  <a:lnTo>
                    <a:pt x="100270" y="288952"/>
                  </a:lnTo>
                  <a:lnTo>
                    <a:pt x="71047" y="259729"/>
                  </a:lnTo>
                  <a:lnTo>
                    <a:pt x="51882" y="222670"/>
                  </a:lnTo>
                  <a:lnTo>
                    <a:pt x="44999" y="179999"/>
                  </a:lnTo>
                  <a:lnTo>
                    <a:pt x="51882" y="137329"/>
                  </a:lnTo>
                  <a:lnTo>
                    <a:pt x="71047" y="100270"/>
                  </a:lnTo>
                  <a:lnTo>
                    <a:pt x="100270" y="71047"/>
                  </a:lnTo>
                  <a:lnTo>
                    <a:pt x="137329" y="51882"/>
                  </a:lnTo>
                  <a:lnTo>
                    <a:pt x="179999" y="44999"/>
                  </a:lnTo>
                  <a:lnTo>
                    <a:pt x="359999" y="44999"/>
                  </a:lnTo>
                  <a:lnTo>
                    <a:pt x="359999" y="0"/>
                  </a:lnTo>
                  <a:close/>
                </a:path>
                <a:path w="360045" h="360045">
                  <a:moveTo>
                    <a:pt x="359999" y="44999"/>
                  </a:moveTo>
                  <a:lnTo>
                    <a:pt x="179999" y="44999"/>
                  </a:lnTo>
                  <a:lnTo>
                    <a:pt x="222670" y="51882"/>
                  </a:lnTo>
                  <a:lnTo>
                    <a:pt x="259729" y="71047"/>
                  </a:lnTo>
                  <a:lnTo>
                    <a:pt x="288952" y="100270"/>
                  </a:lnTo>
                  <a:lnTo>
                    <a:pt x="308117" y="137329"/>
                  </a:lnTo>
                  <a:lnTo>
                    <a:pt x="314999" y="179999"/>
                  </a:lnTo>
                  <a:lnTo>
                    <a:pt x="308117" y="222670"/>
                  </a:lnTo>
                  <a:lnTo>
                    <a:pt x="288952" y="259729"/>
                  </a:lnTo>
                  <a:lnTo>
                    <a:pt x="259729" y="288952"/>
                  </a:lnTo>
                  <a:lnTo>
                    <a:pt x="222670" y="308117"/>
                  </a:lnTo>
                  <a:lnTo>
                    <a:pt x="179999" y="314999"/>
                  </a:lnTo>
                  <a:lnTo>
                    <a:pt x="359999" y="314999"/>
                  </a:lnTo>
                  <a:lnTo>
                    <a:pt x="359999" y="44999"/>
                  </a:lnTo>
                  <a:close/>
                </a:path>
              </a:pathLst>
            </a:custGeom>
            <a:solidFill>
              <a:srgbClr val="1CADE4"/>
            </a:solidFill>
          </p:spPr>
          <p:txBody>
            <a:bodyPr wrap="square" lIns="0" tIns="0" rIns="0" bIns="0" rtlCol="0"/>
            <a:lstStyle/>
            <a:p>
              <a:endParaRPr/>
            </a:p>
          </p:txBody>
        </p:sp>
        <p:sp>
          <p:nvSpPr>
            <p:cNvPr id="5" name="object 5"/>
            <p:cNvSpPr/>
            <p:nvPr/>
          </p:nvSpPr>
          <p:spPr>
            <a:xfrm>
              <a:off x="88542" y="6507030"/>
              <a:ext cx="270510" cy="270510"/>
            </a:xfrm>
            <a:custGeom>
              <a:avLst/>
              <a:gdLst/>
              <a:ahLst/>
              <a:cxnLst/>
              <a:rect l="l" t="t" r="r" b="b"/>
              <a:pathLst>
                <a:path w="270510"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10" h="270509">
                  <a:moveTo>
                    <a:pt x="259004" y="84375"/>
                  </a:moveTo>
                  <a:lnTo>
                    <a:pt x="160312" y="84375"/>
                  </a:lnTo>
                  <a:lnTo>
                    <a:pt x="160312" y="219375"/>
                  </a:lnTo>
                  <a:lnTo>
                    <a:pt x="185625" y="219375"/>
                  </a:lnTo>
                  <a:lnTo>
                    <a:pt x="185625" y="236250"/>
                  </a:lnTo>
                  <a:lnTo>
                    <a:pt x="222432" y="236250"/>
                  </a:lnTo>
                  <a:lnTo>
                    <a:pt x="243952" y="214729"/>
                  </a:lnTo>
                  <a:lnTo>
                    <a:pt x="263117" y="177670"/>
                  </a:lnTo>
                  <a:lnTo>
                    <a:pt x="269999" y="134999"/>
                  </a:lnTo>
                  <a:lnTo>
                    <a:pt x="263117" y="92329"/>
                  </a:lnTo>
                  <a:lnTo>
                    <a:pt x="259004" y="84375"/>
                  </a:lnTo>
                  <a:close/>
                </a:path>
                <a:path w="270510"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6" name="object 6"/>
            <p:cNvPicPr/>
            <p:nvPr/>
          </p:nvPicPr>
          <p:blipFill>
            <a:blip r:embed="rId3" cstate="print"/>
            <a:stretch>
              <a:fillRect/>
            </a:stretch>
          </p:blipFill>
          <p:spPr>
            <a:xfrm>
              <a:off x="172917" y="6515468"/>
              <a:ext cx="101249" cy="227812"/>
            </a:xfrm>
            <a:prstGeom prst="rect">
              <a:avLst/>
            </a:prstGeom>
          </p:spPr>
        </p:pic>
        <p:pic>
          <p:nvPicPr>
            <p:cNvPr id="7" name="object 7"/>
            <p:cNvPicPr/>
            <p:nvPr/>
          </p:nvPicPr>
          <p:blipFill>
            <a:blip r:embed="rId4" cstate="print"/>
            <a:stretch>
              <a:fillRect/>
            </a:stretch>
          </p:blipFill>
          <p:spPr>
            <a:xfrm>
              <a:off x="403926" y="6462030"/>
              <a:ext cx="359999" cy="359999"/>
            </a:xfrm>
            <a:prstGeom prst="rect">
              <a:avLst/>
            </a:prstGeom>
          </p:spPr>
        </p:pic>
      </p:grpSp>
      <p:sp>
        <p:nvSpPr>
          <p:cNvPr id="8" name="object 8"/>
          <p:cNvSpPr txBox="1"/>
          <p:nvPr/>
        </p:nvSpPr>
        <p:spPr>
          <a:xfrm>
            <a:off x="1563049" y="733044"/>
            <a:ext cx="9860280" cy="3474085"/>
          </a:xfrm>
          <a:prstGeom prst="rect">
            <a:avLst/>
          </a:prstGeom>
        </p:spPr>
        <p:txBody>
          <a:bodyPr vert="horz" wrap="square" lIns="0" tIns="9525" rIns="0" bIns="0" rtlCol="0">
            <a:spAutoFit/>
          </a:bodyPr>
          <a:lstStyle/>
          <a:p>
            <a:pPr marL="12700" marR="5080" algn="just">
              <a:lnSpc>
                <a:spcPct val="101400"/>
              </a:lnSpc>
              <a:spcBef>
                <a:spcPts val="75"/>
              </a:spcBef>
            </a:pPr>
            <a:r>
              <a:rPr sz="1400" dirty="0">
                <a:latin typeface="Corbel"/>
                <a:cs typeface="Corbel"/>
              </a:rPr>
              <a:t>All</a:t>
            </a:r>
            <a:r>
              <a:rPr sz="1400" spc="75" dirty="0">
                <a:latin typeface="Corbel"/>
                <a:cs typeface="Corbel"/>
              </a:rPr>
              <a:t> </a:t>
            </a:r>
            <a:r>
              <a:rPr sz="1400" dirty="0">
                <a:latin typeface="Corbel"/>
                <a:cs typeface="Corbel"/>
              </a:rPr>
              <a:t>GNSS</a:t>
            </a:r>
            <a:r>
              <a:rPr sz="1400" spc="75" dirty="0">
                <a:latin typeface="Corbel"/>
                <a:cs typeface="Corbel"/>
              </a:rPr>
              <a:t> </a:t>
            </a:r>
            <a:r>
              <a:rPr sz="1400" dirty="0">
                <a:latin typeface="Corbel"/>
                <a:cs typeface="Corbel"/>
              </a:rPr>
              <a:t>systems</a:t>
            </a:r>
            <a:r>
              <a:rPr sz="1400" spc="70" dirty="0">
                <a:latin typeface="Corbel"/>
                <a:cs typeface="Corbel"/>
              </a:rPr>
              <a:t> </a:t>
            </a:r>
            <a:r>
              <a:rPr sz="1400" dirty="0">
                <a:latin typeface="Corbel"/>
                <a:cs typeface="Corbel"/>
              </a:rPr>
              <a:t>comprise</a:t>
            </a:r>
            <a:r>
              <a:rPr sz="1400" spc="80" dirty="0">
                <a:latin typeface="Corbel"/>
                <a:cs typeface="Corbel"/>
              </a:rPr>
              <a:t> </a:t>
            </a:r>
            <a:r>
              <a:rPr sz="1400" dirty="0">
                <a:latin typeface="Corbel"/>
                <a:cs typeface="Corbel"/>
              </a:rPr>
              <a:t>many</a:t>
            </a:r>
            <a:r>
              <a:rPr sz="1400" spc="80" dirty="0">
                <a:latin typeface="Corbel"/>
                <a:cs typeface="Corbel"/>
              </a:rPr>
              <a:t> </a:t>
            </a:r>
            <a:r>
              <a:rPr sz="1400" dirty="0">
                <a:latin typeface="Corbel"/>
                <a:cs typeface="Corbel"/>
              </a:rPr>
              <a:t>satellites</a:t>
            </a:r>
            <a:r>
              <a:rPr sz="1400" spc="75" dirty="0">
                <a:latin typeface="Corbel"/>
                <a:cs typeface="Corbel"/>
              </a:rPr>
              <a:t> </a:t>
            </a:r>
            <a:r>
              <a:rPr sz="1400" dirty="0">
                <a:latin typeface="Corbel"/>
                <a:cs typeface="Corbel"/>
              </a:rPr>
              <a:t>orbiting</a:t>
            </a:r>
            <a:r>
              <a:rPr sz="1400" spc="75" dirty="0">
                <a:latin typeface="Corbel"/>
                <a:cs typeface="Corbel"/>
              </a:rPr>
              <a:t> </a:t>
            </a:r>
            <a:r>
              <a:rPr sz="1400" dirty="0">
                <a:latin typeface="Corbel"/>
                <a:cs typeface="Corbel"/>
              </a:rPr>
              <a:t>the</a:t>
            </a:r>
            <a:r>
              <a:rPr sz="1400" spc="75" dirty="0">
                <a:latin typeface="Corbel"/>
                <a:cs typeface="Corbel"/>
              </a:rPr>
              <a:t> </a:t>
            </a:r>
            <a:r>
              <a:rPr sz="1400" dirty="0">
                <a:latin typeface="Corbel"/>
                <a:cs typeface="Corbel"/>
              </a:rPr>
              <a:t>Earth</a:t>
            </a:r>
            <a:r>
              <a:rPr sz="1400" spc="80" dirty="0">
                <a:latin typeface="Corbel"/>
                <a:cs typeface="Corbel"/>
              </a:rPr>
              <a:t> </a:t>
            </a:r>
            <a:r>
              <a:rPr sz="1400" dirty="0">
                <a:latin typeface="Corbel"/>
                <a:cs typeface="Corbel"/>
              </a:rPr>
              <a:t>at</a:t>
            </a:r>
            <a:r>
              <a:rPr sz="1400" spc="75" dirty="0">
                <a:latin typeface="Corbel"/>
                <a:cs typeface="Corbel"/>
              </a:rPr>
              <a:t> </a:t>
            </a:r>
            <a:r>
              <a:rPr sz="1400" dirty="0">
                <a:latin typeface="Corbel"/>
                <a:cs typeface="Corbel"/>
              </a:rPr>
              <a:t>very</a:t>
            </a:r>
            <a:r>
              <a:rPr sz="1400" spc="85" dirty="0">
                <a:latin typeface="Corbel"/>
                <a:cs typeface="Corbel"/>
              </a:rPr>
              <a:t> </a:t>
            </a:r>
            <a:r>
              <a:rPr sz="1400" dirty="0">
                <a:latin typeface="Corbel"/>
                <a:cs typeface="Corbel"/>
              </a:rPr>
              <a:t>high</a:t>
            </a:r>
            <a:r>
              <a:rPr sz="1400" spc="80" dirty="0">
                <a:latin typeface="Corbel"/>
                <a:cs typeface="Corbel"/>
              </a:rPr>
              <a:t> </a:t>
            </a:r>
            <a:r>
              <a:rPr sz="1400" dirty="0">
                <a:latin typeface="Corbel"/>
                <a:cs typeface="Corbel"/>
              </a:rPr>
              <a:t>elevations.</a:t>
            </a:r>
            <a:r>
              <a:rPr sz="1400" spc="80" dirty="0">
                <a:latin typeface="Corbel"/>
                <a:cs typeface="Corbel"/>
              </a:rPr>
              <a:t> </a:t>
            </a:r>
            <a:r>
              <a:rPr sz="1400" dirty="0">
                <a:latin typeface="Corbel"/>
                <a:cs typeface="Corbel"/>
              </a:rPr>
              <a:t>At</a:t>
            </a:r>
            <a:r>
              <a:rPr sz="1400" spc="75" dirty="0">
                <a:latin typeface="Corbel"/>
                <a:cs typeface="Corbel"/>
              </a:rPr>
              <a:t> </a:t>
            </a:r>
            <a:r>
              <a:rPr sz="1400" dirty="0">
                <a:latin typeface="Corbel"/>
                <a:cs typeface="Corbel"/>
              </a:rPr>
              <a:t>a</a:t>
            </a:r>
            <a:r>
              <a:rPr sz="1400" spc="80" dirty="0">
                <a:latin typeface="Corbel"/>
                <a:cs typeface="Corbel"/>
              </a:rPr>
              <a:t> </a:t>
            </a:r>
            <a:r>
              <a:rPr sz="1400" dirty="0">
                <a:latin typeface="Corbel"/>
                <a:cs typeface="Corbel"/>
              </a:rPr>
              <a:t>single</a:t>
            </a:r>
            <a:r>
              <a:rPr sz="1400" spc="80" dirty="0">
                <a:latin typeface="Corbel"/>
                <a:cs typeface="Corbel"/>
              </a:rPr>
              <a:t> </a:t>
            </a:r>
            <a:r>
              <a:rPr sz="1400" dirty="0">
                <a:latin typeface="Corbel"/>
                <a:cs typeface="Corbel"/>
              </a:rPr>
              <a:t>point</a:t>
            </a:r>
            <a:r>
              <a:rPr sz="1400" spc="75" dirty="0">
                <a:latin typeface="Corbel"/>
                <a:cs typeface="Corbel"/>
              </a:rPr>
              <a:t> </a:t>
            </a:r>
            <a:r>
              <a:rPr sz="1400" dirty="0">
                <a:latin typeface="Corbel"/>
                <a:cs typeface="Corbel"/>
              </a:rPr>
              <a:t>in</a:t>
            </a:r>
            <a:r>
              <a:rPr sz="1400" spc="75" dirty="0">
                <a:latin typeface="Corbel"/>
                <a:cs typeface="Corbel"/>
              </a:rPr>
              <a:t> </a:t>
            </a:r>
            <a:r>
              <a:rPr sz="1400" dirty="0">
                <a:latin typeface="Corbel"/>
                <a:cs typeface="Corbel"/>
              </a:rPr>
              <a:t>time,</a:t>
            </a:r>
            <a:r>
              <a:rPr sz="1400" spc="85" dirty="0">
                <a:latin typeface="Corbel"/>
                <a:cs typeface="Corbel"/>
              </a:rPr>
              <a:t> </a:t>
            </a:r>
            <a:r>
              <a:rPr sz="1400" dirty="0">
                <a:latin typeface="Corbel"/>
                <a:cs typeface="Corbel"/>
              </a:rPr>
              <a:t>there</a:t>
            </a:r>
            <a:r>
              <a:rPr sz="1400" spc="75" dirty="0">
                <a:latin typeface="Corbel"/>
                <a:cs typeface="Corbel"/>
              </a:rPr>
              <a:t> </a:t>
            </a:r>
            <a:r>
              <a:rPr sz="1400" dirty="0">
                <a:latin typeface="Corbel"/>
                <a:cs typeface="Corbel"/>
              </a:rPr>
              <a:t>will</a:t>
            </a:r>
            <a:r>
              <a:rPr sz="1400" spc="75" dirty="0">
                <a:latin typeface="Corbel"/>
                <a:cs typeface="Corbel"/>
              </a:rPr>
              <a:t> </a:t>
            </a:r>
            <a:r>
              <a:rPr sz="1400" dirty="0">
                <a:latin typeface="Corbel"/>
                <a:cs typeface="Corbel"/>
              </a:rPr>
              <a:t>be</a:t>
            </a:r>
            <a:r>
              <a:rPr sz="1400" spc="80" dirty="0">
                <a:latin typeface="Corbel"/>
                <a:cs typeface="Corbel"/>
              </a:rPr>
              <a:t> </a:t>
            </a:r>
            <a:r>
              <a:rPr sz="1400" spc="-10" dirty="0">
                <a:latin typeface="Corbel"/>
                <a:cs typeface="Corbel"/>
              </a:rPr>
              <a:t>several </a:t>
            </a:r>
            <a:r>
              <a:rPr sz="1400" dirty="0">
                <a:latin typeface="Corbel"/>
                <a:cs typeface="Corbel"/>
              </a:rPr>
              <a:t>satellites</a:t>
            </a:r>
            <a:r>
              <a:rPr sz="1400" spc="30" dirty="0">
                <a:latin typeface="Corbel"/>
                <a:cs typeface="Corbel"/>
              </a:rPr>
              <a:t> </a:t>
            </a:r>
            <a:r>
              <a:rPr sz="1400" dirty="0">
                <a:latin typeface="Corbel"/>
                <a:cs typeface="Corbel"/>
              </a:rPr>
              <a:t>from</a:t>
            </a:r>
            <a:r>
              <a:rPr sz="1400" spc="35" dirty="0">
                <a:latin typeface="Corbel"/>
                <a:cs typeface="Corbel"/>
              </a:rPr>
              <a:t> </a:t>
            </a:r>
            <a:r>
              <a:rPr sz="1400" dirty="0">
                <a:latin typeface="Corbel"/>
                <a:cs typeface="Corbel"/>
              </a:rPr>
              <a:t>which</a:t>
            </a:r>
            <a:r>
              <a:rPr sz="1400" spc="40" dirty="0">
                <a:latin typeface="Corbel"/>
                <a:cs typeface="Corbel"/>
              </a:rPr>
              <a:t> </a:t>
            </a:r>
            <a:r>
              <a:rPr sz="1400" dirty="0">
                <a:latin typeface="Corbel"/>
                <a:cs typeface="Corbel"/>
              </a:rPr>
              <a:t>a</a:t>
            </a:r>
            <a:r>
              <a:rPr sz="1400" spc="35" dirty="0">
                <a:latin typeface="Corbel"/>
                <a:cs typeface="Corbel"/>
              </a:rPr>
              <a:t> </a:t>
            </a:r>
            <a:r>
              <a:rPr sz="1400" dirty="0">
                <a:latin typeface="Corbel"/>
                <a:cs typeface="Corbel"/>
              </a:rPr>
              <a:t>receiver</a:t>
            </a:r>
            <a:r>
              <a:rPr sz="1400" spc="35" dirty="0">
                <a:latin typeface="Corbel"/>
                <a:cs typeface="Corbel"/>
              </a:rPr>
              <a:t> </a:t>
            </a:r>
            <a:r>
              <a:rPr sz="1400" dirty="0">
                <a:latin typeface="Corbel"/>
                <a:cs typeface="Corbel"/>
              </a:rPr>
              <a:t>may</a:t>
            </a:r>
            <a:r>
              <a:rPr sz="1400" spc="40" dirty="0">
                <a:latin typeface="Corbel"/>
                <a:cs typeface="Corbel"/>
              </a:rPr>
              <a:t> </a:t>
            </a:r>
            <a:r>
              <a:rPr sz="1400" dirty="0">
                <a:latin typeface="Corbel"/>
                <a:cs typeface="Corbel"/>
              </a:rPr>
              <a:t>have</a:t>
            </a:r>
            <a:r>
              <a:rPr sz="1400" spc="35" dirty="0">
                <a:latin typeface="Corbel"/>
                <a:cs typeface="Corbel"/>
              </a:rPr>
              <a:t> </a:t>
            </a:r>
            <a:r>
              <a:rPr sz="1400" dirty="0">
                <a:latin typeface="Corbel"/>
                <a:cs typeface="Corbel"/>
              </a:rPr>
              <a:t>a</a:t>
            </a:r>
            <a:r>
              <a:rPr sz="1400" spc="35" dirty="0">
                <a:latin typeface="Corbel"/>
                <a:cs typeface="Corbel"/>
              </a:rPr>
              <a:t> </a:t>
            </a:r>
            <a:r>
              <a:rPr sz="1400" dirty="0">
                <a:latin typeface="Corbel"/>
                <a:cs typeface="Corbel"/>
              </a:rPr>
              <a:t>clear</a:t>
            </a:r>
            <a:r>
              <a:rPr sz="1400" spc="35" dirty="0">
                <a:latin typeface="Corbel"/>
                <a:cs typeface="Corbel"/>
              </a:rPr>
              <a:t> </a:t>
            </a:r>
            <a:r>
              <a:rPr sz="1400" dirty="0">
                <a:latin typeface="Corbel"/>
                <a:cs typeface="Corbel"/>
              </a:rPr>
              <a:t>line</a:t>
            </a:r>
            <a:r>
              <a:rPr sz="1400" spc="35" dirty="0">
                <a:latin typeface="Corbel"/>
                <a:cs typeface="Corbel"/>
              </a:rPr>
              <a:t> </a:t>
            </a:r>
            <a:r>
              <a:rPr sz="1400" dirty="0">
                <a:latin typeface="Corbel"/>
                <a:cs typeface="Corbel"/>
              </a:rPr>
              <a:t>of</a:t>
            </a:r>
            <a:r>
              <a:rPr sz="1400" spc="35" dirty="0">
                <a:latin typeface="Corbel"/>
                <a:cs typeface="Corbel"/>
              </a:rPr>
              <a:t> </a:t>
            </a:r>
            <a:r>
              <a:rPr sz="1400" dirty="0">
                <a:latin typeface="Corbel"/>
                <a:cs typeface="Corbel"/>
              </a:rPr>
              <a:t>sight</a:t>
            </a:r>
            <a:r>
              <a:rPr sz="1400" spc="35" dirty="0">
                <a:latin typeface="Corbel"/>
                <a:cs typeface="Corbel"/>
              </a:rPr>
              <a:t> </a:t>
            </a:r>
            <a:r>
              <a:rPr sz="1400" dirty="0">
                <a:latin typeface="Corbel"/>
                <a:cs typeface="Corbel"/>
              </a:rPr>
              <a:t>to</a:t>
            </a:r>
            <a:r>
              <a:rPr sz="1400" spc="35" dirty="0">
                <a:latin typeface="Corbel"/>
                <a:cs typeface="Corbel"/>
              </a:rPr>
              <a:t> </a:t>
            </a:r>
            <a:r>
              <a:rPr sz="1400" dirty="0">
                <a:latin typeface="Corbel"/>
                <a:cs typeface="Corbel"/>
              </a:rPr>
              <a:t>receive</a:t>
            </a:r>
            <a:r>
              <a:rPr sz="1400" spc="35" dirty="0">
                <a:latin typeface="Corbel"/>
                <a:cs typeface="Corbel"/>
              </a:rPr>
              <a:t> </a:t>
            </a:r>
            <a:r>
              <a:rPr sz="1400" dirty="0">
                <a:latin typeface="Corbel"/>
                <a:cs typeface="Corbel"/>
              </a:rPr>
              <a:t>signals</a:t>
            </a:r>
            <a:r>
              <a:rPr sz="1400" spc="30" dirty="0">
                <a:latin typeface="Corbel"/>
                <a:cs typeface="Corbel"/>
              </a:rPr>
              <a:t> </a:t>
            </a:r>
            <a:r>
              <a:rPr sz="1400" dirty="0">
                <a:latin typeface="Corbel"/>
                <a:cs typeface="Corbel"/>
              </a:rPr>
              <a:t>and</a:t>
            </a:r>
            <a:r>
              <a:rPr sz="1400" spc="35" dirty="0">
                <a:latin typeface="Corbel"/>
                <a:cs typeface="Corbel"/>
              </a:rPr>
              <a:t> </a:t>
            </a:r>
            <a:r>
              <a:rPr sz="1400" dirty="0">
                <a:latin typeface="Corbel"/>
                <a:cs typeface="Corbel"/>
              </a:rPr>
              <a:t>build</a:t>
            </a:r>
            <a:r>
              <a:rPr sz="1400" spc="35" dirty="0">
                <a:latin typeface="Corbel"/>
                <a:cs typeface="Corbel"/>
              </a:rPr>
              <a:t> </a:t>
            </a:r>
            <a:r>
              <a:rPr sz="1400" dirty="0">
                <a:latin typeface="Corbel"/>
                <a:cs typeface="Corbel"/>
              </a:rPr>
              <a:t>its</a:t>
            </a:r>
            <a:r>
              <a:rPr sz="1400" spc="30" dirty="0">
                <a:latin typeface="Corbel"/>
                <a:cs typeface="Corbel"/>
              </a:rPr>
              <a:t> </a:t>
            </a:r>
            <a:r>
              <a:rPr sz="1400" dirty="0">
                <a:latin typeface="Corbel"/>
                <a:cs typeface="Corbel"/>
              </a:rPr>
              <a:t>own</a:t>
            </a:r>
            <a:r>
              <a:rPr sz="1400" spc="30" dirty="0">
                <a:latin typeface="Corbel"/>
                <a:cs typeface="Corbel"/>
              </a:rPr>
              <a:t> </a:t>
            </a:r>
            <a:r>
              <a:rPr sz="1400" dirty="0">
                <a:latin typeface="Corbel"/>
                <a:cs typeface="Corbel"/>
              </a:rPr>
              <a:t>navigation</a:t>
            </a:r>
            <a:r>
              <a:rPr sz="1400" spc="35" dirty="0">
                <a:latin typeface="Corbel"/>
                <a:cs typeface="Corbel"/>
              </a:rPr>
              <a:t> </a:t>
            </a:r>
            <a:r>
              <a:rPr sz="1400" dirty="0">
                <a:latin typeface="Corbel"/>
                <a:cs typeface="Corbel"/>
              </a:rPr>
              <a:t>solution.</a:t>
            </a:r>
            <a:r>
              <a:rPr sz="1400" spc="40" dirty="0">
                <a:latin typeface="Corbel"/>
                <a:cs typeface="Corbel"/>
              </a:rPr>
              <a:t> </a:t>
            </a:r>
            <a:r>
              <a:rPr sz="1400" spc="-10" dirty="0">
                <a:latin typeface="Corbel"/>
                <a:cs typeface="Corbel"/>
              </a:rPr>
              <a:t>However,</a:t>
            </a:r>
            <a:r>
              <a:rPr sz="1400" spc="35" dirty="0">
                <a:latin typeface="Corbel"/>
                <a:cs typeface="Corbel"/>
              </a:rPr>
              <a:t> </a:t>
            </a:r>
            <a:r>
              <a:rPr sz="1400" spc="-10" dirty="0">
                <a:latin typeface="Corbel"/>
                <a:cs typeface="Corbel"/>
              </a:rPr>
              <a:t>these </a:t>
            </a:r>
            <a:r>
              <a:rPr sz="1400" dirty="0">
                <a:latin typeface="Corbel"/>
                <a:cs typeface="Corbel"/>
              </a:rPr>
              <a:t>signals</a:t>
            </a:r>
            <a:r>
              <a:rPr sz="1400" spc="-25" dirty="0">
                <a:latin typeface="Corbel"/>
                <a:cs typeface="Corbel"/>
              </a:rPr>
              <a:t> </a:t>
            </a:r>
            <a:r>
              <a:rPr sz="1400" dirty="0">
                <a:latin typeface="Corbel"/>
                <a:cs typeface="Corbel"/>
              </a:rPr>
              <a:t>are</a:t>
            </a:r>
            <a:r>
              <a:rPr sz="1400" spc="-20" dirty="0">
                <a:latin typeface="Corbel"/>
                <a:cs typeface="Corbel"/>
              </a:rPr>
              <a:t> </a:t>
            </a:r>
            <a:r>
              <a:rPr sz="1400" dirty="0">
                <a:latin typeface="Corbel"/>
                <a:cs typeface="Corbel"/>
              </a:rPr>
              <a:t>prone</a:t>
            </a:r>
            <a:r>
              <a:rPr sz="1400" spc="-15" dirty="0">
                <a:latin typeface="Corbel"/>
                <a:cs typeface="Corbel"/>
              </a:rPr>
              <a:t> </a:t>
            </a:r>
            <a:r>
              <a:rPr sz="1400" dirty="0">
                <a:latin typeface="Corbel"/>
                <a:cs typeface="Corbel"/>
              </a:rPr>
              <a:t>to</a:t>
            </a:r>
            <a:r>
              <a:rPr sz="1400" spc="-20" dirty="0">
                <a:latin typeface="Corbel"/>
                <a:cs typeface="Corbel"/>
              </a:rPr>
              <a:t> </a:t>
            </a:r>
            <a:r>
              <a:rPr sz="1400" dirty="0">
                <a:latin typeface="Corbel"/>
                <a:cs typeface="Corbel"/>
              </a:rPr>
              <a:t>several</a:t>
            </a:r>
            <a:r>
              <a:rPr sz="1400" spc="-25" dirty="0">
                <a:latin typeface="Corbel"/>
                <a:cs typeface="Corbel"/>
              </a:rPr>
              <a:t> </a:t>
            </a:r>
            <a:r>
              <a:rPr sz="1400" dirty="0">
                <a:latin typeface="Corbel"/>
                <a:cs typeface="Corbel"/>
              </a:rPr>
              <a:t>sources</a:t>
            </a:r>
            <a:r>
              <a:rPr sz="1400" spc="-20" dirty="0">
                <a:latin typeface="Corbel"/>
                <a:cs typeface="Corbel"/>
              </a:rPr>
              <a:t> </a:t>
            </a:r>
            <a:r>
              <a:rPr sz="1400" dirty="0">
                <a:latin typeface="Corbel"/>
                <a:cs typeface="Corbel"/>
              </a:rPr>
              <a:t>of</a:t>
            </a:r>
            <a:r>
              <a:rPr sz="1400" spc="-20" dirty="0">
                <a:latin typeface="Corbel"/>
                <a:cs typeface="Corbel"/>
              </a:rPr>
              <a:t> </a:t>
            </a:r>
            <a:r>
              <a:rPr sz="1400" spc="-10" dirty="0">
                <a:latin typeface="Corbel"/>
                <a:cs typeface="Corbel"/>
              </a:rPr>
              <a:t>disturbance,</a:t>
            </a:r>
            <a:r>
              <a:rPr sz="1400" spc="-15" dirty="0">
                <a:latin typeface="Corbel"/>
                <a:cs typeface="Corbel"/>
              </a:rPr>
              <a:t> </a:t>
            </a:r>
            <a:r>
              <a:rPr sz="1400" dirty="0">
                <a:latin typeface="Corbel"/>
                <a:cs typeface="Corbel"/>
              </a:rPr>
              <a:t>causing</a:t>
            </a:r>
            <a:r>
              <a:rPr sz="1400" spc="-25" dirty="0">
                <a:latin typeface="Corbel"/>
                <a:cs typeface="Corbel"/>
              </a:rPr>
              <a:t> </a:t>
            </a:r>
            <a:r>
              <a:rPr sz="1400" dirty="0">
                <a:latin typeface="Corbel"/>
                <a:cs typeface="Corbel"/>
              </a:rPr>
              <a:t>errors</a:t>
            </a:r>
            <a:r>
              <a:rPr sz="1400" spc="-25" dirty="0">
                <a:latin typeface="Corbel"/>
                <a:cs typeface="Corbel"/>
              </a:rPr>
              <a:t> </a:t>
            </a:r>
            <a:r>
              <a:rPr sz="1400" dirty="0">
                <a:latin typeface="Corbel"/>
                <a:cs typeface="Corbel"/>
              </a:rPr>
              <a:t>in</a:t>
            </a:r>
            <a:r>
              <a:rPr sz="1400" spc="-15" dirty="0">
                <a:latin typeface="Corbel"/>
                <a:cs typeface="Corbel"/>
              </a:rPr>
              <a:t> </a:t>
            </a:r>
            <a:r>
              <a:rPr sz="1400" dirty="0">
                <a:latin typeface="Corbel"/>
                <a:cs typeface="Corbel"/>
              </a:rPr>
              <a:t>the</a:t>
            </a:r>
            <a:r>
              <a:rPr sz="1400" spc="-20" dirty="0">
                <a:latin typeface="Corbel"/>
                <a:cs typeface="Corbel"/>
              </a:rPr>
              <a:t> </a:t>
            </a:r>
            <a:r>
              <a:rPr sz="1400" spc="-10" dirty="0">
                <a:latin typeface="Corbel"/>
                <a:cs typeface="Corbel"/>
              </a:rPr>
              <a:t>measurements</a:t>
            </a:r>
            <a:r>
              <a:rPr sz="1400" spc="-25" dirty="0">
                <a:latin typeface="Corbel"/>
                <a:cs typeface="Corbel"/>
              </a:rPr>
              <a:t> </a:t>
            </a:r>
            <a:r>
              <a:rPr sz="1400" dirty="0">
                <a:latin typeface="Corbel"/>
                <a:cs typeface="Corbel"/>
              </a:rPr>
              <a:t>that</a:t>
            </a:r>
            <a:r>
              <a:rPr sz="1400" spc="-15" dirty="0">
                <a:latin typeface="Corbel"/>
                <a:cs typeface="Corbel"/>
              </a:rPr>
              <a:t> </a:t>
            </a:r>
            <a:r>
              <a:rPr sz="1400" dirty="0">
                <a:latin typeface="Corbel"/>
                <a:cs typeface="Corbel"/>
              </a:rPr>
              <a:t>are</a:t>
            </a:r>
            <a:r>
              <a:rPr sz="1400" spc="-20" dirty="0">
                <a:latin typeface="Corbel"/>
                <a:cs typeface="Corbel"/>
              </a:rPr>
              <a:t> </a:t>
            </a:r>
            <a:r>
              <a:rPr sz="1400" dirty="0">
                <a:latin typeface="Corbel"/>
                <a:cs typeface="Corbel"/>
              </a:rPr>
              <a:t>generated</a:t>
            </a:r>
            <a:r>
              <a:rPr sz="1400" spc="-20" dirty="0">
                <a:latin typeface="Corbel"/>
                <a:cs typeface="Corbel"/>
              </a:rPr>
              <a:t> </a:t>
            </a:r>
            <a:r>
              <a:rPr sz="1400" dirty="0">
                <a:latin typeface="Corbel"/>
                <a:cs typeface="Corbel"/>
              </a:rPr>
              <a:t>inside</a:t>
            </a:r>
            <a:r>
              <a:rPr sz="1400" spc="-15" dirty="0">
                <a:latin typeface="Corbel"/>
                <a:cs typeface="Corbel"/>
              </a:rPr>
              <a:t> </a:t>
            </a:r>
            <a:r>
              <a:rPr sz="1400" dirty="0">
                <a:latin typeface="Corbel"/>
                <a:cs typeface="Corbel"/>
              </a:rPr>
              <a:t>the</a:t>
            </a:r>
            <a:r>
              <a:rPr sz="1400" spc="-20" dirty="0">
                <a:latin typeface="Corbel"/>
                <a:cs typeface="Corbel"/>
              </a:rPr>
              <a:t> </a:t>
            </a:r>
            <a:r>
              <a:rPr sz="1400" spc="-10" dirty="0">
                <a:latin typeface="Corbel"/>
                <a:cs typeface="Corbel"/>
              </a:rPr>
              <a:t>receiver,</a:t>
            </a:r>
            <a:r>
              <a:rPr sz="1400" spc="-20" dirty="0">
                <a:latin typeface="Corbel"/>
                <a:cs typeface="Corbel"/>
              </a:rPr>
              <a:t> </a:t>
            </a:r>
            <a:r>
              <a:rPr sz="1400" dirty="0">
                <a:latin typeface="Corbel"/>
                <a:cs typeface="Corbel"/>
              </a:rPr>
              <a:t>which</a:t>
            </a:r>
            <a:r>
              <a:rPr sz="1400" spc="-10" dirty="0">
                <a:latin typeface="Corbel"/>
                <a:cs typeface="Corbel"/>
              </a:rPr>
              <a:t> </a:t>
            </a:r>
            <a:r>
              <a:rPr sz="1400" spc="-25" dirty="0">
                <a:latin typeface="Corbel"/>
                <a:cs typeface="Corbel"/>
              </a:rPr>
              <a:t>in </a:t>
            </a:r>
            <a:r>
              <a:rPr sz="1400" dirty="0">
                <a:latin typeface="Corbel"/>
                <a:cs typeface="Corbel"/>
              </a:rPr>
              <a:t>turn</a:t>
            </a:r>
            <a:r>
              <a:rPr sz="1400" spc="-20" dirty="0">
                <a:latin typeface="Corbel"/>
                <a:cs typeface="Corbel"/>
              </a:rPr>
              <a:t> </a:t>
            </a:r>
            <a:r>
              <a:rPr sz="1400" dirty="0">
                <a:latin typeface="Corbel"/>
                <a:cs typeface="Corbel"/>
              </a:rPr>
              <a:t>degrades</a:t>
            </a:r>
            <a:r>
              <a:rPr sz="1400" spc="-15" dirty="0">
                <a:latin typeface="Corbel"/>
                <a:cs typeface="Corbel"/>
              </a:rPr>
              <a:t> </a:t>
            </a:r>
            <a:r>
              <a:rPr sz="1400" spc="-10" dirty="0">
                <a:latin typeface="Corbel"/>
                <a:cs typeface="Corbel"/>
              </a:rPr>
              <a:t>positioning</a:t>
            </a:r>
            <a:r>
              <a:rPr sz="1400" spc="-15" dirty="0">
                <a:latin typeface="Corbel"/>
                <a:cs typeface="Corbel"/>
              </a:rPr>
              <a:t> </a:t>
            </a:r>
            <a:r>
              <a:rPr sz="1400" spc="-10" dirty="0">
                <a:latin typeface="Corbel"/>
                <a:cs typeface="Corbel"/>
              </a:rPr>
              <a:t>accuracy.</a:t>
            </a:r>
            <a:endParaRPr sz="1400" dirty="0">
              <a:latin typeface="Corbel"/>
              <a:cs typeface="Corbel"/>
            </a:endParaRPr>
          </a:p>
          <a:p>
            <a:pPr marL="12700" algn="just">
              <a:lnSpc>
                <a:spcPct val="100000"/>
              </a:lnSpc>
              <a:spcBef>
                <a:spcPts val="910"/>
              </a:spcBef>
            </a:pPr>
            <a:r>
              <a:rPr sz="1400" b="1" dirty="0">
                <a:latin typeface="Corbel"/>
                <a:cs typeface="Corbel"/>
              </a:rPr>
              <a:t>Error</a:t>
            </a:r>
            <a:r>
              <a:rPr sz="1400" b="1" spc="-35" dirty="0">
                <a:latin typeface="Corbel"/>
                <a:cs typeface="Corbel"/>
              </a:rPr>
              <a:t> </a:t>
            </a:r>
            <a:r>
              <a:rPr sz="1400" b="1" dirty="0">
                <a:latin typeface="Corbel"/>
                <a:cs typeface="Corbel"/>
              </a:rPr>
              <a:t>sources</a:t>
            </a:r>
            <a:r>
              <a:rPr sz="1400" b="1" spc="-40" dirty="0">
                <a:latin typeface="Corbel"/>
                <a:cs typeface="Corbel"/>
              </a:rPr>
              <a:t> </a:t>
            </a:r>
            <a:r>
              <a:rPr sz="1400" b="1" dirty="0">
                <a:latin typeface="Corbel"/>
                <a:cs typeface="Corbel"/>
              </a:rPr>
              <a:t>and</a:t>
            </a:r>
            <a:r>
              <a:rPr sz="1400" b="1" spc="-35" dirty="0">
                <a:latin typeface="Corbel"/>
                <a:cs typeface="Corbel"/>
              </a:rPr>
              <a:t> </a:t>
            </a:r>
            <a:r>
              <a:rPr sz="1400" b="1" spc="-10" dirty="0">
                <a:latin typeface="Corbel"/>
                <a:cs typeface="Corbel"/>
              </a:rPr>
              <a:t>consequences</a:t>
            </a:r>
            <a:endParaRPr sz="1400" dirty="0">
              <a:latin typeface="Corbel"/>
              <a:cs typeface="Corbel"/>
            </a:endParaRPr>
          </a:p>
          <a:p>
            <a:pPr marL="12700" marR="5080" algn="just">
              <a:lnSpc>
                <a:spcPct val="101400"/>
              </a:lnSpc>
              <a:spcBef>
                <a:spcPts val="890"/>
              </a:spcBef>
            </a:pPr>
            <a:r>
              <a:rPr sz="1400" dirty="0">
                <a:latin typeface="Corbel"/>
                <a:cs typeface="Corbel"/>
              </a:rPr>
              <a:t>GNSS</a:t>
            </a:r>
            <a:r>
              <a:rPr sz="1400" spc="-5" dirty="0">
                <a:latin typeface="Corbel"/>
                <a:cs typeface="Corbel"/>
              </a:rPr>
              <a:t> </a:t>
            </a:r>
            <a:r>
              <a:rPr sz="1400" dirty="0">
                <a:latin typeface="Corbel"/>
                <a:cs typeface="Corbel"/>
              </a:rPr>
              <a:t>signals</a:t>
            </a:r>
            <a:r>
              <a:rPr sz="1400" spc="-10" dirty="0">
                <a:latin typeface="Corbel"/>
                <a:cs typeface="Corbel"/>
              </a:rPr>
              <a:t> </a:t>
            </a:r>
            <a:r>
              <a:rPr sz="1400" dirty="0">
                <a:latin typeface="Corbel"/>
                <a:cs typeface="Corbel"/>
              </a:rPr>
              <a:t>have</a:t>
            </a:r>
            <a:r>
              <a:rPr sz="1400" spc="-5" dirty="0">
                <a:latin typeface="Corbel"/>
                <a:cs typeface="Corbel"/>
              </a:rPr>
              <a:t> </a:t>
            </a:r>
            <a:r>
              <a:rPr sz="1400" dirty="0">
                <a:latin typeface="Corbel"/>
                <a:cs typeface="Corbel"/>
              </a:rPr>
              <a:t>very low</a:t>
            </a:r>
            <a:r>
              <a:rPr sz="1400" spc="-5" dirty="0">
                <a:latin typeface="Corbel"/>
                <a:cs typeface="Corbel"/>
              </a:rPr>
              <a:t> </a:t>
            </a:r>
            <a:r>
              <a:rPr sz="1400" spc="-10" dirty="0">
                <a:latin typeface="Corbel"/>
                <a:cs typeface="Corbel"/>
              </a:rPr>
              <a:t>power,</a:t>
            </a:r>
            <a:r>
              <a:rPr sz="1400" dirty="0">
                <a:latin typeface="Corbel"/>
                <a:cs typeface="Corbel"/>
              </a:rPr>
              <a:t> and hence</a:t>
            </a:r>
            <a:r>
              <a:rPr sz="1400" spc="-5" dirty="0">
                <a:latin typeface="Corbel"/>
                <a:cs typeface="Corbel"/>
              </a:rPr>
              <a:t> </a:t>
            </a:r>
            <a:r>
              <a:rPr sz="1400" dirty="0">
                <a:latin typeface="Corbel"/>
                <a:cs typeface="Corbel"/>
              </a:rPr>
              <a:t>they</a:t>
            </a:r>
            <a:r>
              <a:rPr sz="1400" spc="-5" dirty="0">
                <a:latin typeface="Corbel"/>
                <a:cs typeface="Corbel"/>
              </a:rPr>
              <a:t> </a:t>
            </a:r>
            <a:r>
              <a:rPr sz="1400" dirty="0">
                <a:latin typeface="Corbel"/>
                <a:cs typeface="Corbel"/>
              </a:rPr>
              <a:t>are</a:t>
            </a:r>
            <a:r>
              <a:rPr sz="1400" spc="-5" dirty="0">
                <a:latin typeface="Corbel"/>
                <a:cs typeface="Corbel"/>
              </a:rPr>
              <a:t> </a:t>
            </a:r>
            <a:r>
              <a:rPr sz="1400" dirty="0">
                <a:latin typeface="Corbel"/>
                <a:cs typeface="Corbel"/>
              </a:rPr>
              <a:t>prone to</a:t>
            </a:r>
            <a:r>
              <a:rPr sz="1400" spc="-5" dirty="0">
                <a:latin typeface="Corbel"/>
                <a:cs typeface="Corbel"/>
              </a:rPr>
              <a:t> </a:t>
            </a:r>
            <a:r>
              <a:rPr sz="1400" dirty="0">
                <a:latin typeface="Corbel"/>
                <a:cs typeface="Corbel"/>
              </a:rPr>
              <a:t>several</a:t>
            </a:r>
            <a:r>
              <a:rPr sz="1400" spc="-10" dirty="0">
                <a:latin typeface="Corbel"/>
                <a:cs typeface="Corbel"/>
              </a:rPr>
              <a:t> </a:t>
            </a:r>
            <a:r>
              <a:rPr sz="1400" dirty="0">
                <a:latin typeface="Corbel"/>
                <a:cs typeface="Corbel"/>
              </a:rPr>
              <a:t>sources</a:t>
            </a:r>
            <a:r>
              <a:rPr sz="1400" spc="-5" dirty="0">
                <a:latin typeface="Corbel"/>
                <a:cs typeface="Corbel"/>
              </a:rPr>
              <a:t> </a:t>
            </a:r>
            <a:r>
              <a:rPr sz="1400" dirty="0">
                <a:latin typeface="Corbel"/>
                <a:cs typeface="Corbel"/>
              </a:rPr>
              <a:t>of noise</a:t>
            </a:r>
            <a:r>
              <a:rPr sz="1400" spc="-5" dirty="0">
                <a:latin typeface="Corbel"/>
                <a:cs typeface="Corbel"/>
              </a:rPr>
              <a:t> </a:t>
            </a:r>
            <a:r>
              <a:rPr sz="1400" dirty="0">
                <a:latin typeface="Corbel"/>
                <a:cs typeface="Corbel"/>
              </a:rPr>
              <a:t>and errors. The</a:t>
            </a:r>
            <a:r>
              <a:rPr sz="1400" spc="-5" dirty="0">
                <a:latin typeface="Corbel"/>
                <a:cs typeface="Corbel"/>
              </a:rPr>
              <a:t> </a:t>
            </a:r>
            <a:r>
              <a:rPr sz="1400" dirty="0">
                <a:latin typeface="Corbel"/>
                <a:cs typeface="Corbel"/>
              </a:rPr>
              <a:t>range</a:t>
            </a:r>
            <a:r>
              <a:rPr sz="1400" spc="-5" dirty="0">
                <a:latin typeface="Corbel"/>
                <a:cs typeface="Corbel"/>
              </a:rPr>
              <a:t> </a:t>
            </a:r>
            <a:r>
              <a:rPr sz="1400" dirty="0">
                <a:latin typeface="Corbel"/>
                <a:cs typeface="Corbel"/>
              </a:rPr>
              <a:t>measured by the</a:t>
            </a:r>
            <a:r>
              <a:rPr sz="1400" spc="-5" dirty="0">
                <a:latin typeface="Corbel"/>
                <a:cs typeface="Corbel"/>
              </a:rPr>
              <a:t> </a:t>
            </a:r>
            <a:r>
              <a:rPr sz="1400" spc="-20" dirty="0">
                <a:latin typeface="Corbel"/>
                <a:cs typeface="Corbel"/>
              </a:rPr>
              <a:t>GNSS </a:t>
            </a:r>
            <a:r>
              <a:rPr sz="1400" dirty="0">
                <a:latin typeface="Corbel"/>
                <a:cs typeface="Corbel"/>
              </a:rPr>
              <a:t>receiver</a:t>
            </a:r>
            <a:r>
              <a:rPr sz="1400" spc="-25" dirty="0">
                <a:latin typeface="Corbel"/>
                <a:cs typeface="Corbel"/>
              </a:rPr>
              <a:t> </a:t>
            </a:r>
            <a:r>
              <a:rPr sz="1400" dirty="0">
                <a:latin typeface="Corbel"/>
                <a:cs typeface="Corbel"/>
              </a:rPr>
              <a:t>is</a:t>
            </a:r>
            <a:r>
              <a:rPr sz="1400" spc="-30" dirty="0">
                <a:latin typeface="Corbel"/>
                <a:cs typeface="Corbel"/>
              </a:rPr>
              <a:t> </a:t>
            </a:r>
            <a:r>
              <a:rPr sz="1400" spc="-10" dirty="0">
                <a:latin typeface="Corbel"/>
                <a:cs typeface="Corbel"/>
              </a:rPr>
              <a:t>contaminated</a:t>
            </a:r>
            <a:r>
              <a:rPr sz="1400" spc="-30" dirty="0">
                <a:latin typeface="Corbel"/>
                <a:cs typeface="Corbel"/>
              </a:rPr>
              <a:t> </a:t>
            </a:r>
            <a:r>
              <a:rPr sz="1400" dirty="0">
                <a:latin typeface="Corbel"/>
                <a:cs typeface="Corbel"/>
              </a:rPr>
              <a:t>by</a:t>
            </a:r>
            <a:r>
              <a:rPr sz="1400" spc="-20" dirty="0">
                <a:latin typeface="Corbel"/>
                <a:cs typeface="Corbel"/>
              </a:rPr>
              <a:t> </a:t>
            </a:r>
            <a:r>
              <a:rPr sz="1400" dirty="0">
                <a:latin typeface="Corbel"/>
                <a:cs typeface="Corbel"/>
              </a:rPr>
              <a:t>these</a:t>
            </a:r>
            <a:r>
              <a:rPr sz="1400" spc="-25" dirty="0">
                <a:latin typeface="Corbel"/>
                <a:cs typeface="Corbel"/>
              </a:rPr>
              <a:t> </a:t>
            </a:r>
            <a:r>
              <a:rPr sz="1400" dirty="0">
                <a:latin typeface="Corbel"/>
                <a:cs typeface="Corbel"/>
              </a:rPr>
              <a:t>errors,</a:t>
            </a:r>
            <a:r>
              <a:rPr sz="1400" spc="-20" dirty="0">
                <a:latin typeface="Corbel"/>
                <a:cs typeface="Corbel"/>
              </a:rPr>
              <a:t> </a:t>
            </a:r>
            <a:r>
              <a:rPr sz="1400" dirty="0">
                <a:latin typeface="Corbel"/>
                <a:cs typeface="Corbel"/>
              </a:rPr>
              <a:t>which</a:t>
            </a:r>
            <a:r>
              <a:rPr sz="1400" spc="-20" dirty="0">
                <a:latin typeface="Corbel"/>
                <a:cs typeface="Corbel"/>
              </a:rPr>
              <a:t> </a:t>
            </a:r>
            <a:r>
              <a:rPr sz="1400" dirty="0">
                <a:latin typeface="Corbel"/>
                <a:cs typeface="Corbel"/>
              </a:rPr>
              <a:t>is</a:t>
            </a:r>
            <a:r>
              <a:rPr sz="1400" spc="-25" dirty="0">
                <a:latin typeface="Corbel"/>
                <a:cs typeface="Corbel"/>
              </a:rPr>
              <a:t> </a:t>
            </a:r>
            <a:r>
              <a:rPr sz="1400" dirty="0">
                <a:latin typeface="Corbel"/>
                <a:cs typeface="Corbel"/>
              </a:rPr>
              <a:t>why</a:t>
            </a:r>
            <a:r>
              <a:rPr sz="1400" spc="-25" dirty="0">
                <a:latin typeface="Corbel"/>
                <a:cs typeface="Corbel"/>
              </a:rPr>
              <a:t> </a:t>
            </a:r>
            <a:r>
              <a:rPr sz="1400" dirty="0">
                <a:latin typeface="Corbel"/>
                <a:cs typeface="Corbel"/>
              </a:rPr>
              <a:t>it</a:t>
            </a:r>
            <a:r>
              <a:rPr sz="1400" spc="-25" dirty="0">
                <a:latin typeface="Corbel"/>
                <a:cs typeface="Corbel"/>
              </a:rPr>
              <a:t> </a:t>
            </a:r>
            <a:r>
              <a:rPr sz="1400" dirty="0">
                <a:latin typeface="Corbel"/>
                <a:cs typeface="Corbel"/>
              </a:rPr>
              <a:t>is</a:t>
            </a:r>
            <a:r>
              <a:rPr sz="1400" spc="-25" dirty="0">
                <a:latin typeface="Corbel"/>
                <a:cs typeface="Corbel"/>
              </a:rPr>
              <a:t> </a:t>
            </a:r>
            <a:r>
              <a:rPr sz="1400" dirty="0">
                <a:latin typeface="Corbel"/>
                <a:cs typeface="Corbel"/>
              </a:rPr>
              <a:t>called</a:t>
            </a:r>
            <a:r>
              <a:rPr sz="1400" spc="-30" dirty="0">
                <a:latin typeface="Corbel"/>
                <a:cs typeface="Corbel"/>
              </a:rPr>
              <a:t> </a:t>
            </a:r>
            <a:r>
              <a:rPr sz="1400" dirty="0">
                <a:latin typeface="Corbel"/>
                <a:cs typeface="Corbel"/>
              </a:rPr>
              <a:t>the</a:t>
            </a:r>
            <a:r>
              <a:rPr sz="1400" spc="-25" dirty="0">
                <a:latin typeface="Corbel"/>
                <a:cs typeface="Corbel"/>
              </a:rPr>
              <a:t> </a:t>
            </a:r>
            <a:r>
              <a:rPr sz="1400" spc="-10" dirty="0">
                <a:latin typeface="Corbel"/>
                <a:cs typeface="Corbel"/>
              </a:rPr>
              <a:t>pseudorange.</a:t>
            </a:r>
            <a:endParaRPr sz="1400" dirty="0">
              <a:latin typeface="Corbel"/>
              <a:cs typeface="Corbel"/>
            </a:endParaRPr>
          </a:p>
          <a:p>
            <a:pPr marL="350520" marR="5080" indent="-337820" algn="just">
              <a:lnSpc>
                <a:spcPct val="98600"/>
              </a:lnSpc>
              <a:spcBef>
                <a:spcPts val="935"/>
              </a:spcBef>
              <a:buAutoNum type="arabicPeriod"/>
              <a:tabLst>
                <a:tab pos="355600" algn="l"/>
              </a:tabLst>
            </a:pPr>
            <a:r>
              <a:rPr sz="1400" u="sng" spc="-25" dirty="0">
                <a:uFill>
                  <a:solidFill>
                    <a:srgbClr val="000000"/>
                  </a:solidFill>
                </a:uFill>
                <a:latin typeface="Corbel"/>
                <a:cs typeface="Corbel"/>
              </a:rPr>
              <a:t>Clock-</a:t>
            </a:r>
            <a:r>
              <a:rPr sz="1400" u="sng" dirty="0">
                <a:uFill>
                  <a:solidFill>
                    <a:srgbClr val="000000"/>
                  </a:solidFill>
                </a:uFill>
                <a:latin typeface="Corbel"/>
                <a:cs typeface="Corbel"/>
              </a:rPr>
              <a:t>related</a:t>
            </a:r>
            <a:r>
              <a:rPr sz="1400" u="sng" spc="240" dirty="0">
                <a:uFill>
                  <a:solidFill>
                    <a:srgbClr val="000000"/>
                  </a:solidFill>
                </a:uFill>
                <a:latin typeface="Corbel"/>
                <a:cs typeface="Corbel"/>
              </a:rPr>
              <a:t> </a:t>
            </a:r>
            <a:r>
              <a:rPr sz="1400" u="sng" dirty="0">
                <a:uFill>
                  <a:solidFill>
                    <a:srgbClr val="000000"/>
                  </a:solidFill>
                </a:uFill>
                <a:latin typeface="Corbel"/>
                <a:cs typeface="Corbel"/>
              </a:rPr>
              <a:t>errors</a:t>
            </a:r>
            <a:r>
              <a:rPr sz="1400" spc="245" dirty="0">
                <a:latin typeface="Corbel"/>
                <a:cs typeface="Corbel"/>
              </a:rPr>
              <a:t> </a:t>
            </a:r>
            <a:r>
              <a:rPr sz="1400" dirty="0">
                <a:latin typeface="Corbel"/>
                <a:cs typeface="Corbel"/>
              </a:rPr>
              <a:t>-</a:t>
            </a:r>
            <a:r>
              <a:rPr sz="1400" spc="240" dirty="0">
                <a:latin typeface="Corbel"/>
                <a:cs typeface="Corbel"/>
              </a:rPr>
              <a:t> </a:t>
            </a:r>
            <a:r>
              <a:rPr sz="1400" dirty="0">
                <a:latin typeface="Corbel"/>
                <a:cs typeface="Corbel"/>
              </a:rPr>
              <a:t>Receivers</a:t>
            </a:r>
            <a:r>
              <a:rPr sz="1400" spc="245" dirty="0">
                <a:latin typeface="Corbel"/>
                <a:cs typeface="Corbel"/>
              </a:rPr>
              <a:t> </a:t>
            </a:r>
            <a:r>
              <a:rPr sz="1400" dirty="0">
                <a:latin typeface="Corbel"/>
                <a:cs typeface="Corbel"/>
              </a:rPr>
              <a:t>generate</a:t>
            </a:r>
            <a:r>
              <a:rPr sz="1400" spc="245" dirty="0">
                <a:latin typeface="Corbel"/>
                <a:cs typeface="Corbel"/>
              </a:rPr>
              <a:t> </a:t>
            </a:r>
            <a:r>
              <a:rPr sz="1400" dirty="0">
                <a:latin typeface="Corbel"/>
                <a:cs typeface="Corbel"/>
              </a:rPr>
              <a:t>measurements</a:t>
            </a:r>
            <a:r>
              <a:rPr sz="1400" spc="245" dirty="0">
                <a:latin typeface="Corbel"/>
                <a:cs typeface="Corbel"/>
              </a:rPr>
              <a:t> </a:t>
            </a:r>
            <a:r>
              <a:rPr sz="1400" dirty="0">
                <a:latin typeface="Corbel"/>
                <a:cs typeface="Corbel"/>
              </a:rPr>
              <a:t>based</a:t>
            </a:r>
            <a:r>
              <a:rPr sz="1400" spc="250" dirty="0">
                <a:latin typeface="Corbel"/>
                <a:cs typeface="Corbel"/>
              </a:rPr>
              <a:t> </a:t>
            </a:r>
            <a:r>
              <a:rPr sz="1400" dirty="0">
                <a:latin typeface="Corbel"/>
                <a:cs typeface="Corbel"/>
              </a:rPr>
              <a:t>mainly</a:t>
            </a:r>
            <a:r>
              <a:rPr sz="1400" spc="245" dirty="0">
                <a:latin typeface="Corbel"/>
                <a:cs typeface="Corbel"/>
              </a:rPr>
              <a:t> </a:t>
            </a:r>
            <a:r>
              <a:rPr sz="1400" dirty="0">
                <a:latin typeface="Corbel"/>
                <a:cs typeface="Corbel"/>
              </a:rPr>
              <a:t>on</a:t>
            </a:r>
            <a:r>
              <a:rPr sz="1400" spc="245" dirty="0">
                <a:latin typeface="Corbel"/>
                <a:cs typeface="Corbel"/>
              </a:rPr>
              <a:t> </a:t>
            </a:r>
            <a:r>
              <a:rPr sz="1400" dirty="0">
                <a:latin typeface="Corbel"/>
                <a:cs typeface="Corbel"/>
              </a:rPr>
              <a:t>measuring</a:t>
            </a:r>
            <a:r>
              <a:rPr sz="1400" spc="240" dirty="0">
                <a:latin typeface="Corbel"/>
                <a:cs typeface="Corbel"/>
              </a:rPr>
              <a:t> </a:t>
            </a:r>
            <a:r>
              <a:rPr sz="1400" dirty="0">
                <a:latin typeface="Corbel"/>
                <a:cs typeface="Corbel"/>
              </a:rPr>
              <a:t>time.</a:t>
            </a:r>
            <a:r>
              <a:rPr sz="1400" spc="254" dirty="0">
                <a:latin typeface="Corbel"/>
                <a:cs typeface="Corbel"/>
              </a:rPr>
              <a:t> </a:t>
            </a:r>
            <a:r>
              <a:rPr sz="1400" dirty="0">
                <a:latin typeface="Corbel"/>
                <a:cs typeface="Corbel"/>
              </a:rPr>
              <a:t>Indeed,</a:t>
            </a:r>
            <a:r>
              <a:rPr sz="1400" spc="250" dirty="0">
                <a:latin typeface="Corbel"/>
                <a:cs typeface="Corbel"/>
              </a:rPr>
              <a:t> </a:t>
            </a:r>
            <a:r>
              <a:rPr sz="1400" dirty="0">
                <a:latin typeface="Corbel"/>
                <a:cs typeface="Corbel"/>
              </a:rPr>
              <a:t>time</a:t>
            </a:r>
            <a:r>
              <a:rPr sz="1400" spc="250" dirty="0">
                <a:latin typeface="Corbel"/>
                <a:cs typeface="Corbel"/>
              </a:rPr>
              <a:t> </a:t>
            </a:r>
            <a:r>
              <a:rPr sz="1400" dirty="0">
                <a:latin typeface="Corbel"/>
                <a:cs typeface="Corbel"/>
              </a:rPr>
              <a:t>is</a:t>
            </a:r>
            <a:r>
              <a:rPr sz="1400" spc="240" dirty="0">
                <a:latin typeface="Corbel"/>
                <a:cs typeface="Corbel"/>
              </a:rPr>
              <a:t> </a:t>
            </a:r>
            <a:r>
              <a:rPr sz="1400" dirty="0">
                <a:latin typeface="Corbel"/>
                <a:cs typeface="Corbel"/>
              </a:rPr>
              <a:t>central</a:t>
            </a:r>
            <a:r>
              <a:rPr sz="1400" spc="245" dirty="0">
                <a:latin typeface="Corbel"/>
                <a:cs typeface="Corbel"/>
              </a:rPr>
              <a:t> </a:t>
            </a:r>
            <a:r>
              <a:rPr sz="1400" dirty="0">
                <a:latin typeface="Corbel"/>
                <a:cs typeface="Corbel"/>
              </a:rPr>
              <a:t>to</a:t>
            </a:r>
            <a:r>
              <a:rPr sz="1400" spc="250" dirty="0">
                <a:latin typeface="Corbel"/>
                <a:cs typeface="Corbel"/>
              </a:rPr>
              <a:t> </a:t>
            </a:r>
            <a:r>
              <a:rPr sz="1400" spc="-20" dirty="0">
                <a:latin typeface="Corbel"/>
                <a:cs typeface="Corbel"/>
              </a:rPr>
              <a:t>GNSS 	</a:t>
            </a:r>
            <a:r>
              <a:rPr sz="1400" dirty="0">
                <a:latin typeface="Corbel"/>
                <a:cs typeface="Corbel"/>
              </a:rPr>
              <a:t>systems;</a:t>
            </a:r>
            <a:r>
              <a:rPr sz="1400" spc="145" dirty="0">
                <a:latin typeface="Corbel"/>
                <a:cs typeface="Corbel"/>
              </a:rPr>
              <a:t> </a:t>
            </a:r>
            <a:r>
              <a:rPr sz="1400" dirty="0">
                <a:latin typeface="Corbel"/>
                <a:cs typeface="Corbel"/>
              </a:rPr>
              <a:t>therefore,</a:t>
            </a:r>
            <a:r>
              <a:rPr sz="1400" spc="145" dirty="0">
                <a:latin typeface="Corbel"/>
                <a:cs typeface="Corbel"/>
              </a:rPr>
              <a:t> </a:t>
            </a:r>
            <a:r>
              <a:rPr sz="1400" dirty="0">
                <a:latin typeface="Corbel"/>
                <a:cs typeface="Corbel"/>
              </a:rPr>
              <a:t>GNSS</a:t>
            </a:r>
            <a:r>
              <a:rPr sz="1400" spc="145" dirty="0">
                <a:latin typeface="Corbel"/>
                <a:cs typeface="Corbel"/>
              </a:rPr>
              <a:t> </a:t>
            </a:r>
            <a:r>
              <a:rPr sz="1400" dirty="0">
                <a:latin typeface="Corbel"/>
                <a:cs typeface="Corbel"/>
              </a:rPr>
              <a:t>satellites</a:t>
            </a:r>
            <a:r>
              <a:rPr sz="1400" spc="140" dirty="0">
                <a:latin typeface="Corbel"/>
                <a:cs typeface="Corbel"/>
              </a:rPr>
              <a:t> </a:t>
            </a:r>
            <a:r>
              <a:rPr sz="1400" dirty="0">
                <a:latin typeface="Corbel"/>
                <a:cs typeface="Corbel"/>
              </a:rPr>
              <a:t>are</a:t>
            </a:r>
            <a:r>
              <a:rPr sz="1400" spc="145" dirty="0">
                <a:latin typeface="Corbel"/>
                <a:cs typeface="Corbel"/>
              </a:rPr>
              <a:t> </a:t>
            </a:r>
            <a:r>
              <a:rPr sz="1400" dirty="0">
                <a:latin typeface="Corbel"/>
                <a:cs typeface="Corbel"/>
              </a:rPr>
              <a:t>equipped</a:t>
            </a:r>
            <a:r>
              <a:rPr sz="1400" spc="145" dirty="0">
                <a:latin typeface="Corbel"/>
                <a:cs typeface="Corbel"/>
              </a:rPr>
              <a:t> </a:t>
            </a:r>
            <a:r>
              <a:rPr sz="1400" dirty="0">
                <a:latin typeface="Corbel"/>
                <a:cs typeface="Corbel"/>
              </a:rPr>
              <a:t>with</a:t>
            </a:r>
            <a:r>
              <a:rPr sz="1400" spc="145" dirty="0">
                <a:latin typeface="Corbel"/>
                <a:cs typeface="Corbel"/>
              </a:rPr>
              <a:t> </a:t>
            </a:r>
            <a:r>
              <a:rPr sz="1400" dirty="0">
                <a:latin typeface="Corbel"/>
                <a:cs typeface="Corbel"/>
              </a:rPr>
              <a:t>very</a:t>
            </a:r>
            <a:r>
              <a:rPr sz="1400" spc="145" dirty="0">
                <a:latin typeface="Corbel"/>
                <a:cs typeface="Corbel"/>
              </a:rPr>
              <a:t> </a:t>
            </a:r>
            <a:r>
              <a:rPr sz="1400" dirty="0">
                <a:latin typeface="Corbel"/>
                <a:cs typeface="Corbel"/>
              </a:rPr>
              <a:t>precise,</a:t>
            </a:r>
            <a:r>
              <a:rPr sz="1400" spc="150" dirty="0">
                <a:latin typeface="Corbel"/>
                <a:cs typeface="Corbel"/>
              </a:rPr>
              <a:t> </a:t>
            </a:r>
            <a:r>
              <a:rPr sz="1400" dirty="0">
                <a:latin typeface="Corbel"/>
                <a:cs typeface="Corbel"/>
              </a:rPr>
              <a:t>and</a:t>
            </a:r>
            <a:r>
              <a:rPr sz="1400" spc="145" dirty="0">
                <a:latin typeface="Corbel"/>
                <a:cs typeface="Corbel"/>
              </a:rPr>
              <a:t> </a:t>
            </a:r>
            <a:r>
              <a:rPr sz="1400" dirty="0">
                <a:latin typeface="Corbel"/>
                <a:cs typeface="Corbel"/>
              </a:rPr>
              <a:t>hence</a:t>
            </a:r>
            <a:r>
              <a:rPr sz="1400" spc="145" dirty="0">
                <a:latin typeface="Corbel"/>
                <a:cs typeface="Corbel"/>
              </a:rPr>
              <a:t> </a:t>
            </a:r>
            <a:r>
              <a:rPr sz="1400" dirty="0">
                <a:latin typeface="Corbel"/>
                <a:cs typeface="Corbel"/>
              </a:rPr>
              <a:t>very</a:t>
            </a:r>
            <a:r>
              <a:rPr sz="1400" spc="145" dirty="0">
                <a:latin typeface="Corbel"/>
                <a:cs typeface="Corbel"/>
              </a:rPr>
              <a:t> </a:t>
            </a:r>
            <a:r>
              <a:rPr sz="1400" dirty="0">
                <a:latin typeface="Corbel"/>
                <a:cs typeface="Corbel"/>
              </a:rPr>
              <a:t>expensive,</a:t>
            </a:r>
            <a:r>
              <a:rPr sz="1400" spc="150" dirty="0">
                <a:latin typeface="Corbel"/>
                <a:cs typeface="Corbel"/>
              </a:rPr>
              <a:t> </a:t>
            </a:r>
            <a:r>
              <a:rPr sz="1400" dirty="0">
                <a:latin typeface="Corbel"/>
                <a:cs typeface="Corbel"/>
              </a:rPr>
              <a:t>clocks.</a:t>
            </a:r>
            <a:r>
              <a:rPr sz="1400" spc="150" dirty="0">
                <a:latin typeface="Corbel"/>
                <a:cs typeface="Corbel"/>
              </a:rPr>
              <a:t> </a:t>
            </a:r>
            <a:r>
              <a:rPr sz="1400" dirty="0">
                <a:latin typeface="Corbel"/>
                <a:cs typeface="Corbel"/>
              </a:rPr>
              <a:t>Despite</a:t>
            </a:r>
            <a:r>
              <a:rPr sz="1400" spc="145" dirty="0">
                <a:latin typeface="Corbel"/>
                <a:cs typeface="Corbel"/>
              </a:rPr>
              <a:t> </a:t>
            </a:r>
            <a:r>
              <a:rPr sz="1400" dirty="0">
                <a:latin typeface="Corbel"/>
                <a:cs typeface="Corbel"/>
              </a:rPr>
              <a:t>their</a:t>
            </a:r>
            <a:r>
              <a:rPr sz="1400" spc="150" dirty="0">
                <a:latin typeface="Corbel"/>
                <a:cs typeface="Corbel"/>
              </a:rPr>
              <a:t> </a:t>
            </a:r>
            <a:r>
              <a:rPr sz="1400" spc="-10" dirty="0">
                <a:latin typeface="Corbel"/>
                <a:cs typeface="Corbel"/>
              </a:rPr>
              <a:t>accuracy, 	</a:t>
            </a:r>
            <a:r>
              <a:rPr sz="1400" dirty="0">
                <a:latin typeface="Corbel"/>
                <a:cs typeface="Corbel"/>
              </a:rPr>
              <a:t>satellite</a:t>
            </a:r>
            <a:r>
              <a:rPr sz="1400" spc="-60" dirty="0">
                <a:latin typeface="Corbel"/>
                <a:cs typeface="Corbel"/>
              </a:rPr>
              <a:t> </a:t>
            </a:r>
            <a:r>
              <a:rPr sz="1400" dirty="0">
                <a:latin typeface="Corbel"/>
                <a:cs typeface="Corbel"/>
              </a:rPr>
              <a:t>clocks</a:t>
            </a:r>
            <a:r>
              <a:rPr sz="1400" spc="-40" dirty="0">
                <a:latin typeface="Corbel"/>
                <a:cs typeface="Corbel"/>
              </a:rPr>
              <a:t> </a:t>
            </a:r>
            <a:r>
              <a:rPr sz="1400" dirty="0">
                <a:latin typeface="Corbel"/>
                <a:cs typeface="Corbel"/>
              </a:rPr>
              <a:t>still</a:t>
            </a:r>
            <a:r>
              <a:rPr sz="1400" spc="-40" dirty="0">
                <a:latin typeface="Corbel"/>
                <a:cs typeface="Corbel"/>
              </a:rPr>
              <a:t> </a:t>
            </a:r>
            <a:r>
              <a:rPr sz="1400" dirty="0">
                <a:latin typeface="Corbel"/>
                <a:cs typeface="Corbel"/>
              </a:rPr>
              <a:t>drift</a:t>
            </a:r>
            <a:r>
              <a:rPr sz="1400" spc="-35" dirty="0">
                <a:latin typeface="Corbel"/>
                <a:cs typeface="Corbel"/>
              </a:rPr>
              <a:t> </a:t>
            </a:r>
            <a:r>
              <a:rPr sz="1400" dirty="0">
                <a:latin typeface="Corbel"/>
                <a:cs typeface="Corbel"/>
              </a:rPr>
              <a:t>slightly</a:t>
            </a:r>
            <a:r>
              <a:rPr sz="1400" spc="-35" dirty="0">
                <a:latin typeface="Corbel"/>
                <a:cs typeface="Corbel"/>
              </a:rPr>
              <a:t> </a:t>
            </a:r>
            <a:r>
              <a:rPr sz="1400" spc="-10" dirty="0">
                <a:latin typeface="Corbel"/>
                <a:cs typeface="Corbel"/>
              </a:rPr>
              <a:t>from</a:t>
            </a:r>
            <a:r>
              <a:rPr sz="1400" spc="-60" dirty="0">
                <a:latin typeface="Corbel"/>
                <a:cs typeface="Corbel"/>
              </a:rPr>
              <a:t> </a:t>
            </a:r>
            <a:r>
              <a:rPr sz="1400" dirty="0">
                <a:latin typeface="Corbel"/>
                <a:cs typeface="Corbel"/>
              </a:rPr>
              <a:t>GNSS</a:t>
            </a:r>
            <a:r>
              <a:rPr sz="1400" spc="-35" dirty="0">
                <a:latin typeface="Corbel"/>
                <a:cs typeface="Corbel"/>
              </a:rPr>
              <a:t> </a:t>
            </a:r>
            <a:r>
              <a:rPr sz="1400" spc="-10" dirty="0">
                <a:latin typeface="Corbel"/>
                <a:cs typeface="Corbel"/>
              </a:rPr>
              <a:t>time.</a:t>
            </a:r>
            <a:endParaRPr sz="1400" dirty="0">
              <a:latin typeface="Corbel"/>
              <a:cs typeface="Corbel"/>
            </a:endParaRPr>
          </a:p>
          <a:p>
            <a:pPr marL="812165" lvl="1" indent="-342265">
              <a:lnSpc>
                <a:spcPct val="100000"/>
              </a:lnSpc>
              <a:spcBef>
                <a:spcPts val="919"/>
              </a:spcBef>
              <a:buAutoNum type="romanLcPeriod"/>
              <a:tabLst>
                <a:tab pos="812165" algn="l"/>
              </a:tabLst>
            </a:pPr>
            <a:r>
              <a:rPr sz="1200" dirty="0">
                <a:latin typeface="Corbel"/>
                <a:cs typeface="Corbel"/>
              </a:rPr>
              <a:t>Satellite</a:t>
            </a:r>
            <a:r>
              <a:rPr sz="1200" spc="-55" dirty="0">
                <a:latin typeface="Corbel"/>
                <a:cs typeface="Corbel"/>
              </a:rPr>
              <a:t> </a:t>
            </a:r>
            <a:r>
              <a:rPr sz="1200" dirty="0">
                <a:latin typeface="Corbel"/>
                <a:cs typeface="Corbel"/>
              </a:rPr>
              <a:t>clock</a:t>
            </a:r>
            <a:r>
              <a:rPr sz="1200" spc="-30" dirty="0">
                <a:latin typeface="Corbel"/>
                <a:cs typeface="Corbel"/>
              </a:rPr>
              <a:t> </a:t>
            </a:r>
            <a:r>
              <a:rPr sz="1200" dirty="0">
                <a:latin typeface="Corbel"/>
                <a:cs typeface="Corbel"/>
              </a:rPr>
              <a:t>errors</a:t>
            </a:r>
            <a:r>
              <a:rPr sz="1200" spc="-20" dirty="0">
                <a:latin typeface="Corbel"/>
                <a:cs typeface="Corbel"/>
              </a:rPr>
              <a:t> </a:t>
            </a:r>
            <a:r>
              <a:rPr sz="1200" spc="-10" dirty="0">
                <a:latin typeface="Corbel"/>
                <a:cs typeface="Corbel"/>
              </a:rPr>
              <a:t>-</a:t>
            </a:r>
            <a:r>
              <a:rPr sz="1200" spc="-85" dirty="0">
                <a:latin typeface="Corbel"/>
                <a:cs typeface="Corbel"/>
              </a:rPr>
              <a:t> </a:t>
            </a:r>
            <a:r>
              <a:rPr sz="1200" dirty="0">
                <a:latin typeface="Corbel"/>
                <a:cs typeface="Corbel"/>
              </a:rPr>
              <a:t>There</a:t>
            </a:r>
            <a:r>
              <a:rPr sz="1200" spc="-25" dirty="0">
                <a:latin typeface="Corbel"/>
                <a:cs typeface="Corbel"/>
              </a:rPr>
              <a:t> </a:t>
            </a:r>
            <a:r>
              <a:rPr sz="1200" dirty="0">
                <a:latin typeface="Corbel"/>
                <a:cs typeface="Corbel"/>
              </a:rPr>
              <a:t>are</a:t>
            </a:r>
            <a:r>
              <a:rPr sz="1200" spc="-20" dirty="0">
                <a:latin typeface="Corbel"/>
                <a:cs typeface="Corbel"/>
              </a:rPr>
              <a:t> </a:t>
            </a:r>
            <a:r>
              <a:rPr sz="1200" dirty="0">
                <a:latin typeface="Corbel"/>
                <a:cs typeface="Corbel"/>
              </a:rPr>
              <a:t>three</a:t>
            </a:r>
            <a:r>
              <a:rPr sz="1200" spc="-30" dirty="0">
                <a:latin typeface="Corbel"/>
                <a:cs typeface="Corbel"/>
              </a:rPr>
              <a:t> </a:t>
            </a:r>
            <a:r>
              <a:rPr sz="1200" dirty="0">
                <a:latin typeface="Corbel"/>
                <a:cs typeface="Corbel"/>
              </a:rPr>
              <a:t>factors</a:t>
            </a:r>
            <a:r>
              <a:rPr sz="1200" spc="-25" dirty="0">
                <a:latin typeface="Corbel"/>
                <a:cs typeface="Corbel"/>
              </a:rPr>
              <a:t> </a:t>
            </a:r>
            <a:r>
              <a:rPr sz="1200" dirty="0">
                <a:latin typeface="Corbel"/>
                <a:cs typeface="Corbel"/>
              </a:rPr>
              <a:t>that</a:t>
            </a:r>
            <a:r>
              <a:rPr sz="1200" spc="-30" dirty="0">
                <a:latin typeface="Corbel"/>
                <a:cs typeface="Corbel"/>
              </a:rPr>
              <a:t> </a:t>
            </a:r>
            <a:r>
              <a:rPr sz="1200" dirty="0">
                <a:latin typeface="Corbel"/>
                <a:cs typeface="Corbel"/>
              </a:rPr>
              <a:t>can</a:t>
            </a:r>
            <a:r>
              <a:rPr sz="1200" spc="-25" dirty="0">
                <a:latin typeface="Corbel"/>
                <a:cs typeface="Corbel"/>
              </a:rPr>
              <a:t> </a:t>
            </a:r>
            <a:r>
              <a:rPr sz="1200" spc="-10" dirty="0">
                <a:latin typeface="Corbel"/>
                <a:cs typeface="Corbel"/>
              </a:rPr>
              <a:t>affect</a:t>
            </a:r>
            <a:r>
              <a:rPr sz="1200" spc="-55" dirty="0">
                <a:latin typeface="Corbel"/>
                <a:cs typeface="Corbel"/>
              </a:rPr>
              <a:t> </a:t>
            </a:r>
            <a:r>
              <a:rPr sz="1200" dirty="0">
                <a:latin typeface="Corbel"/>
                <a:cs typeface="Corbel"/>
              </a:rPr>
              <a:t>GNSS</a:t>
            </a:r>
            <a:r>
              <a:rPr sz="1200" spc="-25" dirty="0">
                <a:latin typeface="Corbel"/>
                <a:cs typeface="Corbel"/>
              </a:rPr>
              <a:t> </a:t>
            </a:r>
            <a:r>
              <a:rPr sz="1200" dirty="0">
                <a:latin typeface="Corbel"/>
                <a:cs typeface="Corbel"/>
              </a:rPr>
              <a:t>satellite</a:t>
            </a:r>
            <a:r>
              <a:rPr sz="1200" spc="-25" dirty="0">
                <a:latin typeface="Corbel"/>
                <a:cs typeface="Corbel"/>
              </a:rPr>
              <a:t> </a:t>
            </a:r>
            <a:r>
              <a:rPr sz="1200" dirty="0">
                <a:latin typeface="Corbel"/>
                <a:cs typeface="Corbel"/>
              </a:rPr>
              <a:t>clocks:</a:t>
            </a:r>
            <a:r>
              <a:rPr sz="1200" spc="-30" dirty="0">
                <a:latin typeface="Corbel"/>
                <a:cs typeface="Corbel"/>
              </a:rPr>
              <a:t> </a:t>
            </a:r>
            <a:r>
              <a:rPr sz="1200" spc="-10" dirty="0">
                <a:latin typeface="Corbel"/>
                <a:cs typeface="Corbel"/>
              </a:rPr>
              <a:t>stability,</a:t>
            </a:r>
            <a:r>
              <a:rPr sz="1200" spc="-35" dirty="0">
                <a:latin typeface="Corbel"/>
                <a:cs typeface="Corbel"/>
              </a:rPr>
              <a:t> </a:t>
            </a:r>
            <a:r>
              <a:rPr sz="1200" dirty="0">
                <a:latin typeface="Corbel"/>
                <a:cs typeface="Corbel"/>
              </a:rPr>
              <a:t>relativistic</a:t>
            </a:r>
            <a:r>
              <a:rPr sz="1200" spc="-25" dirty="0">
                <a:latin typeface="Corbel"/>
                <a:cs typeface="Corbel"/>
              </a:rPr>
              <a:t> </a:t>
            </a:r>
            <a:r>
              <a:rPr sz="1200" dirty="0">
                <a:latin typeface="Corbel"/>
                <a:cs typeface="Corbel"/>
              </a:rPr>
              <a:t>effects,</a:t>
            </a:r>
            <a:r>
              <a:rPr sz="1200" spc="-30" dirty="0">
                <a:latin typeface="Corbel"/>
                <a:cs typeface="Corbel"/>
              </a:rPr>
              <a:t> </a:t>
            </a:r>
            <a:r>
              <a:rPr sz="1200" dirty="0">
                <a:latin typeface="Corbel"/>
                <a:cs typeface="Corbel"/>
              </a:rPr>
              <a:t>and</a:t>
            </a:r>
            <a:r>
              <a:rPr sz="1200" spc="-35" dirty="0">
                <a:latin typeface="Corbel"/>
                <a:cs typeface="Corbel"/>
              </a:rPr>
              <a:t> </a:t>
            </a:r>
            <a:r>
              <a:rPr sz="1200" dirty="0">
                <a:latin typeface="Corbel"/>
                <a:cs typeface="Corbel"/>
              </a:rPr>
              <a:t>timing</a:t>
            </a:r>
            <a:r>
              <a:rPr sz="1200" spc="-25" dirty="0">
                <a:latin typeface="Corbel"/>
                <a:cs typeface="Corbel"/>
              </a:rPr>
              <a:t> </a:t>
            </a:r>
            <a:r>
              <a:rPr sz="1200" dirty="0">
                <a:latin typeface="Corbel"/>
                <a:cs typeface="Corbel"/>
              </a:rPr>
              <a:t>group</a:t>
            </a:r>
            <a:r>
              <a:rPr sz="1200" spc="-25" dirty="0">
                <a:latin typeface="Corbel"/>
                <a:cs typeface="Corbel"/>
              </a:rPr>
              <a:t> </a:t>
            </a:r>
            <a:r>
              <a:rPr sz="1200" spc="-10" dirty="0">
                <a:latin typeface="Corbel"/>
                <a:cs typeface="Corbel"/>
              </a:rPr>
              <a:t>delay.</a:t>
            </a:r>
            <a:endParaRPr sz="1200" dirty="0">
              <a:latin typeface="Corbel"/>
              <a:cs typeface="Corbel"/>
            </a:endParaRPr>
          </a:p>
          <a:p>
            <a:pPr marL="808990" marR="5080" lvl="1" indent="-339090" algn="just">
              <a:lnSpc>
                <a:spcPct val="100800"/>
              </a:lnSpc>
              <a:spcBef>
                <a:spcPts val="855"/>
              </a:spcBef>
              <a:buAutoNum type="romanLcPeriod"/>
              <a:tabLst>
                <a:tab pos="812800" algn="l"/>
              </a:tabLst>
            </a:pPr>
            <a:r>
              <a:rPr sz="1200" dirty="0">
                <a:latin typeface="Corbel"/>
                <a:cs typeface="Corbel"/>
              </a:rPr>
              <a:t>Receiver</a:t>
            </a:r>
            <a:r>
              <a:rPr sz="1200" spc="15" dirty="0">
                <a:latin typeface="Corbel"/>
                <a:cs typeface="Corbel"/>
              </a:rPr>
              <a:t> </a:t>
            </a:r>
            <a:r>
              <a:rPr sz="1200" dirty="0">
                <a:latin typeface="Corbel"/>
                <a:cs typeface="Corbel"/>
              </a:rPr>
              <a:t>clock</a:t>
            </a:r>
            <a:r>
              <a:rPr sz="1200" spc="20" dirty="0">
                <a:latin typeface="Corbel"/>
                <a:cs typeface="Corbel"/>
              </a:rPr>
              <a:t> </a:t>
            </a:r>
            <a:r>
              <a:rPr sz="1200" dirty="0">
                <a:latin typeface="Corbel"/>
                <a:cs typeface="Corbel"/>
              </a:rPr>
              <a:t>errors</a:t>
            </a:r>
            <a:r>
              <a:rPr sz="1200" spc="25" dirty="0">
                <a:latin typeface="Corbel"/>
                <a:cs typeface="Corbel"/>
              </a:rPr>
              <a:t> </a:t>
            </a:r>
            <a:r>
              <a:rPr sz="1200" dirty="0">
                <a:latin typeface="Corbel"/>
                <a:cs typeface="Corbel"/>
              </a:rPr>
              <a:t>-</a:t>
            </a:r>
            <a:r>
              <a:rPr sz="1200" spc="20" dirty="0">
                <a:latin typeface="Corbel"/>
                <a:cs typeface="Corbel"/>
              </a:rPr>
              <a:t> </a:t>
            </a:r>
            <a:r>
              <a:rPr sz="1200" dirty="0">
                <a:latin typeface="Corbel"/>
                <a:cs typeface="Corbel"/>
              </a:rPr>
              <a:t>GNSS</a:t>
            </a:r>
            <a:r>
              <a:rPr sz="1200" spc="25" dirty="0">
                <a:latin typeface="Corbel"/>
                <a:cs typeface="Corbel"/>
              </a:rPr>
              <a:t> </a:t>
            </a:r>
            <a:r>
              <a:rPr sz="1200" dirty="0">
                <a:latin typeface="Corbel"/>
                <a:cs typeface="Corbel"/>
              </a:rPr>
              <a:t>receivers</a:t>
            </a:r>
            <a:r>
              <a:rPr sz="1200" spc="25" dirty="0">
                <a:latin typeface="Corbel"/>
                <a:cs typeface="Corbel"/>
              </a:rPr>
              <a:t> </a:t>
            </a:r>
            <a:r>
              <a:rPr sz="1200" dirty="0">
                <a:latin typeface="Corbel"/>
                <a:cs typeface="Corbel"/>
              </a:rPr>
              <a:t>are</a:t>
            </a:r>
            <a:r>
              <a:rPr sz="1200" spc="25" dirty="0">
                <a:latin typeface="Corbel"/>
                <a:cs typeface="Corbel"/>
              </a:rPr>
              <a:t> </a:t>
            </a:r>
            <a:r>
              <a:rPr sz="1200" dirty="0">
                <a:latin typeface="Corbel"/>
                <a:cs typeface="Corbel"/>
              </a:rPr>
              <a:t>equipped</a:t>
            </a:r>
            <a:r>
              <a:rPr sz="1200" spc="20" dirty="0">
                <a:latin typeface="Corbel"/>
                <a:cs typeface="Corbel"/>
              </a:rPr>
              <a:t> </a:t>
            </a:r>
            <a:r>
              <a:rPr sz="1200" dirty="0">
                <a:latin typeface="Corbel"/>
                <a:cs typeface="Corbel"/>
              </a:rPr>
              <a:t>with</a:t>
            </a:r>
            <a:r>
              <a:rPr sz="1200" spc="20" dirty="0">
                <a:latin typeface="Corbel"/>
                <a:cs typeface="Corbel"/>
              </a:rPr>
              <a:t> </a:t>
            </a:r>
            <a:r>
              <a:rPr sz="1200" dirty="0">
                <a:latin typeface="Corbel"/>
                <a:cs typeface="Corbel"/>
              </a:rPr>
              <a:t>inexpensive</a:t>
            </a:r>
            <a:r>
              <a:rPr sz="1200" spc="25" dirty="0">
                <a:latin typeface="Corbel"/>
                <a:cs typeface="Corbel"/>
              </a:rPr>
              <a:t> </a:t>
            </a:r>
            <a:r>
              <a:rPr sz="1200" dirty="0">
                <a:latin typeface="Corbel"/>
                <a:cs typeface="Corbel"/>
              </a:rPr>
              <a:t>crystal</a:t>
            </a:r>
            <a:r>
              <a:rPr sz="1200" spc="15" dirty="0">
                <a:latin typeface="Corbel"/>
                <a:cs typeface="Corbel"/>
              </a:rPr>
              <a:t> </a:t>
            </a:r>
            <a:r>
              <a:rPr sz="1200" dirty="0">
                <a:latin typeface="Corbel"/>
                <a:cs typeface="Corbel"/>
              </a:rPr>
              <a:t>clocks,</a:t>
            </a:r>
            <a:r>
              <a:rPr sz="1200" spc="15" dirty="0">
                <a:latin typeface="Corbel"/>
                <a:cs typeface="Corbel"/>
              </a:rPr>
              <a:t> </a:t>
            </a:r>
            <a:r>
              <a:rPr sz="1200" dirty="0">
                <a:latin typeface="Corbel"/>
                <a:cs typeface="Corbel"/>
              </a:rPr>
              <a:t>which</a:t>
            </a:r>
            <a:r>
              <a:rPr sz="1200" spc="20" dirty="0">
                <a:latin typeface="Corbel"/>
                <a:cs typeface="Corbel"/>
              </a:rPr>
              <a:t> </a:t>
            </a:r>
            <a:r>
              <a:rPr sz="1200" dirty="0">
                <a:latin typeface="Corbel"/>
                <a:cs typeface="Corbel"/>
              </a:rPr>
              <a:t>have</a:t>
            </a:r>
            <a:r>
              <a:rPr sz="1200" spc="25" dirty="0">
                <a:latin typeface="Corbel"/>
                <a:cs typeface="Corbel"/>
              </a:rPr>
              <a:t> </a:t>
            </a:r>
            <a:r>
              <a:rPr sz="1200" dirty="0">
                <a:latin typeface="Corbel"/>
                <a:cs typeface="Corbel"/>
              </a:rPr>
              <a:t>low</a:t>
            </a:r>
            <a:r>
              <a:rPr sz="1200" spc="20" dirty="0">
                <a:latin typeface="Corbel"/>
                <a:cs typeface="Corbel"/>
              </a:rPr>
              <a:t> </a:t>
            </a:r>
            <a:r>
              <a:rPr sz="1200" dirty="0">
                <a:latin typeface="Corbel"/>
                <a:cs typeface="Corbel"/>
              </a:rPr>
              <a:t>accuracy</a:t>
            </a:r>
            <a:r>
              <a:rPr sz="1200" spc="20" dirty="0">
                <a:latin typeface="Corbel"/>
                <a:cs typeface="Corbel"/>
              </a:rPr>
              <a:t> </a:t>
            </a:r>
            <a:r>
              <a:rPr sz="1200" dirty="0">
                <a:latin typeface="Corbel"/>
                <a:cs typeface="Corbel"/>
              </a:rPr>
              <a:t>compared</a:t>
            </a:r>
            <a:r>
              <a:rPr sz="1200" spc="15" dirty="0">
                <a:latin typeface="Corbel"/>
                <a:cs typeface="Corbel"/>
              </a:rPr>
              <a:t> </a:t>
            </a:r>
            <a:r>
              <a:rPr sz="1200" dirty="0">
                <a:latin typeface="Corbel"/>
                <a:cs typeface="Corbel"/>
              </a:rPr>
              <a:t>to</a:t>
            </a:r>
            <a:r>
              <a:rPr sz="1200" spc="20" dirty="0">
                <a:latin typeface="Corbel"/>
                <a:cs typeface="Corbel"/>
              </a:rPr>
              <a:t> </a:t>
            </a:r>
            <a:r>
              <a:rPr sz="1200" dirty="0">
                <a:latin typeface="Corbel"/>
                <a:cs typeface="Corbel"/>
              </a:rPr>
              <a:t>satellite</a:t>
            </a:r>
            <a:r>
              <a:rPr sz="1200" spc="25" dirty="0">
                <a:latin typeface="Corbel"/>
                <a:cs typeface="Corbel"/>
              </a:rPr>
              <a:t> </a:t>
            </a:r>
            <a:r>
              <a:rPr sz="1200" dirty="0">
                <a:latin typeface="Corbel"/>
                <a:cs typeface="Corbel"/>
              </a:rPr>
              <a:t>clocks.</a:t>
            </a:r>
            <a:r>
              <a:rPr sz="1200" spc="15" dirty="0">
                <a:latin typeface="Corbel"/>
                <a:cs typeface="Corbel"/>
              </a:rPr>
              <a:t> </a:t>
            </a:r>
            <a:r>
              <a:rPr sz="1200" dirty="0">
                <a:latin typeface="Corbel"/>
                <a:cs typeface="Corbel"/>
              </a:rPr>
              <a:t>As</a:t>
            </a:r>
            <a:r>
              <a:rPr sz="1200" spc="25" dirty="0">
                <a:latin typeface="Corbel"/>
                <a:cs typeface="Corbel"/>
              </a:rPr>
              <a:t> </a:t>
            </a:r>
            <a:r>
              <a:rPr sz="1200" spc="-50" dirty="0">
                <a:latin typeface="Corbel"/>
                <a:cs typeface="Corbel"/>
              </a:rPr>
              <a:t>a</a:t>
            </a:r>
            <a:r>
              <a:rPr sz="1200" dirty="0">
                <a:latin typeface="Corbel"/>
                <a:cs typeface="Corbel"/>
              </a:rPr>
              <a:t> 	result,</a:t>
            </a:r>
            <a:r>
              <a:rPr sz="1200" spc="55" dirty="0">
                <a:latin typeface="Corbel"/>
                <a:cs typeface="Corbel"/>
              </a:rPr>
              <a:t> </a:t>
            </a:r>
            <a:r>
              <a:rPr sz="1200" dirty="0">
                <a:latin typeface="Corbel"/>
                <a:cs typeface="Corbel"/>
              </a:rPr>
              <a:t>the</a:t>
            </a:r>
            <a:r>
              <a:rPr sz="1200" spc="60" dirty="0">
                <a:latin typeface="Corbel"/>
                <a:cs typeface="Corbel"/>
              </a:rPr>
              <a:t> </a:t>
            </a:r>
            <a:r>
              <a:rPr sz="1200" dirty="0">
                <a:latin typeface="Corbel"/>
                <a:cs typeface="Corbel"/>
              </a:rPr>
              <a:t>receiver</a:t>
            </a:r>
            <a:r>
              <a:rPr sz="1200" spc="60" dirty="0">
                <a:latin typeface="Corbel"/>
                <a:cs typeface="Corbel"/>
              </a:rPr>
              <a:t> </a:t>
            </a:r>
            <a:r>
              <a:rPr sz="1200" dirty="0">
                <a:latin typeface="Corbel"/>
                <a:cs typeface="Corbel"/>
              </a:rPr>
              <a:t>clock</a:t>
            </a:r>
            <a:r>
              <a:rPr sz="1200" spc="65" dirty="0">
                <a:latin typeface="Corbel"/>
                <a:cs typeface="Corbel"/>
              </a:rPr>
              <a:t> </a:t>
            </a:r>
            <a:r>
              <a:rPr sz="1200" dirty="0">
                <a:latin typeface="Corbel"/>
                <a:cs typeface="Corbel"/>
              </a:rPr>
              <a:t>error</a:t>
            </a:r>
            <a:r>
              <a:rPr sz="1200" spc="60" dirty="0">
                <a:latin typeface="Corbel"/>
                <a:cs typeface="Corbel"/>
              </a:rPr>
              <a:t> </a:t>
            </a:r>
            <a:r>
              <a:rPr sz="1200" dirty="0">
                <a:latin typeface="Corbel"/>
                <a:cs typeface="Corbel"/>
              </a:rPr>
              <a:t>is</a:t>
            </a:r>
            <a:r>
              <a:rPr sz="1200" spc="65" dirty="0">
                <a:latin typeface="Corbel"/>
                <a:cs typeface="Corbel"/>
              </a:rPr>
              <a:t> </a:t>
            </a:r>
            <a:r>
              <a:rPr sz="1200" dirty="0">
                <a:latin typeface="Corbel"/>
                <a:cs typeface="Corbel"/>
              </a:rPr>
              <a:t>much</a:t>
            </a:r>
            <a:r>
              <a:rPr sz="1200" spc="65" dirty="0">
                <a:latin typeface="Corbel"/>
                <a:cs typeface="Corbel"/>
              </a:rPr>
              <a:t> </a:t>
            </a:r>
            <a:r>
              <a:rPr sz="1200" dirty="0">
                <a:latin typeface="Corbel"/>
                <a:cs typeface="Corbel"/>
              </a:rPr>
              <a:t>larger</a:t>
            </a:r>
            <a:r>
              <a:rPr sz="1200" spc="60" dirty="0">
                <a:latin typeface="Corbel"/>
                <a:cs typeface="Corbel"/>
              </a:rPr>
              <a:t> </a:t>
            </a:r>
            <a:r>
              <a:rPr sz="1200" dirty="0">
                <a:latin typeface="Corbel"/>
                <a:cs typeface="Corbel"/>
              </a:rPr>
              <a:t>than</a:t>
            </a:r>
            <a:r>
              <a:rPr sz="1200" spc="65" dirty="0">
                <a:latin typeface="Corbel"/>
                <a:cs typeface="Corbel"/>
              </a:rPr>
              <a:t> </a:t>
            </a:r>
            <a:r>
              <a:rPr sz="1200" dirty="0">
                <a:latin typeface="Corbel"/>
                <a:cs typeface="Corbel"/>
              </a:rPr>
              <a:t>that</a:t>
            </a:r>
            <a:r>
              <a:rPr sz="1200" spc="60" dirty="0">
                <a:latin typeface="Corbel"/>
                <a:cs typeface="Corbel"/>
              </a:rPr>
              <a:t> </a:t>
            </a:r>
            <a:r>
              <a:rPr sz="1200" dirty="0">
                <a:latin typeface="Corbel"/>
                <a:cs typeface="Corbel"/>
              </a:rPr>
              <a:t>of</a:t>
            </a:r>
            <a:r>
              <a:rPr sz="1200" spc="70" dirty="0">
                <a:latin typeface="Corbel"/>
                <a:cs typeface="Corbel"/>
              </a:rPr>
              <a:t> </a:t>
            </a:r>
            <a:r>
              <a:rPr sz="1200" dirty="0">
                <a:latin typeface="Corbel"/>
                <a:cs typeface="Corbel"/>
              </a:rPr>
              <a:t>the</a:t>
            </a:r>
            <a:r>
              <a:rPr sz="1200" spc="65" dirty="0">
                <a:latin typeface="Corbel"/>
                <a:cs typeface="Corbel"/>
              </a:rPr>
              <a:t> </a:t>
            </a:r>
            <a:r>
              <a:rPr sz="1200" dirty="0">
                <a:latin typeface="Corbel"/>
                <a:cs typeface="Corbel"/>
              </a:rPr>
              <a:t>GNSS</a:t>
            </a:r>
            <a:r>
              <a:rPr sz="1200" spc="65" dirty="0">
                <a:latin typeface="Corbel"/>
                <a:cs typeface="Corbel"/>
              </a:rPr>
              <a:t> </a:t>
            </a:r>
            <a:r>
              <a:rPr sz="1200" dirty="0">
                <a:latin typeface="Corbel"/>
                <a:cs typeface="Corbel"/>
              </a:rPr>
              <a:t>satellite</a:t>
            </a:r>
            <a:r>
              <a:rPr sz="1200" spc="65" dirty="0">
                <a:latin typeface="Corbel"/>
                <a:cs typeface="Corbel"/>
              </a:rPr>
              <a:t> </a:t>
            </a:r>
            <a:r>
              <a:rPr sz="1200" dirty="0">
                <a:latin typeface="Corbel"/>
                <a:cs typeface="Corbel"/>
              </a:rPr>
              <a:t>clock.</a:t>
            </a:r>
            <a:r>
              <a:rPr sz="1200" spc="60" dirty="0">
                <a:latin typeface="Corbel"/>
                <a:cs typeface="Corbel"/>
              </a:rPr>
              <a:t> </a:t>
            </a:r>
            <a:r>
              <a:rPr sz="1200" dirty="0">
                <a:latin typeface="Corbel"/>
                <a:cs typeface="Corbel"/>
              </a:rPr>
              <a:t>There</a:t>
            </a:r>
            <a:r>
              <a:rPr sz="1200" spc="65" dirty="0">
                <a:latin typeface="Corbel"/>
                <a:cs typeface="Corbel"/>
              </a:rPr>
              <a:t> </a:t>
            </a:r>
            <a:r>
              <a:rPr sz="1200" dirty="0">
                <a:latin typeface="Corbel"/>
                <a:cs typeface="Corbel"/>
              </a:rPr>
              <a:t>are</a:t>
            </a:r>
            <a:r>
              <a:rPr sz="1200" spc="65" dirty="0">
                <a:latin typeface="Corbel"/>
                <a:cs typeface="Corbel"/>
              </a:rPr>
              <a:t> </a:t>
            </a:r>
            <a:r>
              <a:rPr sz="1200" dirty="0">
                <a:latin typeface="Corbel"/>
                <a:cs typeface="Corbel"/>
              </a:rPr>
              <a:t>two</a:t>
            </a:r>
            <a:r>
              <a:rPr sz="1200" spc="60" dirty="0">
                <a:latin typeface="Corbel"/>
                <a:cs typeface="Corbel"/>
              </a:rPr>
              <a:t> </a:t>
            </a:r>
            <a:r>
              <a:rPr sz="1200" dirty="0">
                <a:latin typeface="Corbel"/>
                <a:cs typeface="Corbel"/>
              </a:rPr>
              <a:t>ways</a:t>
            </a:r>
            <a:r>
              <a:rPr sz="1200" spc="65" dirty="0">
                <a:latin typeface="Corbel"/>
                <a:cs typeface="Corbel"/>
              </a:rPr>
              <a:t> </a:t>
            </a:r>
            <a:r>
              <a:rPr sz="1200" dirty="0">
                <a:latin typeface="Corbel"/>
                <a:cs typeface="Corbel"/>
              </a:rPr>
              <a:t>to</a:t>
            </a:r>
            <a:r>
              <a:rPr sz="1200" spc="60" dirty="0">
                <a:latin typeface="Corbel"/>
                <a:cs typeface="Corbel"/>
              </a:rPr>
              <a:t> </a:t>
            </a:r>
            <a:r>
              <a:rPr sz="1200" dirty="0">
                <a:latin typeface="Corbel"/>
                <a:cs typeface="Corbel"/>
              </a:rPr>
              <a:t>fix</a:t>
            </a:r>
            <a:r>
              <a:rPr sz="1200" spc="65" dirty="0">
                <a:latin typeface="Corbel"/>
                <a:cs typeface="Corbel"/>
              </a:rPr>
              <a:t> </a:t>
            </a:r>
            <a:r>
              <a:rPr sz="1200" dirty="0">
                <a:latin typeface="Corbel"/>
                <a:cs typeface="Corbel"/>
              </a:rPr>
              <a:t>this</a:t>
            </a:r>
            <a:r>
              <a:rPr sz="1200" spc="65" dirty="0">
                <a:latin typeface="Corbel"/>
                <a:cs typeface="Corbel"/>
              </a:rPr>
              <a:t> </a:t>
            </a:r>
            <a:r>
              <a:rPr sz="1200" dirty="0">
                <a:latin typeface="Corbel"/>
                <a:cs typeface="Corbel"/>
              </a:rPr>
              <a:t>issue.</a:t>
            </a:r>
            <a:r>
              <a:rPr sz="1200" spc="55" dirty="0">
                <a:latin typeface="Corbel"/>
                <a:cs typeface="Corbel"/>
              </a:rPr>
              <a:t> </a:t>
            </a:r>
            <a:r>
              <a:rPr sz="1200" dirty="0">
                <a:latin typeface="Corbel"/>
                <a:cs typeface="Corbel"/>
              </a:rPr>
              <a:t>One</a:t>
            </a:r>
            <a:r>
              <a:rPr sz="1200" spc="65" dirty="0">
                <a:latin typeface="Corbel"/>
                <a:cs typeface="Corbel"/>
              </a:rPr>
              <a:t> </a:t>
            </a:r>
            <a:r>
              <a:rPr sz="1200" dirty="0">
                <a:latin typeface="Corbel"/>
                <a:cs typeface="Corbel"/>
              </a:rPr>
              <a:t>is</a:t>
            </a:r>
            <a:r>
              <a:rPr sz="1200" spc="65" dirty="0">
                <a:latin typeface="Corbel"/>
                <a:cs typeface="Corbel"/>
              </a:rPr>
              <a:t> </a:t>
            </a:r>
            <a:r>
              <a:rPr sz="1200" dirty="0">
                <a:latin typeface="Corbel"/>
                <a:cs typeface="Corbel"/>
              </a:rPr>
              <a:t>to</a:t>
            </a:r>
            <a:r>
              <a:rPr sz="1200" spc="60" dirty="0">
                <a:latin typeface="Corbel"/>
                <a:cs typeface="Corbel"/>
              </a:rPr>
              <a:t> </a:t>
            </a:r>
            <a:r>
              <a:rPr sz="1200" dirty="0">
                <a:latin typeface="Corbel"/>
                <a:cs typeface="Corbel"/>
              </a:rPr>
              <a:t>use</a:t>
            </a:r>
            <a:r>
              <a:rPr sz="1200" spc="65" dirty="0">
                <a:latin typeface="Corbel"/>
                <a:cs typeface="Corbel"/>
              </a:rPr>
              <a:t> </a:t>
            </a:r>
            <a:r>
              <a:rPr sz="1200" spc="-10" dirty="0">
                <a:latin typeface="Corbel"/>
                <a:cs typeface="Corbel"/>
              </a:rPr>
              <a:t>external 	</a:t>
            </a:r>
            <a:r>
              <a:rPr sz="1200" dirty="0">
                <a:latin typeface="Corbel"/>
                <a:cs typeface="Corbel"/>
              </a:rPr>
              <a:t>precise,</a:t>
            </a:r>
            <a:r>
              <a:rPr sz="1200" spc="-30" dirty="0">
                <a:latin typeface="Corbel"/>
                <a:cs typeface="Corbel"/>
              </a:rPr>
              <a:t> </a:t>
            </a:r>
            <a:r>
              <a:rPr sz="1200" dirty="0">
                <a:latin typeface="Corbel"/>
                <a:cs typeface="Corbel"/>
              </a:rPr>
              <a:t>usually</a:t>
            </a:r>
            <a:r>
              <a:rPr sz="1200" spc="-25" dirty="0">
                <a:latin typeface="Corbel"/>
                <a:cs typeface="Corbel"/>
              </a:rPr>
              <a:t> </a:t>
            </a:r>
            <a:r>
              <a:rPr sz="1200" dirty="0">
                <a:latin typeface="Corbel"/>
                <a:cs typeface="Corbel"/>
              </a:rPr>
              <a:t>cesium</a:t>
            </a:r>
            <a:r>
              <a:rPr sz="1200" spc="-20" dirty="0">
                <a:latin typeface="Corbel"/>
                <a:cs typeface="Corbel"/>
              </a:rPr>
              <a:t> </a:t>
            </a:r>
            <a:r>
              <a:rPr sz="1200" dirty="0">
                <a:latin typeface="Corbel"/>
                <a:cs typeface="Corbel"/>
              </a:rPr>
              <a:t>or</a:t>
            </a:r>
            <a:r>
              <a:rPr sz="1200" spc="-20" dirty="0">
                <a:latin typeface="Corbel"/>
                <a:cs typeface="Corbel"/>
              </a:rPr>
              <a:t> </a:t>
            </a:r>
            <a:r>
              <a:rPr sz="1200" dirty="0">
                <a:latin typeface="Corbel"/>
                <a:cs typeface="Corbel"/>
              </a:rPr>
              <a:t>rubidium,</a:t>
            </a:r>
            <a:r>
              <a:rPr sz="1200" spc="-30" dirty="0">
                <a:latin typeface="Corbel"/>
                <a:cs typeface="Corbel"/>
              </a:rPr>
              <a:t> </a:t>
            </a:r>
            <a:r>
              <a:rPr sz="1200" dirty="0">
                <a:latin typeface="Corbel"/>
                <a:cs typeface="Corbel"/>
              </a:rPr>
              <a:t>clocks</a:t>
            </a:r>
            <a:r>
              <a:rPr sz="1200" spc="-25" dirty="0">
                <a:latin typeface="Corbel"/>
                <a:cs typeface="Corbel"/>
              </a:rPr>
              <a:t> </a:t>
            </a:r>
            <a:r>
              <a:rPr sz="1200" dirty="0">
                <a:latin typeface="Corbel"/>
                <a:cs typeface="Corbel"/>
              </a:rPr>
              <a:t>which</a:t>
            </a:r>
            <a:r>
              <a:rPr sz="1200" spc="-20" dirty="0">
                <a:latin typeface="Corbel"/>
                <a:cs typeface="Corbel"/>
              </a:rPr>
              <a:t> </a:t>
            </a:r>
            <a:r>
              <a:rPr sz="1200" dirty="0">
                <a:latin typeface="Corbel"/>
                <a:cs typeface="Corbel"/>
              </a:rPr>
              <a:t>have</a:t>
            </a:r>
            <a:r>
              <a:rPr sz="1200" spc="-20" dirty="0">
                <a:latin typeface="Corbel"/>
                <a:cs typeface="Corbel"/>
              </a:rPr>
              <a:t> </a:t>
            </a:r>
            <a:r>
              <a:rPr sz="1200" dirty="0">
                <a:latin typeface="Corbel"/>
                <a:cs typeface="Corbel"/>
              </a:rPr>
              <a:t>superior</a:t>
            </a:r>
            <a:r>
              <a:rPr sz="1200" spc="-30" dirty="0">
                <a:latin typeface="Corbel"/>
                <a:cs typeface="Corbel"/>
              </a:rPr>
              <a:t> </a:t>
            </a:r>
            <a:r>
              <a:rPr sz="1200" spc="-10" dirty="0">
                <a:latin typeface="Corbel"/>
                <a:cs typeface="Corbel"/>
              </a:rPr>
              <a:t>performance,</a:t>
            </a:r>
            <a:r>
              <a:rPr sz="1200" spc="-25" dirty="0">
                <a:latin typeface="Corbel"/>
                <a:cs typeface="Corbel"/>
              </a:rPr>
              <a:t> </a:t>
            </a:r>
            <a:r>
              <a:rPr sz="1200" dirty="0">
                <a:latin typeface="Corbel"/>
                <a:cs typeface="Corbel"/>
              </a:rPr>
              <a:t>but</a:t>
            </a:r>
            <a:r>
              <a:rPr sz="1200" spc="-30" dirty="0">
                <a:latin typeface="Corbel"/>
                <a:cs typeface="Corbel"/>
              </a:rPr>
              <a:t> </a:t>
            </a:r>
            <a:r>
              <a:rPr sz="1200" dirty="0">
                <a:latin typeface="Corbel"/>
                <a:cs typeface="Corbel"/>
              </a:rPr>
              <a:t>the</a:t>
            </a:r>
            <a:r>
              <a:rPr sz="1200" spc="-25" dirty="0">
                <a:latin typeface="Corbel"/>
                <a:cs typeface="Corbel"/>
              </a:rPr>
              <a:t> </a:t>
            </a:r>
            <a:r>
              <a:rPr sz="1200" dirty="0">
                <a:latin typeface="Corbel"/>
                <a:cs typeface="Corbel"/>
              </a:rPr>
              <a:t>problem</a:t>
            </a:r>
            <a:r>
              <a:rPr sz="1200" spc="-15" dirty="0">
                <a:latin typeface="Corbel"/>
                <a:cs typeface="Corbel"/>
              </a:rPr>
              <a:t> </a:t>
            </a:r>
            <a:r>
              <a:rPr sz="1200" dirty="0">
                <a:latin typeface="Corbel"/>
                <a:cs typeface="Corbel"/>
              </a:rPr>
              <a:t>is</a:t>
            </a:r>
            <a:r>
              <a:rPr sz="1200" spc="-20" dirty="0">
                <a:latin typeface="Corbel"/>
                <a:cs typeface="Corbel"/>
              </a:rPr>
              <a:t> </a:t>
            </a:r>
            <a:r>
              <a:rPr sz="1200" dirty="0">
                <a:latin typeface="Corbel"/>
                <a:cs typeface="Corbel"/>
              </a:rPr>
              <a:t>that</a:t>
            </a:r>
            <a:r>
              <a:rPr sz="1200" spc="-30" dirty="0">
                <a:latin typeface="Corbel"/>
                <a:cs typeface="Corbel"/>
              </a:rPr>
              <a:t> </a:t>
            </a:r>
            <a:r>
              <a:rPr sz="1200" dirty="0">
                <a:latin typeface="Corbel"/>
                <a:cs typeface="Corbel"/>
              </a:rPr>
              <a:t>they</a:t>
            </a:r>
            <a:r>
              <a:rPr sz="1200" spc="-20" dirty="0">
                <a:latin typeface="Corbel"/>
                <a:cs typeface="Corbel"/>
              </a:rPr>
              <a:t> </a:t>
            </a:r>
            <a:r>
              <a:rPr sz="1200" dirty="0">
                <a:latin typeface="Corbel"/>
                <a:cs typeface="Corbel"/>
              </a:rPr>
              <a:t>are</a:t>
            </a:r>
            <a:r>
              <a:rPr sz="1200" spc="-20" dirty="0">
                <a:latin typeface="Corbel"/>
                <a:cs typeface="Corbel"/>
              </a:rPr>
              <a:t> </a:t>
            </a:r>
            <a:r>
              <a:rPr sz="1200" dirty="0">
                <a:latin typeface="Corbel"/>
                <a:cs typeface="Corbel"/>
              </a:rPr>
              <a:t>very</a:t>
            </a:r>
            <a:r>
              <a:rPr sz="1200" spc="-25" dirty="0">
                <a:latin typeface="Corbel"/>
                <a:cs typeface="Corbel"/>
              </a:rPr>
              <a:t> </a:t>
            </a:r>
            <a:r>
              <a:rPr sz="1200" spc="-10" dirty="0">
                <a:latin typeface="Corbel"/>
                <a:cs typeface="Corbel"/>
              </a:rPr>
              <a:t>expensive</a:t>
            </a:r>
            <a:endParaRPr sz="1200" dirty="0">
              <a:latin typeface="Corbel"/>
              <a:cs typeface="Corbel"/>
            </a:endParaRPr>
          </a:p>
        </p:txBody>
      </p:sp>
      <p:sp>
        <p:nvSpPr>
          <p:cNvPr id="9" name="object 9"/>
          <p:cNvSpPr txBox="1"/>
          <p:nvPr/>
        </p:nvSpPr>
        <p:spPr>
          <a:xfrm>
            <a:off x="2020249" y="4303267"/>
            <a:ext cx="17018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Corbel"/>
                <a:cs typeface="Corbel"/>
              </a:rPr>
              <a:t>iii.</a:t>
            </a:r>
            <a:endParaRPr sz="1200">
              <a:latin typeface="Corbel"/>
              <a:cs typeface="Corbel"/>
            </a:endParaRPr>
          </a:p>
        </p:txBody>
      </p:sp>
      <p:sp>
        <p:nvSpPr>
          <p:cNvPr id="10" name="object 10"/>
          <p:cNvSpPr txBox="1"/>
          <p:nvPr/>
        </p:nvSpPr>
        <p:spPr>
          <a:xfrm>
            <a:off x="2363149" y="4303267"/>
            <a:ext cx="9060815" cy="930910"/>
          </a:xfrm>
          <a:prstGeom prst="rect">
            <a:avLst/>
          </a:prstGeom>
        </p:spPr>
        <p:txBody>
          <a:bodyPr vert="horz" wrap="square" lIns="0" tIns="14604" rIns="0" bIns="0" rtlCol="0">
            <a:spAutoFit/>
          </a:bodyPr>
          <a:lstStyle/>
          <a:p>
            <a:pPr marL="12700" marR="5080" algn="just">
              <a:lnSpc>
                <a:spcPct val="98800"/>
              </a:lnSpc>
              <a:spcBef>
                <a:spcPts val="114"/>
              </a:spcBef>
            </a:pPr>
            <a:r>
              <a:rPr sz="1200" dirty="0">
                <a:latin typeface="Corbel"/>
                <a:cs typeface="Corbel"/>
              </a:rPr>
              <a:t>Intersystem</a:t>
            </a:r>
            <a:r>
              <a:rPr sz="1200" spc="55" dirty="0">
                <a:latin typeface="Corbel"/>
                <a:cs typeface="Corbel"/>
              </a:rPr>
              <a:t> </a:t>
            </a:r>
            <a:r>
              <a:rPr sz="1200" dirty="0">
                <a:latin typeface="Corbel"/>
                <a:cs typeface="Corbel"/>
              </a:rPr>
              <a:t>biases</a:t>
            </a:r>
            <a:r>
              <a:rPr sz="1200" spc="60" dirty="0">
                <a:latin typeface="Corbel"/>
                <a:cs typeface="Corbel"/>
              </a:rPr>
              <a:t> </a:t>
            </a:r>
            <a:r>
              <a:rPr sz="1200" dirty="0">
                <a:latin typeface="Corbel"/>
                <a:cs typeface="Corbel"/>
              </a:rPr>
              <a:t>-</a:t>
            </a:r>
            <a:r>
              <a:rPr sz="1200" spc="55" dirty="0">
                <a:latin typeface="Corbel"/>
                <a:cs typeface="Corbel"/>
              </a:rPr>
              <a:t> </a:t>
            </a:r>
            <a:r>
              <a:rPr sz="1200" dirty="0">
                <a:latin typeface="Corbel"/>
                <a:cs typeface="Corbel"/>
              </a:rPr>
              <a:t>One</a:t>
            </a:r>
            <a:r>
              <a:rPr sz="1200" spc="60" dirty="0">
                <a:latin typeface="Corbel"/>
                <a:cs typeface="Corbel"/>
              </a:rPr>
              <a:t> </a:t>
            </a:r>
            <a:r>
              <a:rPr sz="1200" dirty="0">
                <a:latin typeface="Corbel"/>
                <a:cs typeface="Corbel"/>
              </a:rPr>
              <a:t>way</a:t>
            </a:r>
            <a:r>
              <a:rPr sz="1200" spc="55" dirty="0">
                <a:latin typeface="Corbel"/>
                <a:cs typeface="Corbel"/>
              </a:rPr>
              <a:t> </a:t>
            </a:r>
            <a:r>
              <a:rPr sz="1200" dirty="0">
                <a:latin typeface="Corbel"/>
                <a:cs typeface="Corbel"/>
              </a:rPr>
              <a:t>to</a:t>
            </a:r>
            <a:r>
              <a:rPr sz="1200" spc="55" dirty="0">
                <a:latin typeface="Corbel"/>
                <a:cs typeface="Corbel"/>
              </a:rPr>
              <a:t> </a:t>
            </a:r>
            <a:r>
              <a:rPr sz="1200" dirty="0">
                <a:latin typeface="Corbel"/>
                <a:cs typeface="Corbel"/>
              </a:rPr>
              <a:t>enhance</a:t>
            </a:r>
            <a:r>
              <a:rPr sz="1200" spc="60" dirty="0">
                <a:latin typeface="Corbel"/>
                <a:cs typeface="Corbel"/>
              </a:rPr>
              <a:t> </a:t>
            </a:r>
            <a:r>
              <a:rPr sz="1200" dirty="0">
                <a:latin typeface="Corbel"/>
                <a:cs typeface="Corbel"/>
              </a:rPr>
              <a:t>the</a:t>
            </a:r>
            <a:r>
              <a:rPr sz="1200" spc="55" dirty="0">
                <a:latin typeface="Corbel"/>
                <a:cs typeface="Corbel"/>
              </a:rPr>
              <a:t> </a:t>
            </a:r>
            <a:r>
              <a:rPr sz="1200" dirty="0">
                <a:latin typeface="Corbel"/>
                <a:cs typeface="Corbel"/>
              </a:rPr>
              <a:t>accuracy</a:t>
            </a:r>
            <a:r>
              <a:rPr sz="1200" spc="55" dirty="0">
                <a:latin typeface="Corbel"/>
                <a:cs typeface="Corbel"/>
              </a:rPr>
              <a:t> </a:t>
            </a:r>
            <a:r>
              <a:rPr sz="1200" dirty="0">
                <a:latin typeface="Corbel"/>
                <a:cs typeface="Corbel"/>
              </a:rPr>
              <a:t>and</a:t>
            </a:r>
            <a:r>
              <a:rPr sz="1200" spc="50" dirty="0">
                <a:latin typeface="Corbel"/>
                <a:cs typeface="Corbel"/>
              </a:rPr>
              <a:t> </a:t>
            </a:r>
            <a:r>
              <a:rPr sz="1200" dirty="0">
                <a:latin typeface="Corbel"/>
                <a:cs typeface="Corbel"/>
              </a:rPr>
              <a:t>the</a:t>
            </a:r>
            <a:r>
              <a:rPr sz="1200" spc="55" dirty="0">
                <a:latin typeface="Corbel"/>
                <a:cs typeface="Corbel"/>
              </a:rPr>
              <a:t> </a:t>
            </a:r>
            <a:r>
              <a:rPr sz="1200" dirty="0">
                <a:latin typeface="Corbel"/>
                <a:cs typeface="Corbel"/>
              </a:rPr>
              <a:t>availability</a:t>
            </a:r>
            <a:r>
              <a:rPr sz="1200" spc="50" dirty="0">
                <a:latin typeface="Corbel"/>
                <a:cs typeface="Corbel"/>
              </a:rPr>
              <a:t> </a:t>
            </a:r>
            <a:r>
              <a:rPr sz="1200" dirty="0">
                <a:latin typeface="Corbel"/>
                <a:cs typeface="Corbel"/>
              </a:rPr>
              <a:t>of</a:t>
            </a:r>
            <a:r>
              <a:rPr sz="1200" spc="60" dirty="0">
                <a:latin typeface="Corbel"/>
                <a:cs typeface="Corbel"/>
              </a:rPr>
              <a:t> </a:t>
            </a:r>
            <a:r>
              <a:rPr sz="1200" dirty="0">
                <a:latin typeface="Corbel"/>
                <a:cs typeface="Corbel"/>
              </a:rPr>
              <a:t>the</a:t>
            </a:r>
            <a:r>
              <a:rPr sz="1200" spc="55" dirty="0">
                <a:latin typeface="Corbel"/>
                <a:cs typeface="Corbel"/>
              </a:rPr>
              <a:t> </a:t>
            </a:r>
            <a:r>
              <a:rPr sz="1200" dirty="0">
                <a:latin typeface="Corbel"/>
                <a:cs typeface="Corbel"/>
              </a:rPr>
              <a:t>GNSS</a:t>
            </a:r>
            <a:r>
              <a:rPr sz="1200" spc="55" dirty="0">
                <a:latin typeface="Corbel"/>
                <a:cs typeface="Corbel"/>
              </a:rPr>
              <a:t> </a:t>
            </a:r>
            <a:r>
              <a:rPr sz="1200" dirty="0">
                <a:latin typeface="Corbel"/>
                <a:cs typeface="Corbel"/>
              </a:rPr>
              <a:t>receiver</a:t>
            </a:r>
            <a:r>
              <a:rPr sz="1200" spc="50" dirty="0">
                <a:latin typeface="Corbel"/>
                <a:cs typeface="Corbel"/>
              </a:rPr>
              <a:t> </a:t>
            </a:r>
            <a:r>
              <a:rPr sz="1200" dirty="0">
                <a:latin typeface="Corbel"/>
                <a:cs typeface="Corbel"/>
              </a:rPr>
              <a:t>solution</a:t>
            </a:r>
            <a:r>
              <a:rPr sz="1200" spc="60" dirty="0">
                <a:latin typeface="Corbel"/>
                <a:cs typeface="Corbel"/>
              </a:rPr>
              <a:t> </a:t>
            </a:r>
            <a:r>
              <a:rPr sz="1200" dirty="0">
                <a:latin typeface="Corbel"/>
                <a:cs typeface="Corbel"/>
              </a:rPr>
              <a:t>is</a:t>
            </a:r>
            <a:r>
              <a:rPr sz="1200" spc="60" dirty="0">
                <a:latin typeface="Corbel"/>
                <a:cs typeface="Corbel"/>
              </a:rPr>
              <a:t> </a:t>
            </a:r>
            <a:r>
              <a:rPr sz="1200" dirty="0">
                <a:latin typeface="Corbel"/>
                <a:cs typeface="Corbel"/>
              </a:rPr>
              <a:t>to</a:t>
            </a:r>
            <a:r>
              <a:rPr sz="1200" spc="50" dirty="0">
                <a:latin typeface="Corbel"/>
                <a:cs typeface="Corbel"/>
              </a:rPr>
              <a:t> </a:t>
            </a:r>
            <a:r>
              <a:rPr sz="1200" dirty="0">
                <a:latin typeface="Corbel"/>
                <a:cs typeface="Corbel"/>
              </a:rPr>
              <a:t>use</a:t>
            </a:r>
            <a:r>
              <a:rPr sz="1200" spc="60" dirty="0">
                <a:latin typeface="Corbel"/>
                <a:cs typeface="Corbel"/>
              </a:rPr>
              <a:t> </a:t>
            </a:r>
            <a:r>
              <a:rPr sz="1200" dirty="0">
                <a:latin typeface="Corbel"/>
                <a:cs typeface="Corbel"/>
              </a:rPr>
              <a:t>all</a:t>
            </a:r>
            <a:r>
              <a:rPr sz="1200" spc="50" dirty="0">
                <a:latin typeface="Corbel"/>
                <a:cs typeface="Corbel"/>
              </a:rPr>
              <a:t> </a:t>
            </a:r>
            <a:r>
              <a:rPr sz="1200" dirty="0">
                <a:latin typeface="Corbel"/>
                <a:cs typeface="Corbel"/>
              </a:rPr>
              <a:t>the</a:t>
            </a:r>
            <a:r>
              <a:rPr sz="1200" spc="60" dirty="0">
                <a:latin typeface="Corbel"/>
                <a:cs typeface="Corbel"/>
              </a:rPr>
              <a:t> </a:t>
            </a:r>
            <a:r>
              <a:rPr sz="1200" dirty="0">
                <a:latin typeface="Corbel"/>
                <a:cs typeface="Corbel"/>
              </a:rPr>
              <a:t>observations</a:t>
            </a:r>
            <a:r>
              <a:rPr sz="1200" spc="55" dirty="0">
                <a:latin typeface="Corbel"/>
                <a:cs typeface="Corbel"/>
              </a:rPr>
              <a:t> </a:t>
            </a:r>
            <a:r>
              <a:rPr sz="1200" dirty="0">
                <a:latin typeface="Corbel"/>
                <a:cs typeface="Corbel"/>
              </a:rPr>
              <a:t>from</a:t>
            </a:r>
            <a:r>
              <a:rPr sz="1200" spc="60" dirty="0">
                <a:latin typeface="Corbel"/>
                <a:cs typeface="Corbel"/>
              </a:rPr>
              <a:t> </a:t>
            </a:r>
            <a:r>
              <a:rPr sz="1200" spc="-25" dirty="0">
                <a:latin typeface="Corbel"/>
                <a:cs typeface="Corbel"/>
              </a:rPr>
              <a:t>all </a:t>
            </a:r>
            <a:r>
              <a:rPr sz="1200" dirty="0">
                <a:latin typeface="Corbel"/>
                <a:cs typeface="Corbel"/>
              </a:rPr>
              <a:t>available</a:t>
            </a:r>
            <a:r>
              <a:rPr sz="1200" spc="40" dirty="0">
                <a:latin typeface="Corbel"/>
                <a:cs typeface="Corbel"/>
              </a:rPr>
              <a:t> </a:t>
            </a:r>
            <a:r>
              <a:rPr sz="1200" dirty="0">
                <a:latin typeface="Corbel"/>
                <a:cs typeface="Corbel"/>
              </a:rPr>
              <a:t>GNSS</a:t>
            </a:r>
            <a:r>
              <a:rPr sz="1200" spc="45" dirty="0">
                <a:latin typeface="Corbel"/>
                <a:cs typeface="Corbel"/>
              </a:rPr>
              <a:t> </a:t>
            </a:r>
            <a:r>
              <a:rPr sz="1200" dirty="0">
                <a:latin typeface="Corbel"/>
                <a:cs typeface="Corbel"/>
              </a:rPr>
              <a:t>constellations.</a:t>
            </a:r>
            <a:r>
              <a:rPr sz="1200" spc="35" dirty="0">
                <a:latin typeface="Corbel"/>
                <a:cs typeface="Corbel"/>
              </a:rPr>
              <a:t> </a:t>
            </a:r>
            <a:r>
              <a:rPr sz="1200" dirty="0">
                <a:latin typeface="Corbel"/>
                <a:cs typeface="Corbel"/>
              </a:rPr>
              <a:t>GPS</a:t>
            </a:r>
            <a:r>
              <a:rPr sz="1200" spc="45" dirty="0">
                <a:latin typeface="Corbel"/>
                <a:cs typeface="Corbel"/>
              </a:rPr>
              <a:t> </a:t>
            </a:r>
            <a:r>
              <a:rPr sz="1200" dirty="0">
                <a:latin typeface="Corbel"/>
                <a:cs typeface="Corbel"/>
              </a:rPr>
              <a:t>and</a:t>
            </a:r>
            <a:r>
              <a:rPr sz="1200" spc="35" dirty="0">
                <a:latin typeface="Corbel"/>
                <a:cs typeface="Corbel"/>
              </a:rPr>
              <a:t> </a:t>
            </a:r>
            <a:r>
              <a:rPr sz="1200" dirty="0">
                <a:latin typeface="Corbel"/>
                <a:cs typeface="Corbel"/>
              </a:rPr>
              <a:t>the</a:t>
            </a:r>
            <a:r>
              <a:rPr sz="1200" spc="45" dirty="0">
                <a:latin typeface="Corbel"/>
                <a:cs typeface="Corbel"/>
              </a:rPr>
              <a:t> </a:t>
            </a:r>
            <a:r>
              <a:rPr sz="1200" dirty="0">
                <a:latin typeface="Corbel"/>
                <a:cs typeface="Corbel"/>
              </a:rPr>
              <a:t>Russian</a:t>
            </a:r>
            <a:r>
              <a:rPr sz="1200" spc="45" dirty="0">
                <a:latin typeface="Corbel"/>
                <a:cs typeface="Corbel"/>
              </a:rPr>
              <a:t> </a:t>
            </a:r>
            <a:r>
              <a:rPr sz="1200" dirty="0">
                <a:latin typeface="Corbel"/>
                <a:cs typeface="Corbel"/>
              </a:rPr>
              <a:t>global</a:t>
            </a:r>
            <a:r>
              <a:rPr sz="1200" spc="40" dirty="0">
                <a:latin typeface="Corbel"/>
                <a:cs typeface="Corbel"/>
              </a:rPr>
              <a:t> </a:t>
            </a:r>
            <a:r>
              <a:rPr sz="1200" dirty="0">
                <a:latin typeface="Corbel"/>
                <a:cs typeface="Corbel"/>
              </a:rPr>
              <a:t>navigation</a:t>
            </a:r>
            <a:r>
              <a:rPr sz="1200" spc="45" dirty="0">
                <a:latin typeface="Corbel"/>
                <a:cs typeface="Corbel"/>
              </a:rPr>
              <a:t> </a:t>
            </a:r>
            <a:r>
              <a:rPr sz="1200" dirty="0">
                <a:latin typeface="Corbel"/>
                <a:cs typeface="Corbel"/>
              </a:rPr>
              <a:t>satellite</a:t>
            </a:r>
            <a:r>
              <a:rPr sz="1200" spc="50" dirty="0">
                <a:latin typeface="Corbel"/>
                <a:cs typeface="Corbel"/>
              </a:rPr>
              <a:t> </a:t>
            </a:r>
            <a:r>
              <a:rPr sz="1200" dirty="0">
                <a:latin typeface="Corbel"/>
                <a:cs typeface="Corbel"/>
              </a:rPr>
              <a:t>system,</a:t>
            </a:r>
            <a:r>
              <a:rPr sz="1200" spc="35" dirty="0">
                <a:latin typeface="Corbel"/>
                <a:cs typeface="Corbel"/>
              </a:rPr>
              <a:t> </a:t>
            </a:r>
            <a:r>
              <a:rPr sz="1200" dirty="0">
                <a:latin typeface="Corbel"/>
                <a:cs typeface="Corbel"/>
              </a:rPr>
              <a:t>GLONASS,</a:t>
            </a:r>
            <a:r>
              <a:rPr sz="1200" spc="40" dirty="0">
                <a:latin typeface="Corbel"/>
                <a:cs typeface="Corbel"/>
              </a:rPr>
              <a:t> </a:t>
            </a:r>
            <a:r>
              <a:rPr sz="1200" dirty="0">
                <a:latin typeface="Corbel"/>
                <a:cs typeface="Corbel"/>
              </a:rPr>
              <a:t>are</a:t>
            </a:r>
            <a:r>
              <a:rPr sz="1200" spc="50" dirty="0">
                <a:latin typeface="Corbel"/>
                <a:cs typeface="Corbel"/>
              </a:rPr>
              <a:t> </a:t>
            </a:r>
            <a:r>
              <a:rPr sz="1200" dirty="0">
                <a:latin typeface="Corbel"/>
                <a:cs typeface="Corbel"/>
              </a:rPr>
              <a:t>currently</a:t>
            </a:r>
            <a:r>
              <a:rPr sz="1200" spc="35" dirty="0">
                <a:latin typeface="Corbel"/>
                <a:cs typeface="Corbel"/>
              </a:rPr>
              <a:t> </a:t>
            </a:r>
            <a:r>
              <a:rPr sz="1200" dirty="0">
                <a:latin typeface="Corbel"/>
                <a:cs typeface="Corbel"/>
              </a:rPr>
              <a:t>fully</a:t>
            </a:r>
            <a:r>
              <a:rPr sz="1200" spc="45" dirty="0">
                <a:latin typeface="Corbel"/>
                <a:cs typeface="Corbel"/>
              </a:rPr>
              <a:t> </a:t>
            </a:r>
            <a:r>
              <a:rPr sz="1200" dirty="0">
                <a:latin typeface="Corbel"/>
                <a:cs typeface="Corbel"/>
              </a:rPr>
              <a:t>operational</a:t>
            </a:r>
            <a:r>
              <a:rPr sz="1200" spc="35" dirty="0">
                <a:latin typeface="Corbel"/>
                <a:cs typeface="Corbel"/>
              </a:rPr>
              <a:t> </a:t>
            </a:r>
            <a:r>
              <a:rPr sz="1200" dirty="0">
                <a:latin typeface="Corbel"/>
                <a:cs typeface="Corbel"/>
              </a:rPr>
              <a:t>systems</a:t>
            </a:r>
            <a:r>
              <a:rPr sz="1200" spc="45" dirty="0">
                <a:latin typeface="Corbel"/>
                <a:cs typeface="Corbel"/>
              </a:rPr>
              <a:t> </a:t>
            </a:r>
            <a:r>
              <a:rPr sz="1200" spc="-20" dirty="0">
                <a:latin typeface="Corbel"/>
                <a:cs typeface="Corbel"/>
              </a:rPr>
              <a:t>with </a:t>
            </a:r>
            <a:r>
              <a:rPr sz="1200" dirty="0">
                <a:latin typeface="Corbel"/>
                <a:cs typeface="Corbel"/>
              </a:rPr>
              <a:t>global</a:t>
            </a:r>
            <a:r>
              <a:rPr sz="1200" spc="-15" dirty="0">
                <a:latin typeface="Corbel"/>
                <a:cs typeface="Corbel"/>
              </a:rPr>
              <a:t> </a:t>
            </a:r>
            <a:r>
              <a:rPr sz="1200" dirty="0">
                <a:latin typeface="Corbel"/>
                <a:cs typeface="Corbel"/>
              </a:rPr>
              <a:t>coverage,</a:t>
            </a:r>
            <a:r>
              <a:rPr sz="1200" spc="-15" dirty="0">
                <a:latin typeface="Corbel"/>
                <a:cs typeface="Corbel"/>
              </a:rPr>
              <a:t> </a:t>
            </a:r>
            <a:r>
              <a:rPr sz="1200" dirty="0">
                <a:latin typeface="Corbel"/>
                <a:cs typeface="Corbel"/>
              </a:rPr>
              <a:t>while</a:t>
            </a:r>
            <a:r>
              <a:rPr sz="1200" spc="-10" dirty="0">
                <a:latin typeface="Corbel"/>
                <a:cs typeface="Corbel"/>
              </a:rPr>
              <a:t> </a:t>
            </a:r>
            <a:r>
              <a:rPr sz="1200" dirty="0">
                <a:latin typeface="Corbel"/>
                <a:cs typeface="Corbel"/>
              </a:rPr>
              <a:t>other</a:t>
            </a:r>
            <a:r>
              <a:rPr sz="1200" spc="-10" dirty="0">
                <a:latin typeface="Corbel"/>
                <a:cs typeface="Corbel"/>
              </a:rPr>
              <a:t> </a:t>
            </a:r>
            <a:r>
              <a:rPr sz="1200" dirty="0">
                <a:latin typeface="Corbel"/>
                <a:cs typeface="Corbel"/>
              </a:rPr>
              <a:t>systems</a:t>
            </a:r>
            <a:r>
              <a:rPr sz="1200" spc="-5" dirty="0">
                <a:latin typeface="Corbel"/>
                <a:cs typeface="Corbel"/>
              </a:rPr>
              <a:t> </a:t>
            </a:r>
            <a:r>
              <a:rPr sz="1200" dirty="0">
                <a:latin typeface="Corbel"/>
                <a:cs typeface="Corbel"/>
              </a:rPr>
              <a:t>are</a:t>
            </a:r>
            <a:r>
              <a:rPr sz="1200" spc="-10" dirty="0">
                <a:latin typeface="Corbel"/>
                <a:cs typeface="Corbel"/>
              </a:rPr>
              <a:t> </a:t>
            </a:r>
            <a:r>
              <a:rPr sz="1200" dirty="0">
                <a:latin typeface="Corbel"/>
                <a:cs typeface="Corbel"/>
              </a:rPr>
              <a:t>now</a:t>
            </a:r>
            <a:r>
              <a:rPr sz="1200" spc="-10" dirty="0">
                <a:latin typeface="Corbel"/>
                <a:cs typeface="Corbel"/>
              </a:rPr>
              <a:t> </a:t>
            </a:r>
            <a:r>
              <a:rPr sz="1200" dirty="0">
                <a:latin typeface="Corbel"/>
                <a:cs typeface="Corbel"/>
              </a:rPr>
              <a:t>evolving</a:t>
            </a:r>
            <a:r>
              <a:rPr sz="1200" spc="-10" dirty="0">
                <a:latin typeface="Corbel"/>
                <a:cs typeface="Corbel"/>
              </a:rPr>
              <a:t> </a:t>
            </a:r>
            <a:r>
              <a:rPr sz="1200" dirty="0">
                <a:latin typeface="Corbel"/>
                <a:cs typeface="Corbel"/>
              </a:rPr>
              <a:t>to</a:t>
            </a:r>
            <a:r>
              <a:rPr sz="1200" spc="-10" dirty="0">
                <a:latin typeface="Corbel"/>
                <a:cs typeface="Corbel"/>
              </a:rPr>
              <a:t> </a:t>
            </a:r>
            <a:r>
              <a:rPr sz="1200" dirty="0">
                <a:latin typeface="Corbel"/>
                <a:cs typeface="Corbel"/>
              </a:rPr>
              <a:t>achieve</a:t>
            </a:r>
            <a:r>
              <a:rPr sz="1200" spc="-10" dirty="0">
                <a:latin typeface="Corbel"/>
                <a:cs typeface="Corbel"/>
              </a:rPr>
              <a:t> </a:t>
            </a:r>
            <a:r>
              <a:rPr sz="1200" dirty="0">
                <a:latin typeface="Corbel"/>
                <a:cs typeface="Corbel"/>
              </a:rPr>
              <a:t>the</a:t>
            </a:r>
            <a:r>
              <a:rPr sz="1200" spc="-5" dirty="0">
                <a:latin typeface="Corbel"/>
                <a:cs typeface="Corbel"/>
              </a:rPr>
              <a:t> </a:t>
            </a:r>
            <a:r>
              <a:rPr sz="1200" dirty="0">
                <a:latin typeface="Corbel"/>
                <a:cs typeface="Corbel"/>
              </a:rPr>
              <a:t>worldwide</a:t>
            </a:r>
            <a:r>
              <a:rPr sz="1200" spc="-10" dirty="0">
                <a:latin typeface="Corbel"/>
                <a:cs typeface="Corbel"/>
              </a:rPr>
              <a:t> </a:t>
            </a:r>
            <a:r>
              <a:rPr sz="1200" dirty="0">
                <a:latin typeface="Corbel"/>
                <a:cs typeface="Corbel"/>
              </a:rPr>
              <a:t>coverage</a:t>
            </a:r>
            <a:r>
              <a:rPr sz="1200" spc="-5" dirty="0">
                <a:latin typeface="Corbel"/>
                <a:cs typeface="Corbel"/>
              </a:rPr>
              <a:t> </a:t>
            </a:r>
            <a:r>
              <a:rPr sz="1200" dirty="0">
                <a:latin typeface="Corbel"/>
                <a:cs typeface="Corbel"/>
              </a:rPr>
              <a:t>such</a:t>
            </a:r>
            <a:r>
              <a:rPr sz="1200" spc="-10" dirty="0">
                <a:latin typeface="Corbel"/>
                <a:cs typeface="Corbel"/>
              </a:rPr>
              <a:t> </a:t>
            </a:r>
            <a:r>
              <a:rPr sz="1200" dirty="0">
                <a:latin typeface="Corbel"/>
                <a:cs typeface="Corbel"/>
              </a:rPr>
              <a:t>as</a:t>
            </a:r>
            <a:r>
              <a:rPr sz="1200" spc="-10" dirty="0">
                <a:latin typeface="Corbel"/>
                <a:cs typeface="Corbel"/>
              </a:rPr>
              <a:t> </a:t>
            </a:r>
            <a:r>
              <a:rPr sz="1200" dirty="0">
                <a:latin typeface="Corbel"/>
                <a:cs typeface="Corbel"/>
              </a:rPr>
              <a:t>the</a:t>
            </a:r>
            <a:r>
              <a:rPr sz="1200" spc="-5" dirty="0">
                <a:latin typeface="Corbel"/>
                <a:cs typeface="Corbel"/>
              </a:rPr>
              <a:t> </a:t>
            </a:r>
            <a:r>
              <a:rPr sz="1200" dirty="0">
                <a:latin typeface="Corbel"/>
                <a:cs typeface="Corbel"/>
              </a:rPr>
              <a:t>European</a:t>
            </a:r>
            <a:r>
              <a:rPr sz="1200" spc="-5" dirty="0">
                <a:latin typeface="Corbel"/>
                <a:cs typeface="Corbel"/>
              </a:rPr>
              <a:t> </a:t>
            </a:r>
            <a:r>
              <a:rPr sz="1200" dirty="0">
                <a:latin typeface="Corbel"/>
                <a:cs typeface="Corbel"/>
              </a:rPr>
              <a:t>Galileo</a:t>
            </a:r>
            <a:r>
              <a:rPr sz="1200" spc="-10" dirty="0">
                <a:latin typeface="Corbel"/>
                <a:cs typeface="Corbel"/>
              </a:rPr>
              <a:t> </a:t>
            </a:r>
            <a:r>
              <a:rPr sz="1200" dirty="0">
                <a:latin typeface="Corbel"/>
                <a:cs typeface="Corbel"/>
              </a:rPr>
              <a:t>and</a:t>
            </a:r>
            <a:r>
              <a:rPr sz="1200" spc="-15" dirty="0">
                <a:latin typeface="Corbel"/>
                <a:cs typeface="Corbel"/>
              </a:rPr>
              <a:t> </a:t>
            </a:r>
            <a:r>
              <a:rPr sz="1200" dirty="0">
                <a:latin typeface="Corbel"/>
                <a:cs typeface="Corbel"/>
              </a:rPr>
              <a:t>the</a:t>
            </a:r>
            <a:r>
              <a:rPr sz="1200" spc="-5" dirty="0">
                <a:latin typeface="Corbel"/>
                <a:cs typeface="Corbel"/>
              </a:rPr>
              <a:t> </a:t>
            </a:r>
            <a:r>
              <a:rPr sz="1200" dirty="0">
                <a:latin typeface="Corbel"/>
                <a:cs typeface="Corbel"/>
              </a:rPr>
              <a:t>Chinese</a:t>
            </a:r>
            <a:r>
              <a:rPr sz="1200" spc="-10" dirty="0">
                <a:latin typeface="Corbel"/>
                <a:cs typeface="Corbel"/>
              </a:rPr>
              <a:t> BeiDuo </a:t>
            </a:r>
            <a:r>
              <a:rPr sz="1200" dirty="0">
                <a:latin typeface="Corbel"/>
                <a:cs typeface="Corbel"/>
              </a:rPr>
              <a:t>systems.</a:t>
            </a:r>
            <a:r>
              <a:rPr sz="1200" spc="65" dirty="0">
                <a:latin typeface="Corbel"/>
                <a:cs typeface="Corbel"/>
              </a:rPr>
              <a:t> </a:t>
            </a:r>
            <a:r>
              <a:rPr sz="1200" u="sng" dirty="0">
                <a:uFill>
                  <a:solidFill>
                    <a:srgbClr val="000000"/>
                  </a:solidFill>
                </a:uFill>
                <a:latin typeface="Corbel"/>
                <a:cs typeface="Corbel"/>
              </a:rPr>
              <a:t>Each</a:t>
            </a:r>
            <a:r>
              <a:rPr sz="1200" u="sng" spc="75" dirty="0">
                <a:uFill>
                  <a:solidFill>
                    <a:srgbClr val="000000"/>
                  </a:solidFill>
                </a:uFill>
                <a:latin typeface="Corbel"/>
                <a:cs typeface="Corbel"/>
              </a:rPr>
              <a:t> </a:t>
            </a:r>
            <a:r>
              <a:rPr sz="1200" u="sng" dirty="0">
                <a:uFill>
                  <a:solidFill>
                    <a:srgbClr val="000000"/>
                  </a:solidFill>
                </a:uFill>
                <a:latin typeface="Corbel"/>
                <a:cs typeface="Corbel"/>
              </a:rPr>
              <a:t>GNSS</a:t>
            </a:r>
            <a:r>
              <a:rPr sz="1200" u="sng" spc="80" dirty="0">
                <a:uFill>
                  <a:solidFill>
                    <a:srgbClr val="000000"/>
                  </a:solidFill>
                </a:uFill>
                <a:latin typeface="Corbel"/>
                <a:cs typeface="Corbel"/>
              </a:rPr>
              <a:t> </a:t>
            </a:r>
            <a:r>
              <a:rPr sz="1200" u="sng" dirty="0">
                <a:uFill>
                  <a:solidFill>
                    <a:srgbClr val="000000"/>
                  </a:solidFill>
                </a:uFill>
                <a:latin typeface="Corbel"/>
                <a:cs typeface="Corbel"/>
              </a:rPr>
              <a:t>has</a:t>
            </a:r>
            <a:r>
              <a:rPr sz="1200" u="sng" spc="80" dirty="0">
                <a:uFill>
                  <a:solidFill>
                    <a:srgbClr val="000000"/>
                  </a:solidFill>
                </a:uFill>
                <a:latin typeface="Corbel"/>
                <a:cs typeface="Corbel"/>
              </a:rPr>
              <a:t> </a:t>
            </a:r>
            <a:r>
              <a:rPr sz="1200" u="sng" dirty="0">
                <a:uFill>
                  <a:solidFill>
                    <a:srgbClr val="000000"/>
                  </a:solidFill>
                </a:uFill>
                <a:latin typeface="Corbel"/>
                <a:cs typeface="Corbel"/>
              </a:rPr>
              <a:t>its</a:t>
            </a:r>
            <a:r>
              <a:rPr sz="1200" u="sng" spc="80" dirty="0">
                <a:uFill>
                  <a:solidFill>
                    <a:srgbClr val="000000"/>
                  </a:solidFill>
                </a:uFill>
                <a:latin typeface="Corbel"/>
                <a:cs typeface="Corbel"/>
              </a:rPr>
              <a:t> </a:t>
            </a:r>
            <a:r>
              <a:rPr sz="1200" u="sng" dirty="0">
                <a:uFill>
                  <a:solidFill>
                    <a:srgbClr val="000000"/>
                  </a:solidFill>
                </a:uFill>
                <a:latin typeface="Corbel"/>
                <a:cs typeface="Corbel"/>
              </a:rPr>
              <a:t>own</a:t>
            </a:r>
            <a:r>
              <a:rPr sz="1200" u="sng" spc="80" dirty="0">
                <a:uFill>
                  <a:solidFill>
                    <a:srgbClr val="000000"/>
                  </a:solidFill>
                </a:uFill>
                <a:latin typeface="Corbel"/>
                <a:cs typeface="Corbel"/>
              </a:rPr>
              <a:t> </a:t>
            </a:r>
            <a:r>
              <a:rPr sz="1200" u="sng" dirty="0">
                <a:uFill>
                  <a:solidFill>
                    <a:srgbClr val="000000"/>
                  </a:solidFill>
                </a:uFill>
                <a:latin typeface="Corbel"/>
                <a:cs typeface="Corbel"/>
              </a:rPr>
              <a:t>timing</a:t>
            </a:r>
            <a:r>
              <a:rPr sz="1200" u="sng" spc="70" dirty="0">
                <a:uFill>
                  <a:solidFill>
                    <a:srgbClr val="000000"/>
                  </a:solidFill>
                </a:uFill>
                <a:latin typeface="Corbel"/>
                <a:cs typeface="Corbel"/>
              </a:rPr>
              <a:t> </a:t>
            </a:r>
            <a:r>
              <a:rPr sz="1200" u="sng" dirty="0">
                <a:uFill>
                  <a:solidFill>
                    <a:srgbClr val="000000"/>
                  </a:solidFill>
                </a:uFill>
                <a:latin typeface="Corbel"/>
                <a:cs typeface="Corbel"/>
              </a:rPr>
              <a:t>system</a:t>
            </a:r>
            <a:r>
              <a:rPr sz="1200" dirty="0">
                <a:latin typeface="Corbel"/>
                <a:cs typeface="Corbel"/>
              </a:rPr>
              <a:t>,</a:t>
            </a:r>
            <a:r>
              <a:rPr sz="1200" spc="70" dirty="0">
                <a:latin typeface="Corbel"/>
                <a:cs typeface="Corbel"/>
              </a:rPr>
              <a:t> </a:t>
            </a:r>
            <a:r>
              <a:rPr sz="1200" dirty="0">
                <a:latin typeface="Corbel"/>
                <a:cs typeface="Corbel"/>
              </a:rPr>
              <a:t>and</a:t>
            </a:r>
            <a:r>
              <a:rPr sz="1200" spc="70" dirty="0">
                <a:latin typeface="Corbel"/>
                <a:cs typeface="Corbel"/>
              </a:rPr>
              <a:t> </a:t>
            </a:r>
            <a:r>
              <a:rPr sz="1200" dirty="0">
                <a:latin typeface="Corbel"/>
                <a:cs typeface="Corbel"/>
              </a:rPr>
              <a:t>hence,</a:t>
            </a:r>
            <a:r>
              <a:rPr sz="1200" spc="70" dirty="0">
                <a:latin typeface="Corbel"/>
                <a:cs typeface="Corbel"/>
              </a:rPr>
              <a:t> </a:t>
            </a:r>
            <a:r>
              <a:rPr sz="1200" dirty="0">
                <a:latin typeface="Corbel"/>
                <a:cs typeface="Corbel"/>
              </a:rPr>
              <a:t>there</a:t>
            </a:r>
            <a:r>
              <a:rPr sz="1200" spc="80" dirty="0">
                <a:latin typeface="Corbel"/>
                <a:cs typeface="Corbel"/>
              </a:rPr>
              <a:t> </a:t>
            </a:r>
            <a:r>
              <a:rPr sz="1200" dirty="0">
                <a:latin typeface="Corbel"/>
                <a:cs typeface="Corbel"/>
              </a:rPr>
              <a:t>are</a:t>
            </a:r>
            <a:r>
              <a:rPr sz="1200" spc="80" dirty="0">
                <a:latin typeface="Corbel"/>
                <a:cs typeface="Corbel"/>
              </a:rPr>
              <a:t> </a:t>
            </a:r>
            <a:r>
              <a:rPr sz="1200" dirty="0">
                <a:latin typeface="Corbel"/>
                <a:cs typeface="Corbel"/>
              </a:rPr>
              <a:t>some</a:t>
            </a:r>
            <a:r>
              <a:rPr sz="1200" spc="80" dirty="0">
                <a:latin typeface="Corbel"/>
                <a:cs typeface="Corbel"/>
              </a:rPr>
              <a:t> </a:t>
            </a:r>
            <a:r>
              <a:rPr sz="1200" dirty="0">
                <a:latin typeface="Corbel"/>
                <a:cs typeface="Corbel"/>
              </a:rPr>
              <a:t>intersystem</a:t>
            </a:r>
            <a:r>
              <a:rPr sz="1200" spc="80" dirty="0">
                <a:latin typeface="Corbel"/>
                <a:cs typeface="Corbel"/>
              </a:rPr>
              <a:t> </a:t>
            </a:r>
            <a:r>
              <a:rPr sz="1200" dirty="0">
                <a:latin typeface="Corbel"/>
                <a:cs typeface="Corbel"/>
              </a:rPr>
              <a:t>clock</a:t>
            </a:r>
            <a:r>
              <a:rPr sz="1200" spc="75" dirty="0">
                <a:latin typeface="Corbel"/>
                <a:cs typeface="Corbel"/>
              </a:rPr>
              <a:t> </a:t>
            </a:r>
            <a:r>
              <a:rPr sz="1200" dirty="0">
                <a:latin typeface="Corbel"/>
                <a:cs typeface="Corbel"/>
              </a:rPr>
              <a:t>biases</a:t>
            </a:r>
            <a:r>
              <a:rPr sz="1200" spc="80" dirty="0">
                <a:latin typeface="Corbel"/>
                <a:cs typeface="Corbel"/>
              </a:rPr>
              <a:t> </a:t>
            </a:r>
            <a:r>
              <a:rPr sz="1200" dirty="0">
                <a:latin typeface="Corbel"/>
                <a:cs typeface="Corbel"/>
              </a:rPr>
              <a:t>that</a:t>
            </a:r>
            <a:r>
              <a:rPr sz="1200" spc="70" dirty="0">
                <a:latin typeface="Corbel"/>
                <a:cs typeface="Corbel"/>
              </a:rPr>
              <a:t> </a:t>
            </a:r>
            <a:r>
              <a:rPr sz="1200" dirty="0">
                <a:latin typeface="Corbel"/>
                <a:cs typeface="Corbel"/>
              </a:rPr>
              <a:t>should</a:t>
            </a:r>
            <a:r>
              <a:rPr sz="1200" spc="70" dirty="0">
                <a:latin typeface="Corbel"/>
                <a:cs typeface="Corbel"/>
              </a:rPr>
              <a:t> </a:t>
            </a:r>
            <a:r>
              <a:rPr sz="1200" dirty="0">
                <a:latin typeface="Corbel"/>
                <a:cs typeface="Corbel"/>
              </a:rPr>
              <a:t>be</a:t>
            </a:r>
            <a:r>
              <a:rPr sz="1200" spc="80" dirty="0">
                <a:latin typeface="Corbel"/>
                <a:cs typeface="Corbel"/>
              </a:rPr>
              <a:t> </a:t>
            </a:r>
            <a:r>
              <a:rPr sz="1200" dirty="0">
                <a:latin typeface="Corbel"/>
                <a:cs typeface="Corbel"/>
              </a:rPr>
              <a:t>considered</a:t>
            </a:r>
            <a:r>
              <a:rPr sz="1200" spc="70" dirty="0">
                <a:latin typeface="Corbel"/>
                <a:cs typeface="Corbel"/>
              </a:rPr>
              <a:t> </a:t>
            </a:r>
            <a:r>
              <a:rPr sz="1200" dirty="0">
                <a:latin typeface="Corbel"/>
                <a:cs typeface="Corbel"/>
              </a:rPr>
              <a:t>when</a:t>
            </a:r>
            <a:r>
              <a:rPr sz="1200" spc="80" dirty="0">
                <a:latin typeface="Corbel"/>
                <a:cs typeface="Corbel"/>
              </a:rPr>
              <a:t> </a:t>
            </a:r>
            <a:r>
              <a:rPr sz="1200" spc="-10" dirty="0">
                <a:latin typeface="Corbel"/>
                <a:cs typeface="Corbel"/>
              </a:rPr>
              <a:t>dealing </a:t>
            </a:r>
            <a:r>
              <a:rPr sz="1200" dirty="0">
                <a:latin typeface="Corbel"/>
                <a:cs typeface="Corbel"/>
              </a:rPr>
              <a:t>with</a:t>
            </a:r>
            <a:r>
              <a:rPr sz="1200" spc="25" dirty="0">
                <a:latin typeface="Corbel"/>
                <a:cs typeface="Corbel"/>
              </a:rPr>
              <a:t> </a:t>
            </a:r>
            <a:r>
              <a:rPr sz="1200" dirty="0">
                <a:latin typeface="Corbel"/>
                <a:cs typeface="Corbel"/>
              </a:rPr>
              <a:t>a</a:t>
            </a:r>
            <a:r>
              <a:rPr sz="1200" spc="25" dirty="0">
                <a:latin typeface="Corbel"/>
                <a:cs typeface="Corbel"/>
              </a:rPr>
              <a:t> </a:t>
            </a:r>
            <a:r>
              <a:rPr sz="1200" spc="-10" dirty="0">
                <a:latin typeface="Corbel"/>
                <a:cs typeface="Corbel"/>
              </a:rPr>
              <a:t>multi-constellation</a:t>
            </a:r>
            <a:r>
              <a:rPr sz="1200" spc="25" dirty="0">
                <a:latin typeface="Corbel"/>
                <a:cs typeface="Corbel"/>
              </a:rPr>
              <a:t> </a:t>
            </a:r>
            <a:r>
              <a:rPr sz="1200" spc="-10" dirty="0">
                <a:latin typeface="Corbel"/>
                <a:cs typeface="Corbel"/>
              </a:rPr>
              <a:t>system.</a:t>
            </a:r>
            <a:endParaRPr sz="1200">
              <a:latin typeface="Corbel"/>
              <a:cs typeface="Corbel"/>
            </a:endParaRPr>
          </a:p>
        </p:txBody>
      </p:sp>
      <p:sp>
        <p:nvSpPr>
          <p:cNvPr id="11" name="object 11"/>
          <p:cNvSpPr txBox="1"/>
          <p:nvPr/>
        </p:nvSpPr>
        <p:spPr>
          <a:xfrm>
            <a:off x="12019610" y="6575044"/>
            <a:ext cx="92075" cy="177800"/>
          </a:xfrm>
          <a:prstGeom prst="rect">
            <a:avLst/>
          </a:prstGeom>
        </p:spPr>
        <p:txBody>
          <a:bodyPr vert="horz" wrap="square" lIns="0" tIns="12700" rIns="0" bIns="0" rtlCol="0">
            <a:spAutoFit/>
          </a:bodyPr>
          <a:lstStyle/>
          <a:p>
            <a:pPr marL="12700">
              <a:lnSpc>
                <a:spcPct val="100000"/>
              </a:lnSpc>
              <a:spcBef>
                <a:spcPts val="100"/>
              </a:spcBef>
            </a:pPr>
            <a:r>
              <a:rPr sz="1000" spc="-50" dirty="0">
                <a:latin typeface="Corbel"/>
                <a:cs typeface="Corbel"/>
              </a:rPr>
              <a:t>6</a:t>
            </a:r>
            <a:endParaRPr sz="1000">
              <a:latin typeface="Corbel"/>
              <a:cs typeface="Corbe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63049" y="733044"/>
            <a:ext cx="9859645" cy="2029460"/>
          </a:xfrm>
          <a:prstGeom prst="rect">
            <a:avLst/>
          </a:prstGeom>
        </p:spPr>
        <p:txBody>
          <a:bodyPr vert="horz" wrap="square" lIns="0" tIns="9525" rIns="0" bIns="0" rtlCol="0">
            <a:spAutoFit/>
          </a:bodyPr>
          <a:lstStyle/>
          <a:p>
            <a:pPr marL="350520" marR="5080" indent="-337820" algn="just">
              <a:lnSpc>
                <a:spcPct val="101400"/>
              </a:lnSpc>
              <a:spcBef>
                <a:spcPts val="75"/>
              </a:spcBef>
              <a:buAutoNum type="arabicPeriod" startAt="2"/>
              <a:tabLst>
                <a:tab pos="355600" algn="l"/>
              </a:tabLst>
            </a:pPr>
            <a:r>
              <a:rPr sz="1400" u="sng" dirty="0">
                <a:uFill>
                  <a:solidFill>
                    <a:srgbClr val="000000"/>
                  </a:solidFill>
                </a:uFill>
                <a:latin typeface="Corbel"/>
                <a:cs typeface="Corbel"/>
              </a:rPr>
              <a:t>Signal</a:t>
            </a:r>
            <a:r>
              <a:rPr sz="1400" u="sng" spc="100" dirty="0">
                <a:uFill>
                  <a:solidFill>
                    <a:srgbClr val="000000"/>
                  </a:solidFill>
                </a:uFill>
                <a:latin typeface="Corbel"/>
                <a:cs typeface="Corbel"/>
              </a:rPr>
              <a:t> </a:t>
            </a:r>
            <a:r>
              <a:rPr sz="1400" u="sng" dirty="0">
                <a:uFill>
                  <a:solidFill>
                    <a:srgbClr val="000000"/>
                  </a:solidFill>
                </a:uFill>
                <a:latin typeface="Corbel"/>
                <a:cs typeface="Corbel"/>
              </a:rPr>
              <a:t>propagation</a:t>
            </a:r>
            <a:r>
              <a:rPr sz="1400" u="sng" spc="100" dirty="0">
                <a:uFill>
                  <a:solidFill>
                    <a:srgbClr val="000000"/>
                  </a:solidFill>
                </a:uFill>
                <a:latin typeface="Corbel"/>
                <a:cs typeface="Corbel"/>
              </a:rPr>
              <a:t> </a:t>
            </a:r>
            <a:r>
              <a:rPr sz="1400" u="sng" dirty="0">
                <a:uFill>
                  <a:solidFill>
                    <a:srgbClr val="000000"/>
                  </a:solidFill>
                </a:uFill>
                <a:latin typeface="Corbel"/>
                <a:cs typeface="Corbel"/>
              </a:rPr>
              <a:t>errors</a:t>
            </a:r>
            <a:r>
              <a:rPr sz="1400" spc="100" dirty="0">
                <a:latin typeface="Corbel"/>
                <a:cs typeface="Corbel"/>
              </a:rPr>
              <a:t> </a:t>
            </a:r>
            <a:r>
              <a:rPr sz="1400" dirty="0">
                <a:latin typeface="Corbel"/>
                <a:cs typeface="Corbel"/>
              </a:rPr>
              <a:t>-</a:t>
            </a:r>
            <a:r>
              <a:rPr sz="1400" spc="95" dirty="0">
                <a:latin typeface="Corbel"/>
                <a:cs typeface="Corbel"/>
              </a:rPr>
              <a:t> </a:t>
            </a:r>
            <a:r>
              <a:rPr sz="1400" dirty="0">
                <a:latin typeface="Corbel"/>
                <a:cs typeface="Corbel"/>
              </a:rPr>
              <a:t>During</a:t>
            </a:r>
            <a:r>
              <a:rPr sz="1400" spc="95" dirty="0">
                <a:latin typeface="Corbel"/>
                <a:cs typeface="Corbel"/>
              </a:rPr>
              <a:t> </a:t>
            </a:r>
            <a:r>
              <a:rPr sz="1400" dirty="0">
                <a:latin typeface="Corbel"/>
                <a:cs typeface="Corbel"/>
              </a:rPr>
              <a:t>signal</a:t>
            </a:r>
            <a:r>
              <a:rPr sz="1400" spc="100" dirty="0">
                <a:latin typeface="Corbel"/>
                <a:cs typeface="Corbel"/>
              </a:rPr>
              <a:t> </a:t>
            </a:r>
            <a:r>
              <a:rPr sz="1400" dirty="0">
                <a:latin typeface="Corbel"/>
                <a:cs typeface="Corbel"/>
              </a:rPr>
              <a:t>propagation</a:t>
            </a:r>
            <a:r>
              <a:rPr sz="1400" spc="105" dirty="0">
                <a:latin typeface="Corbel"/>
                <a:cs typeface="Corbel"/>
              </a:rPr>
              <a:t> </a:t>
            </a:r>
            <a:r>
              <a:rPr sz="1400" dirty="0">
                <a:latin typeface="Corbel"/>
                <a:cs typeface="Corbel"/>
              </a:rPr>
              <a:t>time,</a:t>
            </a:r>
            <a:r>
              <a:rPr sz="1400" spc="100" dirty="0">
                <a:latin typeface="Corbel"/>
                <a:cs typeface="Corbel"/>
              </a:rPr>
              <a:t> </a:t>
            </a:r>
            <a:r>
              <a:rPr sz="1400" dirty="0">
                <a:latin typeface="Corbel"/>
                <a:cs typeface="Corbel"/>
              </a:rPr>
              <a:t>the</a:t>
            </a:r>
            <a:r>
              <a:rPr sz="1400" spc="100" dirty="0">
                <a:latin typeface="Corbel"/>
                <a:cs typeface="Corbel"/>
              </a:rPr>
              <a:t> </a:t>
            </a:r>
            <a:r>
              <a:rPr sz="1400" dirty="0">
                <a:latin typeface="Corbel"/>
                <a:cs typeface="Corbel"/>
              </a:rPr>
              <a:t>Earth</a:t>
            </a:r>
            <a:r>
              <a:rPr sz="1400" spc="105" dirty="0">
                <a:latin typeface="Corbel"/>
                <a:cs typeface="Corbel"/>
              </a:rPr>
              <a:t> </a:t>
            </a:r>
            <a:r>
              <a:rPr sz="1400" dirty="0">
                <a:latin typeface="Corbel"/>
                <a:cs typeface="Corbel"/>
              </a:rPr>
              <a:t>would</a:t>
            </a:r>
            <a:r>
              <a:rPr sz="1400" spc="95" dirty="0">
                <a:latin typeface="Corbel"/>
                <a:cs typeface="Corbel"/>
              </a:rPr>
              <a:t> </a:t>
            </a:r>
            <a:r>
              <a:rPr sz="1400" dirty="0">
                <a:latin typeface="Corbel"/>
                <a:cs typeface="Corbel"/>
              </a:rPr>
              <a:t>have</a:t>
            </a:r>
            <a:r>
              <a:rPr sz="1400" spc="100" dirty="0">
                <a:latin typeface="Corbel"/>
                <a:cs typeface="Corbel"/>
              </a:rPr>
              <a:t> </a:t>
            </a:r>
            <a:r>
              <a:rPr sz="1400" dirty="0">
                <a:latin typeface="Corbel"/>
                <a:cs typeface="Corbel"/>
              </a:rPr>
              <a:t>rotated,</a:t>
            </a:r>
            <a:r>
              <a:rPr sz="1400" spc="105" dirty="0">
                <a:latin typeface="Corbel"/>
                <a:cs typeface="Corbel"/>
              </a:rPr>
              <a:t> </a:t>
            </a:r>
            <a:r>
              <a:rPr sz="1400" dirty="0">
                <a:latin typeface="Corbel"/>
                <a:cs typeface="Corbel"/>
              </a:rPr>
              <a:t>causing</a:t>
            </a:r>
            <a:r>
              <a:rPr sz="1400" spc="90" dirty="0">
                <a:latin typeface="Corbel"/>
                <a:cs typeface="Corbel"/>
              </a:rPr>
              <a:t> </a:t>
            </a:r>
            <a:r>
              <a:rPr sz="1400" dirty="0">
                <a:latin typeface="Corbel"/>
                <a:cs typeface="Corbel"/>
              </a:rPr>
              <a:t>a</a:t>
            </a:r>
            <a:r>
              <a:rPr sz="1400" spc="105" dirty="0">
                <a:latin typeface="Corbel"/>
                <a:cs typeface="Corbel"/>
              </a:rPr>
              <a:t> </a:t>
            </a:r>
            <a:r>
              <a:rPr sz="1400" dirty="0">
                <a:latin typeface="Corbel"/>
                <a:cs typeface="Corbel"/>
              </a:rPr>
              <a:t>relative</a:t>
            </a:r>
            <a:r>
              <a:rPr sz="1400" spc="100" dirty="0">
                <a:latin typeface="Corbel"/>
                <a:cs typeface="Corbel"/>
              </a:rPr>
              <a:t> </a:t>
            </a:r>
            <a:r>
              <a:rPr sz="1400" dirty="0">
                <a:latin typeface="Corbel"/>
                <a:cs typeface="Corbel"/>
              </a:rPr>
              <a:t>shift</a:t>
            </a:r>
            <a:r>
              <a:rPr sz="1400" spc="105" dirty="0">
                <a:latin typeface="Corbel"/>
                <a:cs typeface="Corbel"/>
              </a:rPr>
              <a:t> </a:t>
            </a:r>
            <a:r>
              <a:rPr sz="1400" dirty="0">
                <a:latin typeface="Corbel"/>
                <a:cs typeface="Corbel"/>
              </a:rPr>
              <a:t>between</a:t>
            </a:r>
            <a:r>
              <a:rPr sz="1400" spc="95" dirty="0">
                <a:latin typeface="Corbel"/>
                <a:cs typeface="Corbel"/>
              </a:rPr>
              <a:t> </a:t>
            </a:r>
            <a:r>
              <a:rPr sz="1400" spc="-25" dirty="0">
                <a:latin typeface="Corbel"/>
                <a:cs typeface="Corbel"/>
              </a:rPr>
              <a:t>the 	</a:t>
            </a:r>
            <a:r>
              <a:rPr sz="1400" dirty="0">
                <a:latin typeface="Corbel"/>
                <a:cs typeface="Corbel"/>
              </a:rPr>
              <a:t>satellite</a:t>
            </a:r>
            <a:r>
              <a:rPr sz="1400" spc="60" dirty="0">
                <a:latin typeface="Corbel"/>
                <a:cs typeface="Corbel"/>
              </a:rPr>
              <a:t> </a:t>
            </a:r>
            <a:r>
              <a:rPr sz="1400" dirty="0">
                <a:latin typeface="Corbel"/>
                <a:cs typeface="Corbel"/>
              </a:rPr>
              <a:t>and</a:t>
            </a:r>
            <a:r>
              <a:rPr sz="1400" spc="60" dirty="0">
                <a:latin typeface="Corbel"/>
                <a:cs typeface="Corbel"/>
              </a:rPr>
              <a:t> </a:t>
            </a:r>
            <a:r>
              <a:rPr sz="1400" dirty="0">
                <a:latin typeface="Corbel"/>
                <a:cs typeface="Corbel"/>
              </a:rPr>
              <a:t>receiver</a:t>
            </a:r>
            <a:r>
              <a:rPr sz="1400" spc="60" dirty="0">
                <a:latin typeface="Corbel"/>
                <a:cs typeface="Corbel"/>
              </a:rPr>
              <a:t> </a:t>
            </a:r>
            <a:r>
              <a:rPr sz="1400" dirty="0">
                <a:latin typeface="Corbel"/>
                <a:cs typeface="Corbel"/>
              </a:rPr>
              <a:t>locations</a:t>
            </a:r>
            <a:r>
              <a:rPr sz="1400" spc="60" dirty="0">
                <a:latin typeface="Corbel"/>
                <a:cs typeface="Corbel"/>
              </a:rPr>
              <a:t> </a:t>
            </a:r>
            <a:r>
              <a:rPr sz="1400" dirty="0">
                <a:latin typeface="Corbel"/>
                <a:cs typeface="Corbel"/>
              </a:rPr>
              <a:t>at</a:t>
            </a:r>
            <a:r>
              <a:rPr sz="1400" spc="60" dirty="0">
                <a:latin typeface="Corbel"/>
                <a:cs typeface="Corbel"/>
              </a:rPr>
              <a:t> </a:t>
            </a:r>
            <a:r>
              <a:rPr sz="1400" dirty="0">
                <a:latin typeface="Corbel"/>
                <a:cs typeface="Corbel"/>
              </a:rPr>
              <a:t>signal</a:t>
            </a:r>
            <a:r>
              <a:rPr sz="1400" spc="60" dirty="0">
                <a:latin typeface="Corbel"/>
                <a:cs typeface="Corbel"/>
              </a:rPr>
              <a:t> </a:t>
            </a:r>
            <a:r>
              <a:rPr sz="1400" dirty="0">
                <a:latin typeface="Corbel"/>
                <a:cs typeface="Corbel"/>
              </a:rPr>
              <a:t>transmission</a:t>
            </a:r>
            <a:r>
              <a:rPr sz="1400" spc="55" dirty="0">
                <a:latin typeface="Corbel"/>
                <a:cs typeface="Corbel"/>
              </a:rPr>
              <a:t> </a:t>
            </a:r>
            <a:r>
              <a:rPr sz="1400" dirty="0">
                <a:latin typeface="Corbel"/>
                <a:cs typeface="Corbel"/>
              </a:rPr>
              <a:t>time</a:t>
            </a:r>
            <a:r>
              <a:rPr sz="1400" spc="60" dirty="0">
                <a:latin typeface="Corbel"/>
                <a:cs typeface="Corbel"/>
              </a:rPr>
              <a:t> </a:t>
            </a:r>
            <a:r>
              <a:rPr sz="1400" dirty="0">
                <a:latin typeface="Corbel"/>
                <a:cs typeface="Corbel"/>
              </a:rPr>
              <a:t>and</a:t>
            </a:r>
            <a:r>
              <a:rPr sz="1400" spc="60" dirty="0">
                <a:latin typeface="Corbel"/>
                <a:cs typeface="Corbel"/>
              </a:rPr>
              <a:t> </a:t>
            </a:r>
            <a:r>
              <a:rPr sz="1400" dirty="0">
                <a:latin typeface="Corbel"/>
                <a:cs typeface="Corbel"/>
              </a:rPr>
              <a:t>signal</a:t>
            </a:r>
            <a:r>
              <a:rPr sz="1400" spc="60" dirty="0">
                <a:latin typeface="Corbel"/>
                <a:cs typeface="Corbel"/>
              </a:rPr>
              <a:t> </a:t>
            </a:r>
            <a:r>
              <a:rPr sz="1400" dirty="0">
                <a:latin typeface="Corbel"/>
                <a:cs typeface="Corbel"/>
              </a:rPr>
              <a:t>reception</a:t>
            </a:r>
            <a:r>
              <a:rPr sz="1400" spc="55" dirty="0">
                <a:latin typeface="Corbel"/>
                <a:cs typeface="Corbel"/>
              </a:rPr>
              <a:t> </a:t>
            </a:r>
            <a:r>
              <a:rPr sz="1400" dirty="0">
                <a:latin typeface="Corbel"/>
                <a:cs typeface="Corbel"/>
              </a:rPr>
              <a:t>time.</a:t>
            </a:r>
            <a:r>
              <a:rPr sz="1400" spc="65" dirty="0">
                <a:latin typeface="Corbel"/>
                <a:cs typeface="Corbel"/>
              </a:rPr>
              <a:t> </a:t>
            </a:r>
            <a:r>
              <a:rPr sz="1400" dirty="0">
                <a:latin typeface="Corbel"/>
                <a:cs typeface="Corbel"/>
              </a:rPr>
              <a:t>If</a:t>
            </a:r>
            <a:r>
              <a:rPr sz="1400" spc="65" dirty="0">
                <a:latin typeface="Corbel"/>
                <a:cs typeface="Corbel"/>
              </a:rPr>
              <a:t> </a:t>
            </a:r>
            <a:r>
              <a:rPr sz="1400" dirty="0">
                <a:latin typeface="Corbel"/>
                <a:cs typeface="Corbel"/>
              </a:rPr>
              <a:t>not</a:t>
            </a:r>
            <a:r>
              <a:rPr sz="1400" spc="60" dirty="0">
                <a:latin typeface="Corbel"/>
                <a:cs typeface="Corbel"/>
              </a:rPr>
              <a:t> </a:t>
            </a:r>
            <a:r>
              <a:rPr sz="1400" dirty="0">
                <a:latin typeface="Corbel"/>
                <a:cs typeface="Corbel"/>
              </a:rPr>
              <a:t>accounted</a:t>
            </a:r>
            <a:r>
              <a:rPr sz="1400" spc="55" dirty="0">
                <a:latin typeface="Corbel"/>
                <a:cs typeface="Corbel"/>
              </a:rPr>
              <a:t> </a:t>
            </a:r>
            <a:r>
              <a:rPr sz="1400" dirty="0">
                <a:latin typeface="Corbel"/>
                <a:cs typeface="Corbel"/>
              </a:rPr>
              <a:t>for,</a:t>
            </a:r>
            <a:r>
              <a:rPr sz="1400" spc="65" dirty="0">
                <a:latin typeface="Corbel"/>
                <a:cs typeface="Corbel"/>
              </a:rPr>
              <a:t> </a:t>
            </a:r>
            <a:r>
              <a:rPr sz="1400" dirty="0">
                <a:latin typeface="Corbel"/>
                <a:cs typeface="Corbel"/>
              </a:rPr>
              <a:t>this</a:t>
            </a:r>
            <a:r>
              <a:rPr sz="1400" spc="55" dirty="0">
                <a:latin typeface="Corbel"/>
                <a:cs typeface="Corbel"/>
              </a:rPr>
              <a:t> </a:t>
            </a:r>
            <a:r>
              <a:rPr sz="1400" dirty="0">
                <a:latin typeface="Corbel"/>
                <a:cs typeface="Corbel"/>
              </a:rPr>
              <a:t>relative</a:t>
            </a:r>
            <a:r>
              <a:rPr sz="1400" spc="60" dirty="0">
                <a:latin typeface="Corbel"/>
                <a:cs typeface="Corbel"/>
              </a:rPr>
              <a:t> </a:t>
            </a:r>
            <a:r>
              <a:rPr sz="1400" spc="-10" dirty="0">
                <a:latin typeface="Corbel"/>
                <a:cs typeface="Corbel"/>
              </a:rPr>
              <a:t>distance, 	</a:t>
            </a:r>
            <a:r>
              <a:rPr sz="1400" dirty="0">
                <a:latin typeface="Corbel"/>
                <a:cs typeface="Corbel"/>
              </a:rPr>
              <a:t>known</a:t>
            </a:r>
            <a:r>
              <a:rPr sz="1400" spc="-40" dirty="0">
                <a:latin typeface="Corbel"/>
                <a:cs typeface="Corbel"/>
              </a:rPr>
              <a:t> </a:t>
            </a:r>
            <a:r>
              <a:rPr sz="1400" dirty="0">
                <a:latin typeface="Corbel"/>
                <a:cs typeface="Corbel"/>
              </a:rPr>
              <a:t>as</a:t>
            </a:r>
            <a:r>
              <a:rPr sz="1400" spc="-35" dirty="0">
                <a:latin typeface="Corbel"/>
                <a:cs typeface="Corbel"/>
              </a:rPr>
              <a:t> </a:t>
            </a:r>
            <a:r>
              <a:rPr sz="1400" dirty="0">
                <a:latin typeface="Corbel"/>
                <a:cs typeface="Corbel"/>
              </a:rPr>
              <a:t>the</a:t>
            </a:r>
            <a:r>
              <a:rPr sz="1400" spc="-65" dirty="0">
                <a:latin typeface="Corbel"/>
                <a:cs typeface="Corbel"/>
              </a:rPr>
              <a:t> </a:t>
            </a:r>
            <a:r>
              <a:rPr sz="1400" dirty="0">
                <a:latin typeface="Corbel"/>
                <a:cs typeface="Corbel"/>
              </a:rPr>
              <a:t>Sagnac</a:t>
            </a:r>
            <a:r>
              <a:rPr sz="1400" spc="-30" dirty="0">
                <a:latin typeface="Corbel"/>
                <a:cs typeface="Corbel"/>
              </a:rPr>
              <a:t> </a:t>
            </a:r>
            <a:r>
              <a:rPr sz="1400" dirty="0">
                <a:latin typeface="Corbel"/>
                <a:cs typeface="Corbel"/>
              </a:rPr>
              <a:t>effect,</a:t>
            </a:r>
            <a:r>
              <a:rPr sz="1400" spc="-25" dirty="0">
                <a:latin typeface="Corbel"/>
                <a:cs typeface="Corbel"/>
              </a:rPr>
              <a:t> </a:t>
            </a:r>
            <a:r>
              <a:rPr sz="1400" dirty="0">
                <a:latin typeface="Corbel"/>
                <a:cs typeface="Corbel"/>
              </a:rPr>
              <a:t>will</a:t>
            </a:r>
            <a:r>
              <a:rPr sz="1400" spc="-35" dirty="0">
                <a:latin typeface="Corbel"/>
                <a:cs typeface="Corbel"/>
              </a:rPr>
              <a:t> </a:t>
            </a:r>
            <a:r>
              <a:rPr sz="1400" dirty="0">
                <a:latin typeface="Corbel"/>
                <a:cs typeface="Corbel"/>
              </a:rPr>
              <a:t>cause</a:t>
            </a:r>
            <a:r>
              <a:rPr sz="1400" spc="-35" dirty="0">
                <a:latin typeface="Corbel"/>
                <a:cs typeface="Corbel"/>
              </a:rPr>
              <a:t> </a:t>
            </a:r>
            <a:r>
              <a:rPr sz="1400" dirty="0">
                <a:latin typeface="Corbel"/>
                <a:cs typeface="Corbel"/>
              </a:rPr>
              <a:t>an</a:t>
            </a:r>
            <a:r>
              <a:rPr sz="1400" spc="-35" dirty="0">
                <a:latin typeface="Corbel"/>
                <a:cs typeface="Corbel"/>
              </a:rPr>
              <a:t> </a:t>
            </a:r>
            <a:r>
              <a:rPr sz="1400" dirty="0">
                <a:latin typeface="Corbel"/>
                <a:cs typeface="Corbel"/>
              </a:rPr>
              <a:t>extra</a:t>
            </a:r>
            <a:r>
              <a:rPr sz="1400" spc="-30" dirty="0">
                <a:latin typeface="Corbel"/>
                <a:cs typeface="Corbel"/>
              </a:rPr>
              <a:t> </a:t>
            </a:r>
            <a:r>
              <a:rPr sz="1400" dirty="0">
                <a:latin typeface="Corbel"/>
                <a:cs typeface="Corbel"/>
              </a:rPr>
              <a:t>error</a:t>
            </a:r>
            <a:r>
              <a:rPr sz="1400" spc="-30" dirty="0">
                <a:latin typeface="Corbel"/>
                <a:cs typeface="Corbel"/>
              </a:rPr>
              <a:t> </a:t>
            </a:r>
            <a:r>
              <a:rPr sz="1400" dirty="0">
                <a:latin typeface="Corbel"/>
                <a:cs typeface="Corbel"/>
              </a:rPr>
              <a:t>in</a:t>
            </a:r>
            <a:r>
              <a:rPr sz="1400" spc="-35" dirty="0">
                <a:latin typeface="Corbel"/>
                <a:cs typeface="Corbel"/>
              </a:rPr>
              <a:t> </a:t>
            </a:r>
            <a:r>
              <a:rPr sz="1400" dirty="0">
                <a:latin typeface="Corbel"/>
                <a:cs typeface="Corbel"/>
              </a:rPr>
              <a:t>the</a:t>
            </a:r>
            <a:r>
              <a:rPr sz="1400" spc="-30" dirty="0">
                <a:latin typeface="Corbel"/>
                <a:cs typeface="Corbel"/>
              </a:rPr>
              <a:t> </a:t>
            </a:r>
            <a:r>
              <a:rPr sz="1400" dirty="0">
                <a:latin typeface="Corbel"/>
                <a:cs typeface="Corbel"/>
              </a:rPr>
              <a:t>measured</a:t>
            </a:r>
            <a:r>
              <a:rPr sz="1400" spc="-35" dirty="0">
                <a:latin typeface="Corbel"/>
                <a:cs typeface="Corbel"/>
              </a:rPr>
              <a:t> </a:t>
            </a:r>
            <a:r>
              <a:rPr sz="1400" spc="-10" dirty="0">
                <a:latin typeface="Corbel"/>
                <a:cs typeface="Corbel"/>
              </a:rPr>
              <a:t>range.</a:t>
            </a:r>
            <a:endParaRPr sz="1400">
              <a:latin typeface="Corbel"/>
              <a:cs typeface="Corbel"/>
            </a:endParaRPr>
          </a:p>
          <a:p>
            <a:pPr marL="808355" marR="3442335" lvl="1" indent="-339090" algn="just">
              <a:lnSpc>
                <a:spcPct val="100600"/>
              </a:lnSpc>
              <a:spcBef>
                <a:spcPts val="550"/>
              </a:spcBef>
              <a:buAutoNum type="romanLcPeriod"/>
              <a:tabLst>
                <a:tab pos="812165" algn="l"/>
              </a:tabLst>
            </a:pPr>
            <a:r>
              <a:rPr sz="1200" u="sng" dirty="0">
                <a:uFill>
                  <a:solidFill>
                    <a:srgbClr val="000000"/>
                  </a:solidFill>
                </a:uFill>
                <a:latin typeface="Corbel"/>
                <a:cs typeface="Corbel"/>
              </a:rPr>
              <a:t>Sagnac</a:t>
            </a:r>
            <a:r>
              <a:rPr sz="1200" u="sng" spc="195" dirty="0">
                <a:uFill>
                  <a:solidFill>
                    <a:srgbClr val="000000"/>
                  </a:solidFill>
                </a:uFill>
                <a:latin typeface="Corbel"/>
                <a:cs typeface="Corbel"/>
              </a:rPr>
              <a:t> </a:t>
            </a:r>
            <a:r>
              <a:rPr sz="1200" u="sng" dirty="0">
                <a:uFill>
                  <a:solidFill>
                    <a:srgbClr val="000000"/>
                  </a:solidFill>
                </a:uFill>
                <a:latin typeface="Corbel"/>
                <a:cs typeface="Corbel"/>
              </a:rPr>
              <a:t>effect</a:t>
            </a:r>
            <a:r>
              <a:rPr sz="1200" spc="195" dirty="0">
                <a:latin typeface="Corbel"/>
                <a:cs typeface="Corbel"/>
              </a:rPr>
              <a:t> </a:t>
            </a:r>
            <a:r>
              <a:rPr sz="1200" spc="-95" dirty="0">
                <a:latin typeface="Corbel"/>
                <a:cs typeface="Corbel"/>
              </a:rPr>
              <a:t>-</a:t>
            </a:r>
            <a:r>
              <a:rPr sz="1200" dirty="0">
                <a:latin typeface="Corbel"/>
                <a:cs typeface="Corbel"/>
              </a:rPr>
              <a:t>The</a:t>
            </a:r>
            <a:r>
              <a:rPr sz="1200" spc="200" dirty="0">
                <a:latin typeface="Corbel"/>
                <a:cs typeface="Corbel"/>
              </a:rPr>
              <a:t> </a:t>
            </a:r>
            <a:r>
              <a:rPr sz="1200" dirty="0">
                <a:latin typeface="Corbel"/>
                <a:cs typeface="Corbel"/>
              </a:rPr>
              <a:t>Sagnac</a:t>
            </a:r>
            <a:r>
              <a:rPr sz="1200" spc="195" dirty="0">
                <a:latin typeface="Corbel"/>
                <a:cs typeface="Corbel"/>
              </a:rPr>
              <a:t> </a:t>
            </a:r>
            <a:r>
              <a:rPr sz="1200" dirty="0">
                <a:latin typeface="Corbel"/>
                <a:cs typeface="Corbel"/>
              </a:rPr>
              <a:t>effect</a:t>
            </a:r>
            <a:r>
              <a:rPr sz="1200" spc="195" dirty="0">
                <a:latin typeface="Corbel"/>
                <a:cs typeface="Corbel"/>
              </a:rPr>
              <a:t> </a:t>
            </a:r>
            <a:r>
              <a:rPr sz="1200" dirty="0">
                <a:latin typeface="Corbel"/>
                <a:cs typeface="Corbel"/>
              </a:rPr>
              <a:t>is</a:t>
            </a:r>
            <a:r>
              <a:rPr sz="1200" spc="195" dirty="0">
                <a:latin typeface="Corbel"/>
                <a:cs typeface="Corbel"/>
              </a:rPr>
              <a:t> </a:t>
            </a:r>
            <a:r>
              <a:rPr sz="1200" dirty="0">
                <a:latin typeface="Corbel"/>
                <a:cs typeface="Corbel"/>
              </a:rPr>
              <a:t>a</a:t>
            </a:r>
            <a:r>
              <a:rPr sz="1200" spc="200" dirty="0">
                <a:latin typeface="Corbel"/>
                <a:cs typeface="Corbel"/>
              </a:rPr>
              <a:t> </a:t>
            </a:r>
            <a:r>
              <a:rPr sz="1200" dirty="0">
                <a:latin typeface="Corbel"/>
                <a:cs typeface="Corbel"/>
              </a:rPr>
              <a:t>relativistic</a:t>
            </a:r>
            <a:r>
              <a:rPr sz="1200" spc="195" dirty="0">
                <a:latin typeface="Corbel"/>
                <a:cs typeface="Corbel"/>
              </a:rPr>
              <a:t> </a:t>
            </a:r>
            <a:r>
              <a:rPr sz="1200" dirty="0">
                <a:latin typeface="Corbel"/>
                <a:cs typeface="Corbel"/>
              </a:rPr>
              <a:t>error</a:t>
            </a:r>
            <a:r>
              <a:rPr sz="1200" spc="200" dirty="0">
                <a:latin typeface="Corbel"/>
                <a:cs typeface="Corbel"/>
              </a:rPr>
              <a:t> </a:t>
            </a:r>
            <a:r>
              <a:rPr sz="1200" dirty="0">
                <a:latin typeface="Corbel"/>
                <a:cs typeface="Corbel"/>
              </a:rPr>
              <a:t>caused</a:t>
            </a:r>
            <a:r>
              <a:rPr sz="1200" spc="190" dirty="0">
                <a:latin typeface="Corbel"/>
                <a:cs typeface="Corbel"/>
              </a:rPr>
              <a:t> </a:t>
            </a:r>
            <a:r>
              <a:rPr sz="1200" dirty="0">
                <a:latin typeface="Corbel"/>
                <a:cs typeface="Corbel"/>
              </a:rPr>
              <a:t>by</a:t>
            </a:r>
            <a:r>
              <a:rPr sz="1200" spc="200" dirty="0">
                <a:latin typeface="Corbel"/>
                <a:cs typeface="Corbel"/>
              </a:rPr>
              <a:t> </a:t>
            </a:r>
            <a:r>
              <a:rPr sz="1200" dirty="0">
                <a:latin typeface="Corbel"/>
                <a:cs typeface="Corbel"/>
              </a:rPr>
              <a:t>the</a:t>
            </a:r>
            <a:r>
              <a:rPr sz="1200" spc="195" dirty="0">
                <a:latin typeface="Corbel"/>
                <a:cs typeface="Corbel"/>
              </a:rPr>
              <a:t> </a:t>
            </a:r>
            <a:r>
              <a:rPr sz="1200" dirty="0">
                <a:latin typeface="Corbel"/>
                <a:cs typeface="Corbel"/>
              </a:rPr>
              <a:t>Earth’s</a:t>
            </a:r>
            <a:r>
              <a:rPr sz="1200" spc="200" dirty="0">
                <a:latin typeface="Corbel"/>
                <a:cs typeface="Corbel"/>
              </a:rPr>
              <a:t> </a:t>
            </a:r>
            <a:r>
              <a:rPr sz="1200" spc="-10" dirty="0">
                <a:latin typeface="Corbel"/>
                <a:cs typeface="Corbel"/>
              </a:rPr>
              <a:t>rotation 	</a:t>
            </a:r>
            <a:r>
              <a:rPr sz="1200" dirty="0">
                <a:latin typeface="Corbel"/>
                <a:cs typeface="Corbel"/>
              </a:rPr>
              <a:t>during</a:t>
            </a:r>
            <a:r>
              <a:rPr sz="1200" spc="380" dirty="0">
                <a:latin typeface="Corbel"/>
                <a:cs typeface="Corbel"/>
              </a:rPr>
              <a:t> </a:t>
            </a:r>
            <a:r>
              <a:rPr sz="1200" dirty="0">
                <a:latin typeface="Corbel"/>
                <a:cs typeface="Corbel"/>
              </a:rPr>
              <a:t>signal</a:t>
            </a:r>
            <a:r>
              <a:rPr sz="1200" spc="380" dirty="0">
                <a:latin typeface="Corbel"/>
                <a:cs typeface="Corbel"/>
              </a:rPr>
              <a:t> </a:t>
            </a:r>
            <a:r>
              <a:rPr sz="1200" dirty="0">
                <a:latin typeface="Corbel"/>
                <a:cs typeface="Corbel"/>
              </a:rPr>
              <a:t>propagation</a:t>
            </a:r>
            <a:r>
              <a:rPr sz="1200" spc="390" dirty="0">
                <a:latin typeface="Corbel"/>
                <a:cs typeface="Corbel"/>
              </a:rPr>
              <a:t> </a:t>
            </a:r>
            <a:r>
              <a:rPr sz="1200" dirty="0">
                <a:latin typeface="Corbel"/>
                <a:cs typeface="Corbel"/>
              </a:rPr>
              <a:t>time</a:t>
            </a:r>
            <a:r>
              <a:rPr sz="1200" spc="385" dirty="0">
                <a:latin typeface="Corbel"/>
                <a:cs typeface="Corbel"/>
              </a:rPr>
              <a:t> </a:t>
            </a:r>
            <a:r>
              <a:rPr sz="1200" dirty="0">
                <a:latin typeface="Corbel"/>
                <a:cs typeface="Corbel"/>
              </a:rPr>
              <a:t>between</a:t>
            </a:r>
            <a:r>
              <a:rPr sz="1200" spc="385" dirty="0">
                <a:latin typeface="Corbel"/>
                <a:cs typeface="Corbel"/>
              </a:rPr>
              <a:t> </a:t>
            </a:r>
            <a:r>
              <a:rPr sz="1200" dirty="0">
                <a:latin typeface="Corbel"/>
                <a:cs typeface="Corbel"/>
              </a:rPr>
              <a:t>the</a:t>
            </a:r>
            <a:r>
              <a:rPr sz="1200" spc="385" dirty="0">
                <a:latin typeface="Corbel"/>
                <a:cs typeface="Corbel"/>
              </a:rPr>
              <a:t> </a:t>
            </a:r>
            <a:r>
              <a:rPr sz="1200" dirty="0">
                <a:latin typeface="Corbel"/>
                <a:cs typeface="Corbel"/>
              </a:rPr>
              <a:t>satellite</a:t>
            </a:r>
            <a:r>
              <a:rPr sz="1200" spc="380" dirty="0">
                <a:latin typeface="Corbel"/>
                <a:cs typeface="Corbel"/>
              </a:rPr>
              <a:t> </a:t>
            </a:r>
            <a:r>
              <a:rPr sz="1200" dirty="0">
                <a:latin typeface="Corbel"/>
                <a:cs typeface="Corbel"/>
              </a:rPr>
              <a:t>and</a:t>
            </a:r>
            <a:r>
              <a:rPr sz="1200" spc="375" dirty="0">
                <a:latin typeface="Corbel"/>
                <a:cs typeface="Corbel"/>
              </a:rPr>
              <a:t> </a:t>
            </a:r>
            <a:r>
              <a:rPr sz="1200" dirty="0">
                <a:latin typeface="Corbel"/>
                <a:cs typeface="Corbel"/>
              </a:rPr>
              <a:t>the</a:t>
            </a:r>
            <a:r>
              <a:rPr sz="1200" spc="385" dirty="0">
                <a:latin typeface="Corbel"/>
                <a:cs typeface="Corbel"/>
              </a:rPr>
              <a:t> </a:t>
            </a:r>
            <a:r>
              <a:rPr sz="1200" dirty="0">
                <a:latin typeface="Corbel"/>
                <a:cs typeface="Corbel"/>
              </a:rPr>
              <a:t>receiver.</a:t>
            </a:r>
            <a:r>
              <a:rPr sz="1200" spc="375" dirty="0">
                <a:latin typeface="Corbel"/>
                <a:cs typeface="Corbel"/>
              </a:rPr>
              <a:t> </a:t>
            </a:r>
            <a:r>
              <a:rPr sz="1200" spc="-10" dirty="0">
                <a:latin typeface="Corbel"/>
                <a:cs typeface="Corbel"/>
              </a:rPr>
              <a:t>Ephemeris 	</a:t>
            </a:r>
            <a:r>
              <a:rPr sz="1200" dirty="0">
                <a:latin typeface="Corbel"/>
                <a:cs typeface="Corbel"/>
              </a:rPr>
              <a:t>parameters</a:t>
            </a:r>
            <a:r>
              <a:rPr sz="1200" spc="385" dirty="0">
                <a:latin typeface="Corbel"/>
                <a:cs typeface="Corbel"/>
              </a:rPr>
              <a:t> </a:t>
            </a:r>
            <a:r>
              <a:rPr sz="1200" dirty="0">
                <a:latin typeface="Corbel"/>
                <a:cs typeface="Corbel"/>
              </a:rPr>
              <a:t>obtained</a:t>
            </a:r>
            <a:r>
              <a:rPr sz="1200" spc="380" dirty="0">
                <a:latin typeface="Corbel"/>
                <a:cs typeface="Corbel"/>
              </a:rPr>
              <a:t> </a:t>
            </a:r>
            <a:r>
              <a:rPr sz="1200" dirty="0">
                <a:latin typeface="Corbel"/>
                <a:cs typeface="Corbel"/>
              </a:rPr>
              <a:t>from</a:t>
            </a:r>
            <a:r>
              <a:rPr sz="1200" spc="390" dirty="0">
                <a:latin typeface="Corbel"/>
                <a:cs typeface="Corbel"/>
              </a:rPr>
              <a:t> </a:t>
            </a:r>
            <a:r>
              <a:rPr sz="1200" dirty="0">
                <a:latin typeface="Corbel"/>
                <a:cs typeface="Corbel"/>
              </a:rPr>
              <a:t>the</a:t>
            </a:r>
            <a:r>
              <a:rPr sz="1200" spc="390" dirty="0">
                <a:latin typeface="Corbel"/>
                <a:cs typeface="Corbel"/>
              </a:rPr>
              <a:t> </a:t>
            </a:r>
            <a:r>
              <a:rPr sz="1200" dirty="0">
                <a:latin typeface="Corbel"/>
                <a:cs typeface="Corbel"/>
              </a:rPr>
              <a:t>navigation</a:t>
            </a:r>
            <a:r>
              <a:rPr sz="1200" spc="390" dirty="0">
                <a:latin typeface="Corbel"/>
                <a:cs typeface="Corbel"/>
              </a:rPr>
              <a:t> </a:t>
            </a:r>
            <a:r>
              <a:rPr sz="1200" dirty="0">
                <a:latin typeface="Corbel"/>
                <a:cs typeface="Corbel"/>
              </a:rPr>
              <a:t>message</a:t>
            </a:r>
            <a:r>
              <a:rPr sz="1200" spc="385" dirty="0">
                <a:latin typeface="Corbel"/>
                <a:cs typeface="Corbel"/>
              </a:rPr>
              <a:t> </a:t>
            </a:r>
            <a:r>
              <a:rPr sz="1200" dirty="0">
                <a:latin typeface="Corbel"/>
                <a:cs typeface="Corbel"/>
              </a:rPr>
              <a:t>provide</a:t>
            </a:r>
            <a:r>
              <a:rPr sz="1200" spc="390" dirty="0">
                <a:latin typeface="Corbel"/>
                <a:cs typeface="Corbel"/>
              </a:rPr>
              <a:t> </a:t>
            </a:r>
            <a:r>
              <a:rPr sz="1200" dirty="0">
                <a:latin typeface="Corbel"/>
                <a:cs typeface="Corbel"/>
              </a:rPr>
              <a:t>information</a:t>
            </a:r>
            <a:r>
              <a:rPr sz="1200" spc="390" dirty="0">
                <a:latin typeface="Corbel"/>
                <a:cs typeface="Corbel"/>
              </a:rPr>
              <a:t> </a:t>
            </a:r>
            <a:r>
              <a:rPr sz="1200" dirty="0">
                <a:latin typeface="Corbel"/>
                <a:cs typeface="Corbel"/>
              </a:rPr>
              <a:t>about</a:t>
            </a:r>
            <a:r>
              <a:rPr sz="1200" spc="385" dirty="0">
                <a:latin typeface="Corbel"/>
                <a:cs typeface="Corbel"/>
              </a:rPr>
              <a:t> </a:t>
            </a:r>
            <a:r>
              <a:rPr sz="1200" spc="-25" dirty="0">
                <a:latin typeface="Corbel"/>
                <a:cs typeface="Corbel"/>
              </a:rPr>
              <a:t>the 	</a:t>
            </a:r>
            <a:r>
              <a:rPr sz="1200" dirty="0">
                <a:latin typeface="Corbel"/>
                <a:cs typeface="Corbel"/>
              </a:rPr>
              <a:t>satellite</a:t>
            </a:r>
            <a:r>
              <a:rPr sz="1200" spc="260" dirty="0">
                <a:latin typeface="Corbel"/>
                <a:cs typeface="Corbel"/>
              </a:rPr>
              <a:t> </a:t>
            </a:r>
            <a:r>
              <a:rPr sz="1200" dirty="0">
                <a:latin typeface="Corbel"/>
                <a:cs typeface="Corbel"/>
              </a:rPr>
              <a:t>position</a:t>
            </a:r>
            <a:r>
              <a:rPr sz="1200" spc="265" dirty="0">
                <a:latin typeface="Corbel"/>
                <a:cs typeface="Corbel"/>
              </a:rPr>
              <a:t> </a:t>
            </a:r>
            <a:r>
              <a:rPr sz="1200" dirty="0">
                <a:latin typeface="Corbel"/>
                <a:cs typeface="Corbel"/>
              </a:rPr>
              <a:t>expressed</a:t>
            </a:r>
            <a:r>
              <a:rPr sz="1200" spc="250" dirty="0">
                <a:latin typeface="Corbel"/>
                <a:cs typeface="Corbel"/>
              </a:rPr>
              <a:t> </a:t>
            </a:r>
            <a:r>
              <a:rPr sz="1200" dirty="0">
                <a:latin typeface="Corbel"/>
                <a:cs typeface="Corbel"/>
              </a:rPr>
              <a:t>in</a:t>
            </a:r>
            <a:r>
              <a:rPr sz="1200" spc="265" dirty="0">
                <a:latin typeface="Corbel"/>
                <a:cs typeface="Corbel"/>
              </a:rPr>
              <a:t> </a:t>
            </a:r>
            <a:r>
              <a:rPr sz="1200" dirty="0">
                <a:latin typeface="Corbel"/>
                <a:cs typeface="Corbel"/>
              </a:rPr>
              <a:t>the</a:t>
            </a:r>
            <a:r>
              <a:rPr sz="1200" spc="254" dirty="0">
                <a:latin typeface="Corbel"/>
                <a:cs typeface="Corbel"/>
              </a:rPr>
              <a:t> </a:t>
            </a:r>
            <a:r>
              <a:rPr sz="1200" spc="-10" dirty="0">
                <a:latin typeface="Corbel"/>
                <a:cs typeface="Corbel"/>
              </a:rPr>
              <a:t>Earth-</a:t>
            </a:r>
            <a:r>
              <a:rPr sz="1200" dirty="0">
                <a:latin typeface="Corbel"/>
                <a:cs typeface="Corbel"/>
              </a:rPr>
              <a:t>centered</a:t>
            </a:r>
            <a:r>
              <a:rPr sz="1200" spc="250" dirty="0">
                <a:latin typeface="Corbel"/>
                <a:cs typeface="Corbel"/>
              </a:rPr>
              <a:t> </a:t>
            </a:r>
            <a:r>
              <a:rPr sz="1200" spc="-10" dirty="0">
                <a:latin typeface="Corbel"/>
                <a:cs typeface="Corbel"/>
              </a:rPr>
              <a:t>Earth-</a:t>
            </a:r>
            <a:r>
              <a:rPr sz="1200" dirty="0">
                <a:latin typeface="Corbel"/>
                <a:cs typeface="Corbel"/>
              </a:rPr>
              <a:t>fixed</a:t>
            </a:r>
            <a:r>
              <a:rPr sz="1200" spc="254" dirty="0">
                <a:latin typeface="Corbel"/>
                <a:cs typeface="Corbel"/>
              </a:rPr>
              <a:t> </a:t>
            </a:r>
            <a:r>
              <a:rPr sz="1200" dirty="0">
                <a:latin typeface="Corbel"/>
                <a:cs typeface="Corbel"/>
              </a:rPr>
              <a:t>(ECEF)</a:t>
            </a:r>
            <a:r>
              <a:rPr sz="1200" spc="254" dirty="0">
                <a:latin typeface="Corbel"/>
                <a:cs typeface="Corbel"/>
              </a:rPr>
              <a:t> </a:t>
            </a:r>
            <a:r>
              <a:rPr sz="1200" dirty="0">
                <a:latin typeface="Corbel"/>
                <a:cs typeface="Corbel"/>
              </a:rPr>
              <a:t>frame</a:t>
            </a:r>
            <a:r>
              <a:rPr sz="1200" spc="265" dirty="0">
                <a:latin typeface="Corbel"/>
                <a:cs typeface="Corbel"/>
              </a:rPr>
              <a:t> </a:t>
            </a:r>
            <a:r>
              <a:rPr sz="1200" dirty="0">
                <a:latin typeface="Corbel"/>
                <a:cs typeface="Corbel"/>
              </a:rPr>
              <a:t>at</a:t>
            </a:r>
            <a:r>
              <a:rPr sz="1200" spc="250" dirty="0">
                <a:latin typeface="Corbel"/>
                <a:cs typeface="Corbel"/>
              </a:rPr>
              <a:t> </a:t>
            </a:r>
            <a:r>
              <a:rPr sz="1200" spc="-10" dirty="0">
                <a:latin typeface="Corbel"/>
                <a:cs typeface="Corbel"/>
              </a:rPr>
              <a:t>signal 	</a:t>
            </a:r>
            <a:r>
              <a:rPr sz="1200" dirty="0">
                <a:latin typeface="Corbel"/>
                <a:cs typeface="Corbel"/>
              </a:rPr>
              <a:t>transmission</a:t>
            </a:r>
            <a:r>
              <a:rPr sz="1200" spc="-15" dirty="0">
                <a:latin typeface="Corbel"/>
                <a:cs typeface="Corbel"/>
              </a:rPr>
              <a:t> </a:t>
            </a:r>
            <a:r>
              <a:rPr sz="1200" dirty="0">
                <a:latin typeface="Corbel"/>
                <a:cs typeface="Corbel"/>
              </a:rPr>
              <a:t>time.</a:t>
            </a:r>
            <a:r>
              <a:rPr sz="1200" spc="-20" dirty="0">
                <a:latin typeface="Corbel"/>
                <a:cs typeface="Corbel"/>
              </a:rPr>
              <a:t> </a:t>
            </a:r>
            <a:r>
              <a:rPr sz="1200" spc="-10" dirty="0">
                <a:latin typeface="Corbel"/>
                <a:cs typeface="Corbel"/>
              </a:rPr>
              <a:t>However,</a:t>
            </a:r>
            <a:r>
              <a:rPr sz="1200" spc="-15" dirty="0">
                <a:latin typeface="Corbel"/>
                <a:cs typeface="Corbel"/>
              </a:rPr>
              <a:t> </a:t>
            </a:r>
            <a:r>
              <a:rPr sz="1200" dirty="0">
                <a:latin typeface="Corbel"/>
                <a:cs typeface="Corbel"/>
              </a:rPr>
              <a:t>during</a:t>
            </a:r>
            <a:r>
              <a:rPr sz="1200" spc="-15" dirty="0">
                <a:latin typeface="Corbel"/>
                <a:cs typeface="Corbel"/>
              </a:rPr>
              <a:t> </a:t>
            </a:r>
            <a:r>
              <a:rPr sz="1200" dirty="0">
                <a:latin typeface="Corbel"/>
                <a:cs typeface="Corbel"/>
              </a:rPr>
              <a:t>signal</a:t>
            </a:r>
            <a:r>
              <a:rPr sz="1200" spc="-20" dirty="0">
                <a:latin typeface="Corbel"/>
                <a:cs typeface="Corbel"/>
              </a:rPr>
              <a:t> </a:t>
            </a:r>
            <a:r>
              <a:rPr sz="1200" dirty="0">
                <a:latin typeface="Corbel"/>
                <a:cs typeface="Corbel"/>
              </a:rPr>
              <a:t>transit</a:t>
            </a:r>
            <a:r>
              <a:rPr sz="1200" spc="-15" dirty="0">
                <a:latin typeface="Corbel"/>
                <a:cs typeface="Corbel"/>
              </a:rPr>
              <a:t> </a:t>
            </a:r>
            <a:r>
              <a:rPr sz="1200" dirty="0">
                <a:latin typeface="Corbel"/>
                <a:cs typeface="Corbel"/>
              </a:rPr>
              <a:t>time,</a:t>
            </a:r>
            <a:r>
              <a:rPr sz="1200" spc="-20" dirty="0">
                <a:latin typeface="Corbel"/>
                <a:cs typeface="Corbel"/>
              </a:rPr>
              <a:t> </a:t>
            </a:r>
            <a:r>
              <a:rPr sz="1200" dirty="0">
                <a:latin typeface="Corbel"/>
                <a:cs typeface="Corbel"/>
              </a:rPr>
              <a:t>the</a:t>
            </a:r>
            <a:r>
              <a:rPr sz="1200" spc="-10" dirty="0">
                <a:latin typeface="Corbel"/>
                <a:cs typeface="Corbel"/>
              </a:rPr>
              <a:t> </a:t>
            </a:r>
            <a:r>
              <a:rPr sz="1200" dirty="0">
                <a:latin typeface="Corbel"/>
                <a:cs typeface="Corbel"/>
              </a:rPr>
              <a:t>Earth</a:t>
            </a:r>
            <a:r>
              <a:rPr sz="1200" spc="-15" dirty="0">
                <a:latin typeface="Corbel"/>
                <a:cs typeface="Corbel"/>
              </a:rPr>
              <a:t> </a:t>
            </a:r>
            <a:r>
              <a:rPr sz="1200" dirty="0">
                <a:latin typeface="Corbel"/>
                <a:cs typeface="Corbel"/>
              </a:rPr>
              <a:t>would</a:t>
            </a:r>
            <a:r>
              <a:rPr sz="1200" spc="-15" dirty="0">
                <a:latin typeface="Corbel"/>
                <a:cs typeface="Corbel"/>
              </a:rPr>
              <a:t> </a:t>
            </a:r>
            <a:r>
              <a:rPr sz="1200" dirty="0">
                <a:latin typeface="Corbel"/>
                <a:cs typeface="Corbel"/>
              </a:rPr>
              <a:t>have</a:t>
            </a:r>
            <a:r>
              <a:rPr sz="1200" spc="-10" dirty="0">
                <a:latin typeface="Corbel"/>
                <a:cs typeface="Corbel"/>
              </a:rPr>
              <a:t> </a:t>
            </a:r>
            <a:r>
              <a:rPr sz="1200" dirty="0">
                <a:latin typeface="Corbel"/>
                <a:cs typeface="Corbel"/>
              </a:rPr>
              <a:t>rotated</a:t>
            </a:r>
            <a:r>
              <a:rPr sz="1200" spc="-20" dirty="0">
                <a:latin typeface="Corbel"/>
                <a:cs typeface="Corbel"/>
              </a:rPr>
              <a:t> (see 	</a:t>
            </a:r>
            <a:r>
              <a:rPr sz="1200" dirty="0">
                <a:latin typeface="Corbel"/>
                <a:cs typeface="Corbel"/>
              </a:rPr>
              <a:t>Figure</a:t>
            </a:r>
            <a:r>
              <a:rPr sz="1200" spc="-10" dirty="0">
                <a:latin typeface="Corbel"/>
                <a:cs typeface="Corbel"/>
              </a:rPr>
              <a:t> </a:t>
            </a:r>
            <a:r>
              <a:rPr sz="1200" dirty="0">
                <a:latin typeface="Corbel"/>
                <a:cs typeface="Corbel"/>
              </a:rPr>
              <a:t>1)</a:t>
            </a:r>
            <a:r>
              <a:rPr sz="1200" spc="-5" dirty="0">
                <a:latin typeface="Corbel"/>
                <a:cs typeface="Corbel"/>
              </a:rPr>
              <a:t> </a:t>
            </a:r>
            <a:r>
              <a:rPr sz="1200" dirty="0">
                <a:latin typeface="Corbel"/>
                <a:cs typeface="Corbel"/>
              </a:rPr>
              <a:t>and,</a:t>
            </a:r>
            <a:r>
              <a:rPr sz="1200" spc="-15" dirty="0">
                <a:latin typeface="Corbel"/>
                <a:cs typeface="Corbel"/>
              </a:rPr>
              <a:t> </a:t>
            </a:r>
            <a:r>
              <a:rPr sz="1200" dirty="0">
                <a:latin typeface="Corbel"/>
                <a:cs typeface="Corbel"/>
              </a:rPr>
              <a:t>hence,</a:t>
            </a:r>
            <a:r>
              <a:rPr sz="1200" spc="-20" dirty="0">
                <a:latin typeface="Corbel"/>
                <a:cs typeface="Corbel"/>
              </a:rPr>
              <a:t> </a:t>
            </a:r>
            <a:r>
              <a:rPr sz="1200" dirty="0">
                <a:latin typeface="Corbel"/>
                <a:cs typeface="Corbel"/>
              </a:rPr>
              <a:t>the</a:t>
            </a:r>
            <a:r>
              <a:rPr sz="1200" spc="-10" dirty="0">
                <a:latin typeface="Corbel"/>
                <a:cs typeface="Corbel"/>
              </a:rPr>
              <a:t> </a:t>
            </a:r>
            <a:r>
              <a:rPr sz="1200" dirty="0">
                <a:latin typeface="Corbel"/>
                <a:cs typeface="Corbel"/>
              </a:rPr>
              <a:t>ECEF</a:t>
            </a:r>
            <a:r>
              <a:rPr sz="1200" spc="-15" dirty="0">
                <a:latin typeface="Corbel"/>
                <a:cs typeface="Corbel"/>
              </a:rPr>
              <a:t> </a:t>
            </a:r>
            <a:r>
              <a:rPr sz="1200" dirty="0">
                <a:latin typeface="Corbel"/>
                <a:cs typeface="Corbel"/>
              </a:rPr>
              <a:t>frame;</a:t>
            </a:r>
            <a:r>
              <a:rPr sz="1200" spc="-10" dirty="0">
                <a:latin typeface="Corbel"/>
                <a:cs typeface="Corbel"/>
              </a:rPr>
              <a:t> consequently,</a:t>
            </a:r>
            <a:r>
              <a:rPr sz="1200" spc="-15" dirty="0">
                <a:latin typeface="Corbel"/>
                <a:cs typeface="Corbel"/>
              </a:rPr>
              <a:t> </a:t>
            </a:r>
            <a:r>
              <a:rPr sz="1200" dirty="0">
                <a:latin typeface="Corbel"/>
                <a:cs typeface="Corbel"/>
              </a:rPr>
              <a:t>a</a:t>
            </a:r>
            <a:r>
              <a:rPr sz="1200" spc="-10" dirty="0">
                <a:latin typeface="Corbel"/>
                <a:cs typeface="Corbel"/>
              </a:rPr>
              <a:t> </a:t>
            </a:r>
            <a:r>
              <a:rPr sz="1200" dirty="0">
                <a:latin typeface="Corbel"/>
                <a:cs typeface="Corbel"/>
              </a:rPr>
              <a:t>correction</a:t>
            </a:r>
            <a:r>
              <a:rPr sz="1200" spc="-10" dirty="0">
                <a:latin typeface="Corbel"/>
                <a:cs typeface="Corbel"/>
              </a:rPr>
              <a:t> </a:t>
            </a:r>
            <a:r>
              <a:rPr sz="1200" dirty="0">
                <a:latin typeface="Corbel"/>
                <a:cs typeface="Corbel"/>
              </a:rPr>
              <a:t>is</a:t>
            </a:r>
            <a:r>
              <a:rPr sz="1200" spc="-10" dirty="0">
                <a:latin typeface="Corbel"/>
                <a:cs typeface="Corbel"/>
              </a:rPr>
              <a:t> </a:t>
            </a:r>
            <a:r>
              <a:rPr sz="1200" dirty="0">
                <a:latin typeface="Corbel"/>
                <a:cs typeface="Corbel"/>
              </a:rPr>
              <a:t>needed</a:t>
            </a:r>
            <a:r>
              <a:rPr sz="1200" spc="-15" dirty="0">
                <a:latin typeface="Corbel"/>
                <a:cs typeface="Corbel"/>
              </a:rPr>
              <a:t> </a:t>
            </a:r>
            <a:r>
              <a:rPr sz="1200" dirty="0">
                <a:latin typeface="Corbel"/>
                <a:cs typeface="Corbel"/>
              </a:rPr>
              <a:t>to</a:t>
            </a:r>
            <a:r>
              <a:rPr sz="1200" spc="-10" dirty="0">
                <a:latin typeface="Corbel"/>
                <a:cs typeface="Corbel"/>
              </a:rPr>
              <a:t> </a:t>
            </a:r>
            <a:r>
              <a:rPr sz="1200" dirty="0">
                <a:latin typeface="Corbel"/>
                <a:cs typeface="Corbel"/>
              </a:rPr>
              <a:t>express</a:t>
            </a:r>
            <a:r>
              <a:rPr sz="1200" spc="-10" dirty="0">
                <a:latin typeface="Corbel"/>
                <a:cs typeface="Corbel"/>
              </a:rPr>
              <a:t> </a:t>
            </a:r>
            <a:r>
              <a:rPr sz="1200" spc="-25" dirty="0">
                <a:latin typeface="Corbel"/>
                <a:cs typeface="Corbel"/>
              </a:rPr>
              <a:t>the 	</a:t>
            </a:r>
            <a:r>
              <a:rPr sz="1200" dirty="0">
                <a:latin typeface="Corbel"/>
                <a:cs typeface="Corbel"/>
              </a:rPr>
              <a:t>satellite</a:t>
            </a:r>
            <a:r>
              <a:rPr sz="1200" spc="-25" dirty="0">
                <a:latin typeface="Corbel"/>
                <a:cs typeface="Corbel"/>
              </a:rPr>
              <a:t> </a:t>
            </a:r>
            <a:r>
              <a:rPr sz="1200" dirty="0">
                <a:latin typeface="Corbel"/>
                <a:cs typeface="Corbel"/>
              </a:rPr>
              <a:t>position</a:t>
            </a:r>
            <a:r>
              <a:rPr sz="1200" spc="-25" dirty="0">
                <a:latin typeface="Corbel"/>
                <a:cs typeface="Corbel"/>
              </a:rPr>
              <a:t> </a:t>
            </a:r>
            <a:r>
              <a:rPr sz="1200" dirty="0">
                <a:latin typeface="Corbel"/>
                <a:cs typeface="Corbel"/>
              </a:rPr>
              <a:t>in</a:t>
            </a:r>
            <a:r>
              <a:rPr sz="1200" spc="-25" dirty="0">
                <a:latin typeface="Corbel"/>
                <a:cs typeface="Corbel"/>
              </a:rPr>
              <a:t> </a:t>
            </a:r>
            <a:r>
              <a:rPr sz="1200" dirty="0">
                <a:latin typeface="Corbel"/>
                <a:cs typeface="Corbel"/>
              </a:rPr>
              <a:t>the</a:t>
            </a:r>
            <a:r>
              <a:rPr sz="1200" spc="-30" dirty="0">
                <a:latin typeface="Corbel"/>
                <a:cs typeface="Corbel"/>
              </a:rPr>
              <a:t> </a:t>
            </a:r>
            <a:r>
              <a:rPr sz="1200" dirty="0">
                <a:latin typeface="Corbel"/>
                <a:cs typeface="Corbel"/>
              </a:rPr>
              <a:t>ECEF</a:t>
            </a:r>
            <a:r>
              <a:rPr sz="1200" spc="-35" dirty="0">
                <a:latin typeface="Corbel"/>
                <a:cs typeface="Corbel"/>
              </a:rPr>
              <a:t> </a:t>
            </a:r>
            <a:r>
              <a:rPr sz="1200" dirty="0">
                <a:latin typeface="Corbel"/>
                <a:cs typeface="Corbel"/>
              </a:rPr>
              <a:t>frame</a:t>
            </a:r>
            <a:r>
              <a:rPr sz="1200" spc="-25" dirty="0">
                <a:latin typeface="Corbel"/>
                <a:cs typeface="Corbel"/>
              </a:rPr>
              <a:t> </a:t>
            </a:r>
            <a:r>
              <a:rPr sz="1200" dirty="0">
                <a:latin typeface="Corbel"/>
                <a:cs typeface="Corbel"/>
              </a:rPr>
              <a:t>at</a:t>
            </a:r>
            <a:r>
              <a:rPr sz="1200" spc="-35" dirty="0">
                <a:latin typeface="Corbel"/>
                <a:cs typeface="Corbel"/>
              </a:rPr>
              <a:t> </a:t>
            </a:r>
            <a:r>
              <a:rPr sz="1200" dirty="0">
                <a:latin typeface="Corbel"/>
                <a:cs typeface="Corbel"/>
              </a:rPr>
              <a:t>signal</a:t>
            </a:r>
            <a:r>
              <a:rPr sz="1200" spc="-35" dirty="0">
                <a:latin typeface="Corbel"/>
                <a:cs typeface="Corbel"/>
              </a:rPr>
              <a:t> </a:t>
            </a:r>
            <a:r>
              <a:rPr sz="1200" dirty="0">
                <a:latin typeface="Corbel"/>
                <a:cs typeface="Corbel"/>
              </a:rPr>
              <a:t>reception</a:t>
            </a:r>
            <a:r>
              <a:rPr sz="1200" spc="-25" dirty="0">
                <a:latin typeface="Corbel"/>
                <a:cs typeface="Corbel"/>
              </a:rPr>
              <a:t> </a:t>
            </a:r>
            <a:r>
              <a:rPr sz="1200" dirty="0">
                <a:latin typeface="Corbel"/>
                <a:cs typeface="Corbel"/>
              </a:rPr>
              <a:t>time</a:t>
            </a:r>
            <a:r>
              <a:rPr sz="1200" spc="-25" dirty="0">
                <a:latin typeface="Corbel"/>
                <a:cs typeface="Corbel"/>
              </a:rPr>
              <a:t> </a:t>
            </a:r>
            <a:r>
              <a:rPr sz="1200" dirty="0">
                <a:latin typeface="Corbel"/>
                <a:cs typeface="Corbel"/>
              </a:rPr>
              <a:t>instead</a:t>
            </a:r>
            <a:r>
              <a:rPr sz="1200" spc="-35" dirty="0">
                <a:latin typeface="Corbel"/>
                <a:cs typeface="Corbel"/>
              </a:rPr>
              <a:t> </a:t>
            </a:r>
            <a:r>
              <a:rPr sz="1200" dirty="0">
                <a:latin typeface="Corbel"/>
                <a:cs typeface="Corbel"/>
              </a:rPr>
              <a:t>of</a:t>
            </a:r>
            <a:r>
              <a:rPr sz="1200" spc="-25" dirty="0">
                <a:latin typeface="Corbel"/>
                <a:cs typeface="Corbel"/>
              </a:rPr>
              <a:t> </a:t>
            </a:r>
            <a:r>
              <a:rPr sz="1200" dirty="0">
                <a:latin typeface="Corbel"/>
                <a:cs typeface="Corbel"/>
              </a:rPr>
              <a:t>transmission</a:t>
            </a:r>
            <a:r>
              <a:rPr sz="1200" spc="-30" dirty="0">
                <a:latin typeface="Corbel"/>
                <a:cs typeface="Corbel"/>
              </a:rPr>
              <a:t> </a:t>
            </a:r>
            <a:r>
              <a:rPr sz="1200" dirty="0">
                <a:latin typeface="Corbel"/>
                <a:cs typeface="Corbel"/>
              </a:rPr>
              <a:t>time</a:t>
            </a:r>
            <a:r>
              <a:rPr sz="1200" spc="-30" dirty="0">
                <a:latin typeface="Corbel"/>
                <a:cs typeface="Corbel"/>
              </a:rPr>
              <a:t> </a:t>
            </a:r>
            <a:r>
              <a:rPr sz="1200" spc="-50" dirty="0">
                <a:latin typeface="Corbel"/>
                <a:cs typeface="Corbel"/>
              </a:rPr>
              <a:t>.</a:t>
            </a:r>
            <a:endParaRPr sz="1200">
              <a:latin typeface="Corbel"/>
              <a:cs typeface="Corbel"/>
            </a:endParaRPr>
          </a:p>
        </p:txBody>
      </p:sp>
      <p:sp>
        <p:nvSpPr>
          <p:cNvPr id="3" name="object 3"/>
          <p:cNvSpPr txBox="1"/>
          <p:nvPr/>
        </p:nvSpPr>
        <p:spPr>
          <a:xfrm>
            <a:off x="2020248" y="2846323"/>
            <a:ext cx="5965190" cy="1491615"/>
          </a:xfrm>
          <a:prstGeom prst="rect">
            <a:avLst/>
          </a:prstGeom>
        </p:spPr>
        <p:txBody>
          <a:bodyPr vert="horz" wrap="square" lIns="0" tIns="12065" rIns="0" bIns="0" rtlCol="0">
            <a:spAutoFit/>
          </a:bodyPr>
          <a:lstStyle/>
          <a:p>
            <a:pPr marL="355600" marR="5080" indent="-342900" algn="just">
              <a:lnSpc>
                <a:spcPct val="100200"/>
              </a:lnSpc>
              <a:spcBef>
                <a:spcPts val="95"/>
              </a:spcBef>
            </a:pPr>
            <a:r>
              <a:rPr sz="1200" dirty="0">
                <a:latin typeface="Corbel"/>
                <a:cs typeface="Corbel"/>
              </a:rPr>
              <a:t>ii.</a:t>
            </a:r>
            <a:r>
              <a:rPr sz="1200" spc="335" dirty="0">
                <a:latin typeface="Corbel"/>
                <a:cs typeface="Corbel"/>
              </a:rPr>
              <a:t>   </a:t>
            </a:r>
            <a:r>
              <a:rPr sz="1200" u="sng" dirty="0">
                <a:uFill>
                  <a:solidFill>
                    <a:srgbClr val="000000"/>
                  </a:solidFill>
                </a:uFill>
                <a:latin typeface="Corbel"/>
                <a:cs typeface="Corbel"/>
              </a:rPr>
              <a:t>Ionosphere</a:t>
            </a:r>
            <a:r>
              <a:rPr sz="1200" u="sng" spc="190" dirty="0">
                <a:uFill>
                  <a:solidFill>
                    <a:srgbClr val="000000"/>
                  </a:solidFill>
                </a:uFill>
                <a:latin typeface="Corbel"/>
                <a:cs typeface="Corbel"/>
              </a:rPr>
              <a:t> </a:t>
            </a:r>
            <a:r>
              <a:rPr sz="1200" u="sng" dirty="0">
                <a:uFill>
                  <a:solidFill>
                    <a:srgbClr val="000000"/>
                  </a:solidFill>
                </a:uFill>
                <a:latin typeface="Corbel"/>
                <a:cs typeface="Corbel"/>
              </a:rPr>
              <a:t>errors</a:t>
            </a:r>
            <a:r>
              <a:rPr sz="1200" spc="180" dirty="0">
                <a:latin typeface="Corbel"/>
                <a:cs typeface="Corbel"/>
              </a:rPr>
              <a:t> </a:t>
            </a:r>
            <a:r>
              <a:rPr sz="1200" dirty="0">
                <a:latin typeface="Corbel"/>
                <a:cs typeface="Corbel"/>
              </a:rPr>
              <a:t>-</a:t>
            </a:r>
            <a:r>
              <a:rPr sz="1200" spc="180" dirty="0">
                <a:latin typeface="Corbel"/>
                <a:cs typeface="Corbel"/>
              </a:rPr>
              <a:t> </a:t>
            </a:r>
            <a:r>
              <a:rPr sz="1200" dirty="0">
                <a:latin typeface="Corbel"/>
                <a:cs typeface="Corbel"/>
              </a:rPr>
              <a:t>When</a:t>
            </a:r>
            <a:r>
              <a:rPr sz="1200" spc="180" dirty="0">
                <a:latin typeface="Corbel"/>
                <a:cs typeface="Corbel"/>
              </a:rPr>
              <a:t> </a:t>
            </a:r>
            <a:r>
              <a:rPr sz="1200" dirty="0">
                <a:latin typeface="Corbel"/>
                <a:cs typeface="Corbel"/>
              </a:rPr>
              <a:t>the</a:t>
            </a:r>
            <a:r>
              <a:rPr sz="1200" spc="180" dirty="0">
                <a:latin typeface="Corbel"/>
                <a:cs typeface="Corbel"/>
              </a:rPr>
              <a:t> </a:t>
            </a:r>
            <a:r>
              <a:rPr sz="1200" dirty="0">
                <a:latin typeface="Corbel"/>
                <a:cs typeface="Corbel"/>
              </a:rPr>
              <a:t>signal</a:t>
            </a:r>
            <a:r>
              <a:rPr sz="1200" spc="175" dirty="0">
                <a:latin typeface="Corbel"/>
                <a:cs typeface="Corbel"/>
              </a:rPr>
              <a:t> </a:t>
            </a:r>
            <a:r>
              <a:rPr sz="1200" dirty="0">
                <a:latin typeface="Corbel"/>
                <a:cs typeface="Corbel"/>
              </a:rPr>
              <a:t>reaches</a:t>
            </a:r>
            <a:r>
              <a:rPr sz="1200" spc="180" dirty="0">
                <a:latin typeface="Corbel"/>
                <a:cs typeface="Corbel"/>
              </a:rPr>
              <a:t> </a:t>
            </a:r>
            <a:r>
              <a:rPr sz="1200" dirty="0">
                <a:latin typeface="Corbel"/>
                <a:cs typeface="Corbel"/>
              </a:rPr>
              <a:t>an</a:t>
            </a:r>
            <a:r>
              <a:rPr sz="1200" spc="185" dirty="0">
                <a:latin typeface="Corbel"/>
                <a:cs typeface="Corbel"/>
              </a:rPr>
              <a:t> </a:t>
            </a:r>
            <a:r>
              <a:rPr sz="1200" dirty="0">
                <a:latin typeface="Corbel"/>
                <a:cs typeface="Corbel"/>
              </a:rPr>
              <a:t>altitude</a:t>
            </a:r>
            <a:r>
              <a:rPr sz="1200" spc="180" dirty="0">
                <a:latin typeface="Corbel"/>
                <a:cs typeface="Corbel"/>
              </a:rPr>
              <a:t> </a:t>
            </a:r>
            <a:r>
              <a:rPr sz="1200" dirty="0">
                <a:latin typeface="Corbel"/>
                <a:cs typeface="Corbel"/>
              </a:rPr>
              <a:t>of</a:t>
            </a:r>
            <a:r>
              <a:rPr sz="1200" spc="185" dirty="0">
                <a:latin typeface="Corbel"/>
                <a:cs typeface="Corbel"/>
              </a:rPr>
              <a:t> </a:t>
            </a:r>
            <a:r>
              <a:rPr sz="1200" dirty="0">
                <a:latin typeface="Corbel"/>
                <a:cs typeface="Corbel"/>
              </a:rPr>
              <a:t>about</a:t>
            </a:r>
            <a:r>
              <a:rPr sz="1200" spc="175" dirty="0">
                <a:latin typeface="Corbel"/>
                <a:cs typeface="Corbel"/>
              </a:rPr>
              <a:t> </a:t>
            </a:r>
            <a:r>
              <a:rPr sz="1200" dirty="0">
                <a:latin typeface="Corbel"/>
                <a:cs typeface="Corbel"/>
              </a:rPr>
              <a:t>1000</a:t>
            </a:r>
            <a:r>
              <a:rPr sz="1200" spc="175" dirty="0">
                <a:latin typeface="Corbel"/>
                <a:cs typeface="Corbel"/>
              </a:rPr>
              <a:t> </a:t>
            </a:r>
            <a:r>
              <a:rPr sz="1200" dirty="0">
                <a:latin typeface="Corbel"/>
                <a:cs typeface="Corbel"/>
              </a:rPr>
              <a:t>km</a:t>
            </a:r>
            <a:r>
              <a:rPr sz="1200" spc="185" dirty="0">
                <a:latin typeface="Corbel"/>
                <a:cs typeface="Corbel"/>
              </a:rPr>
              <a:t> </a:t>
            </a:r>
            <a:r>
              <a:rPr sz="1200" dirty="0">
                <a:latin typeface="Corbel"/>
                <a:cs typeface="Corbel"/>
              </a:rPr>
              <a:t>above</a:t>
            </a:r>
            <a:r>
              <a:rPr sz="1200" spc="180" dirty="0">
                <a:latin typeface="Corbel"/>
                <a:cs typeface="Corbel"/>
              </a:rPr>
              <a:t> </a:t>
            </a:r>
            <a:r>
              <a:rPr sz="1200" spc="-25" dirty="0">
                <a:latin typeface="Corbel"/>
                <a:cs typeface="Corbel"/>
              </a:rPr>
              <a:t>the </a:t>
            </a:r>
            <a:r>
              <a:rPr sz="1200" dirty="0">
                <a:latin typeface="Corbel"/>
                <a:cs typeface="Corbel"/>
              </a:rPr>
              <a:t>Earth’s</a:t>
            </a:r>
            <a:r>
              <a:rPr sz="1200" spc="20" dirty="0">
                <a:latin typeface="Corbel"/>
                <a:cs typeface="Corbel"/>
              </a:rPr>
              <a:t> </a:t>
            </a:r>
            <a:r>
              <a:rPr sz="1200" dirty="0">
                <a:latin typeface="Corbel"/>
                <a:cs typeface="Corbel"/>
              </a:rPr>
              <a:t>surface,</a:t>
            </a:r>
            <a:r>
              <a:rPr sz="1200" spc="15" dirty="0">
                <a:latin typeface="Corbel"/>
                <a:cs typeface="Corbel"/>
              </a:rPr>
              <a:t> </a:t>
            </a:r>
            <a:r>
              <a:rPr sz="1200" dirty="0">
                <a:latin typeface="Corbel"/>
                <a:cs typeface="Corbel"/>
              </a:rPr>
              <a:t>it</a:t>
            </a:r>
            <a:r>
              <a:rPr sz="1200" spc="15" dirty="0">
                <a:latin typeface="Corbel"/>
                <a:cs typeface="Corbel"/>
              </a:rPr>
              <a:t> </a:t>
            </a:r>
            <a:r>
              <a:rPr sz="1200" dirty="0">
                <a:latin typeface="Corbel"/>
                <a:cs typeface="Corbel"/>
              </a:rPr>
              <a:t>penetrates</a:t>
            </a:r>
            <a:r>
              <a:rPr sz="1200" spc="25" dirty="0">
                <a:latin typeface="Corbel"/>
                <a:cs typeface="Corbel"/>
              </a:rPr>
              <a:t> </a:t>
            </a:r>
            <a:r>
              <a:rPr sz="1200" dirty="0">
                <a:latin typeface="Corbel"/>
                <a:cs typeface="Corbel"/>
              </a:rPr>
              <a:t>the</a:t>
            </a:r>
            <a:r>
              <a:rPr sz="1200" spc="20" dirty="0">
                <a:latin typeface="Corbel"/>
                <a:cs typeface="Corbel"/>
              </a:rPr>
              <a:t> </a:t>
            </a:r>
            <a:r>
              <a:rPr sz="1200" dirty="0">
                <a:latin typeface="Corbel"/>
                <a:cs typeface="Corbel"/>
              </a:rPr>
              <a:t>upper</a:t>
            </a:r>
            <a:r>
              <a:rPr sz="1200" spc="20" dirty="0">
                <a:latin typeface="Corbel"/>
                <a:cs typeface="Corbel"/>
              </a:rPr>
              <a:t> </a:t>
            </a:r>
            <a:r>
              <a:rPr sz="1200" dirty="0">
                <a:latin typeface="Corbel"/>
                <a:cs typeface="Corbel"/>
              </a:rPr>
              <a:t>layer</a:t>
            </a:r>
            <a:r>
              <a:rPr sz="1200" spc="15" dirty="0">
                <a:latin typeface="Corbel"/>
                <a:cs typeface="Corbel"/>
              </a:rPr>
              <a:t> </a:t>
            </a:r>
            <a:r>
              <a:rPr sz="1200" dirty="0">
                <a:latin typeface="Corbel"/>
                <a:cs typeface="Corbel"/>
              </a:rPr>
              <a:t>of</a:t>
            </a:r>
            <a:r>
              <a:rPr sz="1200" spc="30" dirty="0">
                <a:latin typeface="Corbel"/>
                <a:cs typeface="Corbel"/>
              </a:rPr>
              <a:t> </a:t>
            </a:r>
            <a:r>
              <a:rPr sz="1200" dirty="0">
                <a:latin typeface="Corbel"/>
                <a:cs typeface="Corbel"/>
              </a:rPr>
              <a:t>the</a:t>
            </a:r>
            <a:r>
              <a:rPr sz="1200" spc="20" dirty="0">
                <a:latin typeface="Corbel"/>
                <a:cs typeface="Corbel"/>
              </a:rPr>
              <a:t> </a:t>
            </a:r>
            <a:r>
              <a:rPr sz="1200" dirty="0">
                <a:latin typeface="Corbel"/>
                <a:cs typeface="Corbel"/>
              </a:rPr>
              <a:t>atmosphere,</a:t>
            </a:r>
            <a:r>
              <a:rPr sz="1200" spc="15" dirty="0">
                <a:latin typeface="Corbel"/>
                <a:cs typeface="Corbel"/>
              </a:rPr>
              <a:t> </a:t>
            </a:r>
            <a:r>
              <a:rPr sz="1200" dirty="0">
                <a:latin typeface="Corbel"/>
                <a:cs typeface="Corbel"/>
              </a:rPr>
              <a:t>namely,</a:t>
            </a:r>
            <a:r>
              <a:rPr sz="1200" spc="15" dirty="0">
                <a:latin typeface="Corbel"/>
                <a:cs typeface="Corbel"/>
              </a:rPr>
              <a:t> </a:t>
            </a:r>
            <a:r>
              <a:rPr sz="1200" dirty="0">
                <a:latin typeface="Corbel"/>
                <a:cs typeface="Corbel"/>
              </a:rPr>
              <a:t>the</a:t>
            </a:r>
            <a:r>
              <a:rPr sz="1200" spc="25" dirty="0">
                <a:latin typeface="Corbel"/>
                <a:cs typeface="Corbel"/>
              </a:rPr>
              <a:t> </a:t>
            </a:r>
            <a:r>
              <a:rPr sz="1200" spc="-10" dirty="0">
                <a:latin typeface="Corbel"/>
                <a:cs typeface="Corbel"/>
              </a:rPr>
              <a:t>ionosphere </a:t>
            </a:r>
            <a:r>
              <a:rPr sz="1200" dirty="0">
                <a:latin typeface="Corbel"/>
                <a:cs typeface="Corbel"/>
              </a:rPr>
              <a:t>(see</a:t>
            </a:r>
            <a:r>
              <a:rPr sz="1200" spc="80" dirty="0">
                <a:latin typeface="Corbel"/>
                <a:cs typeface="Corbel"/>
              </a:rPr>
              <a:t> </a:t>
            </a:r>
            <a:r>
              <a:rPr sz="1200" dirty="0">
                <a:latin typeface="Corbel"/>
                <a:cs typeface="Corbel"/>
              </a:rPr>
              <a:t>Figure</a:t>
            </a:r>
            <a:r>
              <a:rPr sz="1200" spc="85" dirty="0">
                <a:latin typeface="Corbel"/>
                <a:cs typeface="Corbel"/>
              </a:rPr>
              <a:t> </a:t>
            </a:r>
            <a:r>
              <a:rPr sz="1200" dirty="0">
                <a:latin typeface="Corbel"/>
                <a:cs typeface="Corbel"/>
              </a:rPr>
              <a:t>2).</a:t>
            </a:r>
            <a:r>
              <a:rPr sz="1200" spc="80" dirty="0">
                <a:latin typeface="Corbel"/>
                <a:cs typeface="Corbel"/>
              </a:rPr>
              <a:t> </a:t>
            </a:r>
            <a:r>
              <a:rPr sz="1200" dirty="0">
                <a:latin typeface="Corbel"/>
                <a:cs typeface="Corbel"/>
              </a:rPr>
              <a:t>This</a:t>
            </a:r>
            <a:r>
              <a:rPr sz="1200" spc="85" dirty="0">
                <a:latin typeface="Corbel"/>
                <a:cs typeface="Corbel"/>
              </a:rPr>
              <a:t> </a:t>
            </a:r>
            <a:r>
              <a:rPr sz="1200" dirty="0">
                <a:latin typeface="Corbel"/>
                <a:cs typeface="Corbel"/>
              </a:rPr>
              <a:t>layer</a:t>
            </a:r>
            <a:r>
              <a:rPr sz="1200" spc="80" dirty="0">
                <a:latin typeface="Corbel"/>
                <a:cs typeface="Corbel"/>
              </a:rPr>
              <a:t> </a:t>
            </a:r>
            <a:r>
              <a:rPr sz="1200" dirty="0">
                <a:latin typeface="Corbel"/>
                <a:cs typeface="Corbel"/>
              </a:rPr>
              <a:t>of</a:t>
            </a:r>
            <a:r>
              <a:rPr sz="1200" spc="90" dirty="0">
                <a:latin typeface="Corbel"/>
                <a:cs typeface="Corbel"/>
              </a:rPr>
              <a:t> </a:t>
            </a:r>
            <a:r>
              <a:rPr sz="1200" dirty="0">
                <a:latin typeface="Corbel"/>
                <a:cs typeface="Corbel"/>
              </a:rPr>
              <a:t>atmosphere</a:t>
            </a:r>
            <a:r>
              <a:rPr sz="1200" spc="85" dirty="0">
                <a:latin typeface="Corbel"/>
                <a:cs typeface="Corbel"/>
              </a:rPr>
              <a:t> </a:t>
            </a:r>
            <a:r>
              <a:rPr sz="1200" dirty="0">
                <a:latin typeface="Corbel"/>
                <a:cs typeface="Corbel"/>
              </a:rPr>
              <a:t>includes</a:t>
            </a:r>
            <a:r>
              <a:rPr sz="1200" spc="85" dirty="0">
                <a:latin typeface="Corbel"/>
                <a:cs typeface="Corbel"/>
              </a:rPr>
              <a:t> </a:t>
            </a:r>
            <a:r>
              <a:rPr sz="1200" dirty="0">
                <a:latin typeface="Corbel"/>
                <a:cs typeface="Corbel"/>
              </a:rPr>
              <a:t>various</a:t>
            </a:r>
            <a:r>
              <a:rPr sz="1200" spc="85" dirty="0">
                <a:latin typeface="Corbel"/>
                <a:cs typeface="Corbel"/>
              </a:rPr>
              <a:t> </a:t>
            </a:r>
            <a:r>
              <a:rPr sz="1200" dirty="0">
                <a:latin typeface="Corbel"/>
                <a:cs typeface="Corbel"/>
              </a:rPr>
              <a:t>types</a:t>
            </a:r>
            <a:r>
              <a:rPr sz="1200" spc="85" dirty="0">
                <a:latin typeface="Corbel"/>
                <a:cs typeface="Corbel"/>
              </a:rPr>
              <a:t> </a:t>
            </a:r>
            <a:r>
              <a:rPr sz="1200" dirty="0">
                <a:latin typeface="Corbel"/>
                <a:cs typeface="Corbel"/>
              </a:rPr>
              <a:t>of</a:t>
            </a:r>
            <a:r>
              <a:rPr sz="1200" spc="90" dirty="0">
                <a:latin typeface="Corbel"/>
                <a:cs typeface="Corbel"/>
              </a:rPr>
              <a:t> </a:t>
            </a:r>
            <a:r>
              <a:rPr sz="1200" dirty="0">
                <a:latin typeface="Corbel"/>
                <a:cs typeface="Corbel"/>
              </a:rPr>
              <a:t>gases</a:t>
            </a:r>
            <a:r>
              <a:rPr sz="1200" spc="85" dirty="0">
                <a:latin typeface="Corbel"/>
                <a:cs typeface="Corbel"/>
              </a:rPr>
              <a:t> </a:t>
            </a:r>
            <a:r>
              <a:rPr sz="1200" dirty="0">
                <a:latin typeface="Corbel"/>
                <a:cs typeface="Corbel"/>
              </a:rPr>
              <a:t>that</a:t>
            </a:r>
            <a:r>
              <a:rPr sz="1200" spc="80" dirty="0">
                <a:latin typeface="Corbel"/>
                <a:cs typeface="Corbel"/>
              </a:rPr>
              <a:t> </a:t>
            </a:r>
            <a:r>
              <a:rPr sz="1200" dirty="0">
                <a:latin typeface="Corbel"/>
                <a:cs typeface="Corbel"/>
              </a:rPr>
              <a:t>are</a:t>
            </a:r>
            <a:r>
              <a:rPr sz="1200" spc="85" dirty="0">
                <a:latin typeface="Corbel"/>
                <a:cs typeface="Corbel"/>
              </a:rPr>
              <a:t> </a:t>
            </a:r>
            <a:r>
              <a:rPr sz="1200" spc="-10" dirty="0">
                <a:latin typeface="Corbel"/>
                <a:cs typeface="Corbel"/>
              </a:rPr>
              <a:t>readily </a:t>
            </a:r>
            <a:r>
              <a:rPr sz="1200" dirty="0">
                <a:latin typeface="Corbel"/>
                <a:cs typeface="Corbel"/>
              </a:rPr>
              <a:t>ionized</a:t>
            </a:r>
            <a:r>
              <a:rPr sz="1200" spc="5" dirty="0">
                <a:latin typeface="Corbel"/>
                <a:cs typeface="Corbel"/>
              </a:rPr>
              <a:t> </a:t>
            </a:r>
            <a:r>
              <a:rPr sz="1200" dirty="0">
                <a:latin typeface="Corbel"/>
                <a:cs typeface="Corbel"/>
              </a:rPr>
              <a:t>by</a:t>
            </a:r>
            <a:r>
              <a:rPr sz="1200" spc="15" dirty="0">
                <a:latin typeface="Corbel"/>
                <a:cs typeface="Corbel"/>
              </a:rPr>
              <a:t> </a:t>
            </a:r>
            <a:r>
              <a:rPr sz="1200" dirty="0">
                <a:latin typeface="Corbel"/>
                <a:cs typeface="Corbel"/>
              </a:rPr>
              <a:t>the</a:t>
            </a:r>
            <a:r>
              <a:rPr sz="1200" spc="15" dirty="0">
                <a:latin typeface="Corbel"/>
                <a:cs typeface="Corbel"/>
              </a:rPr>
              <a:t> </a:t>
            </a:r>
            <a:r>
              <a:rPr sz="1200" dirty="0">
                <a:latin typeface="Corbel"/>
                <a:cs typeface="Corbel"/>
              </a:rPr>
              <a:t>sun’s</a:t>
            </a:r>
            <a:r>
              <a:rPr sz="1200" spc="15" dirty="0">
                <a:latin typeface="Corbel"/>
                <a:cs typeface="Corbel"/>
              </a:rPr>
              <a:t> </a:t>
            </a:r>
            <a:r>
              <a:rPr sz="1200" dirty="0">
                <a:latin typeface="Corbel"/>
                <a:cs typeface="Corbel"/>
              </a:rPr>
              <a:t>radiation.</a:t>
            </a:r>
            <a:r>
              <a:rPr sz="1200" spc="10" dirty="0">
                <a:latin typeface="Corbel"/>
                <a:cs typeface="Corbel"/>
              </a:rPr>
              <a:t> </a:t>
            </a:r>
            <a:r>
              <a:rPr sz="1200" dirty="0">
                <a:latin typeface="Corbel"/>
                <a:cs typeface="Corbel"/>
              </a:rPr>
              <a:t>The</a:t>
            </a:r>
            <a:r>
              <a:rPr sz="1200" spc="15" dirty="0">
                <a:latin typeface="Corbel"/>
                <a:cs typeface="Corbel"/>
              </a:rPr>
              <a:t> </a:t>
            </a:r>
            <a:r>
              <a:rPr sz="1200" dirty="0">
                <a:latin typeface="Corbel"/>
                <a:cs typeface="Corbel"/>
              </a:rPr>
              <a:t>intensity</a:t>
            </a:r>
            <a:r>
              <a:rPr sz="1200" spc="15" dirty="0">
                <a:latin typeface="Corbel"/>
                <a:cs typeface="Corbel"/>
              </a:rPr>
              <a:t> </a:t>
            </a:r>
            <a:r>
              <a:rPr sz="1200" dirty="0">
                <a:latin typeface="Corbel"/>
                <a:cs typeface="Corbel"/>
              </a:rPr>
              <a:t>of</a:t>
            </a:r>
            <a:r>
              <a:rPr sz="1200" spc="15" dirty="0">
                <a:latin typeface="Corbel"/>
                <a:cs typeface="Corbel"/>
              </a:rPr>
              <a:t> </a:t>
            </a:r>
            <a:r>
              <a:rPr sz="1200" dirty="0">
                <a:latin typeface="Corbel"/>
                <a:cs typeface="Corbel"/>
              </a:rPr>
              <a:t>solar</a:t>
            </a:r>
            <a:r>
              <a:rPr sz="1200" spc="10" dirty="0">
                <a:latin typeface="Corbel"/>
                <a:cs typeface="Corbel"/>
              </a:rPr>
              <a:t> </a:t>
            </a:r>
            <a:r>
              <a:rPr sz="1200" dirty="0">
                <a:latin typeface="Corbel"/>
                <a:cs typeface="Corbel"/>
              </a:rPr>
              <a:t>activity</a:t>
            </a:r>
            <a:r>
              <a:rPr sz="1200" spc="10" dirty="0">
                <a:latin typeface="Corbel"/>
                <a:cs typeface="Corbel"/>
              </a:rPr>
              <a:t> </a:t>
            </a:r>
            <a:r>
              <a:rPr sz="1200" dirty="0">
                <a:latin typeface="Corbel"/>
                <a:cs typeface="Corbel"/>
              </a:rPr>
              <a:t>is</a:t>
            </a:r>
            <a:r>
              <a:rPr sz="1200" spc="15" dirty="0">
                <a:latin typeface="Corbel"/>
                <a:cs typeface="Corbel"/>
              </a:rPr>
              <a:t> </a:t>
            </a:r>
            <a:r>
              <a:rPr sz="1200" dirty="0">
                <a:latin typeface="Corbel"/>
                <a:cs typeface="Corbel"/>
              </a:rPr>
              <a:t>the</a:t>
            </a:r>
            <a:r>
              <a:rPr sz="1200" spc="15" dirty="0">
                <a:latin typeface="Corbel"/>
                <a:cs typeface="Corbel"/>
              </a:rPr>
              <a:t> </a:t>
            </a:r>
            <a:r>
              <a:rPr sz="1200" dirty="0">
                <a:latin typeface="Corbel"/>
                <a:cs typeface="Corbel"/>
              </a:rPr>
              <a:t>key</a:t>
            </a:r>
            <a:r>
              <a:rPr sz="1200" spc="10" dirty="0">
                <a:latin typeface="Corbel"/>
                <a:cs typeface="Corbel"/>
              </a:rPr>
              <a:t> </a:t>
            </a:r>
            <a:r>
              <a:rPr sz="1200" dirty="0">
                <a:latin typeface="Corbel"/>
                <a:cs typeface="Corbel"/>
              </a:rPr>
              <a:t>factor</a:t>
            </a:r>
            <a:r>
              <a:rPr sz="1200" spc="10" dirty="0">
                <a:latin typeface="Corbel"/>
                <a:cs typeface="Corbel"/>
              </a:rPr>
              <a:t> </a:t>
            </a:r>
            <a:r>
              <a:rPr sz="1200" spc="-10" dirty="0">
                <a:latin typeface="Corbel"/>
                <a:cs typeface="Corbel"/>
              </a:rPr>
              <a:t>determining </a:t>
            </a:r>
            <a:r>
              <a:rPr sz="1200" dirty="0">
                <a:latin typeface="Corbel"/>
                <a:cs typeface="Corbel"/>
              </a:rPr>
              <a:t>the</a:t>
            </a:r>
            <a:r>
              <a:rPr sz="1200" spc="275" dirty="0">
                <a:latin typeface="Corbel"/>
                <a:cs typeface="Corbel"/>
              </a:rPr>
              <a:t> </a:t>
            </a:r>
            <a:r>
              <a:rPr sz="1200" dirty="0">
                <a:latin typeface="Corbel"/>
                <a:cs typeface="Corbel"/>
              </a:rPr>
              <a:t>condition</a:t>
            </a:r>
            <a:r>
              <a:rPr sz="1200" spc="275" dirty="0">
                <a:latin typeface="Corbel"/>
                <a:cs typeface="Corbel"/>
              </a:rPr>
              <a:t> </a:t>
            </a:r>
            <a:r>
              <a:rPr sz="1200" dirty="0">
                <a:latin typeface="Corbel"/>
                <a:cs typeface="Corbel"/>
              </a:rPr>
              <a:t>of</a:t>
            </a:r>
            <a:r>
              <a:rPr sz="1200" spc="275" dirty="0">
                <a:latin typeface="Corbel"/>
                <a:cs typeface="Corbel"/>
              </a:rPr>
              <a:t> </a:t>
            </a:r>
            <a:r>
              <a:rPr sz="1200" dirty="0">
                <a:latin typeface="Corbel"/>
                <a:cs typeface="Corbel"/>
              </a:rPr>
              <a:t>the</a:t>
            </a:r>
            <a:r>
              <a:rPr sz="1200" spc="275" dirty="0">
                <a:latin typeface="Corbel"/>
                <a:cs typeface="Corbel"/>
              </a:rPr>
              <a:t> </a:t>
            </a:r>
            <a:r>
              <a:rPr sz="1200" dirty="0">
                <a:latin typeface="Corbel"/>
                <a:cs typeface="Corbel"/>
              </a:rPr>
              <a:t>ionosphere,</a:t>
            </a:r>
            <a:r>
              <a:rPr sz="1200" spc="270" dirty="0">
                <a:latin typeface="Corbel"/>
                <a:cs typeface="Corbel"/>
              </a:rPr>
              <a:t> </a:t>
            </a:r>
            <a:r>
              <a:rPr sz="1200" dirty="0">
                <a:latin typeface="Corbel"/>
                <a:cs typeface="Corbel"/>
              </a:rPr>
              <a:t>but</a:t>
            </a:r>
            <a:r>
              <a:rPr sz="1200" spc="265" dirty="0">
                <a:latin typeface="Corbel"/>
                <a:cs typeface="Corbel"/>
              </a:rPr>
              <a:t> </a:t>
            </a:r>
            <a:r>
              <a:rPr sz="1200" dirty="0">
                <a:latin typeface="Corbel"/>
                <a:cs typeface="Corbel"/>
              </a:rPr>
              <a:t>it</a:t>
            </a:r>
            <a:r>
              <a:rPr sz="1200" spc="265" dirty="0">
                <a:latin typeface="Corbel"/>
                <a:cs typeface="Corbel"/>
              </a:rPr>
              <a:t> </a:t>
            </a:r>
            <a:r>
              <a:rPr sz="1200" dirty="0">
                <a:latin typeface="Corbel"/>
                <a:cs typeface="Corbel"/>
              </a:rPr>
              <a:t>is</a:t>
            </a:r>
            <a:r>
              <a:rPr sz="1200" spc="275" dirty="0">
                <a:latin typeface="Corbel"/>
                <a:cs typeface="Corbel"/>
              </a:rPr>
              <a:t> </a:t>
            </a:r>
            <a:r>
              <a:rPr sz="1200" dirty="0">
                <a:latin typeface="Corbel"/>
                <a:cs typeface="Corbel"/>
              </a:rPr>
              <a:t>also</a:t>
            </a:r>
            <a:r>
              <a:rPr sz="1200" spc="270" dirty="0">
                <a:latin typeface="Corbel"/>
                <a:cs typeface="Corbel"/>
              </a:rPr>
              <a:t> </a:t>
            </a:r>
            <a:r>
              <a:rPr sz="1200" dirty="0">
                <a:latin typeface="Corbel"/>
                <a:cs typeface="Corbel"/>
              </a:rPr>
              <a:t>affected</a:t>
            </a:r>
            <a:r>
              <a:rPr sz="1200" spc="265" dirty="0">
                <a:latin typeface="Corbel"/>
                <a:cs typeface="Corbel"/>
              </a:rPr>
              <a:t> </a:t>
            </a:r>
            <a:r>
              <a:rPr sz="1200" dirty="0">
                <a:latin typeface="Corbel"/>
                <a:cs typeface="Corbel"/>
              </a:rPr>
              <a:t>by</a:t>
            </a:r>
            <a:r>
              <a:rPr sz="1200" spc="270" dirty="0">
                <a:latin typeface="Corbel"/>
                <a:cs typeface="Corbel"/>
              </a:rPr>
              <a:t> </a:t>
            </a:r>
            <a:r>
              <a:rPr sz="1200" dirty="0">
                <a:latin typeface="Corbel"/>
                <a:cs typeface="Corbel"/>
              </a:rPr>
              <a:t>season</a:t>
            </a:r>
            <a:r>
              <a:rPr sz="1200" spc="275" dirty="0">
                <a:latin typeface="Corbel"/>
                <a:cs typeface="Corbel"/>
              </a:rPr>
              <a:t> </a:t>
            </a:r>
            <a:r>
              <a:rPr sz="1200" dirty="0">
                <a:latin typeface="Corbel"/>
                <a:cs typeface="Corbel"/>
              </a:rPr>
              <a:t>and</a:t>
            </a:r>
            <a:r>
              <a:rPr sz="1200" spc="265" dirty="0">
                <a:latin typeface="Corbel"/>
                <a:cs typeface="Corbel"/>
              </a:rPr>
              <a:t> </a:t>
            </a:r>
            <a:r>
              <a:rPr sz="1200" dirty="0">
                <a:latin typeface="Corbel"/>
                <a:cs typeface="Corbel"/>
              </a:rPr>
              <a:t>time</a:t>
            </a:r>
            <a:r>
              <a:rPr sz="1200" spc="275" dirty="0">
                <a:latin typeface="Corbel"/>
                <a:cs typeface="Corbel"/>
              </a:rPr>
              <a:t> </a:t>
            </a:r>
            <a:r>
              <a:rPr sz="1200" dirty="0">
                <a:latin typeface="Corbel"/>
                <a:cs typeface="Corbel"/>
              </a:rPr>
              <a:t>of</a:t>
            </a:r>
            <a:r>
              <a:rPr sz="1200" spc="275" dirty="0">
                <a:latin typeface="Corbel"/>
                <a:cs typeface="Corbel"/>
              </a:rPr>
              <a:t> </a:t>
            </a:r>
            <a:r>
              <a:rPr sz="1200" spc="-20" dirty="0">
                <a:latin typeface="Corbel"/>
                <a:cs typeface="Corbel"/>
              </a:rPr>
              <a:t>day. </a:t>
            </a:r>
            <a:r>
              <a:rPr sz="1200" dirty="0">
                <a:latin typeface="Corbel"/>
                <a:cs typeface="Corbel"/>
              </a:rPr>
              <a:t>Accordingly,</a:t>
            </a:r>
            <a:r>
              <a:rPr sz="1200" spc="20" dirty="0">
                <a:latin typeface="Corbel"/>
                <a:cs typeface="Corbel"/>
              </a:rPr>
              <a:t> </a:t>
            </a:r>
            <a:r>
              <a:rPr sz="1200" dirty="0">
                <a:latin typeface="Corbel"/>
                <a:cs typeface="Corbel"/>
              </a:rPr>
              <a:t>these</a:t>
            </a:r>
            <a:r>
              <a:rPr sz="1200" spc="30" dirty="0">
                <a:latin typeface="Corbel"/>
                <a:cs typeface="Corbel"/>
              </a:rPr>
              <a:t> </a:t>
            </a:r>
            <a:r>
              <a:rPr sz="1200" dirty="0">
                <a:latin typeface="Corbel"/>
                <a:cs typeface="Corbel"/>
              </a:rPr>
              <a:t>three</a:t>
            </a:r>
            <a:r>
              <a:rPr sz="1200" spc="30" dirty="0">
                <a:latin typeface="Corbel"/>
                <a:cs typeface="Corbel"/>
              </a:rPr>
              <a:t> </a:t>
            </a:r>
            <a:r>
              <a:rPr sz="1200" dirty="0">
                <a:latin typeface="Corbel"/>
                <a:cs typeface="Corbel"/>
              </a:rPr>
              <a:t>parameters</a:t>
            </a:r>
            <a:r>
              <a:rPr sz="1200" spc="30" dirty="0">
                <a:latin typeface="Corbel"/>
                <a:cs typeface="Corbel"/>
              </a:rPr>
              <a:t> </a:t>
            </a:r>
            <a:r>
              <a:rPr sz="1200" dirty="0">
                <a:latin typeface="Corbel"/>
                <a:cs typeface="Corbel"/>
              </a:rPr>
              <a:t>define</a:t>
            </a:r>
            <a:r>
              <a:rPr sz="1200" spc="30" dirty="0">
                <a:latin typeface="Corbel"/>
                <a:cs typeface="Corbel"/>
              </a:rPr>
              <a:t> </a:t>
            </a:r>
            <a:r>
              <a:rPr sz="1200" dirty="0">
                <a:latin typeface="Corbel"/>
                <a:cs typeface="Corbel"/>
              </a:rPr>
              <a:t>the</a:t>
            </a:r>
            <a:r>
              <a:rPr sz="1200" spc="30" dirty="0">
                <a:latin typeface="Corbel"/>
                <a:cs typeface="Corbel"/>
              </a:rPr>
              <a:t> </a:t>
            </a:r>
            <a:r>
              <a:rPr sz="1200" dirty="0">
                <a:latin typeface="Corbel"/>
                <a:cs typeface="Corbel"/>
              </a:rPr>
              <a:t>level</a:t>
            </a:r>
            <a:r>
              <a:rPr sz="1200" spc="25" dirty="0">
                <a:latin typeface="Corbel"/>
                <a:cs typeface="Corbel"/>
              </a:rPr>
              <a:t> </a:t>
            </a:r>
            <a:r>
              <a:rPr sz="1200" dirty="0">
                <a:latin typeface="Corbel"/>
                <a:cs typeface="Corbel"/>
              </a:rPr>
              <a:t>of</a:t>
            </a:r>
            <a:r>
              <a:rPr sz="1200" spc="35" dirty="0">
                <a:latin typeface="Corbel"/>
                <a:cs typeface="Corbel"/>
              </a:rPr>
              <a:t> </a:t>
            </a:r>
            <a:r>
              <a:rPr sz="1200" dirty="0">
                <a:latin typeface="Corbel"/>
                <a:cs typeface="Corbel"/>
              </a:rPr>
              <a:t>ionization,</a:t>
            </a:r>
            <a:r>
              <a:rPr sz="1200" spc="25" dirty="0">
                <a:latin typeface="Corbel"/>
                <a:cs typeface="Corbel"/>
              </a:rPr>
              <a:t> </a:t>
            </a:r>
            <a:r>
              <a:rPr sz="1200" dirty="0">
                <a:latin typeface="Corbel"/>
                <a:cs typeface="Corbel"/>
              </a:rPr>
              <a:t>thereby</a:t>
            </a:r>
            <a:r>
              <a:rPr sz="1200" spc="25" dirty="0">
                <a:latin typeface="Corbel"/>
                <a:cs typeface="Corbel"/>
              </a:rPr>
              <a:t> </a:t>
            </a:r>
            <a:r>
              <a:rPr sz="1200" dirty="0">
                <a:latin typeface="Corbel"/>
                <a:cs typeface="Corbel"/>
              </a:rPr>
              <a:t>changing</a:t>
            </a:r>
            <a:r>
              <a:rPr sz="1200" spc="25" dirty="0">
                <a:latin typeface="Corbel"/>
                <a:cs typeface="Corbel"/>
              </a:rPr>
              <a:t> </a:t>
            </a:r>
            <a:r>
              <a:rPr sz="1200" spc="-25" dirty="0">
                <a:latin typeface="Corbel"/>
                <a:cs typeface="Corbel"/>
              </a:rPr>
              <a:t>the </a:t>
            </a:r>
            <a:r>
              <a:rPr sz="1200" dirty="0">
                <a:latin typeface="Corbel"/>
                <a:cs typeface="Corbel"/>
              </a:rPr>
              <a:t>refractive</a:t>
            </a:r>
            <a:r>
              <a:rPr sz="1200" spc="15" dirty="0">
                <a:latin typeface="Corbel"/>
                <a:cs typeface="Corbel"/>
              </a:rPr>
              <a:t> </a:t>
            </a:r>
            <a:r>
              <a:rPr sz="1200" dirty="0">
                <a:latin typeface="Corbel"/>
                <a:cs typeface="Corbel"/>
              </a:rPr>
              <a:t>indices</a:t>
            </a:r>
            <a:r>
              <a:rPr sz="1200" spc="20" dirty="0">
                <a:latin typeface="Corbel"/>
                <a:cs typeface="Corbel"/>
              </a:rPr>
              <a:t> </a:t>
            </a:r>
            <a:r>
              <a:rPr sz="1200" dirty="0">
                <a:latin typeface="Corbel"/>
                <a:cs typeface="Corbel"/>
              </a:rPr>
              <a:t>of</a:t>
            </a:r>
            <a:r>
              <a:rPr sz="1200" spc="20" dirty="0">
                <a:latin typeface="Corbel"/>
                <a:cs typeface="Corbel"/>
              </a:rPr>
              <a:t> </a:t>
            </a:r>
            <a:r>
              <a:rPr sz="1200" dirty="0">
                <a:latin typeface="Corbel"/>
                <a:cs typeface="Corbel"/>
              </a:rPr>
              <a:t>the</a:t>
            </a:r>
            <a:r>
              <a:rPr sz="1200" spc="15" dirty="0">
                <a:latin typeface="Corbel"/>
                <a:cs typeface="Corbel"/>
              </a:rPr>
              <a:t> </a:t>
            </a:r>
            <a:r>
              <a:rPr sz="1200" dirty="0">
                <a:latin typeface="Corbel"/>
                <a:cs typeface="Corbel"/>
              </a:rPr>
              <a:t>layers</a:t>
            </a:r>
            <a:r>
              <a:rPr sz="1200" spc="20" dirty="0">
                <a:latin typeface="Corbel"/>
                <a:cs typeface="Corbel"/>
              </a:rPr>
              <a:t> </a:t>
            </a:r>
            <a:r>
              <a:rPr sz="1200" dirty="0">
                <a:latin typeface="Corbel"/>
                <a:cs typeface="Corbel"/>
              </a:rPr>
              <a:t>of</a:t>
            </a:r>
            <a:r>
              <a:rPr sz="1200" spc="20" dirty="0">
                <a:latin typeface="Corbel"/>
                <a:cs typeface="Corbel"/>
              </a:rPr>
              <a:t> </a:t>
            </a:r>
            <a:r>
              <a:rPr sz="1200" dirty="0">
                <a:latin typeface="Corbel"/>
                <a:cs typeface="Corbel"/>
              </a:rPr>
              <a:t>the</a:t>
            </a:r>
            <a:r>
              <a:rPr sz="1200" spc="20" dirty="0">
                <a:latin typeface="Corbel"/>
                <a:cs typeface="Corbel"/>
              </a:rPr>
              <a:t> </a:t>
            </a:r>
            <a:r>
              <a:rPr sz="1200" dirty="0">
                <a:latin typeface="Corbel"/>
                <a:cs typeface="Corbel"/>
              </a:rPr>
              <a:t>ionosphere,</a:t>
            </a:r>
            <a:r>
              <a:rPr sz="1200" spc="15" dirty="0">
                <a:latin typeface="Corbel"/>
                <a:cs typeface="Corbel"/>
              </a:rPr>
              <a:t> </a:t>
            </a:r>
            <a:r>
              <a:rPr sz="1200" dirty="0">
                <a:latin typeface="Corbel"/>
                <a:cs typeface="Corbel"/>
              </a:rPr>
              <a:t>therefore,</a:t>
            </a:r>
            <a:r>
              <a:rPr sz="1200" spc="10" dirty="0">
                <a:latin typeface="Corbel"/>
                <a:cs typeface="Corbel"/>
              </a:rPr>
              <a:t> </a:t>
            </a:r>
            <a:r>
              <a:rPr sz="1200" dirty="0">
                <a:latin typeface="Corbel"/>
                <a:cs typeface="Corbel"/>
              </a:rPr>
              <a:t>influencing</a:t>
            </a:r>
            <a:r>
              <a:rPr sz="1200" spc="20" dirty="0">
                <a:latin typeface="Corbel"/>
                <a:cs typeface="Corbel"/>
              </a:rPr>
              <a:t> </a:t>
            </a:r>
            <a:r>
              <a:rPr sz="1200" dirty="0">
                <a:latin typeface="Corbel"/>
                <a:cs typeface="Corbel"/>
              </a:rPr>
              <a:t>the</a:t>
            </a:r>
            <a:r>
              <a:rPr sz="1200" spc="15" dirty="0">
                <a:latin typeface="Corbel"/>
                <a:cs typeface="Corbel"/>
              </a:rPr>
              <a:t> </a:t>
            </a:r>
            <a:r>
              <a:rPr sz="1200" dirty="0">
                <a:latin typeface="Corbel"/>
                <a:cs typeface="Corbel"/>
              </a:rPr>
              <a:t>signal</a:t>
            </a:r>
            <a:r>
              <a:rPr sz="1200" spc="15" dirty="0">
                <a:latin typeface="Corbel"/>
                <a:cs typeface="Corbel"/>
              </a:rPr>
              <a:t> </a:t>
            </a:r>
            <a:r>
              <a:rPr sz="1200" spc="-10" dirty="0">
                <a:latin typeface="Corbel"/>
                <a:cs typeface="Corbel"/>
              </a:rPr>
              <a:t>transit </a:t>
            </a:r>
            <a:r>
              <a:rPr sz="1200" dirty="0">
                <a:latin typeface="Corbel"/>
                <a:cs typeface="Corbel"/>
              </a:rPr>
              <a:t>time</a:t>
            </a:r>
            <a:r>
              <a:rPr sz="1200" spc="-25" dirty="0">
                <a:latin typeface="Corbel"/>
                <a:cs typeface="Corbel"/>
              </a:rPr>
              <a:t> </a:t>
            </a:r>
            <a:r>
              <a:rPr sz="1200" dirty="0">
                <a:latin typeface="Corbel"/>
                <a:cs typeface="Corbel"/>
              </a:rPr>
              <a:t>measured</a:t>
            </a:r>
            <a:r>
              <a:rPr sz="1200" spc="-30" dirty="0">
                <a:latin typeface="Corbel"/>
                <a:cs typeface="Corbel"/>
              </a:rPr>
              <a:t> </a:t>
            </a:r>
            <a:r>
              <a:rPr sz="1200" dirty="0">
                <a:latin typeface="Corbel"/>
                <a:cs typeface="Corbel"/>
              </a:rPr>
              <a:t>by</a:t>
            </a:r>
            <a:r>
              <a:rPr sz="1200" spc="-25" dirty="0">
                <a:latin typeface="Corbel"/>
                <a:cs typeface="Corbel"/>
              </a:rPr>
              <a:t> </a:t>
            </a:r>
            <a:r>
              <a:rPr sz="1200" dirty="0">
                <a:latin typeface="Corbel"/>
                <a:cs typeface="Corbel"/>
              </a:rPr>
              <a:t>the</a:t>
            </a:r>
            <a:r>
              <a:rPr sz="1200" spc="-25" dirty="0">
                <a:latin typeface="Corbel"/>
                <a:cs typeface="Corbel"/>
              </a:rPr>
              <a:t> </a:t>
            </a:r>
            <a:r>
              <a:rPr sz="1200" spc="-10" dirty="0">
                <a:latin typeface="Corbel"/>
                <a:cs typeface="Corbel"/>
              </a:rPr>
              <a:t>receiver.</a:t>
            </a:r>
            <a:endParaRPr sz="1200">
              <a:latin typeface="Corbel"/>
              <a:cs typeface="Corbel"/>
            </a:endParaRPr>
          </a:p>
        </p:txBody>
      </p:sp>
      <p:sp>
        <p:nvSpPr>
          <p:cNvPr id="4" name="object 4"/>
          <p:cNvSpPr txBox="1"/>
          <p:nvPr/>
        </p:nvSpPr>
        <p:spPr>
          <a:xfrm>
            <a:off x="2020248" y="4422140"/>
            <a:ext cx="17018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Corbel"/>
                <a:cs typeface="Corbel"/>
              </a:rPr>
              <a:t>iii.</a:t>
            </a:r>
            <a:endParaRPr sz="1200">
              <a:latin typeface="Corbel"/>
              <a:cs typeface="Corbel"/>
            </a:endParaRPr>
          </a:p>
        </p:txBody>
      </p:sp>
      <p:sp>
        <p:nvSpPr>
          <p:cNvPr id="5" name="object 5"/>
          <p:cNvSpPr txBox="1"/>
          <p:nvPr/>
        </p:nvSpPr>
        <p:spPr>
          <a:xfrm>
            <a:off x="2363148" y="4422140"/>
            <a:ext cx="5622925" cy="2214245"/>
          </a:xfrm>
          <a:prstGeom prst="rect">
            <a:avLst/>
          </a:prstGeom>
        </p:spPr>
        <p:txBody>
          <a:bodyPr vert="horz" wrap="square" lIns="0" tIns="13335" rIns="0" bIns="0" rtlCol="0">
            <a:spAutoFit/>
          </a:bodyPr>
          <a:lstStyle/>
          <a:p>
            <a:pPr marL="12700" marR="5080" algn="just">
              <a:lnSpc>
                <a:spcPct val="99700"/>
              </a:lnSpc>
              <a:spcBef>
                <a:spcPts val="105"/>
              </a:spcBef>
            </a:pPr>
            <a:r>
              <a:rPr sz="1200" u="sng" spc="-10" dirty="0">
                <a:uFill>
                  <a:solidFill>
                    <a:srgbClr val="000000"/>
                  </a:solidFill>
                </a:uFill>
                <a:latin typeface="Corbel"/>
                <a:cs typeface="Corbel"/>
              </a:rPr>
              <a:t>Troposphere</a:t>
            </a:r>
            <a:r>
              <a:rPr sz="1200" u="sng" spc="-5" dirty="0">
                <a:uFill>
                  <a:solidFill>
                    <a:srgbClr val="000000"/>
                  </a:solidFill>
                </a:uFill>
                <a:latin typeface="Corbel"/>
                <a:cs typeface="Corbel"/>
              </a:rPr>
              <a:t> </a:t>
            </a:r>
            <a:r>
              <a:rPr sz="1200" u="sng" dirty="0">
                <a:uFill>
                  <a:solidFill>
                    <a:srgbClr val="000000"/>
                  </a:solidFill>
                </a:uFill>
                <a:latin typeface="Corbel"/>
                <a:cs typeface="Corbel"/>
              </a:rPr>
              <a:t>errors</a:t>
            </a:r>
            <a:r>
              <a:rPr sz="1200" spc="5" dirty="0">
                <a:latin typeface="Corbel"/>
                <a:cs typeface="Corbel"/>
              </a:rPr>
              <a:t> </a:t>
            </a:r>
            <a:r>
              <a:rPr sz="1200" dirty="0">
                <a:latin typeface="Corbel"/>
                <a:cs typeface="Corbel"/>
              </a:rPr>
              <a:t>-</a:t>
            </a:r>
            <a:r>
              <a:rPr sz="1200" spc="5" dirty="0">
                <a:latin typeface="Corbel"/>
                <a:cs typeface="Corbel"/>
              </a:rPr>
              <a:t> </a:t>
            </a:r>
            <a:r>
              <a:rPr sz="1200" dirty="0">
                <a:latin typeface="Corbel"/>
                <a:cs typeface="Corbel"/>
              </a:rPr>
              <a:t>The</a:t>
            </a:r>
            <a:r>
              <a:rPr sz="1200" spc="5" dirty="0">
                <a:latin typeface="Corbel"/>
                <a:cs typeface="Corbel"/>
              </a:rPr>
              <a:t> </a:t>
            </a:r>
            <a:r>
              <a:rPr sz="1200" dirty="0">
                <a:latin typeface="Corbel"/>
                <a:cs typeface="Corbel"/>
              </a:rPr>
              <a:t>next</a:t>
            </a:r>
            <a:r>
              <a:rPr sz="1200" spc="-5" dirty="0">
                <a:latin typeface="Corbel"/>
                <a:cs typeface="Corbel"/>
              </a:rPr>
              <a:t> </a:t>
            </a:r>
            <a:r>
              <a:rPr sz="1200" dirty="0">
                <a:latin typeface="Corbel"/>
                <a:cs typeface="Corbel"/>
              </a:rPr>
              <a:t>step</a:t>
            </a:r>
            <a:r>
              <a:rPr sz="1200" spc="5" dirty="0">
                <a:latin typeface="Corbel"/>
                <a:cs typeface="Corbel"/>
              </a:rPr>
              <a:t> </a:t>
            </a:r>
            <a:r>
              <a:rPr sz="1200" dirty="0">
                <a:latin typeface="Corbel"/>
                <a:cs typeface="Corbel"/>
              </a:rPr>
              <a:t>is</a:t>
            </a:r>
            <a:r>
              <a:rPr sz="1200" spc="5" dirty="0">
                <a:latin typeface="Corbel"/>
                <a:cs typeface="Corbel"/>
              </a:rPr>
              <a:t> </a:t>
            </a:r>
            <a:r>
              <a:rPr sz="1200" dirty="0">
                <a:latin typeface="Corbel"/>
                <a:cs typeface="Corbel"/>
              </a:rPr>
              <a:t>for the</a:t>
            </a:r>
            <a:r>
              <a:rPr sz="1200" spc="5" dirty="0">
                <a:latin typeface="Corbel"/>
                <a:cs typeface="Corbel"/>
              </a:rPr>
              <a:t> </a:t>
            </a:r>
            <a:r>
              <a:rPr sz="1200" dirty="0">
                <a:latin typeface="Corbel"/>
                <a:cs typeface="Corbel"/>
              </a:rPr>
              <a:t>signal to move</a:t>
            </a:r>
            <a:r>
              <a:rPr sz="1200" spc="5" dirty="0">
                <a:latin typeface="Corbel"/>
                <a:cs typeface="Corbel"/>
              </a:rPr>
              <a:t> </a:t>
            </a:r>
            <a:r>
              <a:rPr sz="1200" dirty="0">
                <a:latin typeface="Corbel"/>
                <a:cs typeface="Corbel"/>
              </a:rPr>
              <a:t>through the</a:t>
            </a:r>
            <a:r>
              <a:rPr sz="1200" spc="5" dirty="0">
                <a:latin typeface="Corbel"/>
                <a:cs typeface="Corbel"/>
              </a:rPr>
              <a:t> </a:t>
            </a:r>
            <a:r>
              <a:rPr sz="1200" dirty="0">
                <a:latin typeface="Corbel"/>
                <a:cs typeface="Corbel"/>
              </a:rPr>
              <a:t>troposphere, </a:t>
            </a:r>
            <a:r>
              <a:rPr sz="1200" spc="-25" dirty="0">
                <a:latin typeface="Corbel"/>
                <a:cs typeface="Corbel"/>
              </a:rPr>
              <a:t>the </a:t>
            </a:r>
            <a:r>
              <a:rPr sz="1200" dirty="0">
                <a:latin typeface="Corbel"/>
                <a:cs typeface="Corbel"/>
              </a:rPr>
              <a:t>lowest</a:t>
            </a:r>
            <a:r>
              <a:rPr sz="1200" spc="160" dirty="0">
                <a:latin typeface="Corbel"/>
                <a:cs typeface="Corbel"/>
              </a:rPr>
              <a:t> </a:t>
            </a:r>
            <a:r>
              <a:rPr sz="1200" dirty="0">
                <a:latin typeface="Corbel"/>
                <a:cs typeface="Corbel"/>
              </a:rPr>
              <a:t>part</a:t>
            </a:r>
            <a:r>
              <a:rPr sz="1200" spc="165" dirty="0">
                <a:latin typeface="Corbel"/>
                <a:cs typeface="Corbel"/>
              </a:rPr>
              <a:t> </a:t>
            </a:r>
            <a:r>
              <a:rPr sz="1200" dirty="0">
                <a:latin typeface="Corbel"/>
                <a:cs typeface="Corbel"/>
              </a:rPr>
              <a:t>of</a:t>
            </a:r>
            <a:r>
              <a:rPr sz="1200" spc="170" dirty="0">
                <a:latin typeface="Corbel"/>
                <a:cs typeface="Corbel"/>
              </a:rPr>
              <a:t> </a:t>
            </a:r>
            <a:r>
              <a:rPr sz="1200" dirty="0">
                <a:latin typeface="Corbel"/>
                <a:cs typeface="Corbel"/>
              </a:rPr>
              <a:t>the</a:t>
            </a:r>
            <a:r>
              <a:rPr sz="1200" spc="170" dirty="0">
                <a:latin typeface="Corbel"/>
                <a:cs typeface="Corbel"/>
              </a:rPr>
              <a:t> </a:t>
            </a:r>
            <a:r>
              <a:rPr sz="1200" dirty="0">
                <a:latin typeface="Corbel"/>
                <a:cs typeface="Corbel"/>
              </a:rPr>
              <a:t>atmosphere,</a:t>
            </a:r>
            <a:r>
              <a:rPr sz="1200" spc="160" dirty="0">
                <a:latin typeface="Corbel"/>
                <a:cs typeface="Corbel"/>
              </a:rPr>
              <a:t> </a:t>
            </a:r>
            <a:r>
              <a:rPr sz="1200" dirty="0">
                <a:latin typeface="Corbel"/>
                <a:cs typeface="Corbel"/>
              </a:rPr>
              <a:t>extending</a:t>
            </a:r>
            <a:r>
              <a:rPr sz="1200" spc="170" dirty="0">
                <a:latin typeface="Corbel"/>
                <a:cs typeface="Corbel"/>
              </a:rPr>
              <a:t> </a:t>
            </a:r>
            <a:r>
              <a:rPr sz="1200" dirty="0">
                <a:latin typeface="Corbel"/>
                <a:cs typeface="Corbel"/>
              </a:rPr>
              <a:t>from</a:t>
            </a:r>
            <a:r>
              <a:rPr sz="1200" spc="170" dirty="0">
                <a:latin typeface="Corbel"/>
                <a:cs typeface="Corbel"/>
              </a:rPr>
              <a:t> </a:t>
            </a:r>
            <a:r>
              <a:rPr sz="1200" dirty="0">
                <a:latin typeface="Corbel"/>
                <a:cs typeface="Corbel"/>
              </a:rPr>
              <a:t>the</a:t>
            </a:r>
            <a:r>
              <a:rPr sz="1200" spc="170" dirty="0">
                <a:latin typeface="Corbel"/>
                <a:cs typeface="Corbel"/>
              </a:rPr>
              <a:t> </a:t>
            </a:r>
            <a:r>
              <a:rPr sz="1200" dirty="0">
                <a:latin typeface="Corbel"/>
                <a:cs typeface="Corbel"/>
              </a:rPr>
              <a:t>Earth’s</a:t>
            </a:r>
            <a:r>
              <a:rPr sz="1200" spc="170" dirty="0">
                <a:latin typeface="Corbel"/>
                <a:cs typeface="Corbel"/>
              </a:rPr>
              <a:t> </a:t>
            </a:r>
            <a:r>
              <a:rPr sz="1200" dirty="0">
                <a:latin typeface="Corbel"/>
                <a:cs typeface="Corbel"/>
              </a:rPr>
              <a:t>surface</a:t>
            </a:r>
            <a:r>
              <a:rPr sz="1200" spc="165" dirty="0">
                <a:latin typeface="Corbel"/>
                <a:cs typeface="Corbel"/>
              </a:rPr>
              <a:t> </a:t>
            </a:r>
            <a:r>
              <a:rPr sz="1200" dirty="0">
                <a:latin typeface="Corbel"/>
                <a:cs typeface="Corbel"/>
              </a:rPr>
              <a:t>up</a:t>
            </a:r>
            <a:r>
              <a:rPr sz="1200" spc="170" dirty="0">
                <a:latin typeface="Corbel"/>
                <a:cs typeface="Corbel"/>
              </a:rPr>
              <a:t> </a:t>
            </a:r>
            <a:r>
              <a:rPr sz="1200" dirty="0">
                <a:latin typeface="Corbel"/>
                <a:cs typeface="Corbel"/>
              </a:rPr>
              <a:t>to</a:t>
            </a:r>
            <a:r>
              <a:rPr sz="1200" spc="160" dirty="0">
                <a:latin typeface="Corbel"/>
                <a:cs typeface="Corbel"/>
              </a:rPr>
              <a:t> </a:t>
            </a:r>
            <a:r>
              <a:rPr sz="1200" dirty="0">
                <a:latin typeface="Corbel"/>
                <a:cs typeface="Corbel"/>
              </a:rPr>
              <a:t>a</a:t>
            </a:r>
            <a:r>
              <a:rPr sz="1200" spc="170" dirty="0">
                <a:latin typeface="Corbel"/>
                <a:cs typeface="Corbel"/>
              </a:rPr>
              <a:t> </a:t>
            </a:r>
            <a:r>
              <a:rPr sz="1200" spc="-10" dirty="0">
                <a:latin typeface="Corbel"/>
                <a:cs typeface="Corbel"/>
              </a:rPr>
              <a:t>maximum </a:t>
            </a:r>
            <a:r>
              <a:rPr sz="1200" dirty="0">
                <a:latin typeface="Corbel"/>
                <a:cs typeface="Corbel"/>
              </a:rPr>
              <a:t>height</a:t>
            </a:r>
            <a:r>
              <a:rPr sz="1200" spc="35" dirty="0">
                <a:latin typeface="Corbel"/>
                <a:cs typeface="Corbel"/>
              </a:rPr>
              <a:t> </a:t>
            </a:r>
            <a:r>
              <a:rPr sz="1200" dirty="0">
                <a:latin typeface="Corbel"/>
                <a:cs typeface="Corbel"/>
              </a:rPr>
              <a:t>of</a:t>
            </a:r>
            <a:r>
              <a:rPr sz="1200" spc="50" dirty="0">
                <a:latin typeface="Corbel"/>
                <a:cs typeface="Corbel"/>
              </a:rPr>
              <a:t> </a:t>
            </a:r>
            <a:r>
              <a:rPr sz="1200" dirty="0">
                <a:latin typeface="Corbel"/>
                <a:cs typeface="Corbel"/>
              </a:rPr>
              <a:t>20</a:t>
            </a:r>
            <a:r>
              <a:rPr sz="1200" spc="40" dirty="0">
                <a:latin typeface="Corbel"/>
                <a:cs typeface="Corbel"/>
              </a:rPr>
              <a:t> </a:t>
            </a:r>
            <a:r>
              <a:rPr sz="1200" dirty="0">
                <a:latin typeface="Corbel"/>
                <a:cs typeface="Corbel"/>
              </a:rPr>
              <a:t>km</a:t>
            </a:r>
            <a:r>
              <a:rPr sz="1200" spc="50" dirty="0">
                <a:latin typeface="Corbel"/>
                <a:cs typeface="Corbel"/>
              </a:rPr>
              <a:t> </a:t>
            </a:r>
            <a:r>
              <a:rPr sz="1200" dirty="0">
                <a:latin typeface="Corbel"/>
                <a:cs typeface="Corbel"/>
              </a:rPr>
              <a:t>above</a:t>
            </a:r>
            <a:r>
              <a:rPr sz="1200" spc="40" dirty="0">
                <a:latin typeface="Corbel"/>
                <a:cs typeface="Corbel"/>
              </a:rPr>
              <a:t> </a:t>
            </a:r>
            <a:r>
              <a:rPr sz="1200" dirty="0">
                <a:latin typeface="Corbel"/>
                <a:cs typeface="Corbel"/>
              </a:rPr>
              <a:t>sea</a:t>
            </a:r>
            <a:r>
              <a:rPr sz="1200" spc="40" dirty="0">
                <a:latin typeface="Corbel"/>
                <a:cs typeface="Corbel"/>
              </a:rPr>
              <a:t> </a:t>
            </a:r>
            <a:r>
              <a:rPr sz="1200" dirty="0">
                <a:latin typeface="Corbel"/>
                <a:cs typeface="Corbel"/>
              </a:rPr>
              <a:t>level</a:t>
            </a:r>
            <a:r>
              <a:rPr sz="1200" spc="40" dirty="0">
                <a:latin typeface="Corbel"/>
                <a:cs typeface="Corbel"/>
              </a:rPr>
              <a:t> </a:t>
            </a:r>
            <a:r>
              <a:rPr sz="1200" dirty="0">
                <a:latin typeface="Corbel"/>
                <a:cs typeface="Corbel"/>
              </a:rPr>
              <a:t>(see</a:t>
            </a:r>
            <a:r>
              <a:rPr sz="1200" spc="45" dirty="0">
                <a:latin typeface="Corbel"/>
                <a:cs typeface="Corbel"/>
              </a:rPr>
              <a:t> </a:t>
            </a:r>
            <a:r>
              <a:rPr sz="1200" dirty="0">
                <a:latin typeface="Corbel"/>
                <a:cs typeface="Corbel"/>
              </a:rPr>
              <a:t>Figure</a:t>
            </a:r>
            <a:r>
              <a:rPr sz="1200" spc="45" dirty="0">
                <a:latin typeface="Corbel"/>
                <a:cs typeface="Corbel"/>
              </a:rPr>
              <a:t> </a:t>
            </a:r>
            <a:r>
              <a:rPr sz="1200" dirty="0">
                <a:latin typeface="Corbel"/>
                <a:cs typeface="Corbel"/>
              </a:rPr>
              <a:t>2).</a:t>
            </a:r>
            <a:r>
              <a:rPr sz="1200" spc="40" dirty="0">
                <a:latin typeface="Corbel"/>
                <a:cs typeface="Corbel"/>
              </a:rPr>
              <a:t> </a:t>
            </a:r>
            <a:r>
              <a:rPr sz="1200" dirty="0">
                <a:latin typeface="Corbel"/>
                <a:cs typeface="Corbel"/>
              </a:rPr>
              <a:t>This</a:t>
            </a:r>
            <a:r>
              <a:rPr sz="1200" spc="40" dirty="0">
                <a:latin typeface="Corbel"/>
                <a:cs typeface="Corbel"/>
              </a:rPr>
              <a:t> </a:t>
            </a:r>
            <a:r>
              <a:rPr sz="1200" dirty="0">
                <a:latin typeface="Corbel"/>
                <a:cs typeface="Corbel"/>
              </a:rPr>
              <a:t>part</a:t>
            </a:r>
            <a:r>
              <a:rPr sz="1200" spc="40" dirty="0">
                <a:latin typeface="Corbel"/>
                <a:cs typeface="Corbel"/>
              </a:rPr>
              <a:t> </a:t>
            </a:r>
            <a:r>
              <a:rPr sz="1200" dirty="0">
                <a:latin typeface="Corbel"/>
                <a:cs typeface="Corbel"/>
              </a:rPr>
              <a:t>of</a:t>
            </a:r>
            <a:r>
              <a:rPr sz="1200" spc="50" dirty="0">
                <a:latin typeface="Corbel"/>
                <a:cs typeface="Corbel"/>
              </a:rPr>
              <a:t> </a:t>
            </a:r>
            <a:r>
              <a:rPr sz="1200" dirty="0">
                <a:latin typeface="Corbel"/>
                <a:cs typeface="Corbel"/>
              </a:rPr>
              <a:t>the</a:t>
            </a:r>
            <a:r>
              <a:rPr sz="1200" spc="45" dirty="0">
                <a:latin typeface="Corbel"/>
                <a:cs typeface="Corbel"/>
              </a:rPr>
              <a:t> </a:t>
            </a:r>
            <a:r>
              <a:rPr sz="1200" dirty="0">
                <a:latin typeface="Corbel"/>
                <a:cs typeface="Corbel"/>
              </a:rPr>
              <a:t>atmosphere</a:t>
            </a:r>
            <a:r>
              <a:rPr sz="1200" spc="45" dirty="0">
                <a:latin typeface="Corbel"/>
                <a:cs typeface="Corbel"/>
              </a:rPr>
              <a:t> </a:t>
            </a:r>
            <a:r>
              <a:rPr sz="1200" dirty="0">
                <a:latin typeface="Corbel"/>
                <a:cs typeface="Corbel"/>
              </a:rPr>
              <a:t>is</a:t>
            </a:r>
            <a:r>
              <a:rPr sz="1200" spc="40" dirty="0">
                <a:latin typeface="Corbel"/>
                <a:cs typeface="Corbel"/>
              </a:rPr>
              <a:t> </a:t>
            </a:r>
            <a:r>
              <a:rPr sz="1200" spc="-10" dirty="0">
                <a:latin typeface="Corbel"/>
                <a:cs typeface="Corbel"/>
              </a:rPr>
              <a:t>composed </a:t>
            </a:r>
            <a:r>
              <a:rPr sz="1200" dirty="0">
                <a:latin typeface="Corbel"/>
                <a:cs typeface="Corbel"/>
              </a:rPr>
              <a:t>of</a:t>
            </a:r>
            <a:r>
              <a:rPr sz="1200" spc="90" dirty="0">
                <a:latin typeface="Corbel"/>
                <a:cs typeface="Corbel"/>
              </a:rPr>
              <a:t> </a:t>
            </a:r>
            <a:r>
              <a:rPr sz="1200" dirty="0">
                <a:latin typeface="Corbel"/>
                <a:cs typeface="Corbel"/>
              </a:rPr>
              <a:t>dry</a:t>
            </a:r>
            <a:r>
              <a:rPr sz="1200" spc="85" dirty="0">
                <a:latin typeface="Corbel"/>
                <a:cs typeface="Corbel"/>
              </a:rPr>
              <a:t> </a:t>
            </a:r>
            <a:r>
              <a:rPr sz="1200" dirty="0">
                <a:latin typeface="Corbel"/>
                <a:cs typeface="Corbel"/>
              </a:rPr>
              <a:t>gases</a:t>
            </a:r>
            <a:r>
              <a:rPr sz="1200" spc="95" dirty="0">
                <a:latin typeface="Corbel"/>
                <a:cs typeface="Corbel"/>
              </a:rPr>
              <a:t> </a:t>
            </a:r>
            <a:r>
              <a:rPr sz="1200" dirty="0">
                <a:latin typeface="Corbel"/>
                <a:cs typeface="Corbel"/>
              </a:rPr>
              <a:t>and</a:t>
            </a:r>
            <a:r>
              <a:rPr sz="1200" spc="85" dirty="0">
                <a:latin typeface="Corbel"/>
                <a:cs typeface="Corbel"/>
              </a:rPr>
              <a:t> </a:t>
            </a:r>
            <a:r>
              <a:rPr sz="1200" dirty="0">
                <a:latin typeface="Corbel"/>
                <a:cs typeface="Corbel"/>
              </a:rPr>
              <a:t>water</a:t>
            </a:r>
            <a:r>
              <a:rPr sz="1200" spc="85" dirty="0">
                <a:latin typeface="Corbel"/>
                <a:cs typeface="Corbel"/>
              </a:rPr>
              <a:t> </a:t>
            </a:r>
            <a:r>
              <a:rPr sz="1200" dirty="0">
                <a:latin typeface="Corbel"/>
                <a:cs typeface="Corbel"/>
              </a:rPr>
              <a:t>vapor.</a:t>
            </a:r>
            <a:r>
              <a:rPr sz="1200" spc="90" dirty="0">
                <a:latin typeface="Corbel"/>
                <a:cs typeface="Corbel"/>
              </a:rPr>
              <a:t> </a:t>
            </a:r>
            <a:r>
              <a:rPr sz="1200" dirty="0">
                <a:latin typeface="Corbel"/>
                <a:cs typeface="Corbel"/>
              </a:rPr>
              <a:t>Since</a:t>
            </a:r>
            <a:r>
              <a:rPr sz="1200" spc="90" dirty="0">
                <a:latin typeface="Corbel"/>
                <a:cs typeface="Corbel"/>
              </a:rPr>
              <a:t> </a:t>
            </a:r>
            <a:r>
              <a:rPr sz="1200" dirty="0">
                <a:latin typeface="Corbel"/>
                <a:cs typeface="Corbel"/>
              </a:rPr>
              <a:t>it</a:t>
            </a:r>
            <a:r>
              <a:rPr sz="1200" spc="85" dirty="0">
                <a:latin typeface="Corbel"/>
                <a:cs typeface="Corbel"/>
              </a:rPr>
              <a:t> </a:t>
            </a:r>
            <a:r>
              <a:rPr sz="1200" dirty="0">
                <a:latin typeface="Corbel"/>
                <a:cs typeface="Corbel"/>
              </a:rPr>
              <a:t>is</a:t>
            </a:r>
            <a:r>
              <a:rPr sz="1200" spc="95" dirty="0">
                <a:latin typeface="Corbel"/>
                <a:cs typeface="Corbel"/>
              </a:rPr>
              <a:t> </a:t>
            </a:r>
            <a:r>
              <a:rPr sz="1200" dirty="0">
                <a:latin typeface="Corbel"/>
                <a:cs typeface="Corbel"/>
              </a:rPr>
              <a:t>a</a:t>
            </a:r>
            <a:r>
              <a:rPr sz="1200" spc="85" dirty="0">
                <a:latin typeface="Corbel"/>
                <a:cs typeface="Corbel"/>
              </a:rPr>
              <a:t> </a:t>
            </a:r>
            <a:r>
              <a:rPr sz="1200" dirty="0">
                <a:latin typeface="Corbel"/>
                <a:cs typeface="Corbel"/>
              </a:rPr>
              <a:t>refractive</a:t>
            </a:r>
            <a:r>
              <a:rPr sz="1200" spc="90" dirty="0">
                <a:latin typeface="Corbel"/>
                <a:cs typeface="Corbel"/>
              </a:rPr>
              <a:t> </a:t>
            </a:r>
            <a:r>
              <a:rPr sz="1200" dirty="0">
                <a:latin typeface="Corbel"/>
                <a:cs typeface="Corbel"/>
              </a:rPr>
              <a:t>layer,</a:t>
            </a:r>
            <a:r>
              <a:rPr sz="1200" spc="90" dirty="0">
                <a:latin typeface="Corbel"/>
                <a:cs typeface="Corbel"/>
              </a:rPr>
              <a:t> </a:t>
            </a:r>
            <a:r>
              <a:rPr sz="1200" dirty="0">
                <a:latin typeface="Corbel"/>
                <a:cs typeface="Corbel"/>
              </a:rPr>
              <a:t>the</a:t>
            </a:r>
            <a:r>
              <a:rPr sz="1200" spc="90" dirty="0">
                <a:latin typeface="Corbel"/>
                <a:cs typeface="Corbel"/>
              </a:rPr>
              <a:t> </a:t>
            </a:r>
            <a:r>
              <a:rPr sz="1200" dirty="0">
                <a:latin typeface="Corbel"/>
                <a:cs typeface="Corbel"/>
              </a:rPr>
              <a:t>troposphere,</a:t>
            </a:r>
            <a:r>
              <a:rPr sz="1200" spc="90" dirty="0">
                <a:latin typeface="Corbel"/>
                <a:cs typeface="Corbel"/>
              </a:rPr>
              <a:t> </a:t>
            </a:r>
            <a:r>
              <a:rPr sz="1200" dirty="0">
                <a:latin typeface="Corbel"/>
                <a:cs typeface="Corbel"/>
              </a:rPr>
              <a:t>too,</a:t>
            </a:r>
            <a:r>
              <a:rPr sz="1200" spc="85" dirty="0">
                <a:latin typeface="Corbel"/>
                <a:cs typeface="Corbel"/>
              </a:rPr>
              <a:t> </a:t>
            </a:r>
            <a:r>
              <a:rPr sz="1200" spc="-10" dirty="0">
                <a:latin typeface="Corbel"/>
                <a:cs typeface="Corbel"/>
              </a:rPr>
              <a:t>delays </a:t>
            </a:r>
            <a:r>
              <a:rPr sz="1200" dirty="0">
                <a:latin typeface="Corbel"/>
                <a:cs typeface="Corbel"/>
              </a:rPr>
              <a:t>GNSS</a:t>
            </a:r>
            <a:r>
              <a:rPr sz="1200" spc="155" dirty="0">
                <a:latin typeface="Corbel"/>
                <a:cs typeface="Corbel"/>
              </a:rPr>
              <a:t> </a:t>
            </a:r>
            <a:r>
              <a:rPr sz="1200" dirty="0">
                <a:latin typeface="Corbel"/>
                <a:cs typeface="Corbel"/>
              </a:rPr>
              <a:t>signals;</a:t>
            </a:r>
            <a:r>
              <a:rPr sz="1200" spc="165" dirty="0">
                <a:latin typeface="Corbel"/>
                <a:cs typeface="Corbel"/>
              </a:rPr>
              <a:t> </a:t>
            </a:r>
            <a:r>
              <a:rPr sz="1200" dirty="0">
                <a:latin typeface="Corbel"/>
                <a:cs typeface="Corbel"/>
              </a:rPr>
              <a:t>however,</a:t>
            </a:r>
            <a:r>
              <a:rPr sz="1200" spc="155" dirty="0">
                <a:latin typeface="Corbel"/>
                <a:cs typeface="Corbel"/>
              </a:rPr>
              <a:t> </a:t>
            </a:r>
            <a:r>
              <a:rPr sz="1200" dirty="0">
                <a:latin typeface="Corbel"/>
                <a:cs typeface="Corbel"/>
              </a:rPr>
              <a:t>being</a:t>
            </a:r>
            <a:r>
              <a:rPr sz="1200" spc="160" dirty="0">
                <a:latin typeface="Corbel"/>
                <a:cs typeface="Corbel"/>
              </a:rPr>
              <a:t> </a:t>
            </a:r>
            <a:r>
              <a:rPr sz="1200" dirty="0">
                <a:latin typeface="Corbel"/>
                <a:cs typeface="Corbel"/>
              </a:rPr>
              <a:t>electrically</a:t>
            </a:r>
            <a:r>
              <a:rPr sz="1200" spc="165" dirty="0">
                <a:latin typeface="Corbel"/>
                <a:cs typeface="Corbel"/>
              </a:rPr>
              <a:t> </a:t>
            </a:r>
            <a:r>
              <a:rPr sz="1200" dirty="0">
                <a:latin typeface="Corbel"/>
                <a:cs typeface="Corbel"/>
              </a:rPr>
              <a:t>neutral,</a:t>
            </a:r>
            <a:r>
              <a:rPr sz="1200" spc="155" dirty="0">
                <a:latin typeface="Corbel"/>
                <a:cs typeface="Corbel"/>
              </a:rPr>
              <a:t> </a:t>
            </a:r>
            <a:r>
              <a:rPr sz="1200" dirty="0">
                <a:latin typeface="Corbel"/>
                <a:cs typeface="Corbel"/>
              </a:rPr>
              <a:t>this</a:t>
            </a:r>
            <a:r>
              <a:rPr sz="1200" spc="160" dirty="0">
                <a:latin typeface="Corbel"/>
                <a:cs typeface="Corbel"/>
              </a:rPr>
              <a:t> </a:t>
            </a:r>
            <a:r>
              <a:rPr sz="1200" dirty="0">
                <a:latin typeface="Corbel"/>
                <a:cs typeface="Corbel"/>
              </a:rPr>
              <a:t>layer</a:t>
            </a:r>
            <a:r>
              <a:rPr sz="1200" spc="160" dirty="0">
                <a:latin typeface="Corbel"/>
                <a:cs typeface="Corbel"/>
              </a:rPr>
              <a:t> </a:t>
            </a:r>
            <a:r>
              <a:rPr sz="1200" dirty="0">
                <a:latin typeface="Corbel"/>
                <a:cs typeface="Corbel"/>
              </a:rPr>
              <a:t>is</a:t>
            </a:r>
            <a:r>
              <a:rPr sz="1200" spc="165" dirty="0">
                <a:latin typeface="Corbel"/>
                <a:cs typeface="Corbel"/>
              </a:rPr>
              <a:t> </a:t>
            </a:r>
            <a:r>
              <a:rPr sz="1200" dirty="0">
                <a:latin typeface="Corbel"/>
                <a:cs typeface="Corbel"/>
              </a:rPr>
              <a:t>nondispersive</a:t>
            </a:r>
            <a:r>
              <a:rPr sz="1200" spc="165" dirty="0">
                <a:latin typeface="Corbel"/>
                <a:cs typeface="Corbel"/>
              </a:rPr>
              <a:t> </a:t>
            </a:r>
            <a:r>
              <a:rPr sz="1200" dirty="0">
                <a:latin typeface="Corbel"/>
                <a:cs typeface="Corbel"/>
              </a:rPr>
              <a:t>for</a:t>
            </a:r>
            <a:r>
              <a:rPr sz="1200" spc="160" dirty="0">
                <a:latin typeface="Corbel"/>
                <a:cs typeface="Corbel"/>
              </a:rPr>
              <a:t> </a:t>
            </a:r>
            <a:r>
              <a:rPr sz="1200" spc="-20" dirty="0">
                <a:latin typeface="Corbel"/>
                <a:cs typeface="Corbel"/>
              </a:rPr>
              <a:t>some </a:t>
            </a:r>
            <a:r>
              <a:rPr sz="1200" dirty="0">
                <a:latin typeface="Corbel"/>
                <a:cs typeface="Corbel"/>
              </a:rPr>
              <a:t>GNSS</a:t>
            </a:r>
            <a:r>
              <a:rPr sz="1200" spc="110" dirty="0">
                <a:latin typeface="Corbel"/>
                <a:cs typeface="Corbel"/>
              </a:rPr>
              <a:t> </a:t>
            </a:r>
            <a:r>
              <a:rPr sz="1200" dirty="0">
                <a:latin typeface="Corbel"/>
                <a:cs typeface="Corbel"/>
              </a:rPr>
              <a:t>frequencies.</a:t>
            </a:r>
            <a:r>
              <a:rPr sz="1200" spc="105" dirty="0">
                <a:latin typeface="Corbel"/>
                <a:cs typeface="Corbel"/>
              </a:rPr>
              <a:t> </a:t>
            </a:r>
            <a:r>
              <a:rPr sz="1200" dirty="0">
                <a:latin typeface="Corbel"/>
                <a:cs typeface="Corbel"/>
              </a:rPr>
              <a:t>The</a:t>
            </a:r>
            <a:r>
              <a:rPr sz="1200" spc="114" dirty="0">
                <a:latin typeface="Corbel"/>
                <a:cs typeface="Corbel"/>
              </a:rPr>
              <a:t> </a:t>
            </a:r>
            <a:r>
              <a:rPr sz="1200" dirty="0">
                <a:latin typeface="Corbel"/>
                <a:cs typeface="Corbel"/>
              </a:rPr>
              <a:t>tropospheric</a:t>
            </a:r>
            <a:r>
              <a:rPr sz="1200" spc="110" dirty="0">
                <a:latin typeface="Corbel"/>
                <a:cs typeface="Corbel"/>
              </a:rPr>
              <a:t> </a:t>
            </a:r>
            <a:r>
              <a:rPr sz="1200" dirty="0">
                <a:latin typeface="Corbel"/>
                <a:cs typeface="Corbel"/>
              </a:rPr>
              <a:t>delay</a:t>
            </a:r>
            <a:r>
              <a:rPr sz="1200" spc="110" dirty="0">
                <a:latin typeface="Corbel"/>
                <a:cs typeface="Corbel"/>
              </a:rPr>
              <a:t> </a:t>
            </a:r>
            <a:r>
              <a:rPr sz="1200" dirty="0">
                <a:latin typeface="Corbel"/>
                <a:cs typeface="Corbel"/>
              </a:rPr>
              <a:t>has</a:t>
            </a:r>
            <a:r>
              <a:rPr sz="1200" spc="114" dirty="0">
                <a:latin typeface="Corbel"/>
                <a:cs typeface="Corbel"/>
              </a:rPr>
              <a:t> </a:t>
            </a:r>
            <a:r>
              <a:rPr sz="1200" dirty="0">
                <a:latin typeface="Corbel"/>
                <a:cs typeface="Corbel"/>
              </a:rPr>
              <a:t>two</a:t>
            </a:r>
            <a:r>
              <a:rPr sz="1200" spc="110" dirty="0">
                <a:latin typeface="Corbel"/>
                <a:cs typeface="Corbel"/>
              </a:rPr>
              <a:t> </a:t>
            </a:r>
            <a:r>
              <a:rPr sz="1200" dirty="0">
                <a:latin typeface="Corbel"/>
                <a:cs typeface="Corbel"/>
              </a:rPr>
              <a:t>components:</a:t>
            </a:r>
            <a:r>
              <a:rPr sz="1200" spc="105" dirty="0">
                <a:latin typeface="Corbel"/>
                <a:cs typeface="Corbel"/>
              </a:rPr>
              <a:t> </a:t>
            </a:r>
            <a:r>
              <a:rPr sz="1200" dirty="0">
                <a:latin typeface="Corbel"/>
                <a:cs typeface="Corbel"/>
              </a:rPr>
              <a:t>wet</a:t>
            </a:r>
            <a:r>
              <a:rPr sz="1200" spc="105" dirty="0">
                <a:latin typeface="Corbel"/>
                <a:cs typeface="Corbel"/>
              </a:rPr>
              <a:t> </a:t>
            </a:r>
            <a:r>
              <a:rPr sz="1200" dirty="0">
                <a:latin typeface="Corbel"/>
                <a:cs typeface="Corbel"/>
              </a:rPr>
              <a:t>and</a:t>
            </a:r>
            <a:r>
              <a:rPr sz="1200" spc="105" dirty="0">
                <a:latin typeface="Corbel"/>
                <a:cs typeface="Corbel"/>
              </a:rPr>
              <a:t> </a:t>
            </a:r>
            <a:r>
              <a:rPr sz="1200" dirty="0">
                <a:latin typeface="Corbel"/>
                <a:cs typeface="Corbel"/>
              </a:rPr>
              <a:t>dry.</a:t>
            </a:r>
            <a:r>
              <a:rPr sz="1200" spc="105" dirty="0">
                <a:latin typeface="Corbel"/>
                <a:cs typeface="Corbel"/>
              </a:rPr>
              <a:t> </a:t>
            </a:r>
            <a:r>
              <a:rPr sz="1200" dirty="0">
                <a:latin typeface="Corbel"/>
                <a:cs typeface="Corbel"/>
              </a:rPr>
              <a:t>The</a:t>
            </a:r>
            <a:r>
              <a:rPr sz="1200" spc="110" dirty="0">
                <a:latin typeface="Corbel"/>
                <a:cs typeface="Corbel"/>
              </a:rPr>
              <a:t> </a:t>
            </a:r>
            <a:r>
              <a:rPr sz="1200" spc="-25" dirty="0">
                <a:latin typeface="Corbel"/>
                <a:cs typeface="Corbel"/>
              </a:rPr>
              <a:t>wet </a:t>
            </a:r>
            <a:r>
              <a:rPr sz="1200" dirty="0">
                <a:latin typeface="Corbel"/>
                <a:cs typeface="Corbel"/>
              </a:rPr>
              <a:t>one</a:t>
            </a:r>
            <a:r>
              <a:rPr sz="1200" spc="40" dirty="0">
                <a:latin typeface="Corbel"/>
                <a:cs typeface="Corbel"/>
              </a:rPr>
              <a:t> </a:t>
            </a:r>
            <a:r>
              <a:rPr sz="1200" dirty="0">
                <a:latin typeface="Corbel"/>
                <a:cs typeface="Corbel"/>
              </a:rPr>
              <a:t>is</a:t>
            </a:r>
            <a:r>
              <a:rPr sz="1200" spc="45" dirty="0">
                <a:latin typeface="Corbel"/>
                <a:cs typeface="Corbel"/>
              </a:rPr>
              <a:t> </a:t>
            </a:r>
            <a:r>
              <a:rPr sz="1200" dirty="0">
                <a:latin typeface="Corbel"/>
                <a:cs typeface="Corbel"/>
              </a:rPr>
              <a:t>difficult</a:t>
            </a:r>
            <a:r>
              <a:rPr sz="1200" spc="40" dirty="0">
                <a:latin typeface="Corbel"/>
                <a:cs typeface="Corbel"/>
              </a:rPr>
              <a:t> </a:t>
            </a:r>
            <a:r>
              <a:rPr sz="1200" dirty="0">
                <a:latin typeface="Corbel"/>
                <a:cs typeface="Corbel"/>
              </a:rPr>
              <a:t>to</a:t>
            </a:r>
            <a:r>
              <a:rPr sz="1200" spc="40" dirty="0">
                <a:latin typeface="Corbel"/>
                <a:cs typeface="Corbel"/>
              </a:rPr>
              <a:t> </a:t>
            </a:r>
            <a:r>
              <a:rPr sz="1200" dirty="0">
                <a:latin typeface="Corbel"/>
                <a:cs typeface="Corbel"/>
              </a:rPr>
              <a:t>model,</a:t>
            </a:r>
            <a:r>
              <a:rPr sz="1200" spc="40" dirty="0">
                <a:latin typeface="Corbel"/>
                <a:cs typeface="Corbel"/>
              </a:rPr>
              <a:t> </a:t>
            </a:r>
            <a:r>
              <a:rPr sz="1200" dirty="0">
                <a:latin typeface="Corbel"/>
                <a:cs typeface="Corbel"/>
              </a:rPr>
              <a:t>but</a:t>
            </a:r>
            <a:r>
              <a:rPr sz="1200" spc="40" dirty="0">
                <a:latin typeface="Corbel"/>
                <a:cs typeface="Corbel"/>
              </a:rPr>
              <a:t> </a:t>
            </a:r>
            <a:r>
              <a:rPr sz="1200" dirty="0">
                <a:latin typeface="Corbel"/>
                <a:cs typeface="Corbel"/>
              </a:rPr>
              <a:t>luckily,</a:t>
            </a:r>
            <a:r>
              <a:rPr sz="1200" spc="40" dirty="0">
                <a:latin typeface="Corbel"/>
                <a:cs typeface="Corbel"/>
              </a:rPr>
              <a:t> </a:t>
            </a:r>
            <a:r>
              <a:rPr sz="1200" dirty="0">
                <a:latin typeface="Corbel"/>
                <a:cs typeface="Corbel"/>
              </a:rPr>
              <a:t>it</a:t>
            </a:r>
            <a:r>
              <a:rPr sz="1200" spc="40" dirty="0">
                <a:latin typeface="Corbel"/>
                <a:cs typeface="Corbel"/>
              </a:rPr>
              <a:t> </a:t>
            </a:r>
            <a:r>
              <a:rPr sz="1200" dirty="0">
                <a:latin typeface="Corbel"/>
                <a:cs typeface="Corbel"/>
              </a:rPr>
              <a:t>accounts</a:t>
            </a:r>
            <a:r>
              <a:rPr sz="1200" spc="45" dirty="0">
                <a:latin typeface="Corbel"/>
                <a:cs typeface="Corbel"/>
              </a:rPr>
              <a:t> </a:t>
            </a:r>
            <a:r>
              <a:rPr sz="1200" dirty="0">
                <a:latin typeface="Corbel"/>
                <a:cs typeface="Corbel"/>
              </a:rPr>
              <a:t>for</a:t>
            </a:r>
            <a:r>
              <a:rPr sz="1200" spc="45" dirty="0">
                <a:latin typeface="Corbel"/>
                <a:cs typeface="Corbel"/>
              </a:rPr>
              <a:t> </a:t>
            </a:r>
            <a:r>
              <a:rPr sz="1200" dirty="0">
                <a:latin typeface="Corbel"/>
                <a:cs typeface="Corbel"/>
              </a:rPr>
              <a:t>only</a:t>
            </a:r>
            <a:r>
              <a:rPr sz="1200" spc="45" dirty="0">
                <a:latin typeface="Corbel"/>
                <a:cs typeface="Corbel"/>
              </a:rPr>
              <a:t> </a:t>
            </a:r>
            <a:r>
              <a:rPr sz="1200" dirty="0">
                <a:latin typeface="Corbel"/>
                <a:cs typeface="Corbel"/>
              </a:rPr>
              <a:t>10</a:t>
            </a:r>
            <a:r>
              <a:rPr sz="1200" spc="40" dirty="0">
                <a:latin typeface="Corbel"/>
                <a:cs typeface="Corbel"/>
              </a:rPr>
              <a:t> </a:t>
            </a:r>
            <a:r>
              <a:rPr sz="1200" dirty="0">
                <a:latin typeface="Corbel"/>
                <a:cs typeface="Corbel"/>
              </a:rPr>
              <a:t>percent</a:t>
            </a:r>
            <a:r>
              <a:rPr sz="1200" spc="40" dirty="0">
                <a:latin typeface="Corbel"/>
                <a:cs typeface="Corbel"/>
              </a:rPr>
              <a:t> </a:t>
            </a:r>
            <a:r>
              <a:rPr sz="1200" dirty="0">
                <a:latin typeface="Corbel"/>
                <a:cs typeface="Corbel"/>
              </a:rPr>
              <a:t>of</a:t>
            </a:r>
            <a:r>
              <a:rPr sz="1200" spc="50" dirty="0">
                <a:latin typeface="Corbel"/>
                <a:cs typeface="Corbel"/>
              </a:rPr>
              <a:t> </a:t>
            </a:r>
            <a:r>
              <a:rPr sz="1200" dirty="0">
                <a:latin typeface="Corbel"/>
                <a:cs typeface="Corbel"/>
              </a:rPr>
              <a:t>the</a:t>
            </a:r>
            <a:r>
              <a:rPr sz="1200" spc="45" dirty="0">
                <a:latin typeface="Corbel"/>
                <a:cs typeface="Corbel"/>
              </a:rPr>
              <a:t> </a:t>
            </a:r>
            <a:r>
              <a:rPr sz="1200" dirty="0">
                <a:latin typeface="Corbel"/>
                <a:cs typeface="Corbel"/>
              </a:rPr>
              <a:t>delay.</a:t>
            </a:r>
            <a:r>
              <a:rPr sz="1200" spc="40" dirty="0">
                <a:latin typeface="Corbel"/>
                <a:cs typeface="Corbel"/>
              </a:rPr>
              <a:t> </a:t>
            </a:r>
            <a:r>
              <a:rPr sz="1200" dirty="0">
                <a:latin typeface="Corbel"/>
                <a:cs typeface="Corbel"/>
              </a:rPr>
              <a:t>The</a:t>
            </a:r>
            <a:r>
              <a:rPr sz="1200" spc="40" dirty="0">
                <a:latin typeface="Corbel"/>
                <a:cs typeface="Corbel"/>
              </a:rPr>
              <a:t> </a:t>
            </a:r>
            <a:r>
              <a:rPr sz="1200" spc="-25" dirty="0">
                <a:latin typeface="Corbel"/>
                <a:cs typeface="Corbel"/>
              </a:rPr>
              <a:t>dry </a:t>
            </a:r>
            <a:r>
              <a:rPr sz="1200" dirty="0">
                <a:latin typeface="Corbel"/>
                <a:cs typeface="Corbel"/>
              </a:rPr>
              <a:t>one,</a:t>
            </a:r>
            <a:r>
              <a:rPr sz="1200" spc="175" dirty="0">
                <a:latin typeface="Corbel"/>
                <a:cs typeface="Corbel"/>
              </a:rPr>
              <a:t> </a:t>
            </a:r>
            <a:r>
              <a:rPr sz="1200" dirty="0">
                <a:latin typeface="Corbel"/>
                <a:cs typeface="Corbel"/>
              </a:rPr>
              <a:t>which</a:t>
            </a:r>
            <a:r>
              <a:rPr sz="1200" spc="185" dirty="0">
                <a:latin typeface="Corbel"/>
                <a:cs typeface="Corbel"/>
              </a:rPr>
              <a:t> </a:t>
            </a:r>
            <a:r>
              <a:rPr sz="1200" dirty="0">
                <a:latin typeface="Corbel"/>
                <a:cs typeface="Corbel"/>
              </a:rPr>
              <a:t>is</a:t>
            </a:r>
            <a:r>
              <a:rPr sz="1200" spc="190" dirty="0">
                <a:latin typeface="Corbel"/>
                <a:cs typeface="Corbel"/>
              </a:rPr>
              <a:t> </a:t>
            </a:r>
            <a:r>
              <a:rPr sz="1200" dirty="0">
                <a:latin typeface="Corbel"/>
                <a:cs typeface="Corbel"/>
              </a:rPr>
              <a:t>responsible</a:t>
            </a:r>
            <a:r>
              <a:rPr sz="1200" spc="190" dirty="0">
                <a:latin typeface="Corbel"/>
                <a:cs typeface="Corbel"/>
              </a:rPr>
              <a:t> </a:t>
            </a:r>
            <a:r>
              <a:rPr sz="1200" dirty="0">
                <a:latin typeface="Corbel"/>
                <a:cs typeface="Corbel"/>
              </a:rPr>
              <a:t>for</a:t>
            </a:r>
            <a:r>
              <a:rPr sz="1200" spc="185" dirty="0">
                <a:latin typeface="Corbel"/>
                <a:cs typeface="Corbel"/>
              </a:rPr>
              <a:t> </a:t>
            </a:r>
            <a:r>
              <a:rPr sz="1200" dirty="0">
                <a:latin typeface="Corbel"/>
                <a:cs typeface="Corbel"/>
              </a:rPr>
              <a:t>the</a:t>
            </a:r>
            <a:r>
              <a:rPr sz="1200" spc="185" dirty="0">
                <a:latin typeface="Corbel"/>
                <a:cs typeface="Corbel"/>
              </a:rPr>
              <a:t> </a:t>
            </a:r>
            <a:r>
              <a:rPr sz="1200" dirty="0">
                <a:latin typeface="Corbel"/>
                <a:cs typeface="Corbel"/>
              </a:rPr>
              <a:t>rest</a:t>
            </a:r>
            <a:r>
              <a:rPr sz="1200" spc="180" dirty="0">
                <a:latin typeface="Corbel"/>
                <a:cs typeface="Corbel"/>
              </a:rPr>
              <a:t> </a:t>
            </a:r>
            <a:r>
              <a:rPr sz="1200" dirty="0">
                <a:latin typeface="Corbel"/>
                <a:cs typeface="Corbel"/>
              </a:rPr>
              <a:t>of</a:t>
            </a:r>
            <a:r>
              <a:rPr sz="1200" spc="190" dirty="0">
                <a:latin typeface="Corbel"/>
                <a:cs typeface="Corbel"/>
              </a:rPr>
              <a:t> </a:t>
            </a:r>
            <a:r>
              <a:rPr sz="1200" dirty="0">
                <a:latin typeface="Corbel"/>
                <a:cs typeface="Corbel"/>
              </a:rPr>
              <a:t>the</a:t>
            </a:r>
            <a:r>
              <a:rPr sz="1200" spc="190" dirty="0">
                <a:latin typeface="Corbel"/>
                <a:cs typeface="Corbel"/>
              </a:rPr>
              <a:t> </a:t>
            </a:r>
            <a:r>
              <a:rPr sz="1200" dirty="0">
                <a:latin typeface="Corbel"/>
                <a:cs typeface="Corbel"/>
              </a:rPr>
              <a:t>delay,</a:t>
            </a:r>
            <a:r>
              <a:rPr sz="1200" spc="180" dirty="0">
                <a:latin typeface="Corbel"/>
                <a:cs typeface="Corbel"/>
              </a:rPr>
              <a:t> </a:t>
            </a:r>
            <a:r>
              <a:rPr sz="1200" dirty="0">
                <a:latin typeface="Corbel"/>
                <a:cs typeface="Corbel"/>
              </a:rPr>
              <a:t>can</a:t>
            </a:r>
            <a:r>
              <a:rPr sz="1200" spc="190" dirty="0">
                <a:latin typeface="Corbel"/>
                <a:cs typeface="Corbel"/>
              </a:rPr>
              <a:t> </a:t>
            </a:r>
            <a:r>
              <a:rPr sz="1200" dirty="0">
                <a:latin typeface="Corbel"/>
                <a:cs typeface="Corbel"/>
              </a:rPr>
              <a:t>be</a:t>
            </a:r>
            <a:r>
              <a:rPr sz="1200" spc="190" dirty="0">
                <a:latin typeface="Corbel"/>
                <a:cs typeface="Corbel"/>
              </a:rPr>
              <a:t> </a:t>
            </a:r>
            <a:r>
              <a:rPr sz="1200" dirty="0">
                <a:latin typeface="Corbel"/>
                <a:cs typeface="Corbel"/>
              </a:rPr>
              <a:t>more</a:t>
            </a:r>
            <a:r>
              <a:rPr sz="1200" spc="190" dirty="0">
                <a:latin typeface="Corbel"/>
                <a:cs typeface="Corbel"/>
              </a:rPr>
              <a:t> </a:t>
            </a:r>
            <a:r>
              <a:rPr sz="1200" dirty="0">
                <a:latin typeface="Corbel"/>
                <a:cs typeface="Corbel"/>
              </a:rPr>
              <a:t>easily</a:t>
            </a:r>
            <a:r>
              <a:rPr sz="1200" spc="185" dirty="0">
                <a:latin typeface="Corbel"/>
                <a:cs typeface="Corbel"/>
              </a:rPr>
              <a:t> </a:t>
            </a:r>
            <a:r>
              <a:rPr sz="1200" dirty="0">
                <a:latin typeface="Corbel"/>
                <a:cs typeface="Corbel"/>
              </a:rPr>
              <a:t>modeled.</a:t>
            </a:r>
            <a:r>
              <a:rPr sz="1200" spc="175" dirty="0">
                <a:latin typeface="Corbel"/>
                <a:cs typeface="Corbel"/>
              </a:rPr>
              <a:t> </a:t>
            </a:r>
            <a:r>
              <a:rPr sz="1200" spc="-25" dirty="0">
                <a:latin typeface="Corbel"/>
                <a:cs typeface="Corbel"/>
              </a:rPr>
              <a:t>The </a:t>
            </a:r>
            <a:r>
              <a:rPr sz="1200" dirty="0">
                <a:latin typeface="Corbel"/>
                <a:cs typeface="Corbel"/>
              </a:rPr>
              <a:t>tropospheric</a:t>
            </a:r>
            <a:r>
              <a:rPr sz="1200" spc="75" dirty="0">
                <a:latin typeface="Corbel"/>
                <a:cs typeface="Corbel"/>
              </a:rPr>
              <a:t> </a:t>
            </a:r>
            <a:r>
              <a:rPr sz="1200" dirty="0">
                <a:latin typeface="Corbel"/>
                <a:cs typeface="Corbel"/>
              </a:rPr>
              <a:t>delay</a:t>
            </a:r>
            <a:r>
              <a:rPr sz="1200" spc="80" dirty="0">
                <a:latin typeface="Corbel"/>
                <a:cs typeface="Corbel"/>
              </a:rPr>
              <a:t> </a:t>
            </a:r>
            <a:r>
              <a:rPr sz="1200" dirty="0">
                <a:latin typeface="Corbel"/>
                <a:cs typeface="Corbel"/>
              </a:rPr>
              <a:t>is</a:t>
            </a:r>
            <a:r>
              <a:rPr sz="1200" spc="85" dirty="0">
                <a:latin typeface="Corbel"/>
                <a:cs typeface="Corbel"/>
              </a:rPr>
              <a:t> </a:t>
            </a:r>
            <a:r>
              <a:rPr sz="1200" dirty="0">
                <a:latin typeface="Corbel"/>
                <a:cs typeface="Corbel"/>
              </a:rPr>
              <a:t>frequency</a:t>
            </a:r>
            <a:r>
              <a:rPr sz="1200" spc="80" dirty="0">
                <a:latin typeface="Corbel"/>
                <a:cs typeface="Corbel"/>
              </a:rPr>
              <a:t> </a:t>
            </a:r>
            <a:r>
              <a:rPr sz="1200" dirty="0">
                <a:latin typeface="Corbel"/>
                <a:cs typeface="Corbel"/>
              </a:rPr>
              <a:t>independent;</a:t>
            </a:r>
            <a:r>
              <a:rPr sz="1200" spc="90" dirty="0">
                <a:latin typeface="Corbel"/>
                <a:cs typeface="Corbel"/>
              </a:rPr>
              <a:t> </a:t>
            </a:r>
            <a:r>
              <a:rPr sz="1200" dirty="0">
                <a:latin typeface="Corbel"/>
                <a:cs typeface="Corbel"/>
              </a:rPr>
              <a:t>therefore,</a:t>
            </a:r>
            <a:r>
              <a:rPr sz="1200" spc="75" dirty="0">
                <a:latin typeface="Corbel"/>
                <a:cs typeface="Corbel"/>
              </a:rPr>
              <a:t> </a:t>
            </a:r>
            <a:r>
              <a:rPr sz="1200" dirty="0">
                <a:latin typeface="Corbel"/>
                <a:cs typeface="Corbel"/>
              </a:rPr>
              <a:t>unlike</a:t>
            </a:r>
            <a:r>
              <a:rPr sz="1200" spc="85" dirty="0">
                <a:latin typeface="Corbel"/>
                <a:cs typeface="Corbel"/>
              </a:rPr>
              <a:t> </a:t>
            </a:r>
            <a:r>
              <a:rPr sz="1200" dirty="0">
                <a:latin typeface="Corbel"/>
                <a:cs typeface="Corbel"/>
              </a:rPr>
              <a:t>the</a:t>
            </a:r>
            <a:r>
              <a:rPr sz="1200" spc="90" dirty="0">
                <a:latin typeface="Corbel"/>
                <a:cs typeface="Corbel"/>
              </a:rPr>
              <a:t> </a:t>
            </a:r>
            <a:r>
              <a:rPr sz="1200" dirty="0">
                <a:latin typeface="Corbel"/>
                <a:cs typeface="Corbel"/>
              </a:rPr>
              <a:t>ionospheric</a:t>
            </a:r>
            <a:r>
              <a:rPr sz="1200" spc="80" dirty="0">
                <a:latin typeface="Corbel"/>
                <a:cs typeface="Corbel"/>
              </a:rPr>
              <a:t> </a:t>
            </a:r>
            <a:r>
              <a:rPr sz="1200" dirty="0">
                <a:latin typeface="Corbel"/>
                <a:cs typeface="Corbel"/>
              </a:rPr>
              <a:t>delay,</a:t>
            </a:r>
            <a:r>
              <a:rPr sz="1200" spc="80" dirty="0">
                <a:latin typeface="Corbel"/>
                <a:cs typeface="Corbel"/>
              </a:rPr>
              <a:t> </a:t>
            </a:r>
            <a:r>
              <a:rPr sz="1200" spc="-25" dirty="0">
                <a:latin typeface="Corbel"/>
                <a:cs typeface="Corbel"/>
              </a:rPr>
              <a:t>it </a:t>
            </a:r>
            <a:r>
              <a:rPr sz="1200" dirty="0">
                <a:latin typeface="Corbel"/>
                <a:cs typeface="Corbel"/>
              </a:rPr>
              <a:t>cannot</a:t>
            </a:r>
            <a:r>
              <a:rPr sz="1200" spc="-20" dirty="0">
                <a:latin typeface="Corbel"/>
                <a:cs typeface="Corbel"/>
              </a:rPr>
              <a:t> </a:t>
            </a:r>
            <a:r>
              <a:rPr sz="1200" dirty="0">
                <a:latin typeface="Corbel"/>
                <a:cs typeface="Corbel"/>
              </a:rPr>
              <a:t>be</a:t>
            </a:r>
            <a:r>
              <a:rPr sz="1200" spc="-10" dirty="0">
                <a:latin typeface="Corbel"/>
                <a:cs typeface="Corbel"/>
              </a:rPr>
              <a:t> </a:t>
            </a:r>
            <a:r>
              <a:rPr sz="1200" dirty="0">
                <a:latin typeface="Corbel"/>
                <a:cs typeface="Corbel"/>
              </a:rPr>
              <a:t>removed</a:t>
            </a:r>
            <a:r>
              <a:rPr sz="1200" spc="-20" dirty="0">
                <a:latin typeface="Corbel"/>
                <a:cs typeface="Corbel"/>
              </a:rPr>
              <a:t> </a:t>
            </a:r>
            <a:r>
              <a:rPr sz="1200" dirty="0">
                <a:latin typeface="Corbel"/>
                <a:cs typeface="Corbel"/>
              </a:rPr>
              <a:t>by</a:t>
            </a:r>
            <a:r>
              <a:rPr sz="1200" spc="-10" dirty="0">
                <a:latin typeface="Corbel"/>
                <a:cs typeface="Corbel"/>
              </a:rPr>
              <a:t> </a:t>
            </a:r>
            <a:r>
              <a:rPr sz="1200" dirty="0">
                <a:latin typeface="Corbel"/>
                <a:cs typeface="Corbel"/>
              </a:rPr>
              <a:t>combining</a:t>
            </a:r>
            <a:r>
              <a:rPr sz="1200" spc="-15" dirty="0">
                <a:latin typeface="Corbel"/>
                <a:cs typeface="Corbel"/>
              </a:rPr>
              <a:t> </a:t>
            </a:r>
            <a:r>
              <a:rPr sz="1200" dirty="0">
                <a:latin typeface="Corbel"/>
                <a:cs typeface="Corbel"/>
              </a:rPr>
              <a:t>measurements</a:t>
            </a:r>
            <a:r>
              <a:rPr sz="1200" spc="-10" dirty="0">
                <a:latin typeface="Corbel"/>
                <a:cs typeface="Corbel"/>
              </a:rPr>
              <a:t> </a:t>
            </a:r>
            <a:r>
              <a:rPr sz="1200" dirty="0">
                <a:latin typeface="Corbel"/>
                <a:cs typeface="Corbel"/>
              </a:rPr>
              <a:t>from</a:t>
            </a:r>
            <a:r>
              <a:rPr sz="1200" spc="-5" dirty="0">
                <a:latin typeface="Corbel"/>
                <a:cs typeface="Corbel"/>
              </a:rPr>
              <a:t> </a:t>
            </a:r>
            <a:r>
              <a:rPr sz="1200" dirty="0">
                <a:latin typeface="Corbel"/>
                <a:cs typeface="Corbel"/>
              </a:rPr>
              <a:t>L1</a:t>
            </a:r>
            <a:r>
              <a:rPr sz="1200" spc="-10" dirty="0">
                <a:latin typeface="Corbel"/>
                <a:cs typeface="Corbel"/>
              </a:rPr>
              <a:t> </a:t>
            </a:r>
            <a:r>
              <a:rPr sz="1200" dirty="0">
                <a:latin typeface="Corbel"/>
                <a:cs typeface="Corbel"/>
              </a:rPr>
              <a:t>and</a:t>
            </a:r>
            <a:r>
              <a:rPr sz="1200" spc="-20" dirty="0">
                <a:latin typeface="Corbel"/>
                <a:cs typeface="Corbel"/>
              </a:rPr>
              <a:t> </a:t>
            </a:r>
            <a:r>
              <a:rPr sz="1200" dirty="0">
                <a:latin typeface="Corbel"/>
                <a:cs typeface="Corbel"/>
              </a:rPr>
              <a:t>L2</a:t>
            </a:r>
            <a:r>
              <a:rPr sz="1200" spc="-15" dirty="0">
                <a:latin typeface="Corbel"/>
                <a:cs typeface="Corbel"/>
              </a:rPr>
              <a:t> </a:t>
            </a:r>
            <a:r>
              <a:rPr sz="1200" dirty="0">
                <a:latin typeface="Corbel"/>
                <a:cs typeface="Corbel"/>
              </a:rPr>
              <a:t>GPS</a:t>
            </a:r>
            <a:r>
              <a:rPr sz="1200" spc="-10" dirty="0">
                <a:latin typeface="Corbel"/>
                <a:cs typeface="Corbel"/>
              </a:rPr>
              <a:t> </a:t>
            </a:r>
            <a:r>
              <a:rPr sz="1200" dirty="0">
                <a:latin typeface="Corbel"/>
                <a:cs typeface="Corbel"/>
              </a:rPr>
              <a:t>signals.</a:t>
            </a:r>
            <a:r>
              <a:rPr sz="1200" spc="-15" dirty="0">
                <a:latin typeface="Corbel"/>
                <a:cs typeface="Corbel"/>
              </a:rPr>
              <a:t> </a:t>
            </a:r>
            <a:r>
              <a:rPr sz="1200" spc="-10" dirty="0">
                <a:latin typeface="Corbel"/>
                <a:cs typeface="Corbel"/>
              </a:rPr>
              <a:t>Depending </a:t>
            </a:r>
            <a:r>
              <a:rPr sz="1200" dirty="0">
                <a:latin typeface="Corbel"/>
                <a:cs typeface="Corbel"/>
              </a:rPr>
              <a:t>on</a:t>
            </a:r>
            <a:r>
              <a:rPr sz="1200" spc="215" dirty="0">
                <a:latin typeface="Corbel"/>
                <a:cs typeface="Corbel"/>
              </a:rPr>
              <a:t> </a:t>
            </a:r>
            <a:r>
              <a:rPr sz="1200" dirty="0">
                <a:latin typeface="Corbel"/>
                <a:cs typeface="Corbel"/>
              </a:rPr>
              <a:t>satellite</a:t>
            </a:r>
            <a:r>
              <a:rPr sz="1200" spc="220" dirty="0">
                <a:latin typeface="Corbel"/>
                <a:cs typeface="Corbel"/>
              </a:rPr>
              <a:t> </a:t>
            </a:r>
            <a:r>
              <a:rPr sz="1200" dirty="0">
                <a:latin typeface="Corbel"/>
                <a:cs typeface="Corbel"/>
              </a:rPr>
              <a:t>elevation,</a:t>
            </a:r>
            <a:r>
              <a:rPr sz="1200" spc="210" dirty="0">
                <a:latin typeface="Corbel"/>
                <a:cs typeface="Corbel"/>
              </a:rPr>
              <a:t> </a:t>
            </a:r>
            <a:r>
              <a:rPr sz="1200" dirty="0">
                <a:latin typeface="Corbel"/>
                <a:cs typeface="Corbel"/>
              </a:rPr>
              <a:t>the</a:t>
            </a:r>
            <a:r>
              <a:rPr sz="1200" spc="215" dirty="0">
                <a:latin typeface="Corbel"/>
                <a:cs typeface="Corbel"/>
              </a:rPr>
              <a:t> </a:t>
            </a:r>
            <a:r>
              <a:rPr sz="1200" dirty="0">
                <a:latin typeface="Corbel"/>
                <a:cs typeface="Corbel"/>
              </a:rPr>
              <a:t>tropospheric</a:t>
            </a:r>
            <a:r>
              <a:rPr sz="1200" spc="210" dirty="0">
                <a:latin typeface="Corbel"/>
                <a:cs typeface="Corbel"/>
              </a:rPr>
              <a:t> </a:t>
            </a:r>
            <a:r>
              <a:rPr sz="1200" dirty="0">
                <a:latin typeface="Corbel"/>
                <a:cs typeface="Corbel"/>
              </a:rPr>
              <a:t>delay</a:t>
            </a:r>
            <a:r>
              <a:rPr sz="1200" spc="215" dirty="0">
                <a:latin typeface="Corbel"/>
                <a:cs typeface="Corbel"/>
              </a:rPr>
              <a:t> </a:t>
            </a:r>
            <a:r>
              <a:rPr sz="1200" dirty="0">
                <a:latin typeface="Corbel"/>
                <a:cs typeface="Corbel"/>
              </a:rPr>
              <a:t>adds</a:t>
            </a:r>
            <a:r>
              <a:rPr sz="1200" spc="220" dirty="0">
                <a:latin typeface="Corbel"/>
                <a:cs typeface="Corbel"/>
              </a:rPr>
              <a:t> </a:t>
            </a:r>
            <a:r>
              <a:rPr sz="1200" dirty="0">
                <a:latin typeface="Corbel"/>
                <a:cs typeface="Corbel"/>
              </a:rPr>
              <a:t>up</a:t>
            </a:r>
            <a:r>
              <a:rPr sz="1200" spc="215" dirty="0">
                <a:latin typeface="Corbel"/>
                <a:cs typeface="Corbel"/>
              </a:rPr>
              <a:t> </a:t>
            </a:r>
            <a:r>
              <a:rPr sz="1200" dirty="0">
                <a:latin typeface="Corbel"/>
                <a:cs typeface="Corbel"/>
              </a:rPr>
              <a:t>about</a:t>
            </a:r>
            <a:r>
              <a:rPr sz="1200" spc="210" dirty="0">
                <a:latin typeface="Corbel"/>
                <a:cs typeface="Corbel"/>
              </a:rPr>
              <a:t> </a:t>
            </a:r>
            <a:r>
              <a:rPr sz="1200" dirty="0">
                <a:latin typeface="Corbel"/>
                <a:cs typeface="Corbel"/>
              </a:rPr>
              <a:t>2.5</a:t>
            </a:r>
            <a:r>
              <a:rPr sz="1200" spc="215" dirty="0">
                <a:latin typeface="Corbel"/>
                <a:cs typeface="Corbel"/>
              </a:rPr>
              <a:t> </a:t>
            </a:r>
            <a:r>
              <a:rPr sz="1200" dirty="0">
                <a:latin typeface="Corbel"/>
                <a:cs typeface="Corbel"/>
              </a:rPr>
              <a:t>m</a:t>
            </a:r>
            <a:r>
              <a:rPr sz="1200" spc="220" dirty="0">
                <a:latin typeface="Corbel"/>
                <a:cs typeface="Corbel"/>
              </a:rPr>
              <a:t> </a:t>
            </a:r>
            <a:r>
              <a:rPr sz="1200" dirty="0">
                <a:latin typeface="Corbel"/>
                <a:cs typeface="Corbel"/>
              </a:rPr>
              <a:t>to</a:t>
            </a:r>
            <a:r>
              <a:rPr sz="1200" spc="215" dirty="0">
                <a:latin typeface="Corbel"/>
                <a:cs typeface="Corbel"/>
              </a:rPr>
              <a:t> </a:t>
            </a:r>
            <a:r>
              <a:rPr sz="1200" dirty="0">
                <a:latin typeface="Corbel"/>
                <a:cs typeface="Corbel"/>
              </a:rPr>
              <a:t>25</a:t>
            </a:r>
            <a:r>
              <a:rPr sz="1200" spc="215" dirty="0">
                <a:latin typeface="Corbel"/>
                <a:cs typeface="Corbel"/>
              </a:rPr>
              <a:t> </a:t>
            </a:r>
            <a:r>
              <a:rPr sz="1200" dirty="0">
                <a:latin typeface="Corbel"/>
                <a:cs typeface="Corbel"/>
              </a:rPr>
              <a:t>m</a:t>
            </a:r>
            <a:r>
              <a:rPr sz="1200" spc="220" dirty="0">
                <a:latin typeface="Corbel"/>
                <a:cs typeface="Corbel"/>
              </a:rPr>
              <a:t> </a:t>
            </a:r>
            <a:r>
              <a:rPr sz="1200" dirty="0">
                <a:latin typeface="Corbel"/>
                <a:cs typeface="Corbel"/>
              </a:rPr>
              <a:t>to</a:t>
            </a:r>
            <a:r>
              <a:rPr sz="1200" spc="215" dirty="0">
                <a:latin typeface="Corbel"/>
                <a:cs typeface="Corbel"/>
              </a:rPr>
              <a:t> </a:t>
            </a:r>
            <a:r>
              <a:rPr sz="1200" spc="-10" dirty="0">
                <a:latin typeface="Corbel"/>
                <a:cs typeface="Corbel"/>
              </a:rPr>
              <a:t>range measurements</a:t>
            </a:r>
            <a:endParaRPr sz="1200">
              <a:latin typeface="Corbel"/>
              <a:cs typeface="Corbel"/>
            </a:endParaRPr>
          </a:p>
        </p:txBody>
      </p:sp>
      <p:pic>
        <p:nvPicPr>
          <p:cNvPr id="6" name="object 6"/>
          <p:cNvPicPr/>
          <p:nvPr/>
        </p:nvPicPr>
        <p:blipFill>
          <a:blip r:embed="rId2" cstate="print"/>
          <a:stretch>
            <a:fillRect/>
          </a:stretch>
        </p:blipFill>
        <p:spPr>
          <a:xfrm>
            <a:off x="8809287" y="1306037"/>
            <a:ext cx="2299802" cy="2159474"/>
          </a:xfrm>
          <a:prstGeom prst="rect">
            <a:avLst/>
          </a:prstGeom>
        </p:spPr>
      </p:pic>
      <p:sp>
        <p:nvSpPr>
          <p:cNvPr id="7" name="object 7"/>
          <p:cNvSpPr txBox="1"/>
          <p:nvPr/>
        </p:nvSpPr>
        <p:spPr>
          <a:xfrm>
            <a:off x="9652006" y="3416300"/>
            <a:ext cx="6140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Corbel"/>
                <a:cs typeface="Corbel"/>
              </a:rPr>
              <a:t>(Figure</a:t>
            </a:r>
            <a:r>
              <a:rPr sz="1200" spc="-40" dirty="0">
                <a:latin typeface="Corbel"/>
                <a:cs typeface="Corbel"/>
              </a:rPr>
              <a:t> </a:t>
            </a:r>
            <a:r>
              <a:rPr sz="1200" spc="-25" dirty="0">
                <a:latin typeface="Corbel"/>
                <a:cs typeface="Corbel"/>
              </a:rPr>
              <a:t>1)</a:t>
            </a:r>
            <a:endParaRPr sz="1200">
              <a:latin typeface="Corbel"/>
              <a:cs typeface="Corbel"/>
            </a:endParaRPr>
          </a:p>
        </p:txBody>
      </p:sp>
      <p:pic>
        <p:nvPicPr>
          <p:cNvPr id="8" name="object 8"/>
          <p:cNvPicPr/>
          <p:nvPr/>
        </p:nvPicPr>
        <p:blipFill>
          <a:blip r:embed="rId3" cstate="print"/>
          <a:stretch>
            <a:fillRect/>
          </a:stretch>
        </p:blipFill>
        <p:spPr>
          <a:xfrm>
            <a:off x="8426444" y="3806307"/>
            <a:ext cx="3076575" cy="2701762"/>
          </a:xfrm>
          <a:prstGeom prst="rect">
            <a:avLst/>
          </a:prstGeom>
        </p:spPr>
      </p:pic>
      <p:sp>
        <p:nvSpPr>
          <p:cNvPr id="9" name="object 9"/>
          <p:cNvSpPr txBox="1"/>
          <p:nvPr/>
        </p:nvSpPr>
        <p:spPr>
          <a:xfrm>
            <a:off x="9652788" y="6516116"/>
            <a:ext cx="62357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Corbel"/>
                <a:cs typeface="Corbel"/>
              </a:rPr>
              <a:t>(Figure</a:t>
            </a:r>
            <a:r>
              <a:rPr sz="1200" spc="-40" dirty="0">
                <a:latin typeface="Corbel"/>
                <a:cs typeface="Corbel"/>
              </a:rPr>
              <a:t> </a:t>
            </a:r>
            <a:r>
              <a:rPr sz="1200" spc="-25" dirty="0">
                <a:latin typeface="Corbel"/>
                <a:cs typeface="Corbel"/>
              </a:rPr>
              <a:t>2)</a:t>
            </a:r>
            <a:endParaRPr sz="1200">
              <a:latin typeface="Corbel"/>
              <a:cs typeface="Corbel"/>
            </a:endParaRPr>
          </a:p>
        </p:txBody>
      </p:sp>
      <p:sp>
        <p:nvSpPr>
          <p:cNvPr id="10" name="object 10"/>
          <p:cNvSpPr txBox="1"/>
          <p:nvPr/>
        </p:nvSpPr>
        <p:spPr>
          <a:xfrm>
            <a:off x="12032310" y="6575044"/>
            <a:ext cx="80010" cy="177800"/>
          </a:xfrm>
          <a:prstGeom prst="rect">
            <a:avLst/>
          </a:prstGeom>
        </p:spPr>
        <p:txBody>
          <a:bodyPr vert="horz" wrap="square" lIns="0" tIns="12700" rIns="0" bIns="0" rtlCol="0">
            <a:spAutoFit/>
          </a:bodyPr>
          <a:lstStyle/>
          <a:p>
            <a:pPr marL="12700">
              <a:lnSpc>
                <a:spcPct val="100000"/>
              </a:lnSpc>
              <a:spcBef>
                <a:spcPts val="100"/>
              </a:spcBef>
            </a:pPr>
            <a:r>
              <a:rPr sz="1000" spc="-50" dirty="0">
                <a:latin typeface="Corbel"/>
                <a:cs typeface="Corbel"/>
              </a:rPr>
              <a:t>7</a:t>
            </a:r>
            <a:endParaRPr sz="1000">
              <a:latin typeface="Corbel"/>
              <a:cs typeface="Corbe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20249" y="734059"/>
            <a:ext cx="5965190" cy="2226310"/>
          </a:xfrm>
          <a:prstGeom prst="rect">
            <a:avLst/>
          </a:prstGeom>
        </p:spPr>
        <p:txBody>
          <a:bodyPr vert="horz" wrap="square" lIns="0" tIns="12065" rIns="0" bIns="0" rtlCol="0">
            <a:spAutoFit/>
          </a:bodyPr>
          <a:lstStyle/>
          <a:p>
            <a:pPr marL="355600" marR="5080" indent="-342900" algn="just">
              <a:lnSpc>
                <a:spcPct val="100299"/>
              </a:lnSpc>
              <a:spcBef>
                <a:spcPts val="95"/>
              </a:spcBef>
            </a:pPr>
            <a:r>
              <a:rPr sz="1200" dirty="0">
                <a:latin typeface="Corbel"/>
                <a:cs typeface="Corbel"/>
              </a:rPr>
              <a:t>iv.</a:t>
            </a:r>
            <a:r>
              <a:rPr sz="1200" spc="254" dirty="0">
                <a:latin typeface="Corbel"/>
                <a:cs typeface="Corbel"/>
              </a:rPr>
              <a:t>   </a:t>
            </a:r>
            <a:r>
              <a:rPr sz="1200" u="sng" dirty="0">
                <a:uFill>
                  <a:solidFill>
                    <a:srgbClr val="000000"/>
                  </a:solidFill>
                </a:uFill>
                <a:latin typeface="Corbel"/>
                <a:cs typeface="Corbel"/>
              </a:rPr>
              <a:t>Multipath</a:t>
            </a:r>
            <a:r>
              <a:rPr sz="1200" u="sng" spc="280" dirty="0">
                <a:uFill>
                  <a:solidFill>
                    <a:srgbClr val="000000"/>
                  </a:solidFill>
                </a:uFill>
                <a:latin typeface="Corbel"/>
                <a:cs typeface="Corbel"/>
              </a:rPr>
              <a:t> </a:t>
            </a:r>
            <a:r>
              <a:rPr sz="1200" u="sng" dirty="0">
                <a:uFill>
                  <a:solidFill>
                    <a:srgbClr val="000000"/>
                  </a:solidFill>
                </a:uFill>
                <a:latin typeface="Corbel"/>
                <a:cs typeface="Corbel"/>
              </a:rPr>
              <a:t>errors</a:t>
            </a:r>
            <a:r>
              <a:rPr sz="1200" spc="275" dirty="0">
                <a:latin typeface="Corbel"/>
                <a:cs typeface="Corbel"/>
              </a:rPr>
              <a:t> </a:t>
            </a:r>
            <a:r>
              <a:rPr sz="1200" dirty="0">
                <a:latin typeface="Corbel"/>
                <a:cs typeface="Corbel"/>
              </a:rPr>
              <a:t>-</a:t>
            </a:r>
            <a:r>
              <a:rPr sz="1200" spc="270" dirty="0">
                <a:latin typeface="Corbel"/>
                <a:cs typeface="Corbel"/>
              </a:rPr>
              <a:t> </a:t>
            </a:r>
            <a:r>
              <a:rPr sz="1200" dirty="0">
                <a:latin typeface="Corbel"/>
                <a:cs typeface="Corbel"/>
              </a:rPr>
              <a:t>As</a:t>
            </a:r>
            <a:r>
              <a:rPr sz="1200" spc="280" dirty="0">
                <a:latin typeface="Corbel"/>
                <a:cs typeface="Corbel"/>
              </a:rPr>
              <a:t> </a:t>
            </a:r>
            <a:r>
              <a:rPr sz="1200" dirty="0">
                <a:latin typeface="Corbel"/>
                <a:cs typeface="Corbel"/>
              </a:rPr>
              <a:t>the</a:t>
            </a:r>
            <a:r>
              <a:rPr sz="1200" spc="275" dirty="0">
                <a:latin typeface="Corbel"/>
                <a:cs typeface="Corbel"/>
              </a:rPr>
              <a:t> </a:t>
            </a:r>
            <a:r>
              <a:rPr sz="1200" dirty="0">
                <a:latin typeface="Corbel"/>
                <a:cs typeface="Corbel"/>
              </a:rPr>
              <a:t>signal</a:t>
            </a:r>
            <a:r>
              <a:rPr sz="1200" spc="270" dirty="0">
                <a:latin typeface="Corbel"/>
                <a:cs typeface="Corbel"/>
              </a:rPr>
              <a:t> </a:t>
            </a:r>
            <a:r>
              <a:rPr sz="1200" dirty="0">
                <a:latin typeface="Corbel"/>
                <a:cs typeface="Corbel"/>
              </a:rPr>
              <a:t>nears</a:t>
            </a:r>
            <a:r>
              <a:rPr sz="1200" spc="275" dirty="0">
                <a:latin typeface="Corbel"/>
                <a:cs typeface="Corbel"/>
              </a:rPr>
              <a:t> </a:t>
            </a:r>
            <a:r>
              <a:rPr sz="1200" dirty="0">
                <a:latin typeface="Corbel"/>
                <a:cs typeface="Corbel"/>
              </a:rPr>
              <a:t>the</a:t>
            </a:r>
            <a:r>
              <a:rPr sz="1200" spc="275" dirty="0">
                <a:latin typeface="Corbel"/>
                <a:cs typeface="Corbel"/>
              </a:rPr>
              <a:t> </a:t>
            </a:r>
            <a:r>
              <a:rPr sz="1200" dirty="0">
                <a:latin typeface="Corbel"/>
                <a:cs typeface="Corbel"/>
              </a:rPr>
              <a:t>receiver</a:t>
            </a:r>
            <a:r>
              <a:rPr sz="1200" spc="275" dirty="0">
                <a:latin typeface="Corbel"/>
                <a:cs typeface="Corbel"/>
              </a:rPr>
              <a:t> </a:t>
            </a:r>
            <a:r>
              <a:rPr sz="1200" dirty="0">
                <a:latin typeface="Corbel"/>
                <a:cs typeface="Corbel"/>
              </a:rPr>
              <a:t>antenna,</a:t>
            </a:r>
            <a:r>
              <a:rPr sz="1200" spc="270" dirty="0">
                <a:latin typeface="Corbel"/>
                <a:cs typeface="Corbel"/>
              </a:rPr>
              <a:t> </a:t>
            </a:r>
            <a:r>
              <a:rPr sz="1200" dirty="0">
                <a:latin typeface="Corbel"/>
                <a:cs typeface="Corbel"/>
              </a:rPr>
              <a:t>it</a:t>
            </a:r>
            <a:r>
              <a:rPr sz="1200" spc="275" dirty="0">
                <a:latin typeface="Corbel"/>
                <a:cs typeface="Corbel"/>
              </a:rPr>
              <a:t> </a:t>
            </a:r>
            <a:r>
              <a:rPr sz="1200" dirty="0">
                <a:latin typeface="Corbel"/>
                <a:cs typeface="Corbel"/>
              </a:rPr>
              <a:t>can</a:t>
            </a:r>
            <a:r>
              <a:rPr sz="1200" spc="275" dirty="0">
                <a:latin typeface="Corbel"/>
                <a:cs typeface="Corbel"/>
              </a:rPr>
              <a:t> </a:t>
            </a:r>
            <a:r>
              <a:rPr sz="1200" dirty="0">
                <a:latin typeface="Corbel"/>
                <a:cs typeface="Corbel"/>
              </a:rPr>
              <a:t>often</a:t>
            </a:r>
            <a:r>
              <a:rPr sz="1200" spc="280" dirty="0">
                <a:latin typeface="Corbel"/>
                <a:cs typeface="Corbel"/>
              </a:rPr>
              <a:t> </a:t>
            </a:r>
            <a:r>
              <a:rPr sz="1200" dirty="0">
                <a:latin typeface="Corbel"/>
                <a:cs typeface="Corbel"/>
              </a:rPr>
              <a:t>be</a:t>
            </a:r>
            <a:r>
              <a:rPr sz="1200" spc="275" dirty="0">
                <a:latin typeface="Corbel"/>
                <a:cs typeface="Corbel"/>
              </a:rPr>
              <a:t> </a:t>
            </a:r>
            <a:r>
              <a:rPr sz="1200" spc="-10" dirty="0">
                <a:latin typeface="Corbel"/>
                <a:cs typeface="Corbel"/>
              </a:rPr>
              <a:t>further </a:t>
            </a:r>
            <a:r>
              <a:rPr sz="1200" dirty="0">
                <a:latin typeface="Corbel"/>
                <a:cs typeface="Corbel"/>
              </a:rPr>
              <a:t>degraded.</a:t>
            </a:r>
            <a:r>
              <a:rPr sz="1200" spc="-15" dirty="0">
                <a:latin typeface="Corbel"/>
                <a:cs typeface="Corbel"/>
              </a:rPr>
              <a:t> </a:t>
            </a:r>
            <a:r>
              <a:rPr sz="1200" dirty="0">
                <a:latin typeface="Corbel"/>
                <a:cs typeface="Corbel"/>
              </a:rPr>
              <a:t>In</a:t>
            </a:r>
            <a:r>
              <a:rPr sz="1200" spc="-5" dirty="0">
                <a:latin typeface="Corbel"/>
                <a:cs typeface="Corbel"/>
              </a:rPr>
              <a:t> </a:t>
            </a:r>
            <a:r>
              <a:rPr sz="1200" dirty="0">
                <a:latin typeface="Corbel"/>
                <a:cs typeface="Corbel"/>
              </a:rPr>
              <a:t>several</a:t>
            </a:r>
            <a:r>
              <a:rPr sz="1200" spc="-10" dirty="0">
                <a:latin typeface="Corbel"/>
                <a:cs typeface="Corbel"/>
              </a:rPr>
              <a:t> </a:t>
            </a:r>
            <a:r>
              <a:rPr sz="1200" dirty="0">
                <a:latin typeface="Corbel"/>
                <a:cs typeface="Corbel"/>
              </a:rPr>
              <a:t>scenarios,</a:t>
            </a:r>
            <a:r>
              <a:rPr sz="1200" spc="-15" dirty="0">
                <a:latin typeface="Corbel"/>
                <a:cs typeface="Corbel"/>
              </a:rPr>
              <a:t> </a:t>
            </a:r>
            <a:r>
              <a:rPr sz="1200" dirty="0">
                <a:latin typeface="Corbel"/>
                <a:cs typeface="Corbel"/>
              </a:rPr>
              <a:t>the</a:t>
            </a:r>
            <a:r>
              <a:rPr sz="1200" spc="-10" dirty="0">
                <a:latin typeface="Corbel"/>
                <a:cs typeface="Corbel"/>
              </a:rPr>
              <a:t> </a:t>
            </a:r>
            <a:r>
              <a:rPr sz="1200" dirty="0">
                <a:latin typeface="Corbel"/>
                <a:cs typeface="Corbel"/>
              </a:rPr>
              <a:t>signal</a:t>
            </a:r>
            <a:r>
              <a:rPr sz="1200" spc="-10" dirty="0">
                <a:latin typeface="Corbel"/>
                <a:cs typeface="Corbel"/>
              </a:rPr>
              <a:t> </a:t>
            </a:r>
            <a:r>
              <a:rPr sz="1200" dirty="0">
                <a:latin typeface="Corbel"/>
                <a:cs typeface="Corbel"/>
              </a:rPr>
              <a:t>may</a:t>
            </a:r>
            <a:r>
              <a:rPr sz="1200" spc="-10" dirty="0">
                <a:latin typeface="Corbel"/>
                <a:cs typeface="Corbel"/>
              </a:rPr>
              <a:t> </a:t>
            </a:r>
            <a:r>
              <a:rPr sz="1200" dirty="0">
                <a:latin typeface="Corbel"/>
                <a:cs typeface="Corbel"/>
              </a:rPr>
              <a:t>reach</a:t>
            </a:r>
            <a:r>
              <a:rPr sz="1200" spc="-10" dirty="0">
                <a:latin typeface="Corbel"/>
                <a:cs typeface="Corbel"/>
              </a:rPr>
              <a:t> </a:t>
            </a:r>
            <a:r>
              <a:rPr sz="1200" dirty="0">
                <a:latin typeface="Corbel"/>
                <a:cs typeface="Corbel"/>
              </a:rPr>
              <a:t>the</a:t>
            </a:r>
            <a:r>
              <a:rPr sz="1200" spc="-10" dirty="0">
                <a:latin typeface="Corbel"/>
                <a:cs typeface="Corbel"/>
              </a:rPr>
              <a:t> </a:t>
            </a:r>
            <a:r>
              <a:rPr sz="1200" dirty="0">
                <a:latin typeface="Corbel"/>
                <a:cs typeface="Corbel"/>
              </a:rPr>
              <a:t>receiver’s</a:t>
            </a:r>
            <a:r>
              <a:rPr sz="1200" spc="-10" dirty="0">
                <a:latin typeface="Corbel"/>
                <a:cs typeface="Corbel"/>
              </a:rPr>
              <a:t> </a:t>
            </a:r>
            <a:r>
              <a:rPr sz="1200" dirty="0">
                <a:latin typeface="Corbel"/>
                <a:cs typeface="Corbel"/>
              </a:rPr>
              <a:t>antenna</a:t>
            </a:r>
            <a:r>
              <a:rPr sz="1200" spc="-5" dirty="0">
                <a:latin typeface="Corbel"/>
                <a:cs typeface="Corbel"/>
              </a:rPr>
              <a:t> </a:t>
            </a:r>
            <a:r>
              <a:rPr sz="1200" dirty="0">
                <a:latin typeface="Corbel"/>
                <a:cs typeface="Corbel"/>
              </a:rPr>
              <a:t>via</a:t>
            </a:r>
            <a:r>
              <a:rPr sz="1200" spc="-10" dirty="0">
                <a:latin typeface="Corbel"/>
                <a:cs typeface="Corbel"/>
              </a:rPr>
              <a:t> </a:t>
            </a:r>
            <a:r>
              <a:rPr sz="1200" dirty="0">
                <a:latin typeface="Corbel"/>
                <a:cs typeface="Corbel"/>
              </a:rPr>
              <a:t>more</a:t>
            </a:r>
            <a:r>
              <a:rPr sz="1200" spc="-10" dirty="0">
                <a:latin typeface="Corbel"/>
                <a:cs typeface="Corbel"/>
              </a:rPr>
              <a:t> </a:t>
            </a:r>
            <a:r>
              <a:rPr sz="1200" spc="-20" dirty="0">
                <a:latin typeface="Corbel"/>
                <a:cs typeface="Corbel"/>
              </a:rPr>
              <a:t>than </a:t>
            </a:r>
            <a:r>
              <a:rPr sz="1200" dirty="0">
                <a:latin typeface="Corbel"/>
                <a:cs typeface="Corbel"/>
              </a:rPr>
              <a:t>one</a:t>
            </a:r>
            <a:r>
              <a:rPr sz="1200" spc="125" dirty="0">
                <a:latin typeface="Corbel"/>
                <a:cs typeface="Corbel"/>
              </a:rPr>
              <a:t> </a:t>
            </a:r>
            <a:r>
              <a:rPr sz="1200" dirty="0">
                <a:latin typeface="Corbel"/>
                <a:cs typeface="Corbel"/>
              </a:rPr>
              <a:t>path</a:t>
            </a:r>
            <a:r>
              <a:rPr sz="1200" spc="120" dirty="0">
                <a:latin typeface="Corbel"/>
                <a:cs typeface="Corbel"/>
              </a:rPr>
              <a:t> </a:t>
            </a:r>
            <a:r>
              <a:rPr sz="1200" dirty="0">
                <a:latin typeface="Corbel"/>
                <a:cs typeface="Corbel"/>
              </a:rPr>
              <a:t>(see</a:t>
            </a:r>
            <a:r>
              <a:rPr sz="1200" spc="130" dirty="0">
                <a:latin typeface="Corbel"/>
                <a:cs typeface="Corbel"/>
              </a:rPr>
              <a:t> </a:t>
            </a:r>
            <a:r>
              <a:rPr sz="1200" dirty="0">
                <a:latin typeface="Corbel"/>
                <a:cs typeface="Corbel"/>
              </a:rPr>
              <a:t>Figure</a:t>
            </a:r>
            <a:r>
              <a:rPr sz="1200" spc="125" dirty="0">
                <a:latin typeface="Corbel"/>
                <a:cs typeface="Corbel"/>
              </a:rPr>
              <a:t> </a:t>
            </a:r>
            <a:r>
              <a:rPr sz="1200" dirty="0">
                <a:latin typeface="Corbel"/>
                <a:cs typeface="Corbel"/>
              </a:rPr>
              <a:t>3),</a:t>
            </a:r>
            <a:r>
              <a:rPr sz="1200" spc="120" dirty="0">
                <a:latin typeface="Corbel"/>
                <a:cs typeface="Corbel"/>
              </a:rPr>
              <a:t> </a:t>
            </a:r>
            <a:r>
              <a:rPr sz="1200" dirty="0">
                <a:latin typeface="Corbel"/>
                <a:cs typeface="Corbel"/>
              </a:rPr>
              <a:t>owing</a:t>
            </a:r>
            <a:r>
              <a:rPr sz="1200" spc="125" dirty="0">
                <a:latin typeface="Corbel"/>
                <a:cs typeface="Corbel"/>
              </a:rPr>
              <a:t> </a:t>
            </a:r>
            <a:r>
              <a:rPr sz="1200" dirty="0">
                <a:latin typeface="Corbel"/>
                <a:cs typeface="Corbel"/>
              </a:rPr>
              <a:t>to</a:t>
            </a:r>
            <a:r>
              <a:rPr sz="1200" spc="120" dirty="0">
                <a:latin typeface="Corbel"/>
                <a:cs typeface="Corbel"/>
              </a:rPr>
              <a:t> </a:t>
            </a:r>
            <a:r>
              <a:rPr sz="1200" dirty="0">
                <a:latin typeface="Corbel"/>
                <a:cs typeface="Corbel"/>
              </a:rPr>
              <a:t>signal</a:t>
            </a:r>
            <a:r>
              <a:rPr sz="1200" spc="120" dirty="0">
                <a:latin typeface="Corbel"/>
                <a:cs typeface="Corbel"/>
              </a:rPr>
              <a:t> </a:t>
            </a:r>
            <a:r>
              <a:rPr sz="1200" dirty="0">
                <a:latin typeface="Corbel"/>
                <a:cs typeface="Corbel"/>
              </a:rPr>
              <a:t>reflections</a:t>
            </a:r>
            <a:r>
              <a:rPr sz="1200" spc="120" dirty="0">
                <a:latin typeface="Corbel"/>
                <a:cs typeface="Corbel"/>
              </a:rPr>
              <a:t> </a:t>
            </a:r>
            <a:r>
              <a:rPr sz="1200" dirty="0">
                <a:latin typeface="Corbel"/>
                <a:cs typeface="Corbel"/>
              </a:rPr>
              <a:t>from</a:t>
            </a:r>
            <a:r>
              <a:rPr sz="1200" spc="135" dirty="0">
                <a:latin typeface="Corbel"/>
                <a:cs typeface="Corbel"/>
              </a:rPr>
              <a:t> </a:t>
            </a:r>
            <a:r>
              <a:rPr sz="1200" dirty="0">
                <a:latin typeface="Corbel"/>
                <a:cs typeface="Corbel"/>
              </a:rPr>
              <a:t>surrounding</a:t>
            </a:r>
            <a:r>
              <a:rPr sz="1200" spc="120" dirty="0">
                <a:latin typeface="Corbel"/>
                <a:cs typeface="Corbel"/>
              </a:rPr>
              <a:t> </a:t>
            </a:r>
            <a:r>
              <a:rPr sz="1200" dirty="0">
                <a:latin typeface="Corbel"/>
                <a:cs typeface="Corbel"/>
              </a:rPr>
              <a:t>structures</a:t>
            </a:r>
            <a:r>
              <a:rPr sz="1200" spc="130" dirty="0">
                <a:latin typeface="Corbel"/>
                <a:cs typeface="Corbel"/>
              </a:rPr>
              <a:t> </a:t>
            </a:r>
            <a:r>
              <a:rPr sz="1200" dirty="0">
                <a:latin typeface="Corbel"/>
                <a:cs typeface="Corbel"/>
              </a:rPr>
              <a:t>or</a:t>
            </a:r>
            <a:r>
              <a:rPr sz="1200" spc="120" dirty="0">
                <a:latin typeface="Corbel"/>
                <a:cs typeface="Corbel"/>
              </a:rPr>
              <a:t> </a:t>
            </a:r>
            <a:r>
              <a:rPr sz="1200" spc="-25" dirty="0">
                <a:latin typeface="Corbel"/>
                <a:cs typeface="Corbel"/>
              </a:rPr>
              <a:t>the </a:t>
            </a:r>
            <a:r>
              <a:rPr sz="1200" dirty="0">
                <a:latin typeface="Corbel"/>
                <a:cs typeface="Corbel"/>
              </a:rPr>
              <a:t>ground.</a:t>
            </a:r>
            <a:r>
              <a:rPr sz="1200" spc="-10" dirty="0">
                <a:latin typeface="Corbel"/>
                <a:cs typeface="Corbel"/>
              </a:rPr>
              <a:t> Usually, </a:t>
            </a:r>
            <a:r>
              <a:rPr sz="1200" dirty="0">
                <a:latin typeface="Corbel"/>
                <a:cs typeface="Corbel"/>
              </a:rPr>
              <a:t>one</a:t>
            </a:r>
            <a:r>
              <a:rPr sz="1200" spc="-5" dirty="0">
                <a:latin typeface="Corbel"/>
                <a:cs typeface="Corbel"/>
              </a:rPr>
              <a:t> </a:t>
            </a:r>
            <a:r>
              <a:rPr sz="1200" dirty="0">
                <a:latin typeface="Corbel"/>
                <a:cs typeface="Corbel"/>
              </a:rPr>
              <a:t>of the received</a:t>
            </a:r>
            <a:r>
              <a:rPr sz="1200" spc="-10" dirty="0">
                <a:latin typeface="Corbel"/>
                <a:cs typeface="Corbel"/>
              </a:rPr>
              <a:t> </a:t>
            </a:r>
            <a:r>
              <a:rPr sz="1200" dirty="0">
                <a:latin typeface="Corbel"/>
                <a:cs typeface="Corbel"/>
              </a:rPr>
              <a:t>signals</a:t>
            </a:r>
            <a:r>
              <a:rPr sz="1200" spc="-5" dirty="0">
                <a:latin typeface="Corbel"/>
                <a:cs typeface="Corbel"/>
              </a:rPr>
              <a:t> </a:t>
            </a:r>
            <a:r>
              <a:rPr sz="1200" dirty="0">
                <a:latin typeface="Corbel"/>
                <a:cs typeface="Corbel"/>
              </a:rPr>
              <a:t>would</a:t>
            </a:r>
            <a:r>
              <a:rPr sz="1200" spc="-10" dirty="0">
                <a:latin typeface="Corbel"/>
                <a:cs typeface="Corbel"/>
              </a:rPr>
              <a:t> </a:t>
            </a:r>
            <a:r>
              <a:rPr sz="1200" dirty="0">
                <a:latin typeface="Corbel"/>
                <a:cs typeface="Corbel"/>
              </a:rPr>
              <a:t>be</a:t>
            </a:r>
            <a:r>
              <a:rPr sz="1200" spc="-5" dirty="0">
                <a:latin typeface="Corbel"/>
                <a:cs typeface="Corbel"/>
              </a:rPr>
              <a:t> </a:t>
            </a:r>
            <a:r>
              <a:rPr sz="1200" dirty="0">
                <a:latin typeface="Corbel"/>
                <a:cs typeface="Corbel"/>
              </a:rPr>
              <a:t>the</a:t>
            </a:r>
            <a:r>
              <a:rPr sz="1200" spc="-5" dirty="0">
                <a:latin typeface="Corbel"/>
                <a:cs typeface="Corbel"/>
              </a:rPr>
              <a:t> </a:t>
            </a:r>
            <a:r>
              <a:rPr sz="1200" dirty="0">
                <a:latin typeface="Corbel"/>
                <a:cs typeface="Corbel"/>
              </a:rPr>
              <a:t>direct</a:t>
            </a:r>
            <a:r>
              <a:rPr sz="1200" spc="-5" dirty="0">
                <a:latin typeface="Corbel"/>
                <a:cs typeface="Corbel"/>
              </a:rPr>
              <a:t> </a:t>
            </a:r>
            <a:r>
              <a:rPr sz="1200" spc="-10" dirty="0">
                <a:latin typeface="Corbel"/>
                <a:cs typeface="Corbel"/>
              </a:rPr>
              <a:t>line-</a:t>
            </a:r>
            <a:r>
              <a:rPr sz="1200" spc="-20" dirty="0">
                <a:latin typeface="Corbel"/>
                <a:cs typeface="Corbel"/>
              </a:rPr>
              <a:t>of-</a:t>
            </a:r>
            <a:r>
              <a:rPr sz="1200" dirty="0">
                <a:latin typeface="Corbel"/>
                <a:cs typeface="Corbel"/>
              </a:rPr>
              <a:t>sight</a:t>
            </a:r>
            <a:r>
              <a:rPr sz="1200" spc="-5" dirty="0">
                <a:latin typeface="Corbel"/>
                <a:cs typeface="Corbel"/>
              </a:rPr>
              <a:t> </a:t>
            </a:r>
            <a:r>
              <a:rPr sz="1200" spc="-10" dirty="0">
                <a:latin typeface="Corbel"/>
                <a:cs typeface="Corbel"/>
              </a:rPr>
              <a:t>(LOS)</a:t>
            </a:r>
            <a:r>
              <a:rPr sz="1200" spc="-5" dirty="0">
                <a:latin typeface="Corbel"/>
                <a:cs typeface="Corbel"/>
              </a:rPr>
              <a:t> </a:t>
            </a:r>
            <a:r>
              <a:rPr sz="1200" spc="-10" dirty="0">
                <a:latin typeface="Corbel"/>
                <a:cs typeface="Corbel"/>
              </a:rPr>
              <a:t>signal, </a:t>
            </a:r>
            <a:r>
              <a:rPr sz="1200" dirty="0">
                <a:latin typeface="Corbel"/>
                <a:cs typeface="Corbel"/>
              </a:rPr>
              <a:t>along</a:t>
            </a:r>
            <a:r>
              <a:rPr sz="1200" spc="90" dirty="0">
                <a:latin typeface="Corbel"/>
                <a:cs typeface="Corbel"/>
              </a:rPr>
              <a:t> </a:t>
            </a:r>
            <a:r>
              <a:rPr sz="1200" dirty="0">
                <a:latin typeface="Corbel"/>
                <a:cs typeface="Corbel"/>
              </a:rPr>
              <a:t>with</a:t>
            </a:r>
            <a:r>
              <a:rPr sz="1200" spc="95" dirty="0">
                <a:latin typeface="Corbel"/>
                <a:cs typeface="Corbel"/>
              </a:rPr>
              <a:t> </a:t>
            </a:r>
            <a:r>
              <a:rPr sz="1200" dirty="0">
                <a:latin typeface="Corbel"/>
                <a:cs typeface="Corbel"/>
              </a:rPr>
              <a:t>one</a:t>
            </a:r>
            <a:r>
              <a:rPr sz="1200" spc="100" dirty="0">
                <a:latin typeface="Corbel"/>
                <a:cs typeface="Corbel"/>
              </a:rPr>
              <a:t> </a:t>
            </a:r>
            <a:r>
              <a:rPr sz="1200" dirty="0">
                <a:latin typeface="Corbel"/>
                <a:cs typeface="Corbel"/>
              </a:rPr>
              <a:t>or</a:t>
            </a:r>
            <a:r>
              <a:rPr sz="1200" spc="90" dirty="0">
                <a:latin typeface="Corbel"/>
                <a:cs typeface="Corbel"/>
              </a:rPr>
              <a:t> </a:t>
            </a:r>
            <a:r>
              <a:rPr sz="1200" dirty="0">
                <a:latin typeface="Corbel"/>
                <a:cs typeface="Corbel"/>
              </a:rPr>
              <a:t>more</a:t>
            </a:r>
            <a:r>
              <a:rPr sz="1200" spc="100" dirty="0">
                <a:latin typeface="Corbel"/>
                <a:cs typeface="Corbel"/>
              </a:rPr>
              <a:t> </a:t>
            </a:r>
            <a:r>
              <a:rPr sz="1200" dirty="0">
                <a:latin typeface="Corbel"/>
                <a:cs typeface="Corbel"/>
              </a:rPr>
              <a:t>of</a:t>
            </a:r>
            <a:r>
              <a:rPr sz="1200" spc="100" dirty="0">
                <a:latin typeface="Corbel"/>
                <a:cs typeface="Corbel"/>
              </a:rPr>
              <a:t> </a:t>
            </a:r>
            <a:r>
              <a:rPr sz="1200" dirty="0">
                <a:latin typeface="Corbel"/>
                <a:cs typeface="Corbel"/>
              </a:rPr>
              <a:t>its</a:t>
            </a:r>
            <a:r>
              <a:rPr sz="1200" spc="100" dirty="0">
                <a:latin typeface="Corbel"/>
                <a:cs typeface="Corbel"/>
              </a:rPr>
              <a:t> </a:t>
            </a:r>
            <a:r>
              <a:rPr sz="1200" dirty="0">
                <a:latin typeface="Corbel"/>
                <a:cs typeface="Corbel"/>
              </a:rPr>
              <a:t>echoes,</a:t>
            </a:r>
            <a:r>
              <a:rPr sz="1200" spc="90" dirty="0">
                <a:latin typeface="Corbel"/>
                <a:cs typeface="Corbel"/>
              </a:rPr>
              <a:t> </a:t>
            </a:r>
            <a:r>
              <a:rPr sz="1200" dirty="0">
                <a:latin typeface="Corbel"/>
                <a:cs typeface="Corbel"/>
              </a:rPr>
              <a:t>which</a:t>
            </a:r>
            <a:r>
              <a:rPr sz="1200" spc="95" dirty="0">
                <a:latin typeface="Corbel"/>
                <a:cs typeface="Corbel"/>
              </a:rPr>
              <a:t> </a:t>
            </a:r>
            <a:r>
              <a:rPr sz="1200" dirty="0">
                <a:latin typeface="Corbel"/>
                <a:cs typeface="Corbel"/>
              </a:rPr>
              <a:t>are</a:t>
            </a:r>
            <a:r>
              <a:rPr sz="1200" spc="100" dirty="0">
                <a:latin typeface="Corbel"/>
                <a:cs typeface="Corbel"/>
              </a:rPr>
              <a:t> </a:t>
            </a:r>
            <a:r>
              <a:rPr sz="1200" dirty="0">
                <a:latin typeface="Corbel"/>
                <a:cs typeface="Corbel"/>
              </a:rPr>
              <a:t>delayed</a:t>
            </a:r>
            <a:r>
              <a:rPr sz="1200" spc="90" dirty="0">
                <a:latin typeface="Corbel"/>
                <a:cs typeface="Corbel"/>
              </a:rPr>
              <a:t> </a:t>
            </a:r>
            <a:r>
              <a:rPr sz="1200" dirty="0">
                <a:latin typeface="Corbel"/>
                <a:cs typeface="Corbel"/>
              </a:rPr>
              <a:t>versions</a:t>
            </a:r>
            <a:r>
              <a:rPr sz="1200" spc="95" dirty="0">
                <a:latin typeface="Corbel"/>
                <a:cs typeface="Corbel"/>
              </a:rPr>
              <a:t> </a:t>
            </a:r>
            <a:r>
              <a:rPr sz="1200" dirty="0">
                <a:latin typeface="Corbel"/>
                <a:cs typeface="Corbel"/>
              </a:rPr>
              <a:t>of</a:t>
            </a:r>
            <a:r>
              <a:rPr sz="1200" spc="100" dirty="0">
                <a:latin typeface="Corbel"/>
                <a:cs typeface="Corbel"/>
              </a:rPr>
              <a:t> </a:t>
            </a:r>
            <a:r>
              <a:rPr sz="1200" dirty="0">
                <a:latin typeface="Corbel"/>
                <a:cs typeface="Corbel"/>
              </a:rPr>
              <a:t>the</a:t>
            </a:r>
            <a:r>
              <a:rPr sz="1200" spc="100" dirty="0">
                <a:latin typeface="Corbel"/>
                <a:cs typeface="Corbel"/>
              </a:rPr>
              <a:t> </a:t>
            </a:r>
            <a:r>
              <a:rPr sz="1200" dirty="0">
                <a:latin typeface="Corbel"/>
                <a:cs typeface="Corbel"/>
              </a:rPr>
              <a:t>original</a:t>
            </a:r>
            <a:r>
              <a:rPr sz="1200" spc="90" dirty="0">
                <a:latin typeface="Corbel"/>
                <a:cs typeface="Corbel"/>
              </a:rPr>
              <a:t> </a:t>
            </a:r>
            <a:r>
              <a:rPr sz="1200" spc="-10" dirty="0">
                <a:latin typeface="Corbel"/>
                <a:cs typeface="Corbel"/>
              </a:rPr>
              <a:t>signal. </a:t>
            </a:r>
            <a:r>
              <a:rPr sz="1200" dirty="0">
                <a:latin typeface="Corbel"/>
                <a:cs typeface="Corbel"/>
              </a:rPr>
              <a:t>Those</a:t>
            </a:r>
            <a:r>
              <a:rPr sz="1200" spc="229" dirty="0">
                <a:latin typeface="Corbel"/>
                <a:cs typeface="Corbel"/>
              </a:rPr>
              <a:t> </a:t>
            </a:r>
            <a:r>
              <a:rPr sz="1200" dirty="0">
                <a:latin typeface="Corbel"/>
                <a:cs typeface="Corbel"/>
              </a:rPr>
              <a:t>delayed</a:t>
            </a:r>
            <a:r>
              <a:rPr sz="1200" spc="220" dirty="0">
                <a:latin typeface="Corbel"/>
                <a:cs typeface="Corbel"/>
              </a:rPr>
              <a:t> </a:t>
            </a:r>
            <a:r>
              <a:rPr sz="1200" dirty="0">
                <a:latin typeface="Corbel"/>
                <a:cs typeface="Corbel"/>
              </a:rPr>
              <a:t>versions</a:t>
            </a:r>
            <a:r>
              <a:rPr sz="1200" spc="225" dirty="0">
                <a:latin typeface="Corbel"/>
                <a:cs typeface="Corbel"/>
              </a:rPr>
              <a:t> </a:t>
            </a:r>
            <a:r>
              <a:rPr sz="1200" dirty="0">
                <a:latin typeface="Corbel"/>
                <a:cs typeface="Corbel"/>
              </a:rPr>
              <a:t>are</a:t>
            </a:r>
            <a:r>
              <a:rPr sz="1200" spc="225" dirty="0">
                <a:latin typeface="Corbel"/>
                <a:cs typeface="Corbel"/>
              </a:rPr>
              <a:t> </a:t>
            </a:r>
            <a:r>
              <a:rPr sz="1200" dirty="0">
                <a:latin typeface="Corbel"/>
                <a:cs typeface="Corbel"/>
              </a:rPr>
              <a:t>superimposed</a:t>
            </a:r>
            <a:r>
              <a:rPr sz="1200" spc="220" dirty="0">
                <a:latin typeface="Corbel"/>
                <a:cs typeface="Corbel"/>
              </a:rPr>
              <a:t> </a:t>
            </a:r>
            <a:r>
              <a:rPr sz="1200" dirty="0">
                <a:latin typeface="Corbel"/>
                <a:cs typeface="Corbel"/>
              </a:rPr>
              <a:t>on</a:t>
            </a:r>
            <a:r>
              <a:rPr sz="1200" spc="229" dirty="0">
                <a:latin typeface="Corbel"/>
                <a:cs typeface="Corbel"/>
              </a:rPr>
              <a:t> </a:t>
            </a:r>
            <a:r>
              <a:rPr sz="1200" dirty="0">
                <a:latin typeface="Corbel"/>
                <a:cs typeface="Corbel"/>
              </a:rPr>
              <a:t>the</a:t>
            </a:r>
            <a:r>
              <a:rPr sz="1200" spc="225" dirty="0">
                <a:latin typeface="Corbel"/>
                <a:cs typeface="Corbel"/>
              </a:rPr>
              <a:t> </a:t>
            </a:r>
            <a:r>
              <a:rPr sz="1200" dirty="0">
                <a:latin typeface="Corbel"/>
                <a:cs typeface="Corbel"/>
              </a:rPr>
              <a:t>LOS</a:t>
            </a:r>
            <a:r>
              <a:rPr sz="1200" spc="225" dirty="0">
                <a:latin typeface="Corbel"/>
                <a:cs typeface="Corbel"/>
              </a:rPr>
              <a:t> </a:t>
            </a:r>
            <a:r>
              <a:rPr sz="1200" dirty="0">
                <a:latin typeface="Corbel"/>
                <a:cs typeface="Corbel"/>
              </a:rPr>
              <a:t>signal,</a:t>
            </a:r>
            <a:r>
              <a:rPr sz="1200" spc="225" dirty="0">
                <a:latin typeface="Corbel"/>
                <a:cs typeface="Corbel"/>
              </a:rPr>
              <a:t> </a:t>
            </a:r>
            <a:r>
              <a:rPr sz="1200" dirty="0">
                <a:latin typeface="Corbel"/>
                <a:cs typeface="Corbel"/>
              </a:rPr>
              <a:t>which</a:t>
            </a:r>
            <a:r>
              <a:rPr sz="1200" spc="225" dirty="0">
                <a:latin typeface="Corbel"/>
                <a:cs typeface="Corbel"/>
              </a:rPr>
              <a:t> </a:t>
            </a:r>
            <a:r>
              <a:rPr sz="1200" dirty="0">
                <a:latin typeface="Corbel"/>
                <a:cs typeface="Corbel"/>
              </a:rPr>
              <a:t>can</a:t>
            </a:r>
            <a:r>
              <a:rPr sz="1200" spc="229" dirty="0">
                <a:latin typeface="Corbel"/>
                <a:cs typeface="Corbel"/>
              </a:rPr>
              <a:t> </a:t>
            </a:r>
            <a:r>
              <a:rPr sz="1200" spc="-10" dirty="0">
                <a:latin typeface="Corbel"/>
                <a:cs typeface="Corbel"/>
              </a:rPr>
              <a:t>significantly </a:t>
            </a:r>
            <a:r>
              <a:rPr sz="1200" dirty="0">
                <a:latin typeface="Corbel"/>
                <a:cs typeface="Corbel"/>
              </a:rPr>
              <a:t>distort</a:t>
            </a:r>
            <a:r>
              <a:rPr sz="1200" spc="385" dirty="0">
                <a:latin typeface="Corbel"/>
                <a:cs typeface="Corbel"/>
              </a:rPr>
              <a:t> </a:t>
            </a:r>
            <a:r>
              <a:rPr sz="1200" dirty="0">
                <a:latin typeface="Corbel"/>
                <a:cs typeface="Corbel"/>
              </a:rPr>
              <a:t>the</a:t>
            </a:r>
            <a:r>
              <a:rPr sz="1200" spc="390" dirty="0">
                <a:latin typeface="Corbel"/>
                <a:cs typeface="Corbel"/>
              </a:rPr>
              <a:t> </a:t>
            </a:r>
            <a:r>
              <a:rPr sz="1200" dirty="0">
                <a:latin typeface="Corbel"/>
                <a:cs typeface="Corbel"/>
              </a:rPr>
              <a:t>desired</a:t>
            </a:r>
            <a:r>
              <a:rPr sz="1200" spc="390" dirty="0">
                <a:latin typeface="Corbel"/>
                <a:cs typeface="Corbel"/>
              </a:rPr>
              <a:t> </a:t>
            </a:r>
            <a:r>
              <a:rPr sz="1200" dirty="0">
                <a:latin typeface="Corbel"/>
                <a:cs typeface="Corbel"/>
              </a:rPr>
              <a:t>LOS</a:t>
            </a:r>
            <a:r>
              <a:rPr sz="1200" spc="390" dirty="0">
                <a:latin typeface="Corbel"/>
                <a:cs typeface="Corbel"/>
              </a:rPr>
              <a:t> </a:t>
            </a:r>
            <a:r>
              <a:rPr sz="1200" dirty="0">
                <a:latin typeface="Corbel"/>
                <a:cs typeface="Corbel"/>
              </a:rPr>
              <a:t>signal.</a:t>
            </a:r>
            <a:r>
              <a:rPr sz="1200" spc="385" dirty="0">
                <a:latin typeface="Corbel"/>
                <a:cs typeface="Corbel"/>
              </a:rPr>
              <a:t> </a:t>
            </a:r>
            <a:r>
              <a:rPr sz="1200" dirty="0">
                <a:latin typeface="Corbel"/>
                <a:cs typeface="Corbel"/>
              </a:rPr>
              <a:t>The</a:t>
            </a:r>
            <a:r>
              <a:rPr sz="1200" spc="400" dirty="0">
                <a:latin typeface="Corbel"/>
                <a:cs typeface="Corbel"/>
              </a:rPr>
              <a:t> </a:t>
            </a:r>
            <a:r>
              <a:rPr sz="1200" dirty="0">
                <a:latin typeface="Corbel"/>
                <a:cs typeface="Corbel"/>
              </a:rPr>
              <a:t>multipath</a:t>
            </a:r>
            <a:r>
              <a:rPr sz="1200" spc="390" dirty="0">
                <a:latin typeface="Corbel"/>
                <a:cs typeface="Corbel"/>
              </a:rPr>
              <a:t> </a:t>
            </a:r>
            <a:r>
              <a:rPr sz="1200" dirty="0">
                <a:latin typeface="Corbel"/>
                <a:cs typeface="Corbel"/>
              </a:rPr>
              <a:t>effect</a:t>
            </a:r>
            <a:r>
              <a:rPr sz="1200" spc="390" dirty="0">
                <a:latin typeface="Corbel"/>
                <a:cs typeface="Corbel"/>
              </a:rPr>
              <a:t> </a:t>
            </a:r>
            <a:r>
              <a:rPr sz="1200" dirty="0">
                <a:latin typeface="Corbel"/>
                <a:cs typeface="Corbel"/>
              </a:rPr>
              <a:t>depends</a:t>
            </a:r>
            <a:r>
              <a:rPr sz="1200" spc="395" dirty="0">
                <a:latin typeface="Corbel"/>
                <a:cs typeface="Corbel"/>
              </a:rPr>
              <a:t> </a:t>
            </a:r>
            <a:r>
              <a:rPr sz="1200" dirty="0">
                <a:latin typeface="Corbel"/>
                <a:cs typeface="Corbel"/>
              </a:rPr>
              <a:t>on</a:t>
            </a:r>
            <a:r>
              <a:rPr sz="1200" spc="400" dirty="0">
                <a:latin typeface="Corbel"/>
                <a:cs typeface="Corbel"/>
              </a:rPr>
              <a:t> </a:t>
            </a:r>
            <a:r>
              <a:rPr sz="1200" dirty="0">
                <a:latin typeface="Corbel"/>
                <a:cs typeface="Corbel"/>
              </a:rPr>
              <a:t>the</a:t>
            </a:r>
            <a:r>
              <a:rPr sz="1200" spc="390" dirty="0">
                <a:latin typeface="Corbel"/>
                <a:cs typeface="Corbel"/>
              </a:rPr>
              <a:t> </a:t>
            </a:r>
            <a:r>
              <a:rPr sz="1200" spc="-10" dirty="0">
                <a:latin typeface="Corbel"/>
                <a:cs typeface="Corbel"/>
              </a:rPr>
              <a:t>surrounding </a:t>
            </a:r>
            <a:r>
              <a:rPr sz="1200" dirty="0">
                <a:latin typeface="Corbel"/>
                <a:cs typeface="Corbel"/>
              </a:rPr>
              <a:t>environment</a:t>
            </a:r>
            <a:r>
              <a:rPr sz="1200" spc="80" dirty="0">
                <a:latin typeface="Corbel"/>
                <a:cs typeface="Corbel"/>
              </a:rPr>
              <a:t> </a:t>
            </a:r>
            <a:r>
              <a:rPr sz="1200" dirty="0">
                <a:latin typeface="Corbel"/>
                <a:cs typeface="Corbel"/>
              </a:rPr>
              <a:t>and</a:t>
            </a:r>
            <a:r>
              <a:rPr sz="1200" spc="75" dirty="0">
                <a:latin typeface="Corbel"/>
                <a:cs typeface="Corbel"/>
              </a:rPr>
              <a:t> </a:t>
            </a:r>
            <a:r>
              <a:rPr sz="1200" dirty="0">
                <a:latin typeface="Corbel"/>
                <a:cs typeface="Corbel"/>
              </a:rPr>
              <a:t>the</a:t>
            </a:r>
            <a:r>
              <a:rPr sz="1200" spc="80" dirty="0">
                <a:latin typeface="Corbel"/>
                <a:cs typeface="Corbel"/>
              </a:rPr>
              <a:t> </a:t>
            </a:r>
            <a:r>
              <a:rPr sz="1200" dirty="0">
                <a:latin typeface="Corbel"/>
                <a:cs typeface="Corbel"/>
              </a:rPr>
              <a:t>relative</a:t>
            </a:r>
            <a:r>
              <a:rPr sz="1200" spc="80" dirty="0">
                <a:latin typeface="Corbel"/>
                <a:cs typeface="Corbel"/>
              </a:rPr>
              <a:t> </a:t>
            </a:r>
            <a:r>
              <a:rPr sz="1200" spc="-10" dirty="0">
                <a:latin typeface="Corbel"/>
                <a:cs typeface="Corbel"/>
              </a:rPr>
              <a:t>satellite-</a:t>
            </a:r>
            <a:r>
              <a:rPr sz="1200" dirty="0">
                <a:latin typeface="Corbel"/>
                <a:cs typeface="Corbel"/>
              </a:rPr>
              <a:t>receiver</a:t>
            </a:r>
            <a:r>
              <a:rPr sz="1200" spc="75" dirty="0">
                <a:latin typeface="Corbel"/>
                <a:cs typeface="Corbel"/>
              </a:rPr>
              <a:t> </a:t>
            </a:r>
            <a:r>
              <a:rPr sz="1200" dirty="0">
                <a:latin typeface="Corbel"/>
                <a:cs typeface="Corbel"/>
              </a:rPr>
              <a:t>motion.</a:t>
            </a:r>
            <a:r>
              <a:rPr sz="1200" spc="75" dirty="0">
                <a:latin typeface="Corbel"/>
                <a:cs typeface="Corbel"/>
              </a:rPr>
              <a:t> </a:t>
            </a:r>
            <a:r>
              <a:rPr sz="1200" dirty="0">
                <a:latin typeface="Corbel"/>
                <a:cs typeface="Corbel"/>
              </a:rPr>
              <a:t>Moreover,</a:t>
            </a:r>
            <a:r>
              <a:rPr sz="1200" spc="80" dirty="0">
                <a:latin typeface="Corbel"/>
                <a:cs typeface="Corbel"/>
              </a:rPr>
              <a:t> </a:t>
            </a:r>
            <a:r>
              <a:rPr sz="1200" dirty="0">
                <a:latin typeface="Corbel"/>
                <a:cs typeface="Corbel"/>
              </a:rPr>
              <a:t>in</a:t>
            </a:r>
            <a:r>
              <a:rPr sz="1200" spc="85" dirty="0">
                <a:latin typeface="Corbel"/>
                <a:cs typeface="Corbel"/>
              </a:rPr>
              <a:t> </a:t>
            </a:r>
            <a:r>
              <a:rPr sz="1200" dirty="0">
                <a:latin typeface="Corbel"/>
                <a:cs typeface="Corbel"/>
              </a:rPr>
              <a:t>general,</a:t>
            </a:r>
            <a:r>
              <a:rPr sz="1200" spc="75" dirty="0">
                <a:latin typeface="Corbel"/>
                <a:cs typeface="Corbel"/>
              </a:rPr>
              <a:t> </a:t>
            </a:r>
            <a:r>
              <a:rPr sz="1200" dirty="0">
                <a:latin typeface="Corbel"/>
                <a:cs typeface="Corbel"/>
              </a:rPr>
              <a:t>this</a:t>
            </a:r>
            <a:r>
              <a:rPr sz="1200" spc="80" dirty="0">
                <a:latin typeface="Corbel"/>
                <a:cs typeface="Corbel"/>
              </a:rPr>
              <a:t> </a:t>
            </a:r>
            <a:r>
              <a:rPr sz="1200" spc="-10" dirty="0">
                <a:latin typeface="Corbel"/>
                <a:cs typeface="Corbel"/>
              </a:rPr>
              <a:t>effect </a:t>
            </a:r>
            <a:r>
              <a:rPr sz="1200" dirty="0">
                <a:latin typeface="Corbel"/>
                <a:cs typeface="Corbel"/>
              </a:rPr>
              <a:t>cannot</a:t>
            </a:r>
            <a:r>
              <a:rPr sz="1200" spc="120" dirty="0">
                <a:latin typeface="Corbel"/>
                <a:cs typeface="Corbel"/>
              </a:rPr>
              <a:t> </a:t>
            </a:r>
            <a:r>
              <a:rPr sz="1200" dirty="0">
                <a:latin typeface="Corbel"/>
                <a:cs typeface="Corbel"/>
              </a:rPr>
              <a:t>be</a:t>
            </a:r>
            <a:r>
              <a:rPr sz="1200" spc="130" dirty="0">
                <a:latin typeface="Corbel"/>
                <a:cs typeface="Corbel"/>
              </a:rPr>
              <a:t> </a:t>
            </a:r>
            <a:r>
              <a:rPr sz="1200" dirty="0">
                <a:latin typeface="Corbel"/>
                <a:cs typeface="Corbel"/>
              </a:rPr>
              <a:t>canceled</a:t>
            </a:r>
            <a:r>
              <a:rPr sz="1200" spc="120" dirty="0">
                <a:latin typeface="Corbel"/>
                <a:cs typeface="Corbel"/>
              </a:rPr>
              <a:t> </a:t>
            </a:r>
            <a:r>
              <a:rPr sz="1200" dirty="0">
                <a:latin typeface="Corbel"/>
                <a:cs typeface="Corbel"/>
              </a:rPr>
              <a:t>through</a:t>
            </a:r>
            <a:r>
              <a:rPr sz="1200" spc="130" dirty="0">
                <a:latin typeface="Corbel"/>
                <a:cs typeface="Corbel"/>
              </a:rPr>
              <a:t> </a:t>
            </a:r>
            <a:r>
              <a:rPr sz="1200" dirty="0">
                <a:latin typeface="Corbel"/>
                <a:cs typeface="Corbel"/>
              </a:rPr>
              <a:t>differential</a:t>
            </a:r>
            <a:r>
              <a:rPr sz="1200" spc="125" dirty="0">
                <a:latin typeface="Corbel"/>
                <a:cs typeface="Corbel"/>
              </a:rPr>
              <a:t> </a:t>
            </a:r>
            <a:r>
              <a:rPr sz="1200" spc="-10" dirty="0">
                <a:latin typeface="Corbel"/>
                <a:cs typeface="Corbel"/>
              </a:rPr>
              <a:t>positioning—</a:t>
            </a:r>
            <a:r>
              <a:rPr sz="1200" dirty="0">
                <a:latin typeface="Corbel"/>
                <a:cs typeface="Corbel"/>
              </a:rPr>
              <a:t>even</a:t>
            </a:r>
            <a:r>
              <a:rPr sz="1200" spc="130" dirty="0">
                <a:latin typeface="Corbel"/>
                <a:cs typeface="Corbel"/>
              </a:rPr>
              <a:t> </a:t>
            </a:r>
            <a:r>
              <a:rPr sz="1200" dirty="0">
                <a:latin typeface="Corbel"/>
                <a:cs typeface="Corbel"/>
              </a:rPr>
              <a:t>for</a:t>
            </a:r>
            <a:r>
              <a:rPr sz="1200" spc="130" dirty="0">
                <a:latin typeface="Corbel"/>
                <a:cs typeface="Corbel"/>
              </a:rPr>
              <a:t> </a:t>
            </a:r>
            <a:r>
              <a:rPr sz="1200" dirty="0">
                <a:latin typeface="Corbel"/>
                <a:cs typeface="Corbel"/>
              </a:rPr>
              <a:t>closely</a:t>
            </a:r>
            <a:r>
              <a:rPr sz="1200" spc="125" dirty="0">
                <a:latin typeface="Corbel"/>
                <a:cs typeface="Corbel"/>
              </a:rPr>
              <a:t> </a:t>
            </a:r>
            <a:r>
              <a:rPr sz="1200" dirty="0">
                <a:latin typeface="Corbel"/>
                <a:cs typeface="Corbel"/>
              </a:rPr>
              <a:t>spaced</a:t>
            </a:r>
            <a:r>
              <a:rPr sz="1200" spc="125" dirty="0">
                <a:latin typeface="Corbel"/>
                <a:cs typeface="Corbel"/>
              </a:rPr>
              <a:t> </a:t>
            </a:r>
            <a:r>
              <a:rPr sz="1200" spc="-10" dirty="0">
                <a:latin typeface="Corbel"/>
                <a:cs typeface="Corbel"/>
              </a:rPr>
              <a:t>receivers. </a:t>
            </a:r>
            <a:r>
              <a:rPr sz="1200" dirty="0">
                <a:latin typeface="Corbel"/>
                <a:cs typeface="Corbel"/>
              </a:rPr>
              <a:t>Therefore,</a:t>
            </a:r>
            <a:r>
              <a:rPr sz="1200" spc="235" dirty="0">
                <a:latin typeface="Corbel"/>
                <a:cs typeface="Corbel"/>
              </a:rPr>
              <a:t> </a:t>
            </a:r>
            <a:r>
              <a:rPr sz="1200" dirty="0">
                <a:latin typeface="Corbel"/>
                <a:cs typeface="Corbel"/>
              </a:rPr>
              <a:t>the</a:t>
            </a:r>
            <a:r>
              <a:rPr sz="1200" spc="245" dirty="0">
                <a:latin typeface="Corbel"/>
                <a:cs typeface="Corbel"/>
              </a:rPr>
              <a:t> </a:t>
            </a:r>
            <a:r>
              <a:rPr sz="1200" dirty="0">
                <a:latin typeface="Corbel"/>
                <a:cs typeface="Corbel"/>
              </a:rPr>
              <a:t>multipath</a:t>
            </a:r>
            <a:r>
              <a:rPr sz="1200" spc="245" dirty="0">
                <a:latin typeface="Corbel"/>
                <a:cs typeface="Corbel"/>
              </a:rPr>
              <a:t> </a:t>
            </a:r>
            <a:r>
              <a:rPr sz="1200" dirty="0">
                <a:latin typeface="Corbel"/>
                <a:cs typeface="Corbel"/>
              </a:rPr>
              <a:t>error</a:t>
            </a:r>
            <a:r>
              <a:rPr sz="1200" spc="235" dirty="0">
                <a:latin typeface="Corbel"/>
                <a:cs typeface="Corbel"/>
              </a:rPr>
              <a:t> </a:t>
            </a:r>
            <a:r>
              <a:rPr sz="1200" dirty="0">
                <a:latin typeface="Corbel"/>
                <a:cs typeface="Corbel"/>
              </a:rPr>
              <a:t>can</a:t>
            </a:r>
            <a:r>
              <a:rPr sz="1200" spc="250" dirty="0">
                <a:latin typeface="Corbel"/>
                <a:cs typeface="Corbel"/>
              </a:rPr>
              <a:t> </a:t>
            </a:r>
            <a:r>
              <a:rPr sz="1200" dirty="0">
                <a:latin typeface="Corbel"/>
                <a:cs typeface="Corbel"/>
              </a:rPr>
              <a:t>limit</a:t>
            </a:r>
            <a:r>
              <a:rPr sz="1200" spc="240" dirty="0">
                <a:latin typeface="Corbel"/>
                <a:cs typeface="Corbel"/>
              </a:rPr>
              <a:t> </a:t>
            </a:r>
            <a:r>
              <a:rPr sz="1200" dirty="0">
                <a:latin typeface="Corbel"/>
                <a:cs typeface="Corbel"/>
              </a:rPr>
              <a:t>positioning</a:t>
            </a:r>
            <a:r>
              <a:rPr sz="1200" spc="240" dirty="0">
                <a:latin typeface="Corbel"/>
                <a:cs typeface="Corbel"/>
              </a:rPr>
              <a:t> </a:t>
            </a:r>
            <a:r>
              <a:rPr sz="1200" dirty="0">
                <a:latin typeface="Corbel"/>
                <a:cs typeface="Corbel"/>
              </a:rPr>
              <a:t>accuracy</a:t>
            </a:r>
            <a:r>
              <a:rPr sz="1200" spc="245" dirty="0">
                <a:latin typeface="Corbel"/>
                <a:cs typeface="Corbel"/>
              </a:rPr>
              <a:t> </a:t>
            </a:r>
            <a:r>
              <a:rPr sz="1200" dirty="0">
                <a:latin typeface="Corbel"/>
                <a:cs typeface="Corbel"/>
              </a:rPr>
              <a:t>even</a:t>
            </a:r>
            <a:r>
              <a:rPr sz="1200" spc="250" dirty="0">
                <a:latin typeface="Corbel"/>
                <a:cs typeface="Corbel"/>
              </a:rPr>
              <a:t> </a:t>
            </a:r>
            <a:r>
              <a:rPr sz="1200" dirty="0">
                <a:latin typeface="Corbel"/>
                <a:cs typeface="Corbel"/>
              </a:rPr>
              <a:t>if</a:t>
            </a:r>
            <a:r>
              <a:rPr sz="1200" spc="245" dirty="0">
                <a:latin typeface="Corbel"/>
                <a:cs typeface="Corbel"/>
              </a:rPr>
              <a:t> </a:t>
            </a:r>
            <a:r>
              <a:rPr sz="1200" dirty="0">
                <a:latin typeface="Corbel"/>
                <a:cs typeface="Corbel"/>
              </a:rPr>
              <a:t>the</a:t>
            </a:r>
            <a:r>
              <a:rPr sz="1200" spc="245" dirty="0">
                <a:latin typeface="Corbel"/>
                <a:cs typeface="Corbel"/>
              </a:rPr>
              <a:t> </a:t>
            </a:r>
            <a:r>
              <a:rPr sz="1200" dirty="0">
                <a:latin typeface="Corbel"/>
                <a:cs typeface="Corbel"/>
              </a:rPr>
              <a:t>other</a:t>
            </a:r>
            <a:r>
              <a:rPr sz="1200" spc="240" dirty="0">
                <a:latin typeface="Corbel"/>
                <a:cs typeface="Corbel"/>
              </a:rPr>
              <a:t> </a:t>
            </a:r>
            <a:r>
              <a:rPr sz="1200" spc="-10" dirty="0">
                <a:latin typeface="Corbel"/>
                <a:cs typeface="Corbel"/>
              </a:rPr>
              <a:t>error </a:t>
            </a:r>
            <a:r>
              <a:rPr sz="1200" dirty="0">
                <a:latin typeface="Corbel"/>
                <a:cs typeface="Corbel"/>
              </a:rPr>
              <a:t>sources</a:t>
            </a:r>
            <a:r>
              <a:rPr sz="1200" spc="-10" dirty="0">
                <a:latin typeface="Corbel"/>
                <a:cs typeface="Corbel"/>
              </a:rPr>
              <a:t> </a:t>
            </a:r>
            <a:r>
              <a:rPr sz="1200" dirty="0">
                <a:latin typeface="Corbel"/>
                <a:cs typeface="Corbel"/>
              </a:rPr>
              <a:t>have</a:t>
            </a:r>
            <a:r>
              <a:rPr sz="1200" spc="-10" dirty="0">
                <a:latin typeface="Corbel"/>
                <a:cs typeface="Corbel"/>
              </a:rPr>
              <a:t> </a:t>
            </a:r>
            <a:r>
              <a:rPr sz="1200" dirty="0">
                <a:latin typeface="Corbel"/>
                <a:cs typeface="Corbel"/>
              </a:rPr>
              <a:t>been</a:t>
            </a:r>
            <a:r>
              <a:rPr sz="1200" spc="-5" dirty="0">
                <a:latin typeface="Corbel"/>
                <a:cs typeface="Corbel"/>
              </a:rPr>
              <a:t> </a:t>
            </a:r>
            <a:r>
              <a:rPr sz="1200" dirty="0">
                <a:latin typeface="Corbel"/>
                <a:cs typeface="Corbel"/>
              </a:rPr>
              <a:t>removed.</a:t>
            </a:r>
            <a:r>
              <a:rPr sz="1200" spc="-20" dirty="0">
                <a:latin typeface="Corbel"/>
                <a:cs typeface="Corbel"/>
              </a:rPr>
              <a:t> </a:t>
            </a:r>
            <a:r>
              <a:rPr sz="1200" dirty="0">
                <a:latin typeface="Corbel"/>
                <a:cs typeface="Corbel"/>
              </a:rPr>
              <a:t>In</a:t>
            </a:r>
            <a:r>
              <a:rPr sz="1200" spc="-5" dirty="0">
                <a:latin typeface="Corbel"/>
                <a:cs typeface="Corbel"/>
              </a:rPr>
              <a:t> </a:t>
            </a:r>
            <a:r>
              <a:rPr sz="1200" dirty="0">
                <a:latin typeface="Corbel"/>
                <a:cs typeface="Corbel"/>
              </a:rPr>
              <a:t>the</a:t>
            </a:r>
            <a:r>
              <a:rPr sz="1200" spc="-10" dirty="0">
                <a:latin typeface="Corbel"/>
                <a:cs typeface="Corbel"/>
              </a:rPr>
              <a:t> </a:t>
            </a:r>
            <a:r>
              <a:rPr sz="1200" dirty="0">
                <a:latin typeface="Corbel"/>
                <a:cs typeface="Corbel"/>
              </a:rPr>
              <a:t>most</a:t>
            </a:r>
            <a:r>
              <a:rPr sz="1200" spc="-15" dirty="0">
                <a:latin typeface="Corbel"/>
                <a:cs typeface="Corbel"/>
              </a:rPr>
              <a:t> </a:t>
            </a:r>
            <a:r>
              <a:rPr sz="1200" dirty="0">
                <a:latin typeface="Corbel"/>
                <a:cs typeface="Corbel"/>
              </a:rPr>
              <a:t>severe</a:t>
            </a:r>
            <a:r>
              <a:rPr sz="1200" spc="-15" dirty="0">
                <a:latin typeface="Corbel"/>
                <a:cs typeface="Corbel"/>
              </a:rPr>
              <a:t> </a:t>
            </a:r>
            <a:r>
              <a:rPr sz="1200" dirty="0">
                <a:latin typeface="Corbel"/>
                <a:cs typeface="Corbel"/>
              </a:rPr>
              <a:t>conditions,</a:t>
            </a:r>
            <a:r>
              <a:rPr sz="1200" spc="-15" dirty="0">
                <a:latin typeface="Corbel"/>
                <a:cs typeface="Corbel"/>
              </a:rPr>
              <a:t> </a:t>
            </a:r>
            <a:r>
              <a:rPr sz="1200" dirty="0">
                <a:latin typeface="Corbel"/>
                <a:cs typeface="Corbel"/>
              </a:rPr>
              <a:t>the</a:t>
            </a:r>
            <a:r>
              <a:rPr sz="1200" spc="-10" dirty="0">
                <a:latin typeface="Corbel"/>
                <a:cs typeface="Corbel"/>
              </a:rPr>
              <a:t> </a:t>
            </a:r>
            <a:r>
              <a:rPr sz="1200" dirty="0">
                <a:latin typeface="Corbel"/>
                <a:cs typeface="Corbel"/>
              </a:rPr>
              <a:t>multipath</a:t>
            </a:r>
            <a:r>
              <a:rPr sz="1200" spc="-15" dirty="0">
                <a:latin typeface="Corbel"/>
                <a:cs typeface="Corbel"/>
              </a:rPr>
              <a:t> </a:t>
            </a:r>
            <a:r>
              <a:rPr sz="1200" dirty="0">
                <a:latin typeface="Corbel"/>
                <a:cs typeface="Corbel"/>
              </a:rPr>
              <a:t>error</a:t>
            </a:r>
            <a:r>
              <a:rPr sz="1200" spc="-10" dirty="0">
                <a:latin typeface="Corbel"/>
                <a:cs typeface="Corbel"/>
              </a:rPr>
              <a:t> </a:t>
            </a:r>
            <a:r>
              <a:rPr sz="1200" dirty="0">
                <a:latin typeface="Corbel"/>
                <a:cs typeface="Corbel"/>
              </a:rPr>
              <a:t>can</a:t>
            </a:r>
            <a:r>
              <a:rPr sz="1200" spc="-10" dirty="0">
                <a:latin typeface="Corbel"/>
                <a:cs typeface="Corbel"/>
              </a:rPr>
              <a:t> cause </a:t>
            </a:r>
            <a:r>
              <a:rPr sz="1200" dirty="0">
                <a:latin typeface="Corbel"/>
                <a:cs typeface="Corbel"/>
              </a:rPr>
              <a:t>a</a:t>
            </a:r>
            <a:r>
              <a:rPr sz="1200" spc="-10" dirty="0">
                <a:latin typeface="Corbel"/>
                <a:cs typeface="Corbel"/>
              </a:rPr>
              <a:t> pseudorange</a:t>
            </a:r>
            <a:r>
              <a:rPr sz="1200" spc="-5" dirty="0">
                <a:latin typeface="Corbel"/>
                <a:cs typeface="Corbel"/>
              </a:rPr>
              <a:t> </a:t>
            </a:r>
            <a:r>
              <a:rPr sz="1200" dirty="0">
                <a:latin typeface="Corbel"/>
                <a:cs typeface="Corbel"/>
              </a:rPr>
              <a:t>error</a:t>
            </a:r>
            <a:r>
              <a:rPr sz="1200" spc="-10" dirty="0">
                <a:latin typeface="Corbel"/>
                <a:cs typeface="Corbel"/>
              </a:rPr>
              <a:t> </a:t>
            </a:r>
            <a:r>
              <a:rPr sz="1200" dirty="0">
                <a:latin typeface="Corbel"/>
                <a:cs typeface="Corbel"/>
              </a:rPr>
              <a:t>of up</a:t>
            </a:r>
            <a:r>
              <a:rPr sz="1200" spc="-10" dirty="0">
                <a:latin typeface="Corbel"/>
                <a:cs typeface="Corbel"/>
              </a:rPr>
              <a:t> </a:t>
            </a:r>
            <a:r>
              <a:rPr sz="1200" dirty="0">
                <a:latin typeface="Corbel"/>
                <a:cs typeface="Corbel"/>
              </a:rPr>
              <a:t>to</a:t>
            </a:r>
            <a:r>
              <a:rPr sz="1200" spc="-10" dirty="0">
                <a:latin typeface="Corbel"/>
                <a:cs typeface="Corbel"/>
              </a:rPr>
              <a:t> </a:t>
            </a:r>
            <a:r>
              <a:rPr sz="1200" dirty="0">
                <a:latin typeface="Corbel"/>
                <a:cs typeface="Corbel"/>
              </a:rPr>
              <a:t>100</a:t>
            </a:r>
            <a:r>
              <a:rPr sz="1200" spc="-15" dirty="0">
                <a:latin typeface="Corbel"/>
                <a:cs typeface="Corbel"/>
              </a:rPr>
              <a:t> </a:t>
            </a:r>
            <a:r>
              <a:rPr sz="1200" spc="-50" dirty="0">
                <a:latin typeface="Corbel"/>
                <a:cs typeface="Corbel"/>
              </a:rPr>
              <a:t>m</a:t>
            </a:r>
            <a:endParaRPr sz="1200">
              <a:latin typeface="Corbel"/>
              <a:cs typeface="Corbel"/>
            </a:endParaRPr>
          </a:p>
        </p:txBody>
      </p:sp>
      <p:pic>
        <p:nvPicPr>
          <p:cNvPr id="3" name="object 3"/>
          <p:cNvPicPr/>
          <p:nvPr/>
        </p:nvPicPr>
        <p:blipFill>
          <a:blip r:embed="rId2" cstate="print"/>
          <a:stretch>
            <a:fillRect/>
          </a:stretch>
        </p:blipFill>
        <p:spPr>
          <a:xfrm>
            <a:off x="8305800" y="900474"/>
            <a:ext cx="3316497" cy="1719303"/>
          </a:xfrm>
          <a:prstGeom prst="rect">
            <a:avLst/>
          </a:prstGeom>
        </p:spPr>
      </p:pic>
      <p:sp>
        <p:nvSpPr>
          <p:cNvPr id="4" name="object 4"/>
          <p:cNvSpPr txBox="1"/>
          <p:nvPr/>
        </p:nvSpPr>
        <p:spPr>
          <a:xfrm>
            <a:off x="9542458" y="2669540"/>
            <a:ext cx="61595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Corbel"/>
                <a:cs typeface="Corbel"/>
              </a:rPr>
              <a:t>(Figure</a:t>
            </a:r>
            <a:r>
              <a:rPr sz="1200" spc="-40" dirty="0">
                <a:latin typeface="Corbel"/>
                <a:cs typeface="Corbel"/>
              </a:rPr>
              <a:t> </a:t>
            </a:r>
            <a:r>
              <a:rPr sz="1200" spc="-25" dirty="0">
                <a:latin typeface="Corbel"/>
                <a:cs typeface="Corbel"/>
              </a:rPr>
              <a:t>3)</a:t>
            </a:r>
            <a:endParaRPr sz="1200">
              <a:latin typeface="Corbel"/>
              <a:cs typeface="Corbel"/>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48895">
              <a:lnSpc>
                <a:spcPts val="1045"/>
              </a:lnSpc>
            </a:pPr>
            <a:fld id="{81D60167-4931-47E6-BA6A-407CBD079E47}" type="slidenum">
              <a:rPr spc="-25" dirty="0"/>
              <a:t>8</a:t>
            </a:fld>
            <a:endParaRPr spc="-25" dirty="0"/>
          </a:p>
        </p:txBody>
      </p:sp>
      <p:sp>
        <p:nvSpPr>
          <p:cNvPr id="5" name="object 5"/>
          <p:cNvSpPr txBox="1"/>
          <p:nvPr/>
        </p:nvSpPr>
        <p:spPr>
          <a:xfrm>
            <a:off x="1563049" y="2982467"/>
            <a:ext cx="9860915" cy="2108200"/>
          </a:xfrm>
          <a:prstGeom prst="rect">
            <a:avLst/>
          </a:prstGeom>
        </p:spPr>
        <p:txBody>
          <a:bodyPr vert="horz" wrap="square" lIns="0" tIns="9525" rIns="0" bIns="0" rtlCol="0">
            <a:spAutoFit/>
          </a:bodyPr>
          <a:lstStyle/>
          <a:p>
            <a:pPr marL="350520" marR="5715" indent="-337820" algn="just">
              <a:lnSpc>
                <a:spcPct val="101400"/>
              </a:lnSpc>
              <a:spcBef>
                <a:spcPts val="75"/>
              </a:spcBef>
              <a:buAutoNum type="arabicPeriod" startAt="3"/>
              <a:tabLst>
                <a:tab pos="355600" algn="l"/>
              </a:tabLst>
            </a:pPr>
            <a:r>
              <a:rPr sz="1400" u="sng" dirty="0">
                <a:uFill>
                  <a:solidFill>
                    <a:srgbClr val="000000"/>
                  </a:solidFill>
                </a:uFill>
                <a:latin typeface="Corbel"/>
                <a:cs typeface="Corbel"/>
              </a:rPr>
              <a:t>System</a:t>
            </a:r>
            <a:r>
              <a:rPr sz="1400" u="sng" spc="125" dirty="0">
                <a:uFill>
                  <a:solidFill>
                    <a:srgbClr val="000000"/>
                  </a:solidFill>
                </a:uFill>
                <a:latin typeface="Corbel"/>
                <a:cs typeface="Corbel"/>
              </a:rPr>
              <a:t> </a:t>
            </a:r>
            <a:r>
              <a:rPr sz="1400" u="sng" dirty="0">
                <a:uFill>
                  <a:solidFill>
                    <a:srgbClr val="000000"/>
                  </a:solidFill>
                </a:uFill>
                <a:latin typeface="Corbel"/>
                <a:cs typeface="Corbel"/>
              </a:rPr>
              <a:t>errors</a:t>
            </a:r>
            <a:r>
              <a:rPr sz="1400" spc="120" dirty="0">
                <a:latin typeface="Corbel"/>
                <a:cs typeface="Corbel"/>
              </a:rPr>
              <a:t> </a:t>
            </a:r>
            <a:r>
              <a:rPr sz="1400" dirty="0">
                <a:latin typeface="Corbel"/>
                <a:cs typeface="Corbel"/>
              </a:rPr>
              <a:t>-</a:t>
            </a:r>
            <a:r>
              <a:rPr sz="1400" spc="125" dirty="0">
                <a:latin typeface="Corbel"/>
                <a:cs typeface="Corbel"/>
              </a:rPr>
              <a:t> </a:t>
            </a:r>
            <a:r>
              <a:rPr sz="1400" dirty="0">
                <a:latin typeface="Corbel"/>
                <a:cs typeface="Corbel"/>
              </a:rPr>
              <a:t>Some</a:t>
            </a:r>
            <a:r>
              <a:rPr sz="1400" spc="125" dirty="0">
                <a:latin typeface="Corbel"/>
                <a:cs typeface="Corbel"/>
              </a:rPr>
              <a:t> </a:t>
            </a:r>
            <a:r>
              <a:rPr sz="1400" dirty="0">
                <a:latin typeface="Corbel"/>
                <a:cs typeface="Corbel"/>
              </a:rPr>
              <a:t>GNSS</a:t>
            </a:r>
            <a:r>
              <a:rPr sz="1400" spc="130" dirty="0">
                <a:latin typeface="Corbel"/>
                <a:cs typeface="Corbel"/>
              </a:rPr>
              <a:t> </a:t>
            </a:r>
            <a:r>
              <a:rPr sz="1400" dirty="0">
                <a:latin typeface="Corbel"/>
                <a:cs typeface="Corbel"/>
              </a:rPr>
              <a:t>errors</a:t>
            </a:r>
            <a:r>
              <a:rPr sz="1400" spc="120" dirty="0">
                <a:latin typeface="Corbel"/>
                <a:cs typeface="Corbel"/>
              </a:rPr>
              <a:t> </a:t>
            </a:r>
            <a:r>
              <a:rPr sz="1400" dirty="0">
                <a:latin typeface="Corbel"/>
                <a:cs typeface="Corbel"/>
              </a:rPr>
              <a:t>result</a:t>
            </a:r>
            <a:r>
              <a:rPr sz="1400" spc="130" dirty="0">
                <a:latin typeface="Corbel"/>
                <a:cs typeface="Corbel"/>
              </a:rPr>
              <a:t> </a:t>
            </a:r>
            <a:r>
              <a:rPr sz="1400" dirty="0">
                <a:latin typeface="Corbel"/>
                <a:cs typeface="Corbel"/>
              </a:rPr>
              <a:t>from</a:t>
            </a:r>
            <a:r>
              <a:rPr sz="1400" spc="125" dirty="0">
                <a:latin typeface="Corbel"/>
                <a:cs typeface="Corbel"/>
              </a:rPr>
              <a:t> </a:t>
            </a:r>
            <a:r>
              <a:rPr sz="1400" dirty="0">
                <a:latin typeface="Corbel"/>
                <a:cs typeface="Corbel"/>
              </a:rPr>
              <a:t>the</a:t>
            </a:r>
            <a:r>
              <a:rPr sz="1400" spc="130" dirty="0">
                <a:latin typeface="Corbel"/>
                <a:cs typeface="Corbel"/>
              </a:rPr>
              <a:t> </a:t>
            </a:r>
            <a:r>
              <a:rPr sz="1400" dirty="0">
                <a:latin typeface="Corbel"/>
                <a:cs typeface="Corbel"/>
              </a:rPr>
              <a:t>overall</a:t>
            </a:r>
            <a:r>
              <a:rPr sz="1400" spc="120" dirty="0">
                <a:latin typeface="Corbel"/>
                <a:cs typeface="Corbel"/>
              </a:rPr>
              <a:t> </a:t>
            </a:r>
            <a:r>
              <a:rPr sz="1400" dirty="0">
                <a:latin typeface="Corbel"/>
                <a:cs typeface="Corbel"/>
              </a:rPr>
              <a:t>nature</a:t>
            </a:r>
            <a:r>
              <a:rPr sz="1400" spc="130" dirty="0">
                <a:latin typeface="Corbel"/>
                <a:cs typeface="Corbel"/>
              </a:rPr>
              <a:t> </a:t>
            </a:r>
            <a:r>
              <a:rPr sz="1400" dirty="0">
                <a:latin typeface="Corbel"/>
                <a:cs typeface="Corbel"/>
              </a:rPr>
              <a:t>of</a:t>
            </a:r>
            <a:r>
              <a:rPr sz="1400" spc="125" dirty="0">
                <a:latin typeface="Corbel"/>
                <a:cs typeface="Corbel"/>
              </a:rPr>
              <a:t> </a:t>
            </a:r>
            <a:r>
              <a:rPr sz="1400" dirty="0">
                <a:latin typeface="Corbel"/>
                <a:cs typeface="Corbel"/>
              </a:rPr>
              <a:t>the</a:t>
            </a:r>
            <a:r>
              <a:rPr sz="1400" spc="130" dirty="0">
                <a:latin typeface="Corbel"/>
                <a:cs typeface="Corbel"/>
              </a:rPr>
              <a:t> </a:t>
            </a:r>
            <a:r>
              <a:rPr sz="1400" dirty="0">
                <a:latin typeface="Corbel"/>
                <a:cs typeface="Corbel"/>
              </a:rPr>
              <a:t>system,</a:t>
            </a:r>
            <a:r>
              <a:rPr sz="1400" spc="130" dirty="0">
                <a:latin typeface="Corbel"/>
                <a:cs typeface="Corbel"/>
              </a:rPr>
              <a:t> </a:t>
            </a:r>
            <a:r>
              <a:rPr sz="1400" dirty="0">
                <a:latin typeface="Corbel"/>
                <a:cs typeface="Corbel"/>
              </a:rPr>
              <a:t>e.g.,</a:t>
            </a:r>
            <a:r>
              <a:rPr sz="1400" spc="135" dirty="0">
                <a:latin typeface="Corbel"/>
                <a:cs typeface="Corbel"/>
              </a:rPr>
              <a:t> </a:t>
            </a:r>
            <a:r>
              <a:rPr sz="1400" dirty="0">
                <a:latin typeface="Corbel"/>
                <a:cs typeface="Corbel"/>
              </a:rPr>
              <a:t>the</a:t>
            </a:r>
            <a:r>
              <a:rPr sz="1400" spc="125" dirty="0">
                <a:latin typeface="Corbel"/>
                <a:cs typeface="Corbel"/>
              </a:rPr>
              <a:t> </a:t>
            </a:r>
            <a:r>
              <a:rPr sz="1400" dirty="0">
                <a:latin typeface="Corbel"/>
                <a:cs typeface="Corbel"/>
              </a:rPr>
              <a:t>shape</a:t>
            </a:r>
            <a:r>
              <a:rPr sz="1400" spc="125" dirty="0">
                <a:latin typeface="Corbel"/>
                <a:cs typeface="Corbel"/>
              </a:rPr>
              <a:t> </a:t>
            </a:r>
            <a:r>
              <a:rPr sz="1400" dirty="0">
                <a:latin typeface="Corbel"/>
                <a:cs typeface="Corbel"/>
              </a:rPr>
              <a:t>of</a:t>
            </a:r>
            <a:r>
              <a:rPr sz="1400" spc="130" dirty="0">
                <a:latin typeface="Corbel"/>
                <a:cs typeface="Corbel"/>
              </a:rPr>
              <a:t> </a:t>
            </a:r>
            <a:r>
              <a:rPr sz="1400" dirty="0">
                <a:latin typeface="Corbel"/>
                <a:cs typeface="Corbel"/>
              </a:rPr>
              <a:t>orbital</a:t>
            </a:r>
            <a:r>
              <a:rPr sz="1400" spc="125" dirty="0">
                <a:latin typeface="Corbel"/>
                <a:cs typeface="Corbel"/>
              </a:rPr>
              <a:t> </a:t>
            </a:r>
            <a:r>
              <a:rPr sz="1400" dirty="0">
                <a:latin typeface="Corbel"/>
                <a:cs typeface="Corbel"/>
              </a:rPr>
              <a:t>planes</a:t>
            </a:r>
            <a:r>
              <a:rPr sz="1400" spc="125" dirty="0">
                <a:latin typeface="Corbel"/>
                <a:cs typeface="Corbel"/>
              </a:rPr>
              <a:t> </a:t>
            </a:r>
            <a:r>
              <a:rPr sz="1400" dirty="0">
                <a:latin typeface="Corbel"/>
                <a:cs typeface="Corbel"/>
              </a:rPr>
              <a:t>and</a:t>
            </a:r>
            <a:r>
              <a:rPr sz="1400" spc="125" dirty="0">
                <a:latin typeface="Corbel"/>
                <a:cs typeface="Corbel"/>
              </a:rPr>
              <a:t> </a:t>
            </a:r>
            <a:r>
              <a:rPr sz="1400" spc="-10" dirty="0">
                <a:latin typeface="Corbel"/>
                <a:cs typeface="Corbel"/>
              </a:rPr>
              <a:t>receiver 	structure.</a:t>
            </a:r>
            <a:endParaRPr sz="1400">
              <a:latin typeface="Corbel"/>
              <a:cs typeface="Corbel"/>
            </a:endParaRPr>
          </a:p>
          <a:p>
            <a:pPr marL="808355" marR="5080" lvl="1" indent="-339090" algn="just">
              <a:lnSpc>
                <a:spcPct val="99400"/>
              </a:lnSpc>
              <a:spcBef>
                <a:spcPts val="595"/>
              </a:spcBef>
              <a:buAutoNum type="romanLcPeriod"/>
              <a:tabLst>
                <a:tab pos="812165" algn="l"/>
              </a:tabLst>
            </a:pPr>
            <a:r>
              <a:rPr sz="1200" dirty="0">
                <a:latin typeface="Corbel"/>
                <a:cs typeface="Corbel"/>
              </a:rPr>
              <a:t>Satellite</a:t>
            </a:r>
            <a:r>
              <a:rPr sz="1200" spc="155" dirty="0">
                <a:latin typeface="Corbel"/>
                <a:cs typeface="Corbel"/>
              </a:rPr>
              <a:t> </a:t>
            </a:r>
            <a:r>
              <a:rPr sz="1200" dirty="0">
                <a:latin typeface="Corbel"/>
                <a:cs typeface="Corbel"/>
              </a:rPr>
              <a:t>orbital</a:t>
            </a:r>
            <a:r>
              <a:rPr sz="1200" spc="145" dirty="0">
                <a:latin typeface="Corbel"/>
                <a:cs typeface="Corbel"/>
              </a:rPr>
              <a:t> </a:t>
            </a:r>
            <a:r>
              <a:rPr sz="1200" dirty="0">
                <a:latin typeface="Corbel"/>
                <a:cs typeface="Corbel"/>
              </a:rPr>
              <a:t>errors</a:t>
            </a:r>
            <a:r>
              <a:rPr sz="1200" spc="160" dirty="0">
                <a:latin typeface="Corbel"/>
                <a:cs typeface="Corbel"/>
              </a:rPr>
              <a:t> </a:t>
            </a:r>
            <a:r>
              <a:rPr sz="1200" dirty="0">
                <a:latin typeface="Corbel"/>
                <a:cs typeface="Corbel"/>
              </a:rPr>
              <a:t>-</a:t>
            </a:r>
            <a:r>
              <a:rPr sz="1200" spc="150" dirty="0">
                <a:latin typeface="Corbel"/>
                <a:cs typeface="Corbel"/>
              </a:rPr>
              <a:t> </a:t>
            </a:r>
            <a:r>
              <a:rPr sz="1200" dirty="0">
                <a:latin typeface="Corbel"/>
                <a:cs typeface="Corbel"/>
              </a:rPr>
              <a:t>Receivers</a:t>
            </a:r>
            <a:r>
              <a:rPr sz="1200" spc="155" dirty="0">
                <a:latin typeface="Corbel"/>
                <a:cs typeface="Corbel"/>
              </a:rPr>
              <a:t> </a:t>
            </a:r>
            <a:r>
              <a:rPr sz="1200" dirty="0">
                <a:latin typeface="Corbel"/>
                <a:cs typeface="Corbel"/>
              </a:rPr>
              <a:t>calculate</a:t>
            </a:r>
            <a:r>
              <a:rPr sz="1200" spc="155" dirty="0">
                <a:latin typeface="Corbel"/>
                <a:cs typeface="Corbel"/>
              </a:rPr>
              <a:t> </a:t>
            </a:r>
            <a:r>
              <a:rPr sz="1200" dirty="0">
                <a:latin typeface="Corbel"/>
                <a:cs typeface="Corbel"/>
              </a:rPr>
              <a:t>satellite</a:t>
            </a:r>
            <a:r>
              <a:rPr sz="1200" spc="160" dirty="0">
                <a:latin typeface="Corbel"/>
                <a:cs typeface="Corbel"/>
              </a:rPr>
              <a:t> </a:t>
            </a:r>
            <a:r>
              <a:rPr sz="1200" dirty="0">
                <a:latin typeface="Corbel"/>
                <a:cs typeface="Corbel"/>
              </a:rPr>
              <a:t>position</a:t>
            </a:r>
            <a:r>
              <a:rPr sz="1200" spc="155" dirty="0">
                <a:latin typeface="Corbel"/>
                <a:cs typeface="Corbel"/>
              </a:rPr>
              <a:t> </a:t>
            </a:r>
            <a:r>
              <a:rPr sz="1200" dirty="0">
                <a:latin typeface="Corbel"/>
                <a:cs typeface="Corbel"/>
              </a:rPr>
              <a:t>based</a:t>
            </a:r>
            <a:r>
              <a:rPr sz="1200" spc="150" dirty="0">
                <a:latin typeface="Corbel"/>
                <a:cs typeface="Corbel"/>
              </a:rPr>
              <a:t> </a:t>
            </a:r>
            <a:r>
              <a:rPr sz="1200" dirty="0">
                <a:latin typeface="Corbel"/>
                <a:cs typeface="Corbel"/>
              </a:rPr>
              <a:t>on</a:t>
            </a:r>
            <a:r>
              <a:rPr sz="1200" spc="155" dirty="0">
                <a:latin typeface="Corbel"/>
                <a:cs typeface="Corbel"/>
              </a:rPr>
              <a:t> </a:t>
            </a:r>
            <a:r>
              <a:rPr sz="1200" dirty="0">
                <a:latin typeface="Corbel"/>
                <a:cs typeface="Corbel"/>
              </a:rPr>
              <a:t>information</a:t>
            </a:r>
            <a:r>
              <a:rPr sz="1200" spc="160" dirty="0">
                <a:latin typeface="Corbel"/>
                <a:cs typeface="Corbel"/>
              </a:rPr>
              <a:t> </a:t>
            </a:r>
            <a:r>
              <a:rPr sz="1200" dirty="0">
                <a:latin typeface="Corbel"/>
                <a:cs typeface="Corbel"/>
              </a:rPr>
              <a:t>contained</a:t>
            </a:r>
            <a:r>
              <a:rPr sz="1200" spc="145" dirty="0">
                <a:latin typeface="Corbel"/>
                <a:cs typeface="Corbel"/>
              </a:rPr>
              <a:t> </a:t>
            </a:r>
            <a:r>
              <a:rPr sz="1200" dirty="0">
                <a:latin typeface="Corbel"/>
                <a:cs typeface="Corbel"/>
              </a:rPr>
              <a:t>in</a:t>
            </a:r>
            <a:r>
              <a:rPr sz="1200" spc="160" dirty="0">
                <a:latin typeface="Corbel"/>
                <a:cs typeface="Corbel"/>
              </a:rPr>
              <a:t> </a:t>
            </a:r>
            <a:r>
              <a:rPr sz="1200" dirty="0">
                <a:latin typeface="Corbel"/>
                <a:cs typeface="Corbel"/>
              </a:rPr>
              <a:t>the</a:t>
            </a:r>
            <a:r>
              <a:rPr sz="1200" spc="155" dirty="0">
                <a:latin typeface="Corbel"/>
                <a:cs typeface="Corbel"/>
              </a:rPr>
              <a:t> </a:t>
            </a:r>
            <a:r>
              <a:rPr sz="1200" dirty="0">
                <a:latin typeface="Corbel"/>
                <a:cs typeface="Corbel"/>
              </a:rPr>
              <a:t>navigation</a:t>
            </a:r>
            <a:r>
              <a:rPr sz="1200" spc="155" dirty="0">
                <a:latin typeface="Corbel"/>
                <a:cs typeface="Corbel"/>
              </a:rPr>
              <a:t> </a:t>
            </a:r>
            <a:r>
              <a:rPr sz="1200" dirty="0">
                <a:latin typeface="Corbel"/>
                <a:cs typeface="Corbel"/>
              </a:rPr>
              <a:t>message</a:t>
            </a:r>
            <a:r>
              <a:rPr sz="1200" spc="160" dirty="0">
                <a:latin typeface="Corbel"/>
                <a:cs typeface="Corbel"/>
              </a:rPr>
              <a:t> </a:t>
            </a:r>
            <a:r>
              <a:rPr sz="1200" dirty="0">
                <a:latin typeface="Corbel"/>
                <a:cs typeface="Corbel"/>
              </a:rPr>
              <a:t>known</a:t>
            </a:r>
            <a:r>
              <a:rPr sz="1200" spc="155" dirty="0">
                <a:latin typeface="Corbel"/>
                <a:cs typeface="Corbel"/>
              </a:rPr>
              <a:t> </a:t>
            </a:r>
            <a:r>
              <a:rPr sz="1200" dirty="0">
                <a:latin typeface="Corbel"/>
                <a:cs typeface="Corbel"/>
              </a:rPr>
              <a:t>as</a:t>
            </a:r>
            <a:r>
              <a:rPr sz="1200" spc="155" dirty="0">
                <a:latin typeface="Corbel"/>
                <a:cs typeface="Corbel"/>
              </a:rPr>
              <a:t> </a:t>
            </a:r>
            <a:r>
              <a:rPr sz="1200" spc="-10" dirty="0">
                <a:latin typeface="Corbel"/>
                <a:cs typeface="Corbel"/>
              </a:rPr>
              <a:t>satellite 	</a:t>
            </a:r>
            <a:r>
              <a:rPr sz="1200" dirty="0">
                <a:latin typeface="Corbel"/>
                <a:cs typeface="Corbel"/>
              </a:rPr>
              <a:t>ephemeris.</a:t>
            </a:r>
            <a:r>
              <a:rPr sz="1200" spc="85" dirty="0">
                <a:latin typeface="Corbel"/>
                <a:cs typeface="Corbel"/>
              </a:rPr>
              <a:t> </a:t>
            </a:r>
            <a:r>
              <a:rPr sz="1200" dirty="0">
                <a:latin typeface="Corbel"/>
                <a:cs typeface="Corbel"/>
              </a:rPr>
              <a:t>These</a:t>
            </a:r>
            <a:r>
              <a:rPr sz="1200" spc="95" dirty="0">
                <a:latin typeface="Corbel"/>
                <a:cs typeface="Corbel"/>
              </a:rPr>
              <a:t> </a:t>
            </a:r>
            <a:r>
              <a:rPr sz="1200" dirty="0">
                <a:latin typeface="Corbel"/>
                <a:cs typeface="Corbel"/>
              </a:rPr>
              <a:t>ephemeris</a:t>
            </a:r>
            <a:r>
              <a:rPr sz="1200" spc="95" dirty="0">
                <a:latin typeface="Corbel"/>
                <a:cs typeface="Corbel"/>
              </a:rPr>
              <a:t> </a:t>
            </a:r>
            <a:r>
              <a:rPr sz="1200" dirty="0">
                <a:latin typeface="Corbel"/>
                <a:cs typeface="Corbel"/>
              </a:rPr>
              <a:t>parameters</a:t>
            </a:r>
            <a:r>
              <a:rPr sz="1200" spc="90" dirty="0">
                <a:latin typeface="Corbel"/>
                <a:cs typeface="Corbel"/>
              </a:rPr>
              <a:t> </a:t>
            </a:r>
            <a:r>
              <a:rPr sz="1200" dirty="0">
                <a:latin typeface="Corbel"/>
                <a:cs typeface="Corbel"/>
              </a:rPr>
              <a:t>are</a:t>
            </a:r>
            <a:r>
              <a:rPr sz="1200" spc="95" dirty="0">
                <a:latin typeface="Corbel"/>
                <a:cs typeface="Corbel"/>
              </a:rPr>
              <a:t> </a:t>
            </a:r>
            <a:r>
              <a:rPr sz="1200" dirty="0">
                <a:latin typeface="Corbel"/>
                <a:cs typeface="Corbel"/>
              </a:rPr>
              <a:t>estimated</a:t>
            </a:r>
            <a:r>
              <a:rPr sz="1200" spc="90" dirty="0">
                <a:latin typeface="Corbel"/>
                <a:cs typeface="Corbel"/>
              </a:rPr>
              <a:t> </a:t>
            </a:r>
            <a:r>
              <a:rPr sz="1200" dirty="0">
                <a:latin typeface="Corbel"/>
                <a:cs typeface="Corbel"/>
              </a:rPr>
              <a:t>at</a:t>
            </a:r>
            <a:r>
              <a:rPr sz="1200" spc="90" dirty="0">
                <a:latin typeface="Corbel"/>
                <a:cs typeface="Corbel"/>
              </a:rPr>
              <a:t> </a:t>
            </a:r>
            <a:r>
              <a:rPr sz="1200" dirty="0">
                <a:latin typeface="Corbel"/>
                <a:cs typeface="Corbel"/>
              </a:rPr>
              <a:t>the</a:t>
            </a:r>
            <a:r>
              <a:rPr sz="1200" spc="90" dirty="0">
                <a:latin typeface="Corbel"/>
                <a:cs typeface="Corbel"/>
              </a:rPr>
              <a:t> </a:t>
            </a:r>
            <a:r>
              <a:rPr sz="1200" dirty="0">
                <a:latin typeface="Corbel"/>
                <a:cs typeface="Corbel"/>
              </a:rPr>
              <a:t>control</a:t>
            </a:r>
            <a:r>
              <a:rPr sz="1200" spc="90" dirty="0">
                <a:latin typeface="Corbel"/>
                <a:cs typeface="Corbel"/>
              </a:rPr>
              <a:t> </a:t>
            </a:r>
            <a:r>
              <a:rPr sz="1200" dirty="0">
                <a:latin typeface="Corbel"/>
                <a:cs typeface="Corbel"/>
              </a:rPr>
              <a:t>segment</a:t>
            </a:r>
            <a:r>
              <a:rPr sz="1200" spc="90" dirty="0">
                <a:latin typeface="Corbel"/>
                <a:cs typeface="Corbel"/>
              </a:rPr>
              <a:t> </a:t>
            </a:r>
            <a:r>
              <a:rPr sz="1200" dirty="0">
                <a:latin typeface="Corbel"/>
                <a:cs typeface="Corbel"/>
              </a:rPr>
              <a:t>and</a:t>
            </a:r>
            <a:r>
              <a:rPr sz="1200" spc="90" dirty="0">
                <a:latin typeface="Corbel"/>
                <a:cs typeface="Corbel"/>
              </a:rPr>
              <a:t> </a:t>
            </a:r>
            <a:r>
              <a:rPr sz="1200" dirty="0">
                <a:latin typeface="Corbel"/>
                <a:cs typeface="Corbel"/>
              </a:rPr>
              <a:t>then</a:t>
            </a:r>
            <a:r>
              <a:rPr sz="1200" spc="90" dirty="0">
                <a:latin typeface="Corbel"/>
                <a:cs typeface="Corbel"/>
              </a:rPr>
              <a:t> </a:t>
            </a:r>
            <a:r>
              <a:rPr sz="1200" dirty="0">
                <a:latin typeface="Corbel"/>
                <a:cs typeface="Corbel"/>
              </a:rPr>
              <a:t>uploaded</a:t>
            </a:r>
            <a:r>
              <a:rPr sz="1200" spc="90" dirty="0">
                <a:latin typeface="Corbel"/>
                <a:cs typeface="Corbel"/>
              </a:rPr>
              <a:t> </a:t>
            </a:r>
            <a:r>
              <a:rPr sz="1200" dirty="0">
                <a:latin typeface="Corbel"/>
                <a:cs typeface="Corbel"/>
              </a:rPr>
              <a:t>to</a:t>
            </a:r>
            <a:r>
              <a:rPr sz="1200" spc="90" dirty="0">
                <a:latin typeface="Corbel"/>
                <a:cs typeface="Corbel"/>
              </a:rPr>
              <a:t> </a:t>
            </a:r>
            <a:r>
              <a:rPr sz="1200" dirty="0">
                <a:latin typeface="Corbel"/>
                <a:cs typeface="Corbel"/>
              </a:rPr>
              <a:t>satellites.</a:t>
            </a:r>
            <a:r>
              <a:rPr sz="1200" spc="90" dirty="0">
                <a:latin typeface="Corbel"/>
                <a:cs typeface="Corbel"/>
              </a:rPr>
              <a:t> </a:t>
            </a:r>
            <a:r>
              <a:rPr sz="1200" dirty="0">
                <a:latin typeface="Corbel"/>
                <a:cs typeface="Corbel"/>
              </a:rPr>
              <a:t>Satellites</a:t>
            </a:r>
            <a:r>
              <a:rPr sz="1200" spc="95" dirty="0">
                <a:latin typeface="Corbel"/>
                <a:cs typeface="Corbel"/>
              </a:rPr>
              <a:t> </a:t>
            </a:r>
            <a:r>
              <a:rPr sz="1200" dirty="0">
                <a:latin typeface="Corbel"/>
                <a:cs typeface="Corbel"/>
              </a:rPr>
              <a:t>broadcast</a:t>
            </a:r>
            <a:r>
              <a:rPr sz="1200" spc="85" dirty="0">
                <a:latin typeface="Corbel"/>
                <a:cs typeface="Corbel"/>
              </a:rPr>
              <a:t> </a:t>
            </a:r>
            <a:r>
              <a:rPr sz="1200" spc="-10" dirty="0">
                <a:latin typeface="Corbel"/>
                <a:cs typeface="Corbel"/>
              </a:rPr>
              <a:t>updated 	</a:t>
            </a:r>
            <a:r>
              <a:rPr sz="1200" dirty="0">
                <a:latin typeface="Corbel"/>
                <a:cs typeface="Corbel"/>
              </a:rPr>
              <a:t>ephemeris</a:t>
            </a:r>
            <a:r>
              <a:rPr sz="1200" spc="105" dirty="0">
                <a:latin typeface="Corbel"/>
                <a:cs typeface="Corbel"/>
              </a:rPr>
              <a:t> </a:t>
            </a:r>
            <a:r>
              <a:rPr sz="1200" dirty="0">
                <a:latin typeface="Corbel"/>
                <a:cs typeface="Corbel"/>
              </a:rPr>
              <a:t>data</a:t>
            </a:r>
            <a:r>
              <a:rPr sz="1200" spc="100" dirty="0">
                <a:latin typeface="Corbel"/>
                <a:cs typeface="Corbel"/>
              </a:rPr>
              <a:t> </a:t>
            </a:r>
            <a:r>
              <a:rPr sz="1200" dirty="0">
                <a:latin typeface="Corbel"/>
                <a:cs typeface="Corbel"/>
              </a:rPr>
              <a:t>every</a:t>
            </a:r>
            <a:r>
              <a:rPr sz="1200" spc="105" dirty="0">
                <a:latin typeface="Corbel"/>
                <a:cs typeface="Corbel"/>
              </a:rPr>
              <a:t> </a:t>
            </a:r>
            <a:r>
              <a:rPr sz="1200" dirty="0">
                <a:latin typeface="Corbel"/>
                <a:cs typeface="Corbel"/>
              </a:rPr>
              <a:t>2</a:t>
            </a:r>
            <a:r>
              <a:rPr sz="1200" spc="100" dirty="0">
                <a:latin typeface="Corbel"/>
                <a:cs typeface="Corbel"/>
              </a:rPr>
              <a:t> </a:t>
            </a:r>
            <a:r>
              <a:rPr sz="1200" dirty="0">
                <a:latin typeface="Corbel"/>
                <a:cs typeface="Corbel"/>
              </a:rPr>
              <a:t>hours;</a:t>
            </a:r>
            <a:r>
              <a:rPr sz="1200" spc="110" dirty="0">
                <a:latin typeface="Corbel"/>
                <a:cs typeface="Corbel"/>
              </a:rPr>
              <a:t> </a:t>
            </a:r>
            <a:r>
              <a:rPr sz="1200" dirty="0">
                <a:latin typeface="Corbel"/>
                <a:cs typeface="Corbel"/>
              </a:rPr>
              <a:t>however,</a:t>
            </a:r>
            <a:r>
              <a:rPr sz="1200" spc="95" dirty="0">
                <a:latin typeface="Corbel"/>
                <a:cs typeface="Corbel"/>
              </a:rPr>
              <a:t> </a:t>
            </a:r>
            <a:r>
              <a:rPr sz="1200" dirty="0">
                <a:latin typeface="Corbel"/>
                <a:cs typeface="Corbel"/>
              </a:rPr>
              <a:t>these</a:t>
            </a:r>
            <a:r>
              <a:rPr sz="1200" spc="105" dirty="0">
                <a:latin typeface="Corbel"/>
                <a:cs typeface="Corbel"/>
              </a:rPr>
              <a:t> </a:t>
            </a:r>
            <a:r>
              <a:rPr sz="1200" dirty="0">
                <a:latin typeface="Corbel"/>
                <a:cs typeface="Corbel"/>
              </a:rPr>
              <a:t>parameters</a:t>
            </a:r>
            <a:r>
              <a:rPr sz="1200" spc="105" dirty="0">
                <a:latin typeface="Corbel"/>
                <a:cs typeface="Corbel"/>
              </a:rPr>
              <a:t> </a:t>
            </a:r>
            <a:r>
              <a:rPr sz="1200" dirty="0">
                <a:latin typeface="Corbel"/>
                <a:cs typeface="Corbel"/>
              </a:rPr>
              <a:t>are</a:t>
            </a:r>
            <a:r>
              <a:rPr sz="1200" spc="105" dirty="0">
                <a:latin typeface="Corbel"/>
                <a:cs typeface="Corbel"/>
              </a:rPr>
              <a:t> </a:t>
            </a:r>
            <a:r>
              <a:rPr sz="1200" dirty="0">
                <a:latin typeface="Corbel"/>
                <a:cs typeface="Corbel"/>
              </a:rPr>
              <a:t>estimated</a:t>
            </a:r>
            <a:r>
              <a:rPr sz="1200" spc="95" dirty="0">
                <a:latin typeface="Corbel"/>
                <a:cs typeface="Corbel"/>
              </a:rPr>
              <a:t> </a:t>
            </a:r>
            <a:r>
              <a:rPr sz="1200" dirty="0">
                <a:latin typeface="Corbel"/>
                <a:cs typeface="Corbel"/>
              </a:rPr>
              <a:t>using</a:t>
            </a:r>
            <a:r>
              <a:rPr sz="1200" spc="110" dirty="0">
                <a:latin typeface="Corbel"/>
                <a:cs typeface="Corbel"/>
              </a:rPr>
              <a:t> </a:t>
            </a:r>
            <a:r>
              <a:rPr sz="1200" dirty="0">
                <a:latin typeface="Corbel"/>
                <a:cs typeface="Corbel"/>
              </a:rPr>
              <a:t>a</a:t>
            </a:r>
            <a:r>
              <a:rPr sz="1200" spc="100" dirty="0">
                <a:latin typeface="Corbel"/>
                <a:cs typeface="Corbel"/>
              </a:rPr>
              <a:t> </a:t>
            </a:r>
            <a:r>
              <a:rPr sz="1200" dirty="0">
                <a:latin typeface="Corbel"/>
                <a:cs typeface="Corbel"/>
              </a:rPr>
              <a:t>curve</a:t>
            </a:r>
            <a:r>
              <a:rPr sz="1200" spc="105" dirty="0">
                <a:latin typeface="Corbel"/>
                <a:cs typeface="Corbel"/>
              </a:rPr>
              <a:t> </a:t>
            </a:r>
            <a:r>
              <a:rPr sz="1200" dirty="0">
                <a:latin typeface="Corbel"/>
                <a:cs typeface="Corbel"/>
              </a:rPr>
              <a:t>fit</a:t>
            </a:r>
            <a:r>
              <a:rPr sz="1200" spc="95" dirty="0">
                <a:latin typeface="Corbel"/>
                <a:cs typeface="Corbel"/>
              </a:rPr>
              <a:t> </a:t>
            </a:r>
            <a:r>
              <a:rPr sz="1200" dirty="0">
                <a:latin typeface="Corbel"/>
                <a:cs typeface="Corbel"/>
              </a:rPr>
              <a:t>to</a:t>
            </a:r>
            <a:r>
              <a:rPr sz="1200" spc="105" dirty="0">
                <a:latin typeface="Corbel"/>
                <a:cs typeface="Corbel"/>
              </a:rPr>
              <a:t> </a:t>
            </a:r>
            <a:r>
              <a:rPr sz="1200" dirty="0">
                <a:latin typeface="Corbel"/>
                <a:cs typeface="Corbel"/>
              </a:rPr>
              <a:t>predict</a:t>
            </a:r>
            <a:r>
              <a:rPr sz="1200" spc="95" dirty="0">
                <a:latin typeface="Corbel"/>
                <a:cs typeface="Corbel"/>
              </a:rPr>
              <a:t> </a:t>
            </a:r>
            <a:r>
              <a:rPr sz="1200" dirty="0">
                <a:latin typeface="Corbel"/>
                <a:cs typeface="Corbel"/>
              </a:rPr>
              <a:t>the</a:t>
            </a:r>
            <a:r>
              <a:rPr sz="1200" spc="110" dirty="0">
                <a:latin typeface="Corbel"/>
                <a:cs typeface="Corbel"/>
              </a:rPr>
              <a:t> </a:t>
            </a:r>
            <a:r>
              <a:rPr sz="1200" dirty="0">
                <a:latin typeface="Corbel"/>
                <a:cs typeface="Corbel"/>
              </a:rPr>
              <a:t>satellite</a:t>
            </a:r>
            <a:r>
              <a:rPr sz="1200" spc="105" dirty="0">
                <a:latin typeface="Corbel"/>
                <a:cs typeface="Corbel"/>
              </a:rPr>
              <a:t> </a:t>
            </a:r>
            <a:r>
              <a:rPr sz="1200" dirty="0">
                <a:latin typeface="Corbel"/>
                <a:cs typeface="Corbel"/>
              </a:rPr>
              <a:t>orbit,</a:t>
            </a:r>
            <a:r>
              <a:rPr sz="1200" spc="100" dirty="0">
                <a:latin typeface="Corbel"/>
                <a:cs typeface="Corbel"/>
              </a:rPr>
              <a:t> </a:t>
            </a:r>
            <a:r>
              <a:rPr sz="1200" dirty="0">
                <a:latin typeface="Corbel"/>
                <a:cs typeface="Corbel"/>
              </a:rPr>
              <a:t>which</a:t>
            </a:r>
            <a:r>
              <a:rPr sz="1200" spc="100" dirty="0">
                <a:latin typeface="Corbel"/>
                <a:cs typeface="Corbel"/>
              </a:rPr>
              <a:t> </a:t>
            </a:r>
            <a:r>
              <a:rPr sz="1200" dirty="0">
                <a:latin typeface="Corbel"/>
                <a:cs typeface="Corbel"/>
              </a:rPr>
              <a:t>leaves</a:t>
            </a:r>
            <a:r>
              <a:rPr sz="1200" spc="100" dirty="0">
                <a:latin typeface="Corbel"/>
                <a:cs typeface="Corbel"/>
              </a:rPr>
              <a:t> </a:t>
            </a:r>
            <a:r>
              <a:rPr sz="1200" spc="-10" dirty="0">
                <a:latin typeface="Corbel"/>
                <a:cs typeface="Corbel"/>
              </a:rPr>
              <a:t>residual 	</a:t>
            </a:r>
            <a:r>
              <a:rPr sz="1200" dirty="0">
                <a:latin typeface="Corbel"/>
                <a:cs typeface="Corbel"/>
              </a:rPr>
              <a:t>errors</a:t>
            </a:r>
            <a:r>
              <a:rPr sz="1200" spc="-25" dirty="0">
                <a:latin typeface="Corbel"/>
                <a:cs typeface="Corbel"/>
              </a:rPr>
              <a:t> </a:t>
            </a:r>
            <a:r>
              <a:rPr sz="1200" dirty="0">
                <a:latin typeface="Corbel"/>
                <a:cs typeface="Corbel"/>
              </a:rPr>
              <a:t>relative</a:t>
            </a:r>
            <a:r>
              <a:rPr sz="1200" spc="-25" dirty="0">
                <a:latin typeface="Corbel"/>
                <a:cs typeface="Corbel"/>
              </a:rPr>
              <a:t> </a:t>
            </a:r>
            <a:r>
              <a:rPr sz="1200" dirty="0">
                <a:latin typeface="Corbel"/>
                <a:cs typeface="Corbel"/>
              </a:rPr>
              <a:t>to</a:t>
            </a:r>
            <a:r>
              <a:rPr sz="1200" spc="-30" dirty="0">
                <a:latin typeface="Corbel"/>
                <a:cs typeface="Corbel"/>
              </a:rPr>
              <a:t> </a:t>
            </a:r>
            <a:r>
              <a:rPr sz="1200" dirty="0">
                <a:latin typeface="Corbel"/>
                <a:cs typeface="Corbel"/>
              </a:rPr>
              <a:t>the</a:t>
            </a:r>
            <a:r>
              <a:rPr sz="1200" spc="-30" dirty="0">
                <a:latin typeface="Corbel"/>
                <a:cs typeface="Corbel"/>
              </a:rPr>
              <a:t> </a:t>
            </a:r>
            <a:r>
              <a:rPr sz="1200" dirty="0">
                <a:latin typeface="Corbel"/>
                <a:cs typeface="Corbel"/>
              </a:rPr>
              <a:t>actual</a:t>
            </a:r>
            <a:r>
              <a:rPr sz="1200" spc="-35" dirty="0">
                <a:latin typeface="Corbel"/>
                <a:cs typeface="Corbel"/>
              </a:rPr>
              <a:t> </a:t>
            </a:r>
            <a:r>
              <a:rPr sz="1200" spc="-10" dirty="0">
                <a:latin typeface="Corbel"/>
                <a:cs typeface="Corbel"/>
              </a:rPr>
              <a:t>orbit.</a:t>
            </a:r>
            <a:endParaRPr sz="1200">
              <a:latin typeface="Corbel"/>
              <a:cs typeface="Corbel"/>
            </a:endParaRPr>
          </a:p>
          <a:p>
            <a:pPr marL="808355" marR="5715" lvl="1" indent="-339090" algn="just">
              <a:lnSpc>
                <a:spcPct val="99400"/>
              </a:lnSpc>
              <a:spcBef>
                <a:spcPts val="965"/>
              </a:spcBef>
              <a:buAutoNum type="romanLcPeriod"/>
              <a:tabLst>
                <a:tab pos="812165" algn="l"/>
              </a:tabLst>
            </a:pPr>
            <a:r>
              <a:rPr sz="1200" dirty="0">
                <a:latin typeface="Corbel"/>
                <a:cs typeface="Corbel"/>
              </a:rPr>
              <a:t>Receiver</a:t>
            </a:r>
            <a:r>
              <a:rPr sz="1200" spc="-20" dirty="0">
                <a:latin typeface="Corbel"/>
                <a:cs typeface="Corbel"/>
              </a:rPr>
              <a:t> </a:t>
            </a:r>
            <a:r>
              <a:rPr sz="1200" dirty="0">
                <a:latin typeface="Corbel"/>
                <a:cs typeface="Corbel"/>
              </a:rPr>
              <a:t>noise</a:t>
            </a:r>
            <a:r>
              <a:rPr sz="1200" spc="-15" dirty="0">
                <a:latin typeface="Corbel"/>
                <a:cs typeface="Corbel"/>
              </a:rPr>
              <a:t> </a:t>
            </a:r>
            <a:r>
              <a:rPr sz="1200" dirty="0">
                <a:latin typeface="Corbel"/>
                <a:cs typeface="Corbel"/>
              </a:rPr>
              <a:t>-</a:t>
            </a:r>
            <a:r>
              <a:rPr sz="1200" spc="-10" dirty="0">
                <a:latin typeface="Corbel"/>
                <a:cs typeface="Corbel"/>
              </a:rPr>
              <a:t> </a:t>
            </a:r>
            <a:r>
              <a:rPr sz="1200" dirty="0">
                <a:latin typeface="Corbel"/>
                <a:cs typeface="Corbel"/>
              </a:rPr>
              <a:t>Receiver</a:t>
            </a:r>
            <a:r>
              <a:rPr sz="1200" spc="-20" dirty="0">
                <a:latin typeface="Corbel"/>
                <a:cs typeface="Corbel"/>
              </a:rPr>
              <a:t> </a:t>
            </a:r>
            <a:r>
              <a:rPr sz="1200" dirty="0">
                <a:latin typeface="Corbel"/>
                <a:cs typeface="Corbel"/>
              </a:rPr>
              <a:t>noise</a:t>
            </a:r>
            <a:r>
              <a:rPr sz="1200" spc="-15" dirty="0">
                <a:latin typeface="Corbel"/>
                <a:cs typeface="Corbel"/>
              </a:rPr>
              <a:t> </a:t>
            </a:r>
            <a:r>
              <a:rPr sz="1200" dirty="0">
                <a:latin typeface="Corbel"/>
                <a:cs typeface="Corbel"/>
              </a:rPr>
              <a:t>is</a:t>
            </a:r>
            <a:r>
              <a:rPr sz="1200" spc="-10" dirty="0">
                <a:latin typeface="Corbel"/>
                <a:cs typeface="Corbel"/>
              </a:rPr>
              <a:t> </a:t>
            </a:r>
            <a:r>
              <a:rPr sz="1200" dirty="0">
                <a:latin typeface="Corbel"/>
                <a:cs typeface="Corbel"/>
              </a:rPr>
              <a:t>a</a:t>
            </a:r>
            <a:r>
              <a:rPr sz="1200" spc="-15" dirty="0">
                <a:latin typeface="Corbel"/>
                <a:cs typeface="Corbel"/>
              </a:rPr>
              <a:t> </a:t>
            </a:r>
            <a:r>
              <a:rPr sz="1200" dirty="0">
                <a:latin typeface="Corbel"/>
                <a:cs typeface="Corbel"/>
              </a:rPr>
              <a:t>complex</a:t>
            </a:r>
            <a:r>
              <a:rPr sz="1200" spc="-15" dirty="0">
                <a:latin typeface="Corbel"/>
                <a:cs typeface="Corbel"/>
              </a:rPr>
              <a:t> </a:t>
            </a:r>
            <a:r>
              <a:rPr sz="1200" dirty="0">
                <a:latin typeface="Corbel"/>
                <a:cs typeface="Corbel"/>
              </a:rPr>
              <a:t>error</a:t>
            </a:r>
            <a:r>
              <a:rPr sz="1200" spc="-10" dirty="0">
                <a:latin typeface="Corbel"/>
                <a:cs typeface="Corbel"/>
              </a:rPr>
              <a:t> </a:t>
            </a:r>
            <a:r>
              <a:rPr sz="1200" dirty="0">
                <a:latin typeface="Corbel"/>
                <a:cs typeface="Corbel"/>
              </a:rPr>
              <a:t>generated</a:t>
            </a:r>
            <a:r>
              <a:rPr sz="1200" spc="-20" dirty="0">
                <a:latin typeface="Corbel"/>
                <a:cs typeface="Corbel"/>
              </a:rPr>
              <a:t> </a:t>
            </a:r>
            <a:r>
              <a:rPr sz="1200" dirty="0">
                <a:latin typeface="Corbel"/>
                <a:cs typeface="Corbel"/>
              </a:rPr>
              <a:t>at</a:t>
            </a:r>
            <a:r>
              <a:rPr sz="1200" spc="-20" dirty="0">
                <a:latin typeface="Corbel"/>
                <a:cs typeface="Corbel"/>
              </a:rPr>
              <a:t> </a:t>
            </a:r>
            <a:r>
              <a:rPr sz="1200" dirty="0">
                <a:latin typeface="Corbel"/>
                <a:cs typeface="Corbel"/>
              </a:rPr>
              <a:t>the</a:t>
            </a:r>
            <a:r>
              <a:rPr sz="1200" spc="-10" dirty="0">
                <a:latin typeface="Corbel"/>
                <a:cs typeface="Corbel"/>
              </a:rPr>
              <a:t> </a:t>
            </a:r>
            <a:r>
              <a:rPr sz="1200" dirty="0">
                <a:latin typeface="Corbel"/>
                <a:cs typeface="Corbel"/>
              </a:rPr>
              <a:t>receiver’s</a:t>
            </a:r>
            <a:r>
              <a:rPr sz="1200" spc="-15" dirty="0">
                <a:latin typeface="Corbel"/>
                <a:cs typeface="Corbel"/>
              </a:rPr>
              <a:t> </a:t>
            </a:r>
            <a:r>
              <a:rPr sz="1200" dirty="0">
                <a:latin typeface="Corbel"/>
                <a:cs typeface="Corbel"/>
              </a:rPr>
              <a:t>side</a:t>
            </a:r>
            <a:r>
              <a:rPr sz="1200" spc="-15" dirty="0">
                <a:latin typeface="Corbel"/>
                <a:cs typeface="Corbel"/>
              </a:rPr>
              <a:t> </a:t>
            </a:r>
            <a:r>
              <a:rPr sz="1200" dirty="0">
                <a:latin typeface="Corbel"/>
                <a:cs typeface="Corbel"/>
              </a:rPr>
              <a:t>while</a:t>
            </a:r>
            <a:r>
              <a:rPr sz="1200" spc="-10" dirty="0">
                <a:latin typeface="Corbel"/>
                <a:cs typeface="Corbel"/>
              </a:rPr>
              <a:t> </a:t>
            </a:r>
            <a:r>
              <a:rPr sz="1200" dirty="0">
                <a:latin typeface="Corbel"/>
                <a:cs typeface="Corbel"/>
              </a:rPr>
              <a:t>measuring</a:t>
            </a:r>
            <a:r>
              <a:rPr sz="1200" spc="-15" dirty="0">
                <a:latin typeface="Corbel"/>
                <a:cs typeface="Corbel"/>
              </a:rPr>
              <a:t> </a:t>
            </a:r>
            <a:r>
              <a:rPr sz="1200" dirty="0">
                <a:latin typeface="Corbel"/>
                <a:cs typeface="Corbel"/>
              </a:rPr>
              <a:t>satellite</a:t>
            </a:r>
            <a:r>
              <a:rPr sz="1200" spc="-15" dirty="0">
                <a:latin typeface="Corbel"/>
                <a:cs typeface="Corbel"/>
              </a:rPr>
              <a:t> </a:t>
            </a:r>
            <a:r>
              <a:rPr sz="1200" dirty="0">
                <a:latin typeface="Corbel"/>
                <a:cs typeface="Corbel"/>
              </a:rPr>
              <a:t>signals.</a:t>
            </a:r>
            <a:r>
              <a:rPr sz="1200" spc="-15" dirty="0">
                <a:latin typeface="Corbel"/>
                <a:cs typeface="Corbel"/>
              </a:rPr>
              <a:t> </a:t>
            </a:r>
            <a:r>
              <a:rPr sz="1200" dirty="0">
                <a:latin typeface="Corbel"/>
                <a:cs typeface="Corbel"/>
              </a:rPr>
              <a:t>It</a:t>
            </a:r>
            <a:r>
              <a:rPr sz="1200" spc="-20" dirty="0">
                <a:latin typeface="Corbel"/>
                <a:cs typeface="Corbel"/>
              </a:rPr>
              <a:t> </a:t>
            </a:r>
            <a:r>
              <a:rPr sz="1200" dirty="0">
                <a:latin typeface="Corbel"/>
                <a:cs typeface="Corbel"/>
              </a:rPr>
              <a:t>covers</a:t>
            </a:r>
            <a:r>
              <a:rPr sz="1200" spc="-10" dirty="0">
                <a:latin typeface="Corbel"/>
                <a:cs typeface="Corbel"/>
              </a:rPr>
              <a:t> </a:t>
            </a:r>
            <a:r>
              <a:rPr sz="1200" dirty="0">
                <a:latin typeface="Corbel"/>
                <a:cs typeface="Corbel"/>
              </a:rPr>
              <a:t>a</a:t>
            </a:r>
            <a:r>
              <a:rPr sz="1200" spc="-15" dirty="0">
                <a:latin typeface="Corbel"/>
                <a:cs typeface="Corbel"/>
              </a:rPr>
              <a:t> </a:t>
            </a:r>
            <a:r>
              <a:rPr sz="1200" dirty="0">
                <a:latin typeface="Corbel"/>
                <a:cs typeface="Corbel"/>
              </a:rPr>
              <a:t>broad</a:t>
            </a:r>
            <a:r>
              <a:rPr sz="1200" spc="-20" dirty="0">
                <a:latin typeface="Corbel"/>
                <a:cs typeface="Corbel"/>
              </a:rPr>
              <a:t> </a:t>
            </a:r>
            <a:r>
              <a:rPr sz="1200" dirty="0">
                <a:latin typeface="Corbel"/>
                <a:cs typeface="Corbel"/>
              </a:rPr>
              <a:t>spectrum</a:t>
            </a:r>
            <a:r>
              <a:rPr sz="1200" spc="-5" dirty="0">
                <a:latin typeface="Corbel"/>
                <a:cs typeface="Corbel"/>
              </a:rPr>
              <a:t> </a:t>
            </a:r>
            <a:r>
              <a:rPr sz="1200" spc="-25" dirty="0">
                <a:latin typeface="Corbel"/>
                <a:cs typeface="Corbel"/>
              </a:rPr>
              <a:t>of 	</a:t>
            </a:r>
            <a:r>
              <a:rPr sz="1200" dirty="0">
                <a:latin typeface="Corbel"/>
                <a:cs typeface="Corbel"/>
              </a:rPr>
              <a:t>noise</a:t>
            </a:r>
            <a:r>
              <a:rPr sz="1200" spc="140" dirty="0">
                <a:latin typeface="Corbel"/>
                <a:cs typeface="Corbel"/>
              </a:rPr>
              <a:t> </a:t>
            </a:r>
            <a:r>
              <a:rPr sz="1200" dirty="0">
                <a:latin typeface="Corbel"/>
                <a:cs typeface="Corbel"/>
              </a:rPr>
              <a:t>types,</a:t>
            </a:r>
            <a:r>
              <a:rPr sz="1200" spc="135" dirty="0">
                <a:latin typeface="Corbel"/>
                <a:cs typeface="Corbel"/>
              </a:rPr>
              <a:t> </a:t>
            </a:r>
            <a:r>
              <a:rPr sz="1200" dirty="0">
                <a:latin typeface="Corbel"/>
                <a:cs typeface="Corbel"/>
              </a:rPr>
              <a:t>including</a:t>
            </a:r>
            <a:r>
              <a:rPr sz="1200" spc="140" dirty="0">
                <a:latin typeface="Corbel"/>
                <a:cs typeface="Corbel"/>
              </a:rPr>
              <a:t> </a:t>
            </a:r>
            <a:r>
              <a:rPr sz="1200" dirty="0">
                <a:latin typeface="Corbel"/>
                <a:cs typeface="Corbel"/>
              </a:rPr>
              <a:t>but</a:t>
            </a:r>
            <a:r>
              <a:rPr sz="1200" spc="135" dirty="0">
                <a:latin typeface="Corbel"/>
                <a:cs typeface="Corbel"/>
              </a:rPr>
              <a:t> </a:t>
            </a:r>
            <a:r>
              <a:rPr sz="1200" dirty="0">
                <a:latin typeface="Corbel"/>
                <a:cs typeface="Corbel"/>
              </a:rPr>
              <a:t>not</a:t>
            </a:r>
            <a:r>
              <a:rPr sz="1200" spc="135" dirty="0">
                <a:latin typeface="Corbel"/>
                <a:cs typeface="Corbel"/>
              </a:rPr>
              <a:t> </a:t>
            </a:r>
            <a:r>
              <a:rPr sz="1200" dirty="0">
                <a:latin typeface="Corbel"/>
                <a:cs typeface="Corbel"/>
              </a:rPr>
              <a:t>limited</a:t>
            </a:r>
            <a:r>
              <a:rPr sz="1200" spc="135" dirty="0">
                <a:latin typeface="Corbel"/>
                <a:cs typeface="Corbel"/>
              </a:rPr>
              <a:t> </a:t>
            </a:r>
            <a:r>
              <a:rPr sz="1200" dirty="0">
                <a:latin typeface="Corbel"/>
                <a:cs typeface="Corbel"/>
              </a:rPr>
              <a:t>to</a:t>
            </a:r>
            <a:r>
              <a:rPr sz="1200" spc="135" dirty="0">
                <a:latin typeface="Corbel"/>
                <a:cs typeface="Corbel"/>
              </a:rPr>
              <a:t> </a:t>
            </a:r>
            <a:r>
              <a:rPr sz="1200" dirty="0">
                <a:latin typeface="Corbel"/>
                <a:cs typeface="Corbel"/>
              </a:rPr>
              <a:t>microwave</a:t>
            </a:r>
            <a:r>
              <a:rPr sz="1200" spc="140" dirty="0">
                <a:latin typeface="Corbel"/>
                <a:cs typeface="Corbel"/>
              </a:rPr>
              <a:t> </a:t>
            </a:r>
            <a:r>
              <a:rPr sz="1200" dirty="0">
                <a:latin typeface="Corbel"/>
                <a:cs typeface="Corbel"/>
              </a:rPr>
              <a:t>radiations</a:t>
            </a:r>
            <a:r>
              <a:rPr sz="1200" spc="140" dirty="0">
                <a:latin typeface="Corbel"/>
                <a:cs typeface="Corbel"/>
              </a:rPr>
              <a:t> </a:t>
            </a:r>
            <a:r>
              <a:rPr sz="1200" dirty="0">
                <a:latin typeface="Corbel"/>
                <a:cs typeface="Corbel"/>
              </a:rPr>
              <a:t>sensed</a:t>
            </a:r>
            <a:r>
              <a:rPr sz="1200" spc="130" dirty="0">
                <a:latin typeface="Corbel"/>
                <a:cs typeface="Corbel"/>
              </a:rPr>
              <a:t> </a:t>
            </a:r>
            <a:r>
              <a:rPr sz="1200" dirty="0">
                <a:latin typeface="Corbel"/>
                <a:cs typeface="Corbel"/>
              </a:rPr>
              <a:t>by</a:t>
            </a:r>
            <a:r>
              <a:rPr sz="1200" spc="140" dirty="0">
                <a:latin typeface="Corbel"/>
                <a:cs typeface="Corbel"/>
              </a:rPr>
              <a:t> </a:t>
            </a:r>
            <a:r>
              <a:rPr sz="1200" dirty="0">
                <a:latin typeface="Corbel"/>
                <a:cs typeface="Corbel"/>
              </a:rPr>
              <a:t>the</a:t>
            </a:r>
            <a:r>
              <a:rPr sz="1200" spc="145" dirty="0">
                <a:latin typeface="Corbel"/>
                <a:cs typeface="Corbel"/>
              </a:rPr>
              <a:t> </a:t>
            </a:r>
            <a:r>
              <a:rPr sz="1200" dirty="0">
                <a:latin typeface="Corbel"/>
                <a:cs typeface="Corbel"/>
              </a:rPr>
              <a:t>antenna</a:t>
            </a:r>
            <a:r>
              <a:rPr sz="1200" spc="140" dirty="0">
                <a:latin typeface="Corbel"/>
                <a:cs typeface="Corbel"/>
              </a:rPr>
              <a:t> </a:t>
            </a:r>
            <a:r>
              <a:rPr sz="1200" dirty="0">
                <a:latin typeface="Corbel"/>
                <a:cs typeface="Corbel"/>
              </a:rPr>
              <a:t>in</a:t>
            </a:r>
            <a:r>
              <a:rPr sz="1200" spc="145" dirty="0">
                <a:latin typeface="Corbel"/>
                <a:cs typeface="Corbel"/>
              </a:rPr>
              <a:t> </a:t>
            </a:r>
            <a:r>
              <a:rPr sz="1200" dirty="0">
                <a:latin typeface="Corbel"/>
                <a:cs typeface="Corbel"/>
              </a:rPr>
              <a:t>the</a:t>
            </a:r>
            <a:r>
              <a:rPr sz="1200" spc="140" dirty="0">
                <a:latin typeface="Corbel"/>
                <a:cs typeface="Corbel"/>
              </a:rPr>
              <a:t> </a:t>
            </a:r>
            <a:r>
              <a:rPr sz="1200" dirty="0">
                <a:latin typeface="Corbel"/>
                <a:cs typeface="Corbel"/>
              </a:rPr>
              <a:t>band</a:t>
            </a:r>
            <a:r>
              <a:rPr sz="1200" spc="135" dirty="0">
                <a:latin typeface="Corbel"/>
                <a:cs typeface="Corbel"/>
              </a:rPr>
              <a:t> </a:t>
            </a:r>
            <a:r>
              <a:rPr sz="1200" dirty="0">
                <a:latin typeface="Corbel"/>
                <a:cs typeface="Corbel"/>
              </a:rPr>
              <a:t>of</a:t>
            </a:r>
            <a:r>
              <a:rPr sz="1200" spc="145" dirty="0">
                <a:latin typeface="Corbel"/>
                <a:cs typeface="Corbel"/>
              </a:rPr>
              <a:t> </a:t>
            </a:r>
            <a:r>
              <a:rPr sz="1200" dirty="0">
                <a:latin typeface="Corbel"/>
                <a:cs typeface="Corbel"/>
              </a:rPr>
              <a:t>interest</a:t>
            </a:r>
            <a:r>
              <a:rPr sz="1200" spc="135" dirty="0">
                <a:latin typeface="Corbel"/>
                <a:cs typeface="Corbel"/>
              </a:rPr>
              <a:t> </a:t>
            </a:r>
            <a:r>
              <a:rPr sz="1200" dirty="0">
                <a:latin typeface="Corbel"/>
                <a:cs typeface="Corbel"/>
              </a:rPr>
              <a:t>unrelated</a:t>
            </a:r>
            <a:r>
              <a:rPr sz="1200" spc="140" dirty="0">
                <a:latin typeface="Corbel"/>
                <a:cs typeface="Corbel"/>
              </a:rPr>
              <a:t> </a:t>
            </a:r>
            <a:r>
              <a:rPr sz="1200" dirty="0">
                <a:latin typeface="Corbel"/>
                <a:cs typeface="Corbel"/>
              </a:rPr>
              <a:t>to</a:t>
            </a:r>
            <a:r>
              <a:rPr sz="1200" spc="135" dirty="0">
                <a:latin typeface="Corbel"/>
                <a:cs typeface="Corbel"/>
              </a:rPr>
              <a:t> </a:t>
            </a:r>
            <a:r>
              <a:rPr sz="1200" dirty="0">
                <a:latin typeface="Corbel"/>
                <a:cs typeface="Corbel"/>
              </a:rPr>
              <a:t>the</a:t>
            </a:r>
            <a:r>
              <a:rPr sz="1200" spc="140" dirty="0">
                <a:latin typeface="Corbel"/>
                <a:cs typeface="Corbel"/>
              </a:rPr>
              <a:t> </a:t>
            </a:r>
            <a:r>
              <a:rPr sz="1200" dirty="0">
                <a:latin typeface="Corbel"/>
                <a:cs typeface="Corbel"/>
              </a:rPr>
              <a:t>signal;</a:t>
            </a:r>
            <a:r>
              <a:rPr sz="1200" spc="145" dirty="0">
                <a:latin typeface="Corbel"/>
                <a:cs typeface="Corbel"/>
              </a:rPr>
              <a:t> </a:t>
            </a:r>
            <a:r>
              <a:rPr sz="1200" spc="-10" dirty="0">
                <a:latin typeface="Corbel"/>
                <a:cs typeface="Corbel"/>
              </a:rPr>
              <a:t>noise 	</a:t>
            </a:r>
            <a:r>
              <a:rPr sz="1200" dirty="0">
                <a:latin typeface="Corbel"/>
                <a:cs typeface="Corbel"/>
              </a:rPr>
              <a:t>introduced</a:t>
            </a:r>
            <a:r>
              <a:rPr sz="1200" spc="-15" dirty="0">
                <a:latin typeface="Corbel"/>
                <a:cs typeface="Corbel"/>
              </a:rPr>
              <a:t> </a:t>
            </a:r>
            <a:r>
              <a:rPr sz="1200" dirty="0">
                <a:latin typeface="Corbel"/>
                <a:cs typeface="Corbel"/>
              </a:rPr>
              <a:t>by</a:t>
            </a:r>
            <a:r>
              <a:rPr sz="1200" spc="-10" dirty="0">
                <a:latin typeface="Corbel"/>
                <a:cs typeface="Corbel"/>
              </a:rPr>
              <a:t> </a:t>
            </a:r>
            <a:r>
              <a:rPr sz="1200" dirty="0">
                <a:latin typeface="Corbel"/>
                <a:cs typeface="Corbel"/>
              </a:rPr>
              <a:t>system</a:t>
            </a:r>
            <a:r>
              <a:rPr sz="1200" spc="-5" dirty="0">
                <a:latin typeface="Corbel"/>
                <a:cs typeface="Corbel"/>
              </a:rPr>
              <a:t> </a:t>
            </a:r>
            <a:r>
              <a:rPr sz="1200" dirty="0">
                <a:latin typeface="Corbel"/>
                <a:cs typeface="Corbel"/>
              </a:rPr>
              <a:t>components</a:t>
            </a:r>
            <a:r>
              <a:rPr sz="1200" spc="-10" dirty="0">
                <a:latin typeface="Corbel"/>
                <a:cs typeface="Corbel"/>
              </a:rPr>
              <a:t> </a:t>
            </a:r>
            <a:r>
              <a:rPr sz="1200" dirty="0">
                <a:latin typeface="Corbel"/>
                <a:cs typeface="Corbel"/>
              </a:rPr>
              <a:t>such</a:t>
            </a:r>
            <a:r>
              <a:rPr sz="1200" spc="-10" dirty="0">
                <a:latin typeface="Corbel"/>
                <a:cs typeface="Corbel"/>
              </a:rPr>
              <a:t> </a:t>
            </a:r>
            <a:r>
              <a:rPr sz="1200" dirty="0">
                <a:latin typeface="Corbel"/>
                <a:cs typeface="Corbel"/>
              </a:rPr>
              <a:t>as</a:t>
            </a:r>
            <a:r>
              <a:rPr sz="1200" spc="-10" dirty="0">
                <a:latin typeface="Corbel"/>
                <a:cs typeface="Corbel"/>
              </a:rPr>
              <a:t> </a:t>
            </a:r>
            <a:r>
              <a:rPr sz="1200" dirty="0">
                <a:latin typeface="Corbel"/>
                <a:cs typeface="Corbel"/>
              </a:rPr>
              <a:t>the</a:t>
            </a:r>
            <a:r>
              <a:rPr sz="1200" spc="-5" dirty="0">
                <a:latin typeface="Corbel"/>
                <a:cs typeface="Corbel"/>
              </a:rPr>
              <a:t> </a:t>
            </a:r>
            <a:r>
              <a:rPr sz="1200" dirty="0">
                <a:latin typeface="Corbel"/>
                <a:cs typeface="Corbel"/>
              </a:rPr>
              <a:t>antenna,</a:t>
            </a:r>
            <a:r>
              <a:rPr sz="1200" spc="-15" dirty="0">
                <a:latin typeface="Corbel"/>
                <a:cs typeface="Corbel"/>
              </a:rPr>
              <a:t> </a:t>
            </a:r>
            <a:r>
              <a:rPr sz="1200" dirty="0">
                <a:latin typeface="Corbel"/>
                <a:cs typeface="Corbel"/>
              </a:rPr>
              <a:t>cables,</a:t>
            </a:r>
            <a:r>
              <a:rPr sz="1200" spc="-10" dirty="0">
                <a:latin typeface="Corbel"/>
                <a:cs typeface="Corbel"/>
              </a:rPr>
              <a:t> </a:t>
            </a:r>
            <a:r>
              <a:rPr sz="1200" dirty="0">
                <a:latin typeface="Corbel"/>
                <a:cs typeface="Corbel"/>
              </a:rPr>
              <a:t>and</a:t>
            </a:r>
            <a:r>
              <a:rPr sz="1200" spc="-15" dirty="0">
                <a:latin typeface="Corbel"/>
                <a:cs typeface="Corbel"/>
              </a:rPr>
              <a:t> </a:t>
            </a:r>
            <a:r>
              <a:rPr sz="1200" dirty="0">
                <a:latin typeface="Corbel"/>
                <a:cs typeface="Corbel"/>
              </a:rPr>
              <a:t>amplifiers;</a:t>
            </a:r>
            <a:r>
              <a:rPr sz="1200" spc="-5" dirty="0">
                <a:latin typeface="Corbel"/>
                <a:cs typeface="Corbel"/>
              </a:rPr>
              <a:t> </a:t>
            </a:r>
            <a:r>
              <a:rPr sz="1200" dirty="0">
                <a:latin typeface="Corbel"/>
                <a:cs typeface="Corbel"/>
              </a:rPr>
              <a:t>and</a:t>
            </a:r>
            <a:r>
              <a:rPr sz="1200" spc="-15" dirty="0">
                <a:latin typeface="Corbel"/>
                <a:cs typeface="Corbel"/>
              </a:rPr>
              <a:t> </a:t>
            </a:r>
            <a:r>
              <a:rPr sz="1200" dirty="0">
                <a:latin typeface="Corbel"/>
                <a:cs typeface="Corbel"/>
              </a:rPr>
              <a:t>signal</a:t>
            </a:r>
            <a:r>
              <a:rPr sz="1200" spc="-15" dirty="0">
                <a:latin typeface="Corbel"/>
                <a:cs typeface="Corbel"/>
              </a:rPr>
              <a:t> </a:t>
            </a:r>
            <a:r>
              <a:rPr sz="1200" dirty="0">
                <a:latin typeface="Corbel"/>
                <a:cs typeface="Corbel"/>
              </a:rPr>
              <a:t>quantization</a:t>
            </a:r>
            <a:r>
              <a:rPr sz="1200" spc="-5" dirty="0">
                <a:latin typeface="Corbel"/>
                <a:cs typeface="Corbel"/>
              </a:rPr>
              <a:t> </a:t>
            </a:r>
            <a:r>
              <a:rPr sz="1200" dirty="0">
                <a:latin typeface="Corbel"/>
                <a:cs typeface="Corbel"/>
              </a:rPr>
              <a:t>noise.</a:t>
            </a:r>
            <a:r>
              <a:rPr sz="1200" spc="-15" dirty="0">
                <a:latin typeface="Corbel"/>
                <a:cs typeface="Corbel"/>
              </a:rPr>
              <a:t> </a:t>
            </a:r>
            <a:r>
              <a:rPr sz="1200" dirty="0">
                <a:latin typeface="Corbel"/>
                <a:cs typeface="Corbel"/>
              </a:rPr>
              <a:t>Receiver</a:t>
            </a:r>
            <a:r>
              <a:rPr sz="1200" spc="-10" dirty="0">
                <a:latin typeface="Corbel"/>
                <a:cs typeface="Corbel"/>
              </a:rPr>
              <a:t> </a:t>
            </a:r>
            <a:r>
              <a:rPr sz="1200" dirty="0">
                <a:latin typeface="Corbel"/>
                <a:cs typeface="Corbel"/>
              </a:rPr>
              <a:t>noise</a:t>
            </a:r>
            <a:r>
              <a:rPr sz="1200" spc="-5" dirty="0">
                <a:latin typeface="Corbel"/>
                <a:cs typeface="Corbel"/>
              </a:rPr>
              <a:t> </a:t>
            </a:r>
            <a:r>
              <a:rPr sz="1200" dirty="0">
                <a:latin typeface="Corbel"/>
                <a:cs typeface="Corbel"/>
              </a:rPr>
              <a:t>is</a:t>
            </a:r>
            <a:r>
              <a:rPr sz="1200" spc="-5" dirty="0">
                <a:latin typeface="Corbel"/>
                <a:cs typeface="Corbel"/>
              </a:rPr>
              <a:t> </a:t>
            </a:r>
            <a:r>
              <a:rPr sz="1200" dirty="0">
                <a:latin typeface="Corbel"/>
                <a:cs typeface="Corbel"/>
              </a:rPr>
              <a:t>considered</a:t>
            </a:r>
            <a:r>
              <a:rPr sz="1200" spc="-20" dirty="0">
                <a:latin typeface="Corbel"/>
                <a:cs typeface="Corbel"/>
              </a:rPr>
              <a:t> </a:t>
            </a:r>
            <a:r>
              <a:rPr sz="1200" spc="-10" dirty="0">
                <a:latin typeface="Corbel"/>
                <a:cs typeface="Corbel"/>
              </a:rPr>
              <a:t>white 	</a:t>
            </a:r>
            <a:r>
              <a:rPr sz="1200" dirty="0">
                <a:latin typeface="Corbel"/>
                <a:cs typeface="Corbel"/>
              </a:rPr>
              <a:t>noise;</a:t>
            </a:r>
            <a:r>
              <a:rPr sz="1200" spc="-25" dirty="0">
                <a:latin typeface="Corbel"/>
                <a:cs typeface="Corbel"/>
              </a:rPr>
              <a:t> </a:t>
            </a:r>
            <a:r>
              <a:rPr sz="1200" dirty="0">
                <a:latin typeface="Corbel"/>
                <a:cs typeface="Corbel"/>
              </a:rPr>
              <a:t>therefore,</a:t>
            </a:r>
            <a:r>
              <a:rPr sz="1200" spc="-35" dirty="0">
                <a:latin typeface="Corbel"/>
                <a:cs typeface="Corbel"/>
              </a:rPr>
              <a:t> </a:t>
            </a:r>
            <a:r>
              <a:rPr sz="1200" dirty="0">
                <a:latin typeface="Corbel"/>
                <a:cs typeface="Corbel"/>
              </a:rPr>
              <a:t>it</a:t>
            </a:r>
            <a:r>
              <a:rPr sz="1200" spc="-35" dirty="0">
                <a:latin typeface="Corbel"/>
                <a:cs typeface="Corbel"/>
              </a:rPr>
              <a:t> </a:t>
            </a:r>
            <a:r>
              <a:rPr sz="1200" dirty="0">
                <a:latin typeface="Corbel"/>
                <a:cs typeface="Corbel"/>
              </a:rPr>
              <a:t>cannot</a:t>
            </a:r>
            <a:r>
              <a:rPr sz="1200" spc="-35" dirty="0">
                <a:latin typeface="Corbel"/>
                <a:cs typeface="Corbel"/>
              </a:rPr>
              <a:t> </a:t>
            </a:r>
            <a:r>
              <a:rPr sz="1200" dirty="0">
                <a:latin typeface="Corbel"/>
                <a:cs typeface="Corbel"/>
              </a:rPr>
              <a:t>be</a:t>
            </a:r>
            <a:r>
              <a:rPr sz="1200" spc="-25" dirty="0">
                <a:latin typeface="Corbel"/>
                <a:cs typeface="Corbel"/>
              </a:rPr>
              <a:t> </a:t>
            </a:r>
            <a:r>
              <a:rPr sz="1200" dirty="0">
                <a:latin typeface="Corbel"/>
                <a:cs typeface="Corbel"/>
              </a:rPr>
              <a:t>avoided</a:t>
            </a:r>
            <a:r>
              <a:rPr sz="1200" spc="-35" dirty="0">
                <a:latin typeface="Corbel"/>
                <a:cs typeface="Corbel"/>
              </a:rPr>
              <a:t> </a:t>
            </a:r>
            <a:r>
              <a:rPr sz="1200" spc="-10" dirty="0">
                <a:latin typeface="Corbel"/>
                <a:cs typeface="Corbel"/>
              </a:rPr>
              <a:t>entirely.</a:t>
            </a:r>
            <a:endParaRPr sz="1200">
              <a:latin typeface="Corbel"/>
              <a:cs typeface="Corbe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63047" y="800100"/>
            <a:ext cx="9860915" cy="2477135"/>
          </a:xfrm>
          <a:prstGeom prst="rect">
            <a:avLst/>
          </a:prstGeom>
        </p:spPr>
        <p:txBody>
          <a:bodyPr vert="horz" wrap="square" lIns="0" tIns="9525" rIns="0" bIns="0" rtlCol="0">
            <a:spAutoFit/>
          </a:bodyPr>
          <a:lstStyle/>
          <a:p>
            <a:pPr marL="350520" marR="5715" indent="-337820" algn="just">
              <a:lnSpc>
                <a:spcPct val="101400"/>
              </a:lnSpc>
              <a:spcBef>
                <a:spcPts val="75"/>
              </a:spcBef>
              <a:buAutoNum type="arabicPeriod" startAt="4"/>
              <a:tabLst>
                <a:tab pos="355600" algn="l"/>
              </a:tabLst>
            </a:pPr>
            <a:r>
              <a:rPr sz="1400" u="sng" dirty="0">
                <a:uFill>
                  <a:solidFill>
                    <a:srgbClr val="000000"/>
                  </a:solidFill>
                </a:uFill>
                <a:latin typeface="Corbel"/>
                <a:cs typeface="Corbel"/>
              </a:rPr>
              <a:t>Intentional</a:t>
            </a:r>
            <a:r>
              <a:rPr sz="1400" u="sng" spc="145" dirty="0">
                <a:uFill>
                  <a:solidFill>
                    <a:srgbClr val="000000"/>
                  </a:solidFill>
                </a:uFill>
                <a:latin typeface="Corbel"/>
                <a:cs typeface="Corbel"/>
              </a:rPr>
              <a:t> </a:t>
            </a:r>
            <a:r>
              <a:rPr sz="1400" u="sng" dirty="0">
                <a:uFill>
                  <a:solidFill>
                    <a:srgbClr val="000000"/>
                  </a:solidFill>
                </a:uFill>
                <a:latin typeface="Corbel"/>
                <a:cs typeface="Corbel"/>
              </a:rPr>
              <a:t>error</a:t>
            </a:r>
            <a:r>
              <a:rPr sz="1400" u="sng" spc="155" dirty="0">
                <a:uFill>
                  <a:solidFill>
                    <a:srgbClr val="000000"/>
                  </a:solidFill>
                </a:uFill>
                <a:latin typeface="Corbel"/>
                <a:cs typeface="Corbel"/>
              </a:rPr>
              <a:t> </a:t>
            </a:r>
            <a:r>
              <a:rPr sz="1400" u="sng" dirty="0">
                <a:uFill>
                  <a:solidFill>
                    <a:srgbClr val="000000"/>
                  </a:solidFill>
                </a:uFill>
                <a:latin typeface="Corbel"/>
                <a:cs typeface="Corbel"/>
              </a:rPr>
              <a:t>sources</a:t>
            </a:r>
            <a:r>
              <a:rPr sz="1400" spc="145" dirty="0">
                <a:latin typeface="Corbel"/>
                <a:cs typeface="Corbel"/>
              </a:rPr>
              <a:t> </a:t>
            </a:r>
            <a:r>
              <a:rPr sz="1400" dirty="0">
                <a:latin typeface="Corbel"/>
                <a:cs typeface="Corbel"/>
              </a:rPr>
              <a:t>-</a:t>
            </a:r>
            <a:r>
              <a:rPr sz="1400" spc="145" dirty="0">
                <a:latin typeface="Corbel"/>
                <a:cs typeface="Corbel"/>
              </a:rPr>
              <a:t> </a:t>
            </a:r>
            <a:r>
              <a:rPr sz="1400" dirty="0">
                <a:latin typeface="Corbel"/>
                <a:cs typeface="Corbel"/>
              </a:rPr>
              <a:t>Some</a:t>
            </a:r>
            <a:r>
              <a:rPr sz="1400" spc="150" dirty="0">
                <a:latin typeface="Corbel"/>
                <a:cs typeface="Corbel"/>
              </a:rPr>
              <a:t> </a:t>
            </a:r>
            <a:r>
              <a:rPr sz="1400" dirty="0">
                <a:latin typeface="Corbel"/>
                <a:cs typeface="Corbel"/>
              </a:rPr>
              <a:t>GNSS</a:t>
            </a:r>
            <a:r>
              <a:rPr sz="1400" spc="150" dirty="0">
                <a:latin typeface="Corbel"/>
                <a:cs typeface="Corbel"/>
              </a:rPr>
              <a:t> </a:t>
            </a:r>
            <a:r>
              <a:rPr sz="1400" dirty="0">
                <a:latin typeface="Corbel"/>
                <a:cs typeface="Corbel"/>
              </a:rPr>
              <a:t>error</a:t>
            </a:r>
            <a:r>
              <a:rPr sz="1400" spc="155" dirty="0">
                <a:latin typeface="Corbel"/>
                <a:cs typeface="Corbel"/>
              </a:rPr>
              <a:t> </a:t>
            </a:r>
            <a:r>
              <a:rPr sz="1400" dirty="0">
                <a:latin typeface="Corbel"/>
                <a:cs typeface="Corbel"/>
              </a:rPr>
              <a:t>sources</a:t>
            </a:r>
            <a:r>
              <a:rPr sz="1400" spc="145" dirty="0">
                <a:latin typeface="Corbel"/>
                <a:cs typeface="Corbel"/>
              </a:rPr>
              <a:t> </a:t>
            </a:r>
            <a:r>
              <a:rPr sz="1400" dirty="0">
                <a:latin typeface="Corbel"/>
                <a:cs typeface="Corbel"/>
              </a:rPr>
              <a:t>are</a:t>
            </a:r>
            <a:r>
              <a:rPr sz="1400" spc="150" dirty="0">
                <a:latin typeface="Corbel"/>
                <a:cs typeface="Corbel"/>
              </a:rPr>
              <a:t> </a:t>
            </a:r>
            <a:r>
              <a:rPr sz="1400" dirty="0">
                <a:latin typeface="Corbel"/>
                <a:cs typeface="Corbel"/>
              </a:rPr>
              <a:t>deliberate,</a:t>
            </a:r>
            <a:r>
              <a:rPr sz="1400" spc="155" dirty="0">
                <a:latin typeface="Corbel"/>
                <a:cs typeface="Corbel"/>
              </a:rPr>
              <a:t> </a:t>
            </a:r>
            <a:r>
              <a:rPr sz="1400" dirty="0">
                <a:latin typeface="Corbel"/>
                <a:cs typeface="Corbel"/>
              </a:rPr>
              <a:t>i.e.,</a:t>
            </a:r>
            <a:r>
              <a:rPr sz="1400" spc="150" dirty="0">
                <a:latin typeface="Corbel"/>
                <a:cs typeface="Corbel"/>
              </a:rPr>
              <a:t> </a:t>
            </a:r>
            <a:r>
              <a:rPr sz="1400" dirty="0">
                <a:latin typeface="Corbel"/>
                <a:cs typeface="Corbel"/>
              </a:rPr>
              <a:t>imposed</a:t>
            </a:r>
            <a:r>
              <a:rPr sz="1400" spc="145" dirty="0">
                <a:latin typeface="Corbel"/>
                <a:cs typeface="Corbel"/>
              </a:rPr>
              <a:t> </a:t>
            </a:r>
            <a:r>
              <a:rPr sz="1400" dirty="0">
                <a:latin typeface="Corbel"/>
                <a:cs typeface="Corbel"/>
              </a:rPr>
              <a:t>by</a:t>
            </a:r>
            <a:r>
              <a:rPr sz="1400" spc="155" dirty="0">
                <a:latin typeface="Corbel"/>
                <a:cs typeface="Corbel"/>
              </a:rPr>
              <a:t> </a:t>
            </a:r>
            <a:r>
              <a:rPr sz="1400" dirty="0">
                <a:latin typeface="Corbel"/>
                <a:cs typeface="Corbel"/>
              </a:rPr>
              <a:t>the</a:t>
            </a:r>
            <a:r>
              <a:rPr sz="1400" spc="150" dirty="0">
                <a:latin typeface="Corbel"/>
                <a:cs typeface="Corbel"/>
              </a:rPr>
              <a:t> </a:t>
            </a:r>
            <a:r>
              <a:rPr sz="1400" dirty="0">
                <a:latin typeface="Corbel"/>
                <a:cs typeface="Corbel"/>
              </a:rPr>
              <a:t>service</a:t>
            </a:r>
            <a:r>
              <a:rPr sz="1400" spc="150" dirty="0">
                <a:latin typeface="Corbel"/>
                <a:cs typeface="Corbel"/>
              </a:rPr>
              <a:t> </a:t>
            </a:r>
            <a:r>
              <a:rPr sz="1400" dirty="0">
                <a:latin typeface="Corbel"/>
                <a:cs typeface="Corbel"/>
              </a:rPr>
              <a:t>provider</a:t>
            </a:r>
            <a:r>
              <a:rPr sz="1400" spc="155" dirty="0">
                <a:latin typeface="Corbel"/>
                <a:cs typeface="Corbel"/>
              </a:rPr>
              <a:t> </a:t>
            </a:r>
            <a:r>
              <a:rPr sz="1400" dirty="0">
                <a:latin typeface="Corbel"/>
                <a:cs typeface="Corbel"/>
              </a:rPr>
              <a:t>or</a:t>
            </a:r>
            <a:r>
              <a:rPr sz="1400" spc="155" dirty="0">
                <a:latin typeface="Corbel"/>
                <a:cs typeface="Corbel"/>
              </a:rPr>
              <a:t> </a:t>
            </a:r>
            <a:r>
              <a:rPr sz="1400" dirty="0">
                <a:latin typeface="Corbel"/>
                <a:cs typeface="Corbel"/>
              </a:rPr>
              <a:t>an</a:t>
            </a:r>
            <a:r>
              <a:rPr sz="1400" spc="150" dirty="0">
                <a:latin typeface="Corbel"/>
                <a:cs typeface="Corbel"/>
              </a:rPr>
              <a:t> </a:t>
            </a:r>
            <a:r>
              <a:rPr sz="1400" dirty="0">
                <a:latin typeface="Corbel"/>
                <a:cs typeface="Corbel"/>
              </a:rPr>
              <a:t>attack</a:t>
            </a:r>
            <a:r>
              <a:rPr sz="1400" spc="155" dirty="0">
                <a:latin typeface="Corbel"/>
                <a:cs typeface="Corbel"/>
              </a:rPr>
              <a:t> </a:t>
            </a:r>
            <a:r>
              <a:rPr sz="1400" dirty="0">
                <a:latin typeface="Corbel"/>
                <a:cs typeface="Corbel"/>
              </a:rPr>
              <a:t>on</a:t>
            </a:r>
            <a:r>
              <a:rPr sz="1400" spc="150" dirty="0">
                <a:latin typeface="Corbel"/>
                <a:cs typeface="Corbel"/>
              </a:rPr>
              <a:t> </a:t>
            </a:r>
            <a:r>
              <a:rPr sz="1400" spc="-25" dirty="0">
                <a:latin typeface="Corbel"/>
                <a:cs typeface="Corbel"/>
              </a:rPr>
              <a:t>the 	</a:t>
            </a:r>
            <a:r>
              <a:rPr sz="1400" spc="-10" dirty="0">
                <a:latin typeface="Corbel"/>
                <a:cs typeface="Corbel"/>
              </a:rPr>
              <a:t>system.</a:t>
            </a:r>
            <a:endParaRPr sz="1400">
              <a:latin typeface="Corbel"/>
              <a:cs typeface="Corbel"/>
            </a:endParaRPr>
          </a:p>
          <a:p>
            <a:pPr marL="808990" marR="5080" lvl="1" indent="-339090" algn="just">
              <a:lnSpc>
                <a:spcPct val="100800"/>
              </a:lnSpc>
              <a:spcBef>
                <a:spcPts val="570"/>
              </a:spcBef>
              <a:buAutoNum type="romanLcPeriod"/>
              <a:tabLst>
                <a:tab pos="812800" algn="l"/>
              </a:tabLst>
            </a:pPr>
            <a:r>
              <a:rPr sz="1200" dirty="0">
                <a:latin typeface="Corbel"/>
                <a:cs typeface="Corbel"/>
              </a:rPr>
              <a:t>Selective</a:t>
            </a:r>
            <a:r>
              <a:rPr sz="1200" spc="25" dirty="0">
                <a:latin typeface="Corbel"/>
                <a:cs typeface="Corbel"/>
              </a:rPr>
              <a:t> </a:t>
            </a:r>
            <a:r>
              <a:rPr sz="1200" dirty="0">
                <a:latin typeface="Corbel"/>
                <a:cs typeface="Corbel"/>
              </a:rPr>
              <a:t>availability</a:t>
            </a:r>
            <a:r>
              <a:rPr sz="1200" spc="25" dirty="0">
                <a:latin typeface="Corbel"/>
                <a:cs typeface="Corbel"/>
              </a:rPr>
              <a:t> </a:t>
            </a:r>
            <a:r>
              <a:rPr sz="1200" dirty="0">
                <a:latin typeface="Corbel"/>
                <a:cs typeface="Corbel"/>
              </a:rPr>
              <a:t>-</a:t>
            </a:r>
            <a:r>
              <a:rPr sz="1200" spc="25" dirty="0">
                <a:latin typeface="Corbel"/>
                <a:cs typeface="Corbel"/>
              </a:rPr>
              <a:t> </a:t>
            </a:r>
            <a:r>
              <a:rPr sz="1200" dirty="0">
                <a:latin typeface="Corbel"/>
                <a:cs typeface="Corbel"/>
              </a:rPr>
              <a:t>Selective</a:t>
            </a:r>
            <a:r>
              <a:rPr sz="1200" spc="30" dirty="0">
                <a:latin typeface="Corbel"/>
                <a:cs typeface="Corbel"/>
              </a:rPr>
              <a:t> </a:t>
            </a:r>
            <a:r>
              <a:rPr sz="1200" dirty="0">
                <a:latin typeface="Corbel"/>
                <a:cs typeface="Corbel"/>
              </a:rPr>
              <a:t>availability</a:t>
            </a:r>
            <a:r>
              <a:rPr sz="1200" spc="20" dirty="0">
                <a:latin typeface="Corbel"/>
                <a:cs typeface="Corbel"/>
              </a:rPr>
              <a:t> </a:t>
            </a:r>
            <a:r>
              <a:rPr sz="1200" dirty="0">
                <a:latin typeface="Corbel"/>
                <a:cs typeface="Corbel"/>
              </a:rPr>
              <a:t>is</a:t>
            </a:r>
            <a:r>
              <a:rPr sz="1200" spc="30" dirty="0">
                <a:latin typeface="Corbel"/>
                <a:cs typeface="Corbel"/>
              </a:rPr>
              <a:t> </a:t>
            </a:r>
            <a:r>
              <a:rPr sz="1200" dirty="0">
                <a:latin typeface="Corbel"/>
                <a:cs typeface="Corbel"/>
              </a:rPr>
              <a:t>associated</a:t>
            </a:r>
            <a:r>
              <a:rPr sz="1200" spc="20" dirty="0">
                <a:latin typeface="Corbel"/>
                <a:cs typeface="Corbel"/>
              </a:rPr>
              <a:t> </a:t>
            </a:r>
            <a:r>
              <a:rPr sz="1200" dirty="0">
                <a:latin typeface="Corbel"/>
                <a:cs typeface="Corbel"/>
              </a:rPr>
              <a:t>with</a:t>
            </a:r>
            <a:r>
              <a:rPr sz="1200" spc="25" dirty="0">
                <a:latin typeface="Corbel"/>
                <a:cs typeface="Corbel"/>
              </a:rPr>
              <a:t> </a:t>
            </a:r>
            <a:r>
              <a:rPr sz="1200" dirty="0">
                <a:latin typeface="Corbel"/>
                <a:cs typeface="Corbel"/>
              </a:rPr>
              <a:t>only</a:t>
            </a:r>
            <a:r>
              <a:rPr sz="1200" spc="25" dirty="0">
                <a:latin typeface="Corbel"/>
                <a:cs typeface="Corbel"/>
              </a:rPr>
              <a:t> </a:t>
            </a:r>
            <a:r>
              <a:rPr sz="1200" dirty="0">
                <a:latin typeface="Corbel"/>
                <a:cs typeface="Corbel"/>
              </a:rPr>
              <a:t>the</a:t>
            </a:r>
            <a:r>
              <a:rPr sz="1200" spc="30" dirty="0">
                <a:latin typeface="Corbel"/>
                <a:cs typeface="Corbel"/>
              </a:rPr>
              <a:t> </a:t>
            </a:r>
            <a:r>
              <a:rPr sz="1200" dirty="0">
                <a:latin typeface="Corbel"/>
                <a:cs typeface="Corbel"/>
              </a:rPr>
              <a:t>GPS</a:t>
            </a:r>
            <a:r>
              <a:rPr sz="1200" spc="25" dirty="0">
                <a:latin typeface="Corbel"/>
                <a:cs typeface="Corbel"/>
              </a:rPr>
              <a:t> </a:t>
            </a:r>
            <a:r>
              <a:rPr sz="1200" dirty="0">
                <a:latin typeface="Corbel"/>
                <a:cs typeface="Corbel"/>
              </a:rPr>
              <a:t>system</a:t>
            </a:r>
            <a:r>
              <a:rPr sz="1200" spc="30" dirty="0">
                <a:latin typeface="Corbel"/>
                <a:cs typeface="Corbel"/>
              </a:rPr>
              <a:t> </a:t>
            </a:r>
            <a:r>
              <a:rPr sz="1200" dirty="0">
                <a:latin typeface="Corbel"/>
                <a:cs typeface="Corbel"/>
              </a:rPr>
              <a:t>among</a:t>
            </a:r>
            <a:r>
              <a:rPr sz="1200" spc="25" dirty="0">
                <a:latin typeface="Corbel"/>
                <a:cs typeface="Corbel"/>
              </a:rPr>
              <a:t> </a:t>
            </a:r>
            <a:r>
              <a:rPr sz="1200" dirty="0">
                <a:latin typeface="Corbel"/>
                <a:cs typeface="Corbel"/>
              </a:rPr>
              <a:t>all</a:t>
            </a:r>
            <a:r>
              <a:rPr sz="1200" spc="20" dirty="0">
                <a:latin typeface="Corbel"/>
                <a:cs typeface="Corbel"/>
              </a:rPr>
              <a:t> </a:t>
            </a:r>
            <a:r>
              <a:rPr sz="1200" dirty="0">
                <a:latin typeface="Corbel"/>
                <a:cs typeface="Corbel"/>
              </a:rPr>
              <a:t>the</a:t>
            </a:r>
            <a:r>
              <a:rPr sz="1200" spc="30" dirty="0">
                <a:latin typeface="Corbel"/>
                <a:cs typeface="Corbel"/>
              </a:rPr>
              <a:t> </a:t>
            </a:r>
            <a:r>
              <a:rPr sz="1200" dirty="0">
                <a:latin typeface="Corbel"/>
                <a:cs typeface="Corbel"/>
              </a:rPr>
              <a:t>GNSS</a:t>
            </a:r>
            <a:r>
              <a:rPr sz="1200" spc="25" dirty="0">
                <a:latin typeface="Corbel"/>
                <a:cs typeface="Corbel"/>
              </a:rPr>
              <a:t> </a:t>
            </a:r>
            <a:r>
              <a:rPr sz="1200" dirty="0">
                <a:latin typeface="Corbel"/>
                <a:cs typeface="Corbel"/>
              </a:rPr>
              <a:t>systems.</a:t>
            </a:r>
            <a:r>
              <a:rPr sz="1200" spc="20" dirty="0">
                <a:latin typeface="Corbel"/>
                <a:cs typeface="Corbel"/>
              </a:rPr>
              <a:t> </a:t>
            </a:r>
            <a:r>
              <a:rPr sz="1200" dirty="0">
                <a:latin typeface="Corbel"/>
                <a:cs typeface="Corbel"/>
              </a:rPr>
              <a:t>Selective</a:t>
            </a:r>
            <a:r>
              <a:rPr sz="1200" spc="30" dirty="0">
                <a:latin typeface="Corbel"/>
                <a:cs typeface="Corbel"/>
              </a:rPr>
              <a:t> </a:t>
            </a:r>
            <a:r>
              <a:rPr sz="1200" dirty="0">
                <a:latin typeface="Corbel"/>
                <a:cs typeface="Corbel"/>
              </a:rPr>
              <a:t>availability</a:t>
            </a:r>
            <a:r>
              <a:rPr sz="1200" spc="25" dirty="0">
                <a:latin typeface="Corbel"/>
                <a:cs typeface="Corbel"/>
              </a:rPr>
              <a:t> </a:t>
            </a:r>
            <a:r>
              <a:rPr sz="1200" dirty="0">
                <a:latin typeface="Corbel"/>
                <a:cs typeface="Corbel"/>
              </a:rPr>
              <a:t>(SA)</a:t>
            </a:r>
            <a:r>
              <a:rPr sz="1200" spc="30" dirty="0">
                <a:latin typeface="Corbel"/>
                <a:cs typeface="Corbel"/>
              </a:rPr>
              <a:t> </a:t>
            </a:r>
            <a:r>
              <a:rPr sz="1200" spc="-25" dirty="0">
                <a:latin typeface="Corbel"/>
                <a:cs typeface="Corbel"/>
              </a:rPr>
              <a:t>was 	</a:t>
            </a:r>
            <a:r>
              <a:rPr sz="1200" dirty="0">
                <a:latin typeface="Corbel"/>
                <a:cs typeface="Corbel"/>
              </a:rPr>
              <a:t>an</a:t>
            </a:r>
            <a:r>
              <a:rPr sz="1200" spc="5" dirty="0">
                <a:latin typeface="Corbel"/>
                <a:cs typeface="Corbel"/>
              </a:rPr>
              <a:t> </a:t>
            </a:r>
            <a:r>
              <a:rPr sz="1200" dirty="0">
                <a:latin typeface="Corbel"/>
                <a:cs typeface="Corbel"/>
              </a:rPr>
              <a:t>intentional</a:t>
            </a:r>
            <a:r>
              <a:rPr sz="1200" spc="5" dirty="0">
                <a:latin typeface="Corbel"/>
                <a:cs typeface="Corbel"/>
              </a:rPr>
              <a:t> </a:t>
            </a:r>
            <a:r>
              <a:rPr sz="1200" dirty="0">
                <a:latin typeface="Corbel"/>
                <a:cs typeface="Corbel"/>
              </a:rPr>
              <a:t>degradation</a:t>
            </a:r>
            <a:r>
              <a:rPr sz="1200" spc="10" dirty="0">
                <a:latin typeface="Corbel"/>
                <a:cs typeface="Corbel"/>
              </a:rPr>
              <a:t> </a:t>
            </a:r>
            <a:r>
              <a:rPr sz="1200" dirty="0">
                <a:latin typeface="Corbel"/>
                <a:cs typeface="Corbel"/>
              </a:rPr>
              <a:t>of</a:t>
            </a:r>
            <a:r>
              <a:rPr sz="1200" spc="5" dirty="0">
                <a:latin typeface="Corbel"/>
                <a:cs typeface="Corbel"/>
              </a:rPr>
              <a:t> </a:t>
            </a:r>
            <a:r>
              <a:rPr sz="1200" dirty="0">
                <a:latin typeface="Corbel"/>
                <a:cs typeface="Corbel"/>
              </a:rPr>
              <a:t>GPS</a:t>
            </a:r>
            <a:r>
              <a:rPr sz="1200" spc="5" dirty="0">
                <a:latin typeface="Corbel"/>
                <a:cs typeface="Corbel"/>
              </a:rPr>
              <a:t> </a:t>
            </a:r>
            <a:r>
              <a:rPr sz="1200" dirty="0">
                <a:latin typeface="Corbel"/>
                <a:cs typeface="Corbel"/>
              </a:rPr>
              <a:t>performance</a:t>
            </a:r>
            <a:r>
              <a:rPr sz="1200" spc="10" dirty="0">
                <a:latin typeface="Corbel"/>
                <a:cs typeface="Corbel"/>
              </a:rPr>
              <a:t> </a:t>
            </a:r>
            <a:r>
              <a:rPr sz="1200" dirty="0">
                <a:latin typeface="Corbel"/>
                <a:cs typeface="Corbel"/>
              </a:rPr>
              <a:t>by the</a:t>
            </a:r>
            <a:r>
              <a:rPr sz="1200" spc="5" dirty="0">
                <a:latin typeface="Corbel"/>
                <a:cs typeface="Corbel"/>
              </a:rPr>
              <a:t> </a:t>
            </a:r>
            <a:r>
              <a:rPr sz="1200" dirty="0">
                <a:latin typeface="Corbel"/>
                <a:cs typeface="Corbel"/>
              </a:rPr>
              <a:t>US</a:t>
            </a:r>
            <a:r>
              <a:rPr sz="1200" spc="5" dirty="0">
                <a:latin typeface="Corbel"/>
                <a:cs typeface="Corbel"/>
              </a:rPr>
              <a:t> </a:t>
            </a:r>
            <a:r>
              <a:rPr sz="1200" dirty="0">
                <a:latin typeface="Corbel"/>
                <a:cs typeface="Corbel"/>
              </a:rPr>
              <a:t>government for</a:t>
            </a:r>
            <a:r>
              <a:rPr sz="1200" spc="5" dirty="0">
                <a:latin typeface="Corbel"/>
                <a:cs typeface="Corbel"/>
              </a:rPr>
              <a:t> </a:t>
            </a:r>
            <a:r>
              <a:rPr sz="1200" dirty="0">
                <a:latin typeface="Corbel"/>
                <a:cs typeface="Corbel"/>
              </a:rPr>
              <a:t>national security reasons. Satellite</a:t>
            </a:r>
            <a:r>
              <a:rPr sz="1200" spc="5" dirty="0">
                <a:latin typeface="Corbel"/>
                <a:cs typeface="Corbel"/>
              </a:rPr>
              <a:t> </a:t>
            </a:r>
            <a:r>
              <a:rPr sz="1200" dirty="0">
                <a:latin typeface="Corbel"/>
                <a:cs typeface="Corbel"/>
              </a:rPr>
              <a:t>clock</a:t>
            </a:r>
            <a:r>
              <a:rPr sz="1200" spc="5" dirty="0">
                <a:latin typeface="Corbel"/>
                <a:cs typeface="Corbel"/>
              </a:rPr>
              <a:t> </a:t>
            </a:r>
            <a:r>
              <a:rPr sz="1200" dirty="0">
                <a:latin typeface="Corbel"/>
                <a:cs typeface="Corbel"/>
              </a:rPr>
              <a:t>corrections</a:t>
            </a:r>
            <a:r>
              <a:rPr sz="1200" spc="5" dirty="0">
                <a:latin typeface="Corbel"/>
                <a:cs typeface="Corbel"/>
              </a:rPr>
              <a:t> </a:t>
            </a:r>
            <a:r>
              <a:rPr sz="1200" dirty="0">
                <a:latin typeface="Corbel"/>
                <a:cs typeface="Corbel"/>
              </a:rPr>
              <a:t>in</a:t>
            </a:r>
            <a:r>
              <a:rPr sz="1200" spc="5" dirty="0">
                <a:latin typeface="Corbel"/>
                <a:cs typeface="Corbel"/>
              </a:rPr>
              <a:t> </a:t>
            </a:r>
            <a:r>
              <a:rPr sz="1200" dirty="0">
                <a:latin typeface="Corbel"/>
                <a:cs typeface="Corbel"/>
              </a:rPr>
              <a:t>the</a:t>
            </a:r>
            <a:r>
              <a:rPr sz="1200" spc="5" dirty="0">
                <a:latin typeface="Corbel"/>
                <a:cs typeface="Corbel"/>
              </a:rPr>
              <a:t> </a:t>
            </a:r>
            <a:r>
              <a:rPr sz="1200" spc="-10" dirty="0">
                <a:latin typeface="Corbel"/>
                <a:cs typeface="Corbel"/>
              </a:rPr>
              <a:t>broadcast 	</a:t>
            </a:r>
            <a:r>
              <a:rPr sz="1200" dirty="0">
                <a:latin typeface="Corbel"/>
                <a:cs typeface="Corbel"/>
              </a:rPr>
              <a:t>ephemeris</a:t>
            </a:r>
            <a:r>
              <a:rPr sz="1200" spc="65" dirty="0">
                <a:latin typeface="Corbel"/>
                <a:cs typeface="Corbel"/>
              </a:rPr>
              <a:t> </a:t>
            </a:r>
            <a:r>
              <a:rPr sz="1200" dirty="0">
                <a:latin typeface="Corbel"/>
                <a:cs typeface="Corbel"/>
              </a:rPr>
              <a:t>were</a:t>
            </a:r>
            <a:r>
              <a:rPr sz="1200" spc="65" dirty="0">
                <a:latin typeface="Corbel"/>
                <a:cs typeface="Corbel"/>
              </a:rPr>
              <a:t> </a:t>
            </a:r>
            <a:r>
              <a:rPr sz="1200" dirty="0">
                <a:latin typeface="Corbel"/>
                <a:cs typeface="Corbel"/>
              </a:rPr>
              <a:t>deliberately</a:t>
            </a:r>
            <a:r>
              <a:rPr sz="1200" spc="60" dirty="0">
                <a:latin typeface="Corbel"/>
                <a:cs typeface="Corbel"/>
              </a:rPr>
              <a:t> </a:t>
            </a:r>
            <a:r>
              <a:rPr sz="1200" dirty="0">
                <a:latin typeface="Corbel"/>
                <a:cs typeface="Corbel"/>
              </a:rPr>
              <a:t>degraded</a:t>
            </a:r>
            <a:r>
              <a:rPr sz="1200" spc="55" dirty="0">
                <a:latin typeface="Corbel"/>
                <a:cs typeface="Corbel"/>
              </a:rPr>
              <a:t> </a:t>
            </a:r>
            <a:r>
              <a:rPr sz="1200" dirty="0">
                <a:latin typeface="Corbel"/>
                <a:cs typeface="Corbel"/>
              </a:rPr>
              <a:t>to</a:t>
            </a:r>
            <a:r>
              <a:rPr sz="1200" spc="60" dirty="0">
                <a:latin typeface="Corbel"/>
                <a:cs typeface="Corbel"/>
              </a:rPr>
              <a:t> </a:t>
            </a:r>
            <a:r>
              <a:rPr sz="1200" dirty="0">
                <a:latin typeface="Corbel"/>
                <a:cs typeface="Corbel"/>
              </a:rPr>
              <a:t>reduce</a:t>
            </a:r>
            <a:r>
              <a:rPr sz="1200" spc="65" dirty="0">
                <a:latin typeface="Corbel"/>
                <a:cs typeface="Corbel"/>
              </a:rPr>
              <a:t> </a:t>
            </a:r>
            <a:r>
              <a:rPr sz="1200" dirty="0">
                <a:latin typeface="Corbel"/>
                <a:cs typeface="Corbel"/>
              </a:rPr>
              <a:t>the</a:t>
            </a:r>
            <a:r>
              <a:rPr sz="1200" spc="65" dirty="0">
                <a:latin typeface="Corbel"/>
                <a:cs typeface="Corbel"/>
              </a:rPr>
              <a:t> </a:t>
            </a:r>
            <a:r>
              <a:rPr sz="1200" dirty="0">
                <a:latin typeface="Corbel"/>
                <a:cs typeface="Corbel"/>
              </a:rPr>
              <a:t>accuracy</a:t>
            </a:r>
            <a:r>
              <a:rPr sz="1200" spc="65" dirty="0">
                <a:latin typeface="Corbel"/>
                <a:cs typeface="Corbel"/>
              </a:rPr>
              <a:t> </a:t>
            </a:r>
            <a:r>
              <a:rPr sz="1200" dirty="0">
                <a:latin typeface="Corbel"/>
                <a:cs typeface="Corbel"/>
              </a:rPr>
              <a:t>for</a:t>
            </a:r>
            <a:r>
              <a:rPr sz="1200" spc="60" dirty="0">
                <a:latin typeface="Corbel"/>
                <a:cs typeface="Corbel"/>
              </a:rPr>
              <a:t> </a:t>
            </a:r>
            <a:r>
              <a:rPr sz="1200" dirty="0">
                <a:latin typeface="Corbel"/>
                <a:cs typeface="Corbel"/>
              </a:rPr>
              <a:t>civilian</a:t>
            </a:r>
            <a:r>
              <a:rPr sz="1200" spc="65" dirty="0">
                <a:latin typeface="Corbel"/>
                <a:cs typeface="Corbel"/>
              </a:rPr>
              <a:t> </a:t>
            </a:r>
            <a:r>
              <a:rPr sz="1200" dirty="0">
                <a:latin typeface="Corbel"/>
                <a:cs typeface="Corbel"/>
              </a:rPr>
              <a:t>use</a:t>
            </a:r>
            <a:r>
              <a:rPr sz="1200" spc="70" dirty="0">
                <a:latin typeface="Corbel"/>
                <a:cs typeface="Corbel"/>
              </a:rPr>
              <a:t> </a:t>
            </a:r>
            <a:r>
              <a:rPr sz="1200" dirty="0">
                <a:latin typeface="Corbel"/>
                <a:cs typeface="Corbel"/>
              </a:rPr>
              <a:t>of</a:t>
            </a:r>
            <a:r>
              <a:rPr sz="1200" spc="70" dirty="0">
                <a:latin typeface="Corbel"/>
                <a:cs typeface="Corbel"/>
              </a:rPr>
              <a:t> </a:t>
            </a:r>
            <a:r>
              <a:rPr sz="1200" dirty="0">
                <a:latin typeface="Corbel"/>
                <a:cs typeface="Corbel"/>
              </a:rPr>
              <a:t>GPS</a:t>
            </a:r>
            <a:r>
              <a:rPr sz="1200" spc="65" dirty="0">
                <a:latin typeface="Corbel"/>
                <a:cs typeface="Corbel"/>
              </a:rPr>
              <a:t> </a:t>
            </a:r>
            <a:r>
              <a:rPr sz="1200" dirty="0">
                <a:latin typeface="Corbel"/>
                <a:cs typeface="Corbel"/>
              </a:rPr>
              <a:t>to</a:t>
            </a:r>
            <a:r>
              <a:rPr sz="1200" spc="60" dirty="0">
                <a:latin typeface="Corbel"/>
                <a:cs typeface="Corbel"/>
              </a:rPr>
              <a:t> </a:t>
            </a:r>
            <a:r>
              <a:rPr sz="1200" dirty="0">
                <a:latin typeface="Corbel"/>
                <a:cs typeface="Corbel"/>
              </a:rPr>
              <a:t>an</a:t>
            </a:r>
            <a:r>
              <a:rPr sz="1200" spc="70" dirty="0">
                <a:latin typeface="Corbel"/>
                <a:cs typeface="Corbel"/>
              </a:rPr>
              <a:t> </a:t>
            </a:r>
            <a:r>
              <a:rPr sz="1200" dirty="0">
                <a:latin typeface="Corbel"/>
                <a:cs typeface="Corbel"/>
              </a:rPr>
              <a:t>accuracy</a:t>
            </a:r>
            <a:r>
              <a:rPr sz="1200" spc="65" dirty="0">
                <a:latin typeface="Corbel"/>
                <a:cs typeface="Corbel"/>
              </a:rPr>
              <a:t> </a:t>
            </a:r>
            <a:r>
              <a:rPr sz="1200" dirty="0">
                <a:latin typeface="Corbel"/>
                <a:cs typeface="Corbel"/>
              </a:rPr>
              <a:t>level</a:t>
            </a:r>
            <a:r>
              <a:rPr sz="1200" spc="60" dirty="0">
                <a:latin typeface="Corbel"/>
                <a:cs typeface="Corbel"/>
              </a:rPr>
              <a:t> </a:t>
            </a:r>
            <a:r>
              <a:rPr sz="1200" dirty="0">
                <a:latin typeface="Corbel"/>
                <a:cs typeface="Corbel"/>
              </a:rPr>
              <a:t>of</a:t>
            </a:r>
            <a:r>
              <a:rPr sz="1200" spc="70" dirty="0">
                <a:latin typeface="Corbel"/>
                <a:cs typeface="Corbel"/>
              </a:rPr>
              <a:t> </a:t>
            </a:r>
            <a:r>
              <a:rPr sz="1200" dirty="0">
                <a:latin typeface="Corbel"/>
                <a:cs typeface="Corbel"/>
              </a:rPr>
              <a:t>100</a:t>
            </a:r>
            <a:r>
              <a:rPr sz="1200" spc="60" dirty="0">
                <a:latin typeface="Corbel"/>
                <a:cs typeface="Corbel"/>
              </a:rPr>
              <a:t> </a:t>
            </a:r>
            <a:r>
              <a:rPr sz="1200" dirty="0">
                <a:latin typeface="Corbel"/>
                <a:cs typeface="Corbel"/>
              </a:rPr>
              <a:t>m</a:t>
            </a:r>
            <a:r>
              <a:rPr sz="1200" spc="70" dirty="0">
                <a:latin typeface="Corbel"/>
                <a:cs typeface="Corbel"/>
              </a:rPr>
              <a:t> </a:t>
            </a:r>
            <a:r>
              <a:rPr sz="1200" dirty="0">
                <a:latin typeface="Corbel"/>
                <a:cs typeface="Corbel"/>
              </a:rPr>
              <a:t>for</a:t>
            </a:r>
            <a:r>
              <a:rPr sz="1200" spc="60" dirty="0">
                <a:latin typeface="Corbel"/>
                <a:cs typeface="Corbel"/>
              </a:rPr>
              <a:t> </a:t>
            </a:r>
            <a:r>
              <a:rPr sz="1200" dirty="0">
                <a:latin typeface="Corbel"/>
                <a:cs typeface="Corbel"/>
              </a:rPr>
              <a:t>the</a:t>
            </a:r>
            <a:r>
              <a:rPr sz="1200" spc="65" dirty="0">
                <a:latin typeface="Corbel"/>
                <a:cs typeface="Corbel"/>
              </a:rPr>
              <a:t> </a:t>
            </a:r>
            <a:r>
              <a:rPr sz="1200" dirty="0">
                <a:latin typeface="Corbel"/>
                <a:cs typeface="Corbel"/>
              </a:rPr>
              <a:t>horizontal</a:t>
            </a:r>
            <a:r>
              <a:rPr sz="1200" spc="60" dirty="0">
                <a:latin typeface="Corbel"/>
                <a:cs typeface="Corbel"/>
              </a:rPr>
              <a:t> </a:t>
            </a:r>
            <a:r>
              <a:rPr sz="1200" spc="-10" dirty="0">
                <a:latin typeface="Corbel"/>
                <a:cs typeface="Corbel"/>
              </a:rPr>
              <a:t>position. 	</a:t>
            </a:r>
            <a:r>
              <a:rPr sz="1200" dirty="0">
                <a:latin typeface="Corbel"/>
                <a:cs typeface="Corbel"/>
              </a:rPr>
              <a:t>However,</a:t>
            </a:r>
            <a:r>
              <a:rPr sz="1200" spc="85" dirty="0">
                <a:latin typeface="Corbel"/>
                <a:cs typeface="Corbel"/>
              </a:rPr>
              <a:t> </a:t>
            </a:r>
            <a:r>
              <a:rPr sz="1200" dirty="0">
                <a:latin typeface="Corbel"/>
                <a:cs typeface="Corbel"/>
              </a:rPr>
              <a:t>on</a:t>
            </a:r>
            <a:r>
              <a:rPr sz="1200" spc="95" dirty="0">
                <a:latin typeface="Corbel"/>
                <a:cs typeface="Corbel"/>
              </a:rPr>
              <a:t> </a:t>
            </a:r>
            <a:r>
              <a:rPr sz="1200" dirty="0">
                <a:latin typeface="Corbel"/>
                <a:cs typeface="Corbel"/>
              </a:rPr>
              <a:t>2</a:t>
            </a:r>
            <a:r>
              <a:rPr sz="1200" spc="90" dirty="0">
                <a:latin typeface="Corbel"/>
                <a:cs typeface="Corbel"/>
              </a:rPr>
              <a:t> </a:t>
            </a:r>
            <a:r>
              <a:rPr sz="1200" dirty="0">
                <a:latin typeface="Corbel"/>
                <a:cs typeface="Corbel"/>
              </a:rPr>
              <a:t>May</a:t>
            </a:r>
            <a:r>
              <a:rPr sz="1200" spc="90" dirty="0">
                <a:latin typeface="Corbel"/>
                <a:cs typeface="Corbel"/>
              </a:rPr>
              <a:t> </a:t>
            </a:r>
            <a:r>
              <a:rPr sz="1200" dirty="0">
                <a:latin typeface="Corbel"/>
                <a:cs typeface="Corbel"/>
              </a:rPr>
              <a:t>2000,</a:t>
            </a:r>
            <a:r>
              <a:rPr sz="1200" spc="90" dirty="0">
                <a:latin typeface="Corbel"/>
                <a:cs typeface="Corbel"/>
              </a:rPr>
              <a:t> </a:t>
            </a:r>
            <a:r>
              <a:rPr sz="1200" dirty="0">
                <a:latin typeface="Corbel"/>
                <a:cs typeface="Corbel"/>
              </a:rPr>
              <a:t>this</a:t>
            </a:r>
            <a:r>
              <a:rPr sz="1200" spc="85" dirty="0">
                <a:latin typeface="Corbel"/>
                <a:cs typeface="Corbel"/>
              </a:rPr>
              <a:t> </a:t>
            </a:r>
            <a:r>
              <a:rPr sz="1200" dirty="0">
                <a:latin typeface="Corbel"/>
                <a:cs typeface="Corbel"/>
              </a:rPr>
              <a:t>feature</a:t>
            </a:r>
            <a:r>
              <a:rPr sz="1200" spc="95" dirty="0">
                <a:latin typeface="Corbel"/>
                <a:cs typeface="Corbel"/>
              </a:rPr>
              <a:t> </a:t>
            </a:r>
            <a:r>
              <a:rPr sz="1200" dirty="0">
                <a:latin typeface="Corbel"/>
                <a:cs typeface="Corbel"/>
              </a:rPr>
              <a:t>was</a:t>
            </a:r>
            <a:r>
              <a:rPr sz="1200" spc="95" dirty="0">
                <a:latin typeface="Corbel"/>
                <a:cs typeface="Corbel"/>
              </a:rPr>
              <a:t> </a:t>
            </a:r>
            <a:r>
              <a:rPr sz="1200" dirty="0">
                <a:latin typeface="Corbel"/>
                <a:cs typeface="Corbel"/>
              </a:rPr>
              <a:t>discontinued,</a:t>
            </a:r>
            <a:r>
              <a:rPr sz="1200" spc="90" dirty="0">
                <a:latin typeface="Corbel"/>
                <a:cs typeface="Corbel"/>
              </a:rPr>
              <a:t> </a:t>
            </a:r>
            <a:r>
              <a:rPr sz="1200" dirty="0">
                <a:latin typeface="Corbel"/>
                <a:cs typeface="Corbel"/>
              </a:rPr>
              <a:t>and</a:t>
            </a:r>
            <a:r>
              <a:rPr sz="1200" spc="90" dirty="0">
                <a:latin typeface="Corbel"/>
                <a:cs typeface="Corbel"/>
              </a:rPr>
              <a:t> </a:t>
            </a:r>
            <a:r>
              <a:rPr sz="1200" dirty="0">
                <a:latin typeface="Corbel"/>
                <a:cs typeface="Corbel"/>
              </a:rPr>
              <a:t>the</a:t>
            </a:r>
            <a:r>
              <a:rPr sz="1200" spc="90" dirty="0">
                <a:latin typeface="Corbel"/>
                <a:cs typeface="Corbel"/>
              </a:rPr>
              <a:t> </a:t>
            </a:r>
            <a:r>
              <a:rPr sz="1200" dirty="0">
                <a:latin typeface="Corbel"/>
                <a:cs typeface="Corbel"/>
              </a:rPr>
              <a:t>USA</a:t>
            </a:r>
            <a:r>
              <a:rPr sz="1200" spc="90" dirty="0">
                <a:latin typeface="Corbel"/>
                <a:cs typeface="Corbel"/>
              </a:rPr>
              <a:t> </a:t>
            </a:r>
            <a:r>
              <a:rPr sz="1200" dirty="0">
                <a:latin typeface="Corbel"/>
                <a:cs typeface="Corbel"/>
              </a:rPr>
              <a:t>announced</a:t>
            </a:r>
            <a:r>
              <a:rPr sz="1200" spc="90" dirty="0">
                <a:latin typeface="Corbel"/>
                <a:cs typeface="Corbel"/>
              </a:rPr>
              <a:t> </a:t>
            </a:r>
            <a:r>
              <a:rPr sz="1200" dirty="0">
                <a:latin typeface="Corbel"/>
                <a:cs typeface="Corbel"/>
              </a:rPr>
              <a:t>that</a:t>
            </a:r>
            <a:r>
              <a:rPr sz="1200" spc="90" dirty="0">
                <a:latin typeface="Corbel"/>
                <a:cs typeface="Corbel"/>
              </a:rPr>
              <a:t> </a:t>
            </a:r>
            <a:r>
              <a:rPr sz="1200" dirty="0">
                <a:latin typeface="Corbel"/>
                <a:cs typeface="Corbel"/>
              </a:rPr>
              <a:t>it</a:t>
            </a:r>
            <a:r>
              <a:rPr sz="1200" spc="90" dirty="0">
                <a:latin typeface="Corbel"/>
                <a:cs typeface="Corbel"/>
              </a:rPr>
              <a:t> </a:t>
            </a:r>
            <a:r>
              <a:rPr sz="1200" dirty="0">
                <a:latin typeface="Corbel"/>
                <a:cs typeface="Corbel"/>
              </a:rPr>
              <a:t>would</a:t>
            </a:r>
            <a:r>
              <a:rPr sz="1200" spc="90" dirty="0">
                <a:latin typeface="Corbel"/>
                <a:cs typeface="Corbel"/>
              </a:rPr>
              <a:t> </a:t>
            </a:r>
            <a:r>
              <a:rPr sz="1200" dirty="0">
                <a:latin typeface="Corbel"/>
                <a:cs typeface="Corbel"/>
              </a:rPr>
              <a:t>no</a:t>
            </a:r>
            <a:r>
              <a:rPr sz="1200" spc="85" dirty="0">
                <a:latin typeface="Corbel"/>
                <a:cs typeface="Corbel"/>
              </a:rPr>
              <a:t> </a:t>
            </a:r>
            <a:r>
              <a:rPr sz="1200" dirty="0">
                <a:latin typeface="Corbel"/>
                <a:cs typeface="Corbel"/>
              </a:rPr>
              <a:t>longer</a:t>
            </a:r>
            <a:r>
              <a:rPr sz="1200" spc="90" dirty="0">
                <a:latin typeface="Corbel"/>
                <a:cs typeface="Corbel"/>
              </a:rPr>
              <a:t> </a:t>
            </a:r>
            <a:r>
              <a:rPr sz="1200" dirty="0">
                <a:latin typeface="Corbel"/>
                <a:cs typeface="Corbel"/>
              </a:rPr>
              <a:t>impose</a:t>
            </a:r>
            <a:r>
              <a:rPr sz="1200" spc="95" dirty="0">
                <a:latin typeface="Corbel"/>
                <a:cs typeface="Corbel"/>
              </a:rPr>
              <a:t> </a:t>
            </a:r>
            <a:r>
              <a:rPr sz="1200" dirty="0">
                <a:latin typeface="Corbel"/>
                <a:cs typeface="Corbel"/>
              </a:rPr>
              <a:t>this.</a:t>
            </a:r>
            <a:r>
              <a:rPr sz="1200" spc="90" dirty="0">
                <a:latin typeface="Corbel"/>
                <a:cs typeface="Corbel"/>
              </a:rPr>
              <a:t> </a:t>
            </a:r>
            <a:r>
              <a:rPr sz="1200" dirty="0">
                <a:latin typeface="Corbel"/>
                <a:cs typeface="Corbel"/>
              </a:rPr>
              <a:t>Furthermore,</a:t>
            </a:r>
            <a:r>
              <a:rPr sz="1200" spc="90" dirty="0">
                <a:latin typeface="Corbel"/>
                <a:cs typeface="Corbel"/>
              </a:rPr>
              <a:t> </a:t>
            </a:r>
            <a:r>
              <a:rPr sz="1200" dirty="0">
                <a:latin typeface="Corbel"/>
                <a:cs typeface="Corbel"/>
              </a:rPr>
              <a:t>the</a:t>
            </a:r>
            <a:r>
              <a:rPr sz="1200" spc="90" dirty="0">
                <a:latin typeface="Corbel"/>
                <a:cs typeface="Corbel"/>
              </a:rPr>
              <a:t> </a:t>
            </a:r>
            <a:r>
              <a:rPr sz="1200" spc="-25" dirty="0">
                <a:latin typeface="Corbel"/>
                <a:cs typeface="Corbel"/>
              </a:rPr>
              <a:t>new 	</a:t>
            </a:r>
            <a:r>
              <a:rPr sz="1200" dirty="0">
                <a:latin typeface="Corbel"/>
                <a:cs typeface="Corbel"/>
              </a:rPr>
              <a:t>generation</a:t>
            </a:r>
            <a:r>
              <a:rPr sz="1200" spc="-40" dirty="0">
                <a:latin typeface="Corbel"/>
                <a:cs typeface="Corbel"/>
              </a:rPr>
              <a:t> </a:t>
            </a:r>
            <a:r>
              <a:rPr sz="1200" spc="-10" dirty="0">
                <a:latin typeface="Corbel"/>
                <a:cs typeface="Corbel"/>
              </a:rPr>
              <a:t>of</a:t>
            </a:r>
            <a:r>
              <a:rPr sz="1200" spc="-50" dirty="0">
                <a:latin typeface="Corbel"/>
                <a:cs typeface="Corbel"/>
              </a:rPr>
              <a:t> </a:t>
            </a:r>
            <a:r>
              <a:rPr sz="1200" dirty="0">
                <a:latin typeface="Corbel"/>
                <a:cs typeface="Corbel"/>
              </a:rPr>
              <a:t>GPS</a:t>
            </a:r>
            <a:r>
              <a:rPr sz="1200" spc="-25" dirty="0">
                <a:latin typeface="Corbel"/>
                <a:cs typeface="Corbel"/>
              </a:rPr>
              <a:t> </a:t>
            </a:r>
            <a:r>
              <a:rPr sz="1200" dirty="0">
                <a:latin typeface="Corbel"/>
                <a:cs typeface="Corbel"/>
              </a:rPr>
              <a:t>satellites</a:t>
            </a:r>
            <a:r>
              <a:rPr sz="1200" spc="-25" dirty="0">
                <a:latin typeface="Corbel"/>
                <a:cs typeface="Corbel"/>
              </a:rPr>
              <a:t> </a:t>
            </a:r>
            <a:r>
              <a:rPr sz="1200" spc="-10" dirty="0">
                <a:latin typeface="Corbel"/>
                <a:cs typeface="Corbel"/>
              </a:rPr>
              <a:t>(GPS</a:t>
            </a:r>
            <a:r>
              <a:rPr sz="1200" spc="-25" dirty="0">
                <a:latin typeface="Corbel"/>
                <a:cs typeface="Corbel"/>
              </a:rPr>
              <a:t> </a:t>
            </a:r>
            <a:r>
              <a:rPr sz="1200" dirty="0">
                <a:latin typeface="Corbel"/>
                <a:cs typeface="Corbel"/>
              </a:rPr>
              <a:t>III)</a:t>
            </a:r>
            <a:r>
              <a:rPr sz="1200" spc="-25" dirty="0">
                <a:latin typeface="Corbel"/>
                <a:cs typeface="Corbel"/>
              </a:rPr>
              <a:t> </a:t>
            </a:r>
            <a:r>
              <a:rPr sz="1200" dirty="0">
                <a:latin typeface="Corbel"/>
                <a:cs typeface="Corbel"/>
              </a:rPr>
              <a:t>will</a:t>
            </a:r>
            <a:r>
              <a:rPr sz="1200" spc="-30" dirty="0">
                <a:latin typeface="Corbel"/>
                <a:cs typeface="Corbel"/>
              </a:rPr>
              <a:t> </a:t>
            </a:r>
            <a:r>
              <a:rPr sz="1200" dirty="0">
                <a:latin typeface="Corbel"/>
                <a:cs typeface="Corbel"/>
              </a:rPr>
              <a:t>not</a:t>
            </a:r>
            <a:r>
              <a:rPr sz="1200" spc="-30" dirty="0">
                <a:latin typeface="Corbel"/>
                <a:cs typeface="Corbel"/>
              </a:rPr>
              <a:t> </a:t>
            </a:r>
            <a:r>
              <a:rPr sz="1200" dirty="0">
                <a:latin typeface="Corbel"/>
                <a:cs typeface="Corbel"/>
              </a:rPr>
              <a:t>have</a:t>
            </a:r>
            <a:r>
              <a:rPr sz="1200" spc="-25" dirty="0">
                <a:latin typeface="Corbel"/>
                <a:cs typeface="Corbel"/>
              </a:rPr>
              <a:t> </a:t>
            </a:r>
            <a:r>
              <a:rPr sz="1200" dirty="0">
                <a:latin typeface="Corbel"/>
                <a:cs typeface="Corbel"/>
              </a:rPr>
              <a:t>this</a:t>
            </a:r>
            <a:r>
              <a:rPr sz="1200" spc="-25" dirty="0">
                <a:latin typeface="Corbel"/>
                <a:cs typeface="Corbel"/>
              </a:rPr>
              <a:t> </a:t>
            </a:r>
            <a:r>
              <a:rPr sz="1200" dirty="0">
                <a:latin typeface="Corbel"/>
                <a:cs typeface="Corbel"/>
              </a:rPr>
              <a:t>feature,</a:t>
            </a:r>
            <a:r>
              <a:rPr sz="1200" spc="-35" dirty="0">
                <a:latin typeface="Corbel"/>
                <a:cs typeface="Corbel"/>
              </a:rPr>
              <a:t> </a:t>
            </a:r>
            <a:r>
              <a:rPr sz="1200" dirty="0">
                <a:latin typeface="Corbel"/>
                <a:cs typeface="Corbel"/>
              </a:rPr>
              <a:t>meaning</a:t>
            </a:r>
            <a:r>
              <a:rPr sz="1200" spc="-25" dirty="0">
                <a:latin typeface="Corbel"/>
                <a:cs typeface="Corbel"/>
              </a:rPr>
              <a:t> </a:t>
            </a:r>
            <a:r>
              <a:rPr sz="1200" dirty="0">
                <a:latin typeface="Corbel"/>
                <a:cs typeface="Corbel"/>
              </a:rPr>
              <a:t>that</a:t>
            </a:r>
            <a:r>
              <a:rPr sz="1200" spc="-60" dirty="0">
                <a:latin typeface="Corbel"/>
                <a:cs typeface="Corbel"/>
              </a:rPr>
              <a:t> </a:t>
            </a:r>
            <a:r>
              <a:rPr sz="1200" dirty="0">
                <a:latin typeface="Corbel"/>
                <a:cs typeface="Corbel"/>
              </a:rPr>
              <a:t>SA</a:t>
            </a:r>
            <a:r>
              <a:rPr sz="1200" spc="-25" dirty="0">
                <a:latin typeface="Corbel"/>
                <a:cs typeface="Corbel"/>
              </a:rPr>
              <a:t> </a:t>
            </a:r>
            <a:r>
              <a:rPr sz="1200" dirty="0">
                <a:latin typeface="Corbel"/>
                <a:cs typeface="Corbel"/>
              </a:rPr>
              <a:t>cannot</a:t>
            </a:r>
            <a:r>
              <a:rPr sz="1200" spc="-35" dirty="0">
                <a:latin typeface="Corbel"/>
                <a:cs typeface="Corbel"/>
              </a:rPr>
              <a:t> </a:t>
            </a:r>
            <a:r>
              <a:rPr sz="1200" dirty="0">
                <a:latin typeface="Corbel"/>
                <a:cs typeface="Corbel"/>
              </a:rPr>
              <a:t>be</a:t>
            </a:r>
            <a:r>
              <a:rPr sz="1200" spc="-20" dirty="0">
                <a:latin typeface="Corbel"/>
                <a:cs typeface="Corbel"/>
              </a:rPr>
              <a:t> </a:t>
            </a:r>
            <a:r>
              <a:rPr sz="1200" dirty="0">
                <a:latin typeface="Corbel"/>
                <a:cs typeface="Corbel"/>
              </a:rPr>
              <a:t>used</a:t>
            </a:r>
            <a:r>
              <a:rPr sz="1200" spc="-30" dirty="0">
                <a:latin typeface="Corbel"/>
                <a:cs typeface="Corbel"/>
              </a:rPr>
              <a:t> </a:t>
            </a:r>
            <a:r>
              <a:rPr sz="1200" dirty="0">
                <a:latin typeface="Corbel"/>
                <a:cs typeface="Corbel"/>
              </a:rPr>
              <a:t>by</a:t>
            </a:r>
            <a:r>
              <a:rPr sz="1200" spc="-30" dirty="0">
                <a:latin typeface="Corbel"/>
                <a:cs typeface="Corbel"/>
              </a:rPr>
              <a:t> </a:t>
            </a:r>
            <a:r>
              <a:rPr sz="1200" dirty="0">
                <a:latin typeface="Corbel"/>
                <a:cs typeface="Corbel"/>
              </a:rPr>
              <a:t>the</a:t>
            </a:r>
            <a:r>
              <a:rPr sz="1200" spc="-60" dirty="0">
                <a:latin typeface="Corbel"/>
                <a:cs typeface="Corbel"/>
              </a:rPr>
              <a:t> </a:t>
            </a:r>
            <a:r>
              <a:rPr sz="1200" dirty="0">
                <a:latin typeface="Corbel"/>
                <a:cs typeface="Corbel"/>
              </a:rPr>
              <a:t>US</a:t>
            </a:r>
            <a:r>
              <a:rPr sz="1200" spc="-25" dirty="0">
                <a:latin typeface="Corbel"/>
                <a:cs typeface="Corbel"/>
              </a:rPr>
              <a:t> </a:t>
            </a:r>
            <a:r>
              <a:rPr sz="1200" dirty="0">
                <a:latin typeface="Corbel"/>
                <a:cs typeface="Corbel"/>
              </a:rPr>
              <a:t>government</a:t>
            </a:r>
            <a:r>
              <a:rPr sz="1200" spc="-30" dirty="0">
                <a:latin typeface="Corbel"/>
                <a:cs typeface="Corbel"/>
              </a:rPr>
              <a:t> </a:t>
            </a:r>
            <a:r>
              <a:rPr sz="1200" spc="-10" dirty="0">
                <a:latin typeface="Corbel"/>
                <a:cs typeface="Corbel"/>
              </a:rPr>
              <a:t>anymore.</a:t>
            </a:r>
            <a:endParaRPr sz="1200">
              <a:latin typeface="Corbel"/>
              <a:cs typeface="Corbel"/>
            </a:endParaRPr>
          </a:p>
          <a:p>
            <a:pPr marL="808990" marR="5080" lvl="1" indent="-339090" algn="just">
              <a:lnSpc>
                <a:spcPct val="100800"/>
              </a:lnSpc>
              <a:spcBef>
                <a:spcPts val="830"/>
              </a:spcBef>
              <a:buAutoNum type="romanLcPeriod"/>
              <a:tabLst>
                <a:tab pos="812800" algn="l"/>
              </a:tabLst>
            </a:pPr>
            <a:r>
              <a:rPr sz="1200" dirty="0">
                <a:latin typeface="Corbel"/>
                <a:cs typeface="Corbel"/>
              </a:rPr>
              <a:t>Signal</a:t>
            </a:r>
            <a:r>
              <a:rPr sz="1200" spc="10" dirty="0">
                <a:latin typeface="Corbel"/>
                <a:cs typeface="Corbel"/>
              </a:rPr>
              <a:t> </a:t>
            </a:r>
            <a:r>
              <a:rPr sz="1200" dirty="0">
                <a:latin typeface="Corbel"/>
                <a:cs typeface="Corbel"/>
              </a:rPr>
              <a:t>jamming</a:t>
            </a:r>
            <a:r>
              <a:rPr sz="1200" spc="15" dirty="0">
                <a:latin typeface="Corbel"/>
                <a:cs typeface="Corbel"/>
              </a:rPr>
              <a:t> </a:t>
            </a:r>
            <a:r>
              <a:rPr sz="1200" dirty="0">
                <a:latin typeface="Corbel"/>
                <a:cs typeface="Corbel"/>
              </a:rPr>
              <a:t>-</a:t>
            </a:r>
            <a:r>
              <a:rPr sz="1200" spc="15" dirty="0">
                <a:latin typeface="Corbel"/>
                <a:cs typeface="Corbel"/>
              </a:rPr>
              <a:t> </a:t>
            </a:r>
            <a:r>
              <a:rPr sz="1200" dirty="0">
                <a:latin typeface="Corbel"/>
                <a:cs typeface="Corbel"/>
              </a:rPr>
              <a:t>Intentional</a:t>
            </a:r>
            <a:r>
              <a:rPr sz="1200" spc="10" dirty="0">
                <a:latin typeface="Corbel"/>
                <a:cs typeface="Corbel"/>
              </a:rPr>
              <a:t> </a:t>
            </a:r>
            <a:r>
              <a:rPr sz="1200" dirty="0">
                <a:latin typeface="Corbel"/>
                <a:cs typeface="Corbel"/>
              </a:rPr>
              <a:t>interference</a:t>
            </a:r>
            <a:r>
              <a:rPr sz="1200" spc="15" dirty="0">
                <a:latin typeface="Corbel"/>
                <a:cs typeface="Corbel"/>
              </a:rPr>
              <a:t> </a:t>
            </a:r>
            <a:r>
              <a:rPr sz="1200" dirty="0">
                <a:latin typeface="Corbel"/>
                <a:cs typeface="Corbel"/>
              </a:rPr>
              <a:t>is,</a:t>
            </a:r>
            <a:r>
              <a:rPr sz="1200" spc="10" dirty="0">
                <a:latin typeface="Corbel"/>
                <a:cs typeface="Corbel"/>
              </a:rPr>
              <a:t> </a:t>
            </a:r>
            <a:r>
              <a:rPr sz="1200" dirty="0">
                <a:latin typeface="Corbel"/>
                <a:cs typeface="Corbel"/>
              </a:rPr>
              <a:t>in</a:t>
            </a:r>
            <a:r>
              <a:rPr sz="1200" spc="20" dirty="0">
                <a:latin typeface="Corbel"/>
                <a:cs typeface="Corbel"/>
              </a:rPr>
              <a:t> </a:t>
            </a:r>
            <a:r>
              <a:rPr sz="1200" dirty="0">
                <a:latin typeface="Corbel"/>
                <a:cs typeface="Corbel"/>
              </a:rPr>
              <a:t>many</a:t>
            </a:r>
            <a:r>
              <a:rPr sz="1200" spc="15" dirty="0">
                <a:latin typeface="Corbel"/>
                <a:cs typeface="Corbel"/>
              </a:rPr>
              <a:t> </a:t>
            </a:r>
            <a:r>
              <a:rPr sz="1200" dirty="0">
                <a:latin typeface="Corbel"/>
                <a:cs typeface="Corbel"/>
              </a:rPr>
              <a:t>cases,</a:t>
            </a:r>
            <a:r>
              <a:rPr sz="1200" spc="10" dirty="0">
                <a:latin typeface="Corbel"/>
                <a:cs typeface="Corbel"/>
              </a:rPr>
              <a:t> </a:t>
            </a:r>
            <a:r>
              <a:rPr sz="1200" dirty="0">
                <a:latin typeface="Corbel"/>
                <a:cs typeface="Corbel"/>
              </a:rPr>
              <a:t>a</a:t>
            </a:r>
            <a:r>
              <a:rPr sz="1200" spc="15" dirty="0">
                <a:latin typeface="Corbel"/>
                <a:cs typeface="Corbel"/>
              </a:rPr>
              <a:t> </a:t>
            </a:r>
            <a:r>
              <a:rPr sz="1200" dirty="0">
                <a:latin typeface="Corbel"/>
                <a:cs typeface="Corbel"/>
              </a:rPr>
              <a:t>significant</a:t>
            </a:r>
            <a:r>
              <a:rPr sz="1200" spc="5" dirty="0">
                <a:latin typeface="Corbel"/>
                <a:cs typeface="Corbel"/>
              </a:rPr>
              <a:t> </a:t>
            </a:r>
            <a:r>
              <a:rPr sz="1200" dirty="0">
                <a:latin typeface="Corbel"/>
                <a:cs typeface="Corbel"/>
              </a:rPr>
              <a:t>source</a:t>
            </a:r>
            <a:r>
              <a:rPr sz="1200" spc="20" dirty="0">
                <a:latin typeface="Corbel"/>
                <a:cs typeface="Corbel"/>
              </a:rPr>
              <a:t> </a:t>
            </a:r>
            <a:r>
              <a:rPr sz="1200" dirty="0">
                <a:latin typeface="Corbel"/>
                <a:cs typeface="Corbel"/>
              </a:rPr>
              <a:t>of</a:t>
            </a:r>
            <a:r>
              <a:rPr sz="1200" spc="20" dirty="0">
                <a:latin typeface="Corbel"/>
                <a:cs typeface="Corbel"/>
              </a:rPr>
              <a:t> </a:t>
            </a:r>
            <a:r>
              <a:rPr sz="1200" dirty="0">
                <a:latin typeface="Corbel"/>
                <a:cs typeface="Corbel"/>
              </a:rPr>
              <a:t>GNSS</a:t>
            </a:r>
            <a:r>
              <a:rPr sz="1200" spc="15" dirty="0">
                <a:latin typeface="Corbel"/>
                <a:cs typeface="Corbel"/>
              </a:rPr>
              <a:t> </a:t>
            </a:r>
            <a:r>
              <a:rPr sz="1200" dirty="0">
                <a:latin typeface="Corbel"/>
                <a:cs typeface="Corbel"/>
              </a:rPr>
              <a:t>signal</a:t>
            </a:r>
            <a:r>
              <a:rPr sz="1200" spc="15" dirty="0">
                <a:latin typeface="Corbel"/>
                <a:cs typeface="Corbel"/>
              </a:rPr>
              <a:t> </a:t>
            </a:r>
            <a:r>
              <a:rPr sz="1200" dirty="0">
                <a:latin typeface="Corbel"/>
                <a:cs typeface="Corbel"/>
              </a:rPr>
              <a:t>degradation.</a:t>
            </a:r>
            <a:r>
              <a:rPr sz="1200" spc="10" dirty="0">
                <a:latin typeface="Corbel"/>
                <a:cs typeface="Corbel"/>
              </a:rPr>
              <a:t> </a:t>
            </a:r>
            <a:r>
              <a:rPr sz="1200" dirty="0">
                <a:latin typeface="Corbel"/>
                <a:cs typeface="Corbel"/>
              </a:rPr>
              <a:t>Intentional</a:t>
            </a:r>
            <a:r>
              <a:rPr sz="1200" spc="15" dirty="0">
                <a:latin typeface="Corbel"/>
                <a:cs typeface="Corbel"/>
              </a:rPr>
              <a:t> </a:t>
            </a:r>
            <a:r>
              <a:rPr sz="1200" dirty="0">
                <a:latin typeface="Corbel"/>
                <a:cs typeface="Corbel"/>
              </a:rPr>
              <a:t>interference,</a:t>
            </a:r>
            <a:r>
              <a:rPr sz="1200" spc="15" dirty="0">
                <a:latin typeface="Corbel"/>
                <a:cs typeface="Corbel"/>
              </a:rPr>
              <a:t> </a:t>
            </a:r>
            <a:r>
              <a:rPr sz="1200" dirty="0">
                <a:latin typeface="Corbel"/>
                <a:cs typeface="Corbel"/>
              </a:rPr>
              <a:t>known</a:t>
            </a:r>
            <a:r>
              <a:rPr sz="1200" spc="15" dirty="0">
                <a:latin typeface="Corbel"/>
                <a:cs typeface="Corbel"/>
              </a:rPr>
              <a:t> </a:t>
            </a:r>
            <a:r>
              <a:rPr sz="1200" spc="-25" dirty="0">
                <a:latin typeface="Corbel"/>
                <a:cs typeface="Corbel"/>
              </a:rPr>
              <a:t>as 	</a:t>
            </a:r>
            <a:r>
              <a:rPr sz="1200" dirty="0">
                <a:latin typeface="Corbel"/>
                <a:cs typeface="Corbel"/>
              </a:rPr>
              <a:t>signal</a:t>
            </a:r>
            <a:r>
              <a:rPr sz="1200" spc="15" dirty="0">
                <a:latin typeface="Corbel"/>
                <a:cs typeface="Corbel"/>
              </a:rPr>
              <a:t> </a:t>
            </a:r>
            <a:r>
              <a:rPr sz="1200" dirty="0">
                <a:latin typeface="Corbel"/>
                <a:cs typeface="Corbel"/>
              </a:rPr>
              <a:t>jamming,</a:t>
            </a:r>
            <a:r>
              <a:rPr sz="1200" spc="15" dirty="0">
                <a:latin typeface="Corbel"/>
                <a:cs typeface="Corbel"/>
              </a:rPr>
              <a:t> </a:t>
            </a:r>
            <a:r>
              <a:rPr sz="1200" dirty="0">
                <a:latin typeface="Corbel"/>
                <a:cs typeface="Corbel"/>
              </a:rPr>
              <a:t>is</a:t>
            </a:r>
            <a:r>
              <a:rPr sz="1200" spc="25" dirty="0">
                <a:latin typeface="Corbel"/>
                <a:cs typeface="Corbel"/>
              </a:rPr>
              <a:t> </a:t>
            </a:r>
            <a:r>
              <a:rPr sz="1200" dirty="0">
                <a:latin typeface="Corbel"/>
                <a:cs typeface="Corbel"/>
              </a:rPr>
              <a:t>caused</a:t>
            </a:r>
            <a:r>
              <a:rPr sz="1200" spc="15" dirty="0">
                <a:latin typeface="Corbel"/>
                <a:cs typeface="Corbel"/>
              </a:rPr>
              <a:t> </a:t>
            </a:r>
            <a:r>
              <a:rPr sz="1200" dirty="0">
                <a:latin typeface="Corbel"/>
                <a:cs typeface="Corbel"/>
              </a:rPr>
              <a:t>by</a:t>
            </a:r>
            <a:r>
              <a:rPr sz="1200" spc="25" dirty="0">
                <a:latin typeface="Corbel"/>
                <a:cs typeface="Corbel"/>
              </a:rPr>
              <a:t> </a:t>
            </a:r>
            <a:r>
              <a:rPr sz="1200" dirty="0">
                <a:latin typeface="Corbel"/>
                <a:cs typeface="Corbel"/>
              </a:rPr>
              <a:t>the</a:t>
            </a:r>
            <a:r>
              <a:rPr sz="1200" spc="25" dirty="0">
                <a:latin typeface="Corbel"/>
                <a:cs typeface="Corbel"/>
              </a:rPr>
              <a:t> </a:t>
            </a:r>
            <a:r>
              <a:rPr sz="1200" dirty="0">
                <a:latin typeface="Corbel"/>
                <a:cs typeface="Corbel"/>
              </a:rPr>
              <a:t>broadcast</a:t>
            </a:r>
            <a:r>
              <a:rPr sz="1200" spc="20" dirty="0">
                <a:latin typeface="Corbel"/>
                <a:cs typeface="Corbel"/>
              </a:rPr>
              <a:t> </a:t>
            </a:r>
            <a:r>
              <a:rPr sz="1200" dirty="0">
                <a:latin typeface="Corbel"/>
                <a:cs typeface="Corbel"/>
              </a:rPr>
              <a:t>of</a:t>
            </a:r>
            <a:r>
              <a:rPr sz="1200" spc="25" dirty="0">
                <a:latin typeface="Corbel"/>
                <a:cs typeface="Corbel"/>
              </a:rPr>
              <a:t> </a:t>
            </a:r>
            <a:r>
              <a:rPr sz="1200" dirty="0">
                <a:latin typeface="Corbel"/>
                <a:cs typeface="Corbel"/>
              </a:rPr>
              <a:t>malicious</a:t>
            </a:r>
            <a:r>
              <a:rPr sz="1200" spc="25" dirty="0">
                <a:latin typeface="Corbel"/>
                <a:cs typeface="Corbel"/>
              </a:rPr>
              <a:t> </a:t>
            </a:r>
            <a:r>
              <a:rPr sz="1200" dirty="0">
                <a:latin typeface="Corbel"/>
                <a:cs typeface="Corbel"/>
              </a:rPr>
              <a:t>radio</a:t>
            </a:r>
            <a:r>
              <a:rPr sz="1200" spc="20" dirty="0">
                <a:latin typeface="Corbel"/>
                <a:cs typeface="Corbel"/>
              </a:rPr>
              <a:t> </a:t>
            </a:r>
            <a:r>
              <a:rPr sz="1200" dirty="0">
                <a:latin typeface="Corbel"/>
                <a:cs typeface="Corbel"/>
              </a:rPr>
              <a:t>frequency</a:t>
            </a:r>
            <a:r>
              <a:rPr sz="1200" spc="25" dirty="0">
                <a:latin typeface="Corbel"/>
                <a:cs typeface="Corbel"/>
              </a:rPr>
              <a:t> </a:t>
            </a:r>
            <a:r>
              <a:rPr sz="1200" dirty="0">
                <a:latin typeface="Corbel"/>
                <a:cs typeface="Corbel"/>
              </a:rPr>
              <a:t>(RF)</a:t>
            </a:r>
            <a:r>
              <a:rPr sz="1200" spc="25" dirty="0">
                <a:latin typeface="Corbel"/>
                <a:cs typeface="Corbel"/>
              </a:rPr>
              <a:t> </a:t>
            </a:r>
            <a:r>
              <a:rPr sz="1200" dirty="0">
                <a:latin typeface="Corbel"/>
                <a:cs typeface="Corbel"/>
              </a:rPr>
              <a:t>signals</a:t>
            </a:r>
            <a:r>
              <a:rPr sz="1200" spc="20" dirty="0">
                <a:latin typeface="Corbel"/>
                <a:cs typeface="Corbel"/>
              </a:rPr>
              <a:t> </a:t>
            </a:r>
            <a:r>
              <a:rPr sz="1200" dirty="0">
                <a:latin typeface="Corbel"/>
                <a:cs typeface="Corbel"/>
              </a:rPr>
              <a:t>to</a:t>
            </a:r>
            <a:r>
              <a:rPr sz="1200" spc="20" dirty="0">
                <a:latin typeface="Corbel"/>
                <a:cs typeface="Corbel"/>
              </a:rPr>
              <a:t> </a:t>
            </a:r>
            <a:r>
              <a:rPr sz="1200" dirty="0">
                <a:latin typeface="Corbel"/>
                <a:cs typeface="Corbel"/>
              </a:rPr>
              <a:t>prevent</a:t>
            </a:r>
            <a:r>
              <a:rPr sz="1200" spc="20" dirty="0">
                <a:latin typeface="Corbel"/>
                <a:cs typeface="Corbel"/>
              </a:rPr>
              <a:t> </a:t>
            </a:r>
            <a:r>
              <a:rPr sz="1200" dirty="0">
                <a:latin typeface="Corbel"/>
                <a:cs typeface="Corbel"/>
              </a:rPr>
              <a:t>GNSS</a:t>
            </a:r>
            <a:r>
              <a:rPr sz="1200" spc="25" dirty="0">
                <a:latin typeface="Corbel"/>
                <a:cs typeface="Corbel"/>
              </a:rPr>
              <a:t> </a:t>
            </a:r>
            <a:r>
              <a:rPr sz="1200" dirty="0">
                <a:latin typeface="Corbel"/>
                <a:cs typeface="Corbel"/>
              </a:rPr>
              <a:t>receivers</a:t>
            </a:r>
            <a:r>
              <a:rPr sz="1200" spc="25" dirty="0">
                <a:latin typeface="Corbel"/>
                <a:cs typeface="Corbel"/>
              </a:rPr>
              <a:t> </a:t>
            </a:r>
            <a:r>
              <a:rPr sz="1200" dirty="0">
                <a:latin typeface="Corbel"/>
                <a:cs typeface="Corbel"/>
              </a:rPr>
              <a:t>in</a:t>
            </a:r>
            <a:r>
              <a:rPr sz="1200" spc="20" dirty="0">
                <a:latin typeface="Corbel"/>
                <a:cs typeface="Corbel"/>
              </a:rPr>
              <a:t> </a:t>
            </a:r>
            <a:r>
              <a:rPr sz="1200" dirty="0">
                <a:latin typeface="Corbel"/>
                <a:cs typeface="Corbel"/>
              </a:rPr>
              <a:t>the</a:t>
            </a:r>
            <a:r>
              <a:rPr sz="1200" spc="25" dirty="0">
                <a:latin typeface="Corbel"/>
                <a:cs typeface="Corbel"/>
              </a:rPr>
              <a:t> </a:t>
            </a:r>
            <a:r>
              <a:rPr sz="1200" dirty="0">
                <a:latin typeface="Corbel"/>
                <a:cs typeface="Corbel"/>
              </a:rPr>
              <a:t>area</a:t>
            </a:r>
            <a:r>
              <a:rPr sz="1200" spc="25" dirty="0">
                <a:latin typeface="Corbel"/>
                <a:cs typeface="Corbel"/>
              </a:rPr>
              <a:t> </a:t>
            </a:r>
            <a:r>
              <a:rPr sz="1200" dirty="0">
                <a:latin typeface="Corbel"/>
                <a:cs typeface="Corbel"/>
              </a:rPr>
              <a:t>from</a:t>
            </a:r>
            <a:r>
              <a:rPr sz="1200" spc="30" dirty="0">
                <a:latin typeface="Corbel"/>
                <a:cs typeface="Corbel"/>
              </a:rPr>
              <a:t> </a:t>
            </a:r>
            <a:r>
              <a:rPr sz="1200" dirty="0">
                <a:latin typeface="Corbel"/>
                <a:cs typeface="Corbel"/>
              </a:rPr>
              <a:t>tracking</a:t>
            </a:r>
            <a:r>
              <a:rPr sz="1200" spc="20" dirty="0">
                <a:latin typeface="Corbel"/>
                <a:cs typeface="Corbel"/>
              </a:rPr>
              <a:t> </a:t>
            </a:r>
            <a:r>
              <a:rPr sz="1200" spc="-20" dirty="0">
                <a:latin typeface="Corbel"/>
                <a:cs typeface="Corbel"/>
              </a:rPr>
              <a:t>GNSS 	</a:t>
            </a:r>
            <a:r>
              <a:rPr sz="1200" dirty="0">
                <a:latin typeface="Corbel"/>
                <a:cs typeface="Corbel"/>
              </a:rPr>
              <a:t>signals.</a:t>
            </a:r>
            <a:r>
              <a:rPr sz="1200" spc="35" dirty="0">
                <a:latin typeface="Corbel"/>
                <a:cs typeface="Corbel"/>
              </a:rPr>
              <a:t> </a:t>
            </a:r>
            <a:r>
              <a:rPr sz="1200" dirty="0">
                <a:latin typeface="Corbel"/>
                <a:cs typeface="Corbel"/>
              </a:rPr>
              <a:t>The</a:t>
            </a:r>
            <a:r>
              <a:rPr sz="1200" spc="45" dirty="0">
                <a:latin typeface="Corbel"/>
                <a:cs typeface="Corbel"/>
              </a:rPr>
              <a:t> </a:t>
            </a:r>
            <a:r>
              <a:rPr sz="1200" dirty="0">
                <a:latin typeface="Corbel"/>
                <a:cs typeface="Corbel"/>
              </a:rPr>
              <a:t>typical</a:t>
            </a:r>
            <a:r>
              <a:rPr sz="1200" spc="35" dirty="0">
                <a:latin typeface="Corbel"/>
                <a:cs typeface="Corbel"/>
              </a:rPr>
              <a:t> </a:t>
            </a:r>
            <a:r>
              <a:rPr sz="1200" dirty="0">
                <a:latin typeface="Corbel"/>
                <a:cs typeface="Corbel"/>
              </a:rPr>
              <a:t>direct</a:t>
            </a:r>
            <a:r>
              <a:rPr sz="1200" spc="35" dirty="0">
                <a:latin typeface="Corbel"/>
                <a:cs typeface="Corbel"/>
              </a:rPr>
              <a:t> </a:t>
            </a:r>
            <a:r>
              <a:rPr sz="1200" dirty="0">
                <a:latin typeface="Corbel"/>
                <a:cs typeface="Corbel"/>
              </a:rPr>
              <a:t>consequences</a:t>
            </a:r>
            <a:r>
              <a:rPr sz="1200" spc="45" dirty="0">
                <a:latin typeface="Corbel"/>
                <a:cs typeface="Corbel"/>
              </a:rPr>
              <a:t> </a:t>
            </a:r>
            <a:r>
              <a:rPr sz="1200" dirty="0">
                <a:latin typeface="Corbel"/>
                <a:cs typeface="Corbel"/>
              </a:rPr>
              <a:t>of</a:t>
            </a:r>
            <a:r>
              <a:rPr sz="1200" spc="45" dirty="0">
                <a:latin typeface="Corbel"/>
                <a:cs typeface="Corbel"/>
              </a:rPr>
              <a:t> </a:t>
            </a:r>
            <a:r>
              <a:rPr sz="1200" dirty="0">
                <a:latin typeface="Corbel"/>
                <a:cs typeface="Corbel"/>
              </a:rPr>
              <a:t>jamming</a:t>
            </a:r>
            <a:r>
              <a:rPr sz="1200" spc="40" dirty="0">
                <a:latin typeface="Corbel"/>
                <a:cs typeface="Corbel"/>
              </a:rPr>
              <a:t> </a:t>
            </a:r>
            <a:r>
              <a:rPr sz="1200" dirty="0">
                <a:latin typeface="Corbel"/>
                <a:cs typeface="Corbel"/>
              </a:rPr>
              <a:t>are</a:t>
            </a:r>
            <a:r>
              <a:rPr sz="1200" spc="45" dirty="0">
                <a:latin typeface="Corbel"/>
                <a:cs typeface="Corbel"/>
              </a:rPr>
              <a:t> </a:t>
            </a:r>
            <a:r>
              <a:rPr sz="1200" dirty="0">
                <a:latin typeface="Corbel"/>
                <a:cs typeface="Corbel"/>
              </a:rPr>
              <a:t>signal</a:t>
            </a:r>
            <a:r>
              <a:rPr sz="1200" spc="35" dirty="0">
                <a:latin typeface="Corbel"/>
                <a:cs typeface="Corbel"/>
              </a:rPr>
              <a:t> </a:t>
            </a:r>
            <a:r>
              <a:rPr sz="1200" dirty="0">
                <a:latin typeface="Corbel"/>
                <a:cs typeface="Corbel"/>
              </a:rPr>
              <a:t>frequency</a:t>
            </a:r>
            <a:r>
              <a:rPr sz="1200" spc="40" dirty="0">
                <a:latin typeface="Corbel"/>
                <a:cs typeface="Corbel"/>
              </a:rPr>
              <a:t> </a:t>
            </a:r>
            <a:r>
              <a:rPr sz="1200" dirty="0">
                <a:latin typeface="Corbel"/>
                <a:cs typeface="Corbel"/>
              </a:rPr>
              <a:t>shifts</a:t>
            </a:r>
            <a:r>
              <a:rPr sz="1200" spc="45" dirty="0">
                <a:latin typeface="Corbel"/>
                <a:cs typeface="Corbel"/>
              </a:rPr>
              <a:t> </a:t>
            </a:r>
            <a:r>
              <a:rPr sz="1200" dirty="0">
                <a:latin typeface="Corbel"/>
                <a:cs typeface="Corbel"/>
              </a:rPr>
              <a:t>in</a:t>
            </a:r>
            <a:r>
              <a:rPr sz="1200" spc="45" dirty="0">
                <a:latin typeface="Corbel"/>
                <a:cs typeface="Corbel"/>
              </a:rPr>
              <a:t> </a:t>
            </a:r>
            <a:r>
              <a:rPr sz="1200" dirty="0">
                <a:latin typeface="Corbel"/>
                <a:cs typeface="Corbel"/>
              </a:rPr>
              <a:t>Hertz</a:t>
            </a:r>
            <a:r>
              <a:rPr sz="1200" spc="45" dirty="0">
                <a:latin typeface="Corbel"/>
                <a:cs typeface="Corbel"/>
              </a:rPr>
              <a:t> </a:t>
            </a:r>
            <a:r>
              <a:rPr sz="1200" dirty="0">
                <a:latin typeface="Corbel"/>
                <a:cs typeface="Corbel"/>
              </a:rPr>
              <a:t>(Hz)</a:t>
            </a:r>
            <a:r>
              <a:rPr sz="1200" spc="45" dirty="0">
                <a:latin typeface="Corbel"/>
                <a:cs typeface="Corbel"/>
              </a:rPr>
              <a:t> </a:t>
            </a:r>
            <a:r>
              <a:rPr sz="1200" dirty="0">
                <a:latin typeface="Corbel"/>
                <a:cs typeface="Corbel"/>
              </a:rPr>
              <a:t>and</a:t>
            </a:r>
            <a:r>
              <a:rPr sz="1200" spc="35" dirty="0">
                <a:latin typeface="Corbel"/>
                <a:cs typeface="Corbel"/>
              </a:rPr>
              <a:t> </a:t>
            </a:r>
            <a:r>
              <a:rPr sz="1200" dirty="0">
                <a:latin typeface="Corbel"/>
                <a:cs typeface="Corbel"/>
              </a:rPr>
              <a:t>a</a:t>
            </a:r>
            <a:r>
              <a:rPr sz="1200" spc="40" dirty="0">
                <a:latin typeface="Corbel"/>
                <a:cs typeface="Corbel"/>
              </a:rPr>
              <a:t> </a:t>
            </a:r>
            <a:r>
              <a:rPr sz="1200" dirty="0">
                <a:latin typeface="Corbel"/>
                <a:cs typeface="Corbel"/>
              </a:rPr>
              <a:t>drop</a:t>
            </a:r>
            <a:r>
              <a:rPr sz="1200" spc="40" dirty="0">
                <a:latin typeface="Corbel"/>
                <a:cs typeface="Corbel"/>
              </a:rPr>
              <a:t> </a:t>
            </a:r>
            <a:r>
              <a:rPr sz="1200" dirty="0">
                <a:latin typeface="Corbel"/>
                <a:cs typeface="Corbel"/>
              </a:rPr>
              <a:t>in</a:t>
            </a:r>
            <a:r>
              <a:rPr sz="1200" spc="50" dirty="0">
                <a:latin typeface="Corbel"/>
                <a:cs typeface="Corbel"/>
              </a:rPr>
              <a:t> </a:t>
            </a:r>
            <a:r>
              <a:rPr sz="1200" dirty="0">
                <a:latin typeface="Corbel"/>
                <a:cs typeface="Corbel"/>
              </a:rPr>
              <a:t>signal</a:t>
            </a:r>
            <a:r>
              <a:rPr sz="1200" spc="35" dirty="0">
                <a:latin typeface="Corbel"/>
                <a:cs typeface="Corbel"/>
              </a:rPr>
              <a:t> </a:t>
            </a:r>
            <a:r>
              <a:rPr sz="1200" dirty="0">
                <a:latin typeface="Corbel"/>
                <a:cs typeface="Corbel"/>
              </a:rPr>
              <a:t>power</a:t>
            </a:r>
            <a:r>
              <a:rPr sz="1200" spc="40" dirty="0">
                <a:latin typeface="Corbel"/>
                <a:cs typeface="Corbel"/>
              </a:rPr>
              <a:t> </a:t>
            </a:r>
            <a:r>
              <a:rPr sz="1200" dirty="0">
                <a:latin typeface="Corbel"/>
                <a:cs typeface="Corbel"/>
              </a:rPr>
              <a:t>in</a:t>
            </a:r>
            <a:r>
              <a:rPr sz="1200" spc="45" dirty="0">
                <a:latin typeface="Corbel"/>
                <a:cs typeface="Corbel"/>
              </a:rPr>
              <a:t> </a:t>
            </a:r>
            <a:r>
              <a:rPr sz="1200" dirty="0">
                <a:latin typeface="Corbel"/>
                <a:cs typeface="Corbel"/>
              </a:rPr>
              <a:t>decibels</a:t>
            </a:r>
            <a:r>
              <a:rPr sz="1200" spc="45" dirty="0">
                <a:latin typeface="Corbel"/>
                <a:cs typeface="Corbel"/>
              </a:rPr>
              <a:t> </a:t>
            </a:r>
            <a:r>
              <a:rPr sz="1200" dirty="0">
                <a:latin typeface="Corbel"/>
                <a:cs typeface="Corbel"/>
              </a:rPr>
              <a:t>(dB).</a:t>
            </a:r>
            <a:r>
              <a:rPr sz="1200" spc="35" dirty="0">
                <a:latin typeface="Corbel"/>
                <a:cs typeface="Corbel"/>
              </a:rPr>
              <a:t> </a:t>
            </a:r>
            <a:r>
              <a:rPr sz="1200" spc="-10" dirty="0">
                <a:latin typeface="Corbel"/>
                <a:cs typeface="Corbel"/>
              </a:rPr>
              <a:t>These 	</a:t>
            </a:r>
            <a:r>
              <a:rPr sz="1200" dirty="0">
                <a:latin typeface="Corbel"/>
                <a:cs typeface="Corbel"/>
              </a:rPr>
              <a:t>effects,</a:t>
            </a:r>
            <a:r>
              <a:rPr sz="1200" spc="90" dirty="0">
                <a:latin typeface="Corbel"/>
                <a:cs typeface="Corbel"/>
              </a:rPr>
              <a:t> </a:t>
            </a:r>
            <a:r>
              <a:rPr sz="1200" dirty="0">
                <a:latin typeface="Corbel"/>
                <a:cs typeface="Corbel"/>
              </a:rPr>
              <a:t>in</a:t>
            </a:r>
            <a:r>
              <a:rPr sz="1200" spc="100" dirty="0">
                <a:latin typeface="Corbel"/>
                <a:cs typeface="Corbel"/>
              </a:rPr>
              <a:t> </a:t>
            </a:r>
            <a:r>
              <a:rPr sz="1200" dirty="0">
                <a:latin typeface="Corbel"/>
                <a:cs typeface="Corbel"/>
              </a:rPr>
              <a:t>turn,</a:t>
            </a:r>
            <a:r>
              <a:rPr sz="1200" spc="90" dirty="0">
                <a:latin typeface="Corbel"/>
                <a:cs typeface="Corbel"/>
              </a:rPr>
              <a:t> </a:t>
            </a:r>
            <a:r>
              <a:rPr sz="1200" dirty="0">
                <a:latin typeface="Corbel"/>
                <a:cs typeface="Corbel"/>
              </a:rPr>
              <a:t>have</a:t>
            </a:r>
            <a:r>
              <a:rPr sz="1200" spc="95" dirty="0">
                <a:latin typeface="Corbel"/>
                <a:cs typeface="Corbel"/>
              </a:rPr>
              <a:t> </a:t>
            </a:r>
            <a:r>
              <a:rPr sz="1200" dirty="0">
                <a:latin typeface="Corbel"/>
                <a:cs typeface="Corbel"/>
              </a:rPr>
              <a:t>the</a:t>
            </a:r>
            <a:r>
              <a:rPr sz="1200" spc="100" dirty="0">
                <a:latin typeface="Corbel"/>
                <a:cs typeface="Corbel"/>
              </a:rPr>
              <a:t> </a:t>
            </a:r>
            <a:r>
              <a:rPr sz="1200" dirty="0">
                <a:latin typeface="Corbel"/>
                <a:cs typeface="Corbel"/>
              </a:rPr>
              <a:t>potential</a:t>
            </a:r>
            <a:r>
              <a:rPr sz="1200" spc="95" dirty="0">
                <a:latin typeface="Corbel"/>
                <a:cs typeface="Corbel"/>
              </a:rPr>
              <a:t> </a:t>
            </a:r>
            <a:r>
              <a:rPr sz="1200" dirty="0">
                <a:latin typeface="Corbel"/>
                <a:cs typeface="Corbel"/>
              </a:rPr>
              <a:t>to</a:t>
            </a:r>
            <a:r>
              <a:rPr sz="1200" spc="90" dirty="0">
                <a:latin typeface="Corbel"/>
                <a:cs typeface="Corbel"/>
              </a:rPr>
              <a:t> </a:t>
            </a:r>
            <a:r>
              <a:rPr sz="1200" dirty="0">
                <a:latin typeface="Corbel"/>
                <a:cs typeface="Corbel"/>
              </a:rPr>
              <a:t>cause</a:t>
            </a:r>
            <a:r>
              <a:rPr sz="1200" spc="95" dirty="0">
                <a:latin typeface="Corbel"/>
                <a:cs typeface="Corbel"/>
              </a:rPr>
              <a:t> </a:t>
            </a:r>
            <a:r>
              <a:rPr sz="1200" dirty="0">
                <a:latin typeface="Corbel"/>
                <a:cs typeface="Corbel"/>
              </a:rPr>
              <a:t>severe</a:t>
            </a:r>
            <a:r>
              <a:rPr sz="1200" spc="95" dirty="0">
                <a:latin typeface="Corbel"/>
                <a:cs typeface="Corbel"/>
              </a:rPr>
              <a:t> </a:t>
            </a:r>
            <a:r>
              <a:rPr sz="1200" dirty="0">
                <a:latin typeface="Corbel"/>
                <a:cs typeface="Corbel"/>
              </a:rPr>
              <a:t>errors</a:t>
            </a:r>
            <a:r>
              <a:rPr sz="1200" spc="95" dirty="0">
                <a:latin typeface="Corbel"/>
                <a:cs typeface="Corbel"/>
              </a:rPr>
              <a:t> </a:t>
            </a:r>
            <a:r>
              <a:rPr sz="1200" dirty="0">
                <a:latin typeface="Corbel"/>
                <a:cs typeface="Corbel"/>
              </a:rPr>
              <a:t>in</a:t>
            </a:r>
            <a:r>
              <a:rPr sz="1200" spc="100" dirty="0">
                <a:latin typeface="Corbel"/>
                <a:cs typeface="Corbel"/>
              </a:rPr>
              <a:t> </a:t>
            </a:r>
            <a:r>
              <a:rPr sz="1200" dirty="0">
                <a:latin typeface="Corbel"/>
                <a:cs typeface="Corbel"/>
              </a:rPr>
              <a:t>position,</a:t>
            </a:r>
            <a:r>
              <a:rPr sz="1200" spc="95" dirty="0">
                <a:latin typeface="Corbel"/>
                <a:cs typeface="Corbel"/>
              </a:rPr>
              <a:t> </a:t>
            </a:r>
            <a:r>
              <a:rPr sz="1200" dirty="0">
                <a:latin typeface="Corbel"/>
                <a:cs typeface="Corbel"/>
              </a:rPr>
              <a:t>velocity,</a:t>
            </a:r>
            <a:r>
              <a:rPr sz="1200" spc="90" dirty="0">
                <a:latin typeface="Corbel"/>
                <a:cs typeface="Corbel"/>
              </a:rPr>
              <a:t> </a:t>
            </a:r>
            <a:r>
              <a:rPr sz="1200" dirty="0">
                <a:latin typeface="Corbel"/>
                <a:cs typeface="Corbel"/>
              </a:rPr>
              <a:t>and</a:t>
            </a:r>
            <a:r>
              <a:rPr sz="1200" spc="85" dirty="0">
                <a:latin typeface="Corbel"/>
                <a:cs typeface="Corbel"/>
              </a:rPr>
              <a:t> </a:t>
            </a:r>
            <a:r>
              <a:rPr sz="1200" dirty="0">
                <a:latin typeface="Corbel"/>
                <a:cs typeface="Corbel"/>
              </a:rPr>
              <a:t>time</a:t>
            </a:r>
            <a:r>
              <a:rPr sz="1200" spc="95" dirty="0">
                <a:latin typeface="Corbel"/>
                <a:cs typeface="Corbel"/>
              </a:rPr>
              <a:t> </a:t>
            </a:r>
            <a:r>
              <a:rPr sz="1200" dirty="0">
                <a:latin typeface="Corbel"/>
                <a:cs typeface="Corbel"/>
              </a:rPr>
              <a:t>calculations</a:t>
            </a:r>
            <a:r>
              <a:rPr sz="1200" spc="95" dirty="0">
                <a:latin typeface="Corbel"/>
                <a:cs typeface="Corbel"/>
              </a:rPr>
              <a:t> </a:t>
            </a:r>
            <a:r>
              <a:rPr sz="1200" dirty="0">
                <a:latin typeface="Corbel"/>
                <a:cs typeface="Corbel"/>
              </a:rPr>
              <a:t>and</a:t>
            </a:r>
            <a:r>
              <a:rPr sz="1200" spc="90" dirty="0">
                <a:latin typeface="Corbel"/>
                <a:cs typeface="Corbel"/>
              </a:rPr>
              <a:t> </a:t>
            </a:r>
            <a:r>
              <a:rPr sz="1200" dirty="0">
                <a:latin typeface="Corbel"/>
                <a:cs typeface="Corbel"/>
              </a:rPr>
              <a:t>even</a:t>
            </a:r>
            <a:r>
              <a:rPr sz="1200" spc="95" dirty="0">
                <a:latin typeface="Corbel"/>
                <a:cs typeface="Corbel"/>
              </a:rPr>
              <a:t> </a:t>
            </a:r>
            <a:r>
              <a:rPr sz="1200" dirty="0">
                <a:latin typeface="Corbel"/>
                <a:cs typeface="Corbel"/>
              </a:rPr>
              <a:t>completely</a:t>
            </a:r>
            <a:r>
              <a:rPr sz="1200" spc="95" dirty="0">
                <a:latin typeface="Corbel"/>
                <a:cs typeface="Corbel"/>
              </a:rPr>
              <a:t> </a:t>
            </a:r>
            <a:r>
              <a:rPr sz="1200" dirty="0">
                <a:latin typeface="Corbel"/>
                <a:cs typeface="Corbel"/>
              </a:rPr>
              <a:t>freeze</a:t>
            </a:r>
            <a:r>
              <a:rPr sz="1200" spc="100" dirty="0">
                <a:latin typeface="Corbel"/>
                <a:cs typeface="Corbel"/>
              </a:rPr>
              <a:t> </a:t>
            </a:r>
            <a:r>
              <a:rPr sz="1200" dirty="0">
                <a:latin typeface="Corbel"/>
                <a:cs typeface="Corbel"/>
              </a:rPr>
              <a:t>the</a:t>
            </a:r>
            <a:r>
              <a:rPr sz="1200" spc="95" dirty="0">
                <a:latin typeface="Corbel"/>
                <a:cs typeface="Corbel"/>
              </a:rPr>
              <a:t> </a:t>
            </a:r>
            <a:r>
              <a:rPr sz="1200" spc="-10" dirty="0">
                <a:latin typeface="Corbel"/>
                <a:cs typeface="Corbel"/>
              </a:rPr>
              <a:t>receiver 	</a:t>
            </a:r>
            <a:r>
              <a:rPr sz="1200" dirty="0">
                <a:latin typeface="Corbel"/>
                <a:cs typeface="Corbel"/>
              </a:rPr>
              <a:t>causing</a:t>
            </a:r>
            <a:r>
              <a:rPr sz="1200" spc="-30" dirty="0">
                <a:latin typeface="Corbel"/>
                <a:cs typeface="Corbel"/>
              </a:rPr>
              <a:t> </a:t>
            </a:r>
            <a:r>
              <a:rPr sz="1200" dirty="0">
                <a:latin typeface="Corbel"/>
                <a:cs typeface="Corbel"/>
              </a:rPr>
              <a:t>a</a:t>
            </a:r>
            <a:r>
              <a:rPr sz="1200" spc="-30" dirty="0">
                <a:latin typeface="Corbel"/>
                <a:cs typeface="Corbel"/>
              </a:rPr>
              <a:t> </a:t>
            </a:r>
            <a:r>
              <a:rPr sz="1200" dirty="0">
                <a:latin typeface="Corbel"/>
                <a:cs typeface="Corbel"/>
              </a:rPr>
              <a:t>denial</a:t>
            </a:r>
            <a:r>
              <a:rPr sz="1200" spc="-30" dirty="0">
                <a:latin typeface="Corbel"/>
                <a:cs typeface="Corbel"/>
              </a:rPr>
              <a:t> </a:t>
            </a:r>
            <a:r>
              <a:rPr sz="1200" dirty="0">
                <a:latin typeface="Corbel"/>
                <a:cs typeface="Corbel"/>
              </a:rPr>
              <a:t>of</a:t>
            </a:r>
            <a:r>
              <a:rPr sz="1200" spc="-25" dirty="0">
                <a:latin typeface="Corbel"/>
                <a:cs typeface="Corbel"/>
              </a:rPr>
              <a:t> </a:t>
            </a:r>
            <a:r>
              <a:rPr sz="1200" dirty="0">
                <a:latin typeface="Corbel"/>
                <a:cs typeface="Corbel"/>
              </a:rPr>
              <a:t>service</a:t>
            </a:r>
            <a:r>
              <a:rPr sz="1200" spc="-25" dirty="0">
                <a:latin typeface="Corbel"/>
                <a:cs typeface="Corbel"/>
              </a:rPr>
              <a:t> </a:t>
            </a:r>
            <a:r>
              <a:rPr sz="1200" spc="-10" dirty="0">
                <a:latin typeface="Corbel"/>
                <a:cs typeface="Corbel"/>
              </a:rPr>
              <a:t>condition.</a:t>
            </a:r>
            <a:endParaRPr sz="1200">
              <a:latin typeface="Corbel"/>
              <a:cs typeface="Corbel"/>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48895">
              <a:lnSpc>
                <a:spcPts val="1045"/>
              </a:lnSpc>
            </a:pPr>
            <a:fld id="{81D60167-4931-47E6-BA6A-407CBD079E47}" type="slidenum">
              <a:rPr spc="-25" dirty="0"/>
              <a:t>9</a:t>
            </a:fld>
            <a:endParaRPr spc="-25" dirty="0"/>
          </a:p>
        </p:txBody>
      </p:sp>
      <p:sp>
        <p:nvSpPr>
          <p:cNvPr id="3" name="object 3"/>
          <p:cNvSpPr txBox="1"/>
          <p:nvPr/>
        </p:nvSpPr>
        <p:spPr>
          <a:xfrm>
            <a:off x="2020248" y="3361435"/>
            <a:ext cx="17018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Corbel"/>
                <a:cs typeface="Corbel"/>
              </a:rPr>
              <a:t>iii.</a:t>
            </a:r>
            <a:endParaRPr sz="1200">
              <a:latin typeface="Corbel"/>
              <a:cs typeface="Corbel"/>
            </a:endParaRPr>
          </a:p>
        </p:txBody>
      </p:sp>
      <p:sp>
        <p:nvSpPr>
          <p:cNvPr id="4" name="object 4"/>
          <p:cNvSpPr txBox="1"/>
          <p:nvPr/>
        </p:nvSpPr>
        <p:spPr>
          <a:xfrm>
            <a:off x="2363148" y="3361435"/>
            <a:ext cx="9059545" cy="577215"/>
          </a:xfrm>
          <a:prstGeom prst="rect">
            <a:avLst/>
          </a:prstGeom>
        </p:spPr>
        <p:txBody>
          <a:bodyPr vert="horz" wrap="square" lIns="0" tIns="10795" rIns="0" bIns="0" rtlCol="0">
            <a:spAutoFit/>
          </a:bodyPr>
          <a:lstStyle/>
          <a:p>
            <a:pPr marL="12700" marR="5080" algn="just">
              <a:lnSpc>
                <a:spcPct val="100800"/>
              </a:lnSpc>
              <a:spcBef>
                <a:spcPts val="85"/>
              </a:spcBef>
            </a:pPr>
            <a:r>
              <a:rPr sz="1200" dirty="0">
                <a:latin typeface="Corbel"/>
                <a:cs typeface="Corbel"/>
              </a:rPr>
              <a:t>Signal</a:t>
            </a:r>
            <a:r>
              <a:rPr sz="1200" spc="-5" dirty="0">
                <a:latin typeface="Corbel"/>
                <a:cs typeface="Corbel"/>
              </a:rPr>
              <a:t> </a:t>
            </a:r>
            <a:r>
              <a:rPr sz="1200" dirty="0">
                <a:latin typeface="Corbel"/>
                <a:cs typeface="Corbel"/>
              </a:rPr>
              <a:t>spoofing</a:t>
            </a:r>
            <a:r>
              <a:rPr sz="1200" spc="-5" dirty="0">
                <a:latin typeface="Corbel"/>
                <a:cs typeface="Corbel"/>
              </a:rPr>
              <a:t> </a:t>
            </a:r>
            <a:r>
              <a:rPr sz="1200" dirty="0">
                <a:latin typeface="Corbel"/>
                <a:cs typeface="Corbel"/>
              </a:rPr>
              <a:t>-</a:t>
            </a:r>
            <a:r>
              <a:rPr sz="1200" spc="-5" dirty="0">
                <a:latin typeface="Corbel"/>
                <a:cs typeface="Corbel"/>
              </a:rPr>
              <a:t> </a:t>
            </a:r>
            <a:r>
              <a:rPr sz="1200" dirty="0">
                <a:latin typeface="Corbel"/>
                <a:cs typeface="Corbel"/>
              </a:rPr>
              <a:t>GNSS signal</a:t>
            </a:r>
            <a:r>
              <a:rPr sz="1200" spc="-10" dirty="0">
                <a:latin typeface="Corbel"/>
                <a:cs typeface="Corbel"/>
              </a:rPr>
              <a:t> </a:t>
            </a:r>
            <a:r>
              <a:rPr sz="1200" dirty="0">
                <a:latin typeface="Corbel"/>
                <a:cs typeface="Corbel"/>
              </a:rPr>
              <a:t>spoofing</a:t>
            </a:r>
            <a:r>
              <a:rPr sz="1200" spc="-5" dirty="0">
                <a:latin typeface="Corbel"/>
                <a:cs typeface="Corbel"/>
              </a:rPr>
              <a:t> </a:t>
            </a:r>
            <a:r>
              <a:rPr sz="1200" dirty="0">
                <a:latin typeface="Corbel"/>
                <a:cs typeface="Corbel"/>
              </a:rPr>
              <a:t>is the</a:t>
            </a:r>
            <a:r>
              <a:rPr sz="1200" spc="5" dirty="0">
                <a:latin typeface="Corbel"/>
                <a:cs typeface="Corbel"/>
              </a:rPr>
              <a:t> </a:t>
            </a:r>
            <a:r>
              <a:rPr sz="1200" dirty="0">
                <a:latin typeface="Corbel"/>
                <a:cs typeface="Corbel"/>
              </a:rPr>
              <a:t>creation of a</a:t>
            </a:r>
            <a:r>
              <a:rPr sz="1200" spc="-5" dirty="0">
                <a:latin typeface="Corbel"/>
                <a:cs typeface="Corbel"/>
              </a:rPr>
              <a:t> </a:t>
            </a:r>
            <a:r>
              <a:rPr sz="1200" dirty="0">
                <a:latin typeface="Corbel"/>
                <a:cs typeface="Corbel"/>
              </a:rPr>
              <a:t>faked</a:t>
            </a:r>
            <a:r>
              <a:rPr sz="1200" spc="-5" dirty="0">
                <a:latin typeface="Corbel"/>
                <a:cs typeface="Corbel"/>
              </a:rPr>
              <a:t> </a:t>
            </a:r>
            <a:r>
              <a:rPr sz="1200" dirty="0">
                <a:latin typeface="Corbel"/>
                <a:cs typeface="Corbel"/>
              </a:rPr>
              <a:t>GNSS</a:t>
            </a:r>
            <a:r>
              <a:rPr sz="1200" spc="-5" dirty="0">
                <a:latin typeface="Corbel"/>
                <a:cs typeface="Corbel"/>
              </a:rPr>
              <a:t> </a:t>
            </a:r>
            <a:r>
              <a:rPr sz="1200" dirty="0">
                <a:latin typeface="Corbel"/>
                <a:cs typeface="Corbel"/>
              </a:rPr>
              <a:t>signal</a:t>
            </a:r>
            <a:r>
              <a:rPr sz="1200" spc="-10" dirty="0">
                <a:latin typeface="Corbel"/>
                <a:cs typeface="Corbel"/>
              </a:rPr>
              <a:t> </a:t>
            </a:r>
            <a:r>
              <a:rPr sz="1200" dirty="0">
                <a:latin typeface="Corbel"/>
                <a:cs typeface="Corbel"/>
              </a:rPr>
              <a:t>that</a:t>
            </a:r>
            <a:r>
              <a:rPr sz="1200" spc="-5" dirty="0">
                <a:latin typeface="Corbel"/>
                <a:cs typeface="Corbel"/>
              </a:rPr>
              <a:t> </a:t>
            </a:r>
            <a:r>
              <a:rPr sz="1200" dirty="0">
                <a:latin typeface="Corbel"/>
                <a:cs typeface="Corbel"/>
              </a:rPr>
              <a:t>looks authentic</a:t>
            </a:r>
            <a:r>
              <a:rPr sz="1200" spc="-5" dirty="0">
                <a:latin typeface="Corbel"/>
                <a:cs typeface="Corbel"/>
              </a:rPr>
              <a:t> </a:t>
            </a:r>
            <a:r>
              <a:rPr sz="1200" dirty="0">
                <a:latin typeface="Corbel"/>
                <a:cs typeface="Corbel"/>
              </a:rPr>
              <a:t>to</a:t>
            </a:r>
            <a:r>
              <a:rPr sz="1200" spc="-5" dirty="0">
                <a:latin typeface="Corbel"/>
                <a:cs typeface="Corbel"/>
              </a:rPr>
              <a:t> </a:t>
            </a:r>
            <a:r>
              <a:rPr sz="1200" dirty="0">
                <a:latin typeface="Corbel"/>
                <a:cs typeface="Corbel"/>
              </a:rPr>
              <a:t>the GNSS </a:t>
            </a:r>
            <a:r>
              <a:rPr sz="1200" spc="-10" dirty="0">
                <a:latin typeface="Corbel"/>
                <a:cs typeface="Corbel"/>
              </a:rPr>
              <a:t>receiver. </a:t>
            </a:r>
            <a:r>
              <a:rPr sz="1200" dirty="0">
                <a:latin typeface="Corbel"/>
                <a:cs typeface="Corbel"/>
              </a:rPr>
              <a:t>Signal</a:t>
            </a:r>
            <a:r>
              <a:rPr sz="1200" spc="-5" dirty="0">
                <a:latin typeface="Corbel"/>
                <a:cs typeface="Corbel"/>
              </a:rPr>
              <a:t> </a:t>
            </a:r>
            <a:r>
              <a:rPr sz="1200" dirty="0">
                <a:latin typeface="Corbel"/>
                <a:cs typeface="Corbel"/>
              </a:rPr>
              <a:t>spoofing is </a:t>
            </a:r>
            <a:r>
              <a:rPr sz="1200" spc="-20" dirty="0">
                <a:latin typeface="Corbel"/>
                <a:cs typeface="Corbel"/>
              </a:rPr>
              <a:t>more </a:t>
            </a:r>
            <a:r>
              <a:rPr sz="1200" dirty="0">
                <a:latin typeface="Corbel"/>
                <a:cs typeface="Corbel"/>
              </a:rPr>
              <a:t>harmful</a:t>
            </a:r>
            <a:r>
              <a:rPr sz="1200" spc="35" dirty="0">
                <a:latin typeface="Corbel"/>
                <a:cs typeface="Corbel"/>
              </a:rPr>
              <a:t> </a:t>
            </a:r>
            <a:r>
              <a:rPr sz="1200" dirty="0">
                <a:latin typeface="Corbel"/>
                <a:cs typeface="Corbel"/>
              </a:rPr>
              <a:t>than</a:t>
            </a:r>
            <a:r>
              <a:rPr sz="1200" spc="50" dirty="0">
                <a:latin typeface="Corbel"/>
                <a:cs typeface="Corbel"/>
              </a:rPr>
              <a:t> </a:t>
            </a:r>
            <a:r>
              <a:rPr sz="1200" dirty="0">
                <a:latin typeface="Corbel"/>
                <a:cs typeface="Corbel"/>
              </a:rPr>
              <a:t>jamming</a:t>
            </a:r>
            <a:r>
              <a:rPr sz="1200" spc="40" dirty="0">
                <a:latin typeface="Corbel"/>
                <a:cs typeface="Corbel"/>
              </a:rPr>
              <a:t> </a:t>
            </a:r>
            <a:r>
              <a:rPr sz="1200" dirty="0">
                <a:latin typeface="Corbel"/>
                <a:cs typeface="Corbel"/>
              </a:rPr>
              <a:t>because</a:t>
            </a:r>
            <a:r>
              <a:rPr sz="1200" spc="50" dirty="0">
                <a:latin typeface="Corbel"/>
                <a:cs typeface="Corbel"/>
              </a:rPr>
              <a:t> </a:t>
            </a:r>
            <a:r>
              <a:rPr sz="1200" dirty="0">
                <a:latin typeface="Corbel"/>
                <a:cs typeface="Corbel"/>
              </a:rPr>
              <a:t>it</a:t>
            </a:r>
            <a:r>
              <a:rPr sz="1200" spc="40" dirty="0">
                <a:latin typeface="Corbel"/>
                <a:cs typeface="Corbel"/>
              </a:rPr>
              <a:t> </a:t>
            </a:r>
            <a:r>
              <a:rPr sz="1200" dirty="0">
                <a:latin typeface="Corbel"/>
                <a:cs typeface="Corbel"/>
              </a:rPr>
              <a:t>is</a:t>
            </a:r>
            <a:r>
              <a:rPr sz="1200" spc="45" dirty="0">
                <a:latin typeface="Corbel"/>
                <a:cs typeface="Corbel"/>
              </a:rPr>
              <a:t> </a:t>
            </a:r>
            <a:r>
              <a:rPr sz="1200" dirty="0">
                <a:latin typeface="Corbel"/>
                <a:cs typeface="Corbel"/>
              </a:rPr>
              <a:t>not</a:t>
            </a:r>
            <a:r>
              <a:rPr sz="1200" spc="40" dirty="0">
                <a:latin typeface="Corbel"/>
                <a:cs typeface="Corbel"/>
              </a:rPr>
              <a:t> </a:t>
            </a:r>
            <a:r>
              <a:rPr sz="1200" dirty="0">
                <a:latin typeface="Corbel"/>
                <a:cs typeface="Corbel"/>
              </a:rPr>
              <a:t>readily</a:t>
            </a:r>
            <a:r>
              <a:rPr sz="1200" spc="40" dirty="0">
                <a:latin typeface="Corbel"/>
                <a:cs typeface="Corbel"/>
              </a:rPr>
              <a:t> </a:t>
            </a:r>
            <a:r>
              <a:rPr sz="1200" dirty="0">
                <a:latin typeface="Corbel"/>
                <a:cs typeface="Corbel"/>
              </a:rPr>
              <a:t>detected.</a:t>
            </a:r>
            <a:r>
              <a:rPr sz="1200" spc="40" dirty="0">
                <a:latin typeface="Corbel"/>
                <a:cs typeface="Corbel"/>
              </a:rPr>
              <a:t> </a:t>
            </a:r>
            <a:r>
              <a:rPr sz="1200" dirty="0">
                <a:latin typeface="Corbel"/>
                <a:cs typeface="Corbel"/>
              </a:rPr>
              <a:t>The</a:t>
            </a:r>
            <a:r>
              <a:rPr sz="1200" spc="50" dirty="0">
                <a:latin typeface="Corbel"/>
                <a:cs typeface="Corbel"/>
              </a:rPr>
              <a:t> </a:t>
            </a:r>
            <a:r>
              <a:rPr sz="1200" dirty="0">
                <a:latin typeface="Corbel"/>
                <a:cs typeface="Corbel"/>
              </a:rPr>
              <a:t>receiver</a:t>
            </a:r>
            <a:r>
              <a:rPr sz="1200" spc="35" dirty="0">
                <a:latin typeface="Corbel"/>
                <a:cs typeface="Corbel"/>
              </a:rPr>
              <a:t> </a:t>
            </a:r>
            <a:r>
              <a:rPr sz="1200" dirty="0">
                <a:latin typeface="Corbel"/>
                <a:cs typeface="Corbel"/>
              </a:rPr>
              <a:t>can</a:t>
            </a:r>
            <a:r>
              <a:rPr sz="1200" spc="50" dirty="0">
                <a:latin typeface="Corbel"/>
                <a:cs typeface="Corbel"/>
              </a:rPr>
              <a:t> </a:t>
            </a:r>
            <a:r>
              <a:rPr sz="1200" dirty="0">
                <a:latin typeface="Corbel"/>
                <a:cs typeface="Corbel"/>
              </a:rPr>
              <a:t>be</a:t>
            </a:r>
            <a:r>
              <a:rPr sz="1200" spc="45" dirty="0">
                <a:latin typeface="Corbel"/>
                <a:cs typeface="Corbel"/>
              </a:rPr>
              <a:t> </a:t>
            </a:r>
            <a:r>
              <a:rPr sz="1200" dirty="0">
                <a:latin typeface="Corbel"/>
                <a:cs typeface="Corbel"/>
              </a:rPr>
              <a:t>fooled</a:t>
            </a:r>
            <a:r>
              <a:rPr sz="1200" spc="40" dirty="0">
                <a:latin typeface="Corbel"/>
                <a:cs typeface="Corbel"/>
              </a:rPr>
              <a:t> </a:t>
            </a:r>
            <a:r>
              <a:rPr sz="1200" dirty="0">
                <a:latin typeface="Corbel"/>
                <a:cs typeface="Corbel"/>
              </a:rPr>
              <a:t>by</a:t>
            </a:r>
            <a:r>
              <a:rPr sz="1200" spc="45" dirty="0">
                <a:latin typeface="Corbel"/>
                <a:cs typeface="Corbel"/>
              </a:rPr>
              <a:t> </a:t>
            </a:r>
            <a:r>
              <a:rPr sz="1200" dirty="0">
                <a:latin typeface="Corbel"/>
                <a:cs typeface="Corbel"/>
              </a:rPr>
              <a:t>the</a:t>
            </a:r>
            <a:r>
              <a:rPr sz="1200" spc="45" dirty="0">
                <a:latin typeface="Corbel"/>
                <a:cs typeface="Corbel"/>
              </a:rPr>
              <a:t> </a:t>
            </a:r>
            <a:r>
              <a:rPr sz="1200" dirty="0">
                <a:latin typeface="Corbel"/>
                <a:cs typeface="Corbel"/>
              </a:rPr>
              <a:t>spoofing</a:t>
            </a:r>
            <a:r>
              <a:rPr sz="1200" spc="45" dirty="0">
                <a:latin typeface="Corbel"/>
                <a:cs typeface="Corbel"/>
              </a:rPr>
              <a:t> </a:t>
            </a:r>
            <a:r>
              <a:rPr sz="1200" dirty="0">
                <a:latin typeface="Corbel"/>
                <a:cs typeface="Corbel"/>
              </a:rPr>
              <a:t>signal,</a:t>
            </a:r>
            <a:r>
              <a:rPr sz="1200" spc="35" dirty="0">
                <a:latin typeface="Corbel"/>
                <a:cs typeface="Corbel"/>
              </a:rPr>
              <a:t> </a:t>
            </a:r>
            <a:r>
              <a:rPr sz="1200" dirty="0">
                <a:latin typeface="Corbel"/>
                <a:cs typeface="Corbel"/>
              </a:rPr>
              <a:t>which</a:t>
            </a:r>
            <a:r>
              <a:rPr sz="1200" spc="45" dirty="0">
                <a:latin typeface="Corbel"/>
                <a:cs typeface="Corbel"/>
              </a:rPr>
              <a:t> </a:t>
            </a:r>
            <a:r>
              <a:rPr sz="1200" dirty="0">
                <a:latin typeface="Corbel"/>
                <a:cs typeface="Corbel"/>
              </a:rPr>
              <a:t>in</a:t>
            </a:r>
            <a:r>
              <a:rPr sz="1200" spc="50" dirty="0">
                <a:latin typeface="Corbel"/>
                <a:cs typeface="Corbel"/>
              </a:rPr>
              <a:t> </a:t>
            </a:r>
            <a:r>
              <a:rPr sz="1200" dirty="0">
                <a:latin typeface="Corbel"/>
                <a:cs typeface="Corbel"/>
              </a:rPr>
              <a:t>turn</a:t>
            </a:r>
            <a:r>
              <a:rPr sz="1200" spc="45" dirty="0">
                <a:latin typeface="Corbel"/>
                <a:cs typeface="Corbel"/>
              </a:rPr>
              <a:t> </a:t>
            </a:r>
            <a:r>
              <a:rPr sz="1200" dirty="0">
                <a:latin typeface="Corbel"/>
                <a:cs typeface="Corbel"/>
              </a:rPr>
              <a:t>affects</a:t>
            </a:r>
            <a:r>
              <a:rPr sz="1200" spc="50" dirty="0">
                <a:latin typeface="Corbel"/>
                <a:cs typeface="Corbel"/>
              </a:rPr>
              <a:t> </a:t>
            </a:r>
            <a:r>
              <a:rPr sz="1200" dirty="0">
                <a:latin typeface="Corbel"/>
                <a:cs typeface="Corbel"/>
              </a:rPr>
              <a:t>its</a:t>
            </a:r>
            <a:r>
              <a:rPr sz="1200" spc="45" dirty="0">
                <a:latin typeface="Corbel"/>
                <a:cs typeface="Corbel"/>
              </a:rPr>
              <a:t> </a:t>
            </a:r>
            <a:r>
              <a:rPr sz="1200" spc="-10" dirty="0">
                <a:latin typeface="Corbel"/>
                <a:cs typeface="Corbel"/>
              </a:rPr>
              <a:t>navigation solution.</a:t>
            </a:r>
            <a:endParaRPr sz="1200">
              <a:latin typeface="Corbel"/>
              <a:cs typeface="Corbel"/>
            </a:endParaRPr>
          </a:p>
        </p:txBody>
      </p:sp>
      <p:sp>
        <p:nvSpPr>
          <p:cNvPr id="5" name="object 5"/>
          <p:cNvSpPr txBox="1"/>
          <p:nvPr/>
        </p:nvSpPr>
        <p:spPr>
          <a:xfrm>
            <a:off x="1563047" y="3973067"/>
            <a:ext cx="9860915" cy="671830"/>
          </a:xfrm>
          <a:prstGeom prst="rect">
            <a:avLst/>
          </a:prstGeom>
        </p:spPr>
        <p:txBody>
          <a:bodyPr vert="horz" wrap="square" lIns="0" tIns="9525" rIns="0" bIns="0" rtlCol="0">
            <a:spAutoFit/>
          </a:bodyPr>
          <a:lstStyle/>
          <a:p>
            <a:pPr marL="355600" marR="5080" indent="-342900" algn="just">
              <a:lnSpc>
                <a:spcPct val="101400"/>
              </a:lnSpc>
              <a:spcBef>
                <a:spcPts val="75"/>
              </a:spcBef>
            </a:pPr>
            <a:r>
              <a:rPr sz="1400" dirty="0">
                <a:latin typeface="Corbel"/>
                <a:cs typeface="Corbel"/>
              </a:rPr>
              <a:t>5.</a:t>
            </a:r>
            <a:r>
              <a:rPr sz="1400" spc="475" dirty="0">
                <a:latin typeface="Corbel"/>
                <a:cs typeface="Corbel"/>
              </a:rPr>
              <a:t>  </a:t>
            </a:r>
            <a:r>
              <a:rPr sz="1400" u="sng" dirty="0">
                <a:uFill>
                  <a:solidFill>
                    <a:srgbClr val="000000"/>
                  </a:solidFill>
                </a:uFill>
                <a:latin typeface="Corbel"/>
                <a:cs typeface="Corbel"/>
              </a:rPr>
              <a:t>User</a:t>
            </a:r>
            <a:r>
              <a:rPr sz="1400" u="sng" spc="85" dirty="0">
                <a:uFill>
                  <a:solidFill>
                    <a:srgbClr val="000000"/>
                  </a:solidFill>
                </a:uFill>
                <a:latin typeface="Corbel"/>
                <a:cs typeface="Corbel"/>
              </a:rPr>
              <a:t> </a:t>
            </a:r>
            <a:r>
              <a:rPr sz="1400" u="sng" dirty="0">
                <a:uFill>
                  <a:solidFill>
                    <a:srgbClr val="000000"/>
                  </a:solidFill>
                </a:uFill>
                <a:latin typeface="Corbel"/>
                <a:cs typeface="Corbel"/>
              </a:rPr>
              <a:t>equivalent</a:t>
            </a:r>
            <a:r>
              <a:rPr sz="1400" u="sng" spc="75" dirty="0">
                <a:uFill>
                  <a:solidFill>
                    <a:srgbClr val="000000"/>
                  </a:solidFill>
                </a:uFill>
                <a:latin typeface="Corbel"/>
                <a:cs typeface="Corbel"/>
              </a:rPr>
              <a:t> </a:t>
            </a:r>
            <a:r>
              <a:rPr sz="1400" u="sng" dirty="0">
                <a:uFill>
                  <a:solidFill>
                    <a:srgbClr val="000000"/>
                  </a:solidFill>
                </a:uFill>
                <a:latin typeface="Corbel"/>
                <a:cs typeface="Corbel"/>
              </a:rPr>
              <a:t>range</a:t>
            </a:r>
            <a:r>
              <a:rPr sz="1400" u="sng" spc="75" dirty="0">
                <a:uFill>
                  <a:solidFill>
                    <a:srgbClr val="000000"/>
                  </a:solidFill>
                </a:uFill>
                <a:latin typeface="Corbel"/>
                <a:cs typeface="Corbel"/>
              </a:rPr>
              <a:t> </a:t>
            </a:r>
            <a:r>
              <a:rPr sz="1400" u="sng" dirty="0">
                <a:uFill>
                  <a:solidFill>
                    <a:srgbClr val="000000"/>
                  </a:solidFill>
                </a:uFill>
                <a:latin typeface="Corbel"/>
                <a:cs typeface="Corbel"/>
              </a:rPr>
              <a:t>error</a:t>
            </a:r>
            <a:r>
              <a:rPr sz="1400" spc="80" dirty="0">
                <a:latin typeface="Corbel"/>
                <a:cs typeface="Corbel"/>
              </a:rPr>
              <a:t> </a:t>
            </a:r>
            <a:r>
              <a:rPr sz="1400" dirty="0">
                <a:latin typeface="Corbel"/>
                <a:cs typeface="Corbel"/>
              </a:rPr>
              <a:t>-</a:t>
            </a:r>
            <a:r>
              <a:rPr sz="1400" spc="70" dirty="0">
                <a:latin typeface="Corbel"/>
                <a:cs typeface="Corbel"/>
              </a:rPr>
              <a:t> </a:t>
            </a:r>
            <a:r>
              <a:rPr sz="1400" dirty="0">
                <a:latin typeface="Corbel"/>
                <a:cs typeface="Corbel"/>
              </a:rPr>
              <a:t>After</a:t>
            </a:r>
            <a:r>
              <a:rPr sz="1400" spc="80" dirty="0">
                <a:latin typeface="Corbel"/>
                <a:cs typeface="Corbel"/>
              </a:rPr>
              <a:t> </a:t>
            </a:r>
            <a:r>
              <a:rPr sz="1400" dirty="0">
                <a:latin typeface="Corbel"/>
                <a:cs typeface="Corbel"/>
              </a:rPr>
              <a:t>applying</a:t>
            </a:r>
            <a:r>
              <a:rPr sz="1400" spc="70" dirty="0">
                <a:latin typeface="Corbel"/>
                <a:cs typeface="Corbel"/>
              </a:rPr>
              <a:t> </a:t>
            </a:r>
            <a:r>
              <a:rPr sz="1400" dirty="0">
                <a:latin typeface="Corbel"/>
                <a:cs typeface="Corbel"/>
              </a:rPr>
              <a:t>the</a:t>
            </a:r>
            <a:r>
              <a:rPr sz="1400" spc="70" dirty="0">
                <a:latin typeface="Corbel"/>
                <a:cs typeface="Corbel"/>
              </a:rPr>
              <a:t> </a:t>
            </a:r>
            <a:r>
              <a:rPr sz="1400" dirty="0">
                <a:latin typeface="Corbel"/>
                <a:cs typeface="Corbel"/>
              </a:rPr>
              <a:t>appropriate</a:t>
            </a:r>
            <a:r>
              <a:rPr sz="1400" spc="75" dirty="0">
                <a:latin typeface="Corbel"/>
                <a:cs typeface="Corbel"/>
              </a:rPr>
              <a:t> </a:t>
            </a:r>
            <a:r>
              <a:rPr sz="1400" dirty="0">
                <a:latin typeface="Corbel"/>
                <a:cs typeface="Corbel"/>
              </a:rPr>
              <a:t>models</a:t>
            </a:r>
            <a:r>
              <a:rPr sz="1400" spc="70" dirty="0">
                <a:latin typeface="Corbel"/>
                <a:cs typeface="Corbel"/>
              </a:rPr>
              <a:t> </a:t>
            </a:r>
            <a:r>
              <a:rPr sz="1400" dirty="0">
                <a:latin typeface="Corbel"/>
                <a:cs typeface="Corbel"/>
              </a:rPr>
              <a:t>and</a:t>
            </a:r>
            <a:r>
              <a:rPr sz="1400" spc="75" dirty="0">
                <a:latin typeface="Corbel"/>
                <a:cs typeface="Corbel"/>
              </a:rPr>
              <a:t> </a:t>
            </a:r>
            <a:r>
              <a:rPr sz="1400" dirty="0">
                <a:latin typeface="Corbel"/>
                <a:cs typeface="Corbel"/>
              </a:rPr>
              <a:t>the</a:t>
            </a:r>
            <a:r>
              <a:rPr sz="1400" spc="75" dirty="0">
                <a:latin typeface="Corbel"/>
                <a:cs typeface="Corbel"/>
              </a:rPr>
              <a:t> </a:t>
            </a:r>
            <a:r>
              <a:rPr sz="1400" dirty="0">
                <a:latin typeface="Corbel"/>
                <a:cs typeface="Corbel"/>
              </a:rPr>
              <a:t>data</a:t>
            </a:r>
            <a:r>
              <a:rPr sz="1400" spc="70" dirty="0">
                <a:latin typeface="Corbel"/>
                <a:cs typeface="Corbel"/>
              </a:rPr>
              <a:t> </a:t>
            </a:r>
            <a:r>
              <a:rPr sz="1400" dirty="0">
                <a:latin typeface="Corbel"/>
                <a:cs typeface="Corbel"/>
              </a:rPr>
              <a:t>in</a:t>
            </a:r>
            <a:r>
              <a:rPr sz="1400" spc="75" dirty="0">
                <a:latin typeface="Corbel"/>
                <a:cs typeface="Corbel"/>
              </a:rPr>
              <a:t> </a:t>
            </a:r>
            <a:r>
              <a:rPr sz="1400" dirty="0">
                <a:latin typeface="Corbel"/>
                <a:cs typeface="Corbel"/>
              </a:rPr>
              <a:t>the</a:t>
            </a:r>
            <a:r>
              <a:rPr sz="1400" spc="75" dirty="0">
                <a:latin typeface="Corbel"/>
                <a:cs typeface="Corbel"/>
              </a:rPr>
              <a:t> </a:t>
            </a:r>
            <a:r>
              <a:rPr sz="1400" dirty="0">
                <a:latin typeface="Corbel"/>
                <a:cs typeface="Corbel"/>
              </a:rPr>
              <a:t>navigation</a:t>
            </a:r>
            <a:r>
              <a:rPr sz="1400" spc="75" dirty="0">
                <a:latin typeface="Corbel"/>
                <a:cs typeface="Corbel"/>
              </a:rPr>
              <a:t> </a:t>
            </a:r>
            <a:r>
              <a:rPr sz="1400" dirty="0">
                <a:latin typeface="Corbel"/>
                <a:cs typeface="Corbel"/>
              </a:rPr>
              <a:t>message</a:t>
            </a:r>
            <a:r>
              <a:rPr sz="1400" spc="80" dirty="0">
                <a:latin typeface="Corbel"/>
                <a:cs typeface="Corbel"/>
              </a:rPr>
              <a:t> </a:t>
            </a:r>
            <a:r>
              <a:rPr sz="1400" dirty="0">
                <a:latin typeface="Corbel"/>
                <a:cs typeface="Corbel"/>
              </a:rPr>
              <a:t>to</a:t>
            </a:r>
            <a:r>
              <a:rPr sz="1400" spc="75" dirty="0">
                <a:latin typeface="Corbel"/>
                <a:cs typeface="Corbel"/>
              </a:rPr>
              <a:t> </a:t>
            </a:r>
            <a:r>
              <a:rPr sz="1400" dirty="0">
                <a:latin typeface="Corbel"/>
                <a:cs typeface="Corbel"/>
              </a:rPr>
              <a:t>mitigate</a:t>
            </a:r>
            <a:r>
              <a:rPr sz="1400" spc="75" dirty="0">
                <a:latin typeface="Corbel"/>
                <a:cs typeface="Corbel"/>
              </a:rPr>
              <a:t> </a:t>
            </a:r>
            <a:r>
              <a:rPr sz="1400" dirty="0">
                <a:latin typeface="Corbel"/>
                <a:cs typeface="Corbel"/>
              </a:rPr>
              <a:t>for</a:t>
            </a:r>
            <a:r>
              <a:rPr sz="1400" spc="80" dirty="0">
                <a:latin typeface="Corbel"/>
                <a:cs typeface="Corbel"/>
              </a:rPr>
              <a:t> </a:t>
            </a:r>
            <a:r>
              <a:rPr sz="1400" spc="-25" dirty="0">
                <a:latin typeface="Corbel"/>
                <a:cs typeface="Corbel"/>
              </a:rPr>
              <a:t>the </a:t>
            </a:r>
            <a:r>
              <a:rPr sz="1400" dirty="0">
                <a:latin typeface="Corbel"/>
                <a:cs typeface="Corbel"/>
              </a:rPr>
              <a:t>errors,</a:t>
            </a:r>
            <a:r>
              <a:rPr sz="1400" spc="220" dirty="0">
                <a:latin typeface="Corbel"/>
                <a:cs typeface="Corbel"/>
              </a:rPr>
              <a:t> </a:t>
            </a:r>
            <a:r>
              <a:rPr sz="1400" dirty="0">
                <a:latin typeface="Corbel"/>
                <a:cs typeface="Corbel"/>
              </a:rPr>
              <a:t>one</a:t>
            </a:r>
            <a:r>
              <a:rPr sz="1400" spc="215" dirty="0">
                <a:latin typeface="Corbel"/>
                <a:cs typeface="Corbel"/>
              </a:rPr>
              <a:t> </a:t>
            </a:r>
            <a:r>
              <a:rPr sz="1400" dirty="0">
                <a:latin typeface="Corbel"/>
                <a:cs typeface="Corbel"/>
              </a:rPr>
              <a:t>can</a:t>
            </a:r>
            <a:r>
              <a:rPr sz="1400" spc="215" dirty="0">
                <a:latin typeface="Corbel"/>
                <a:cs typeface="Corbel"/>
              </a:rPr>
              <a:t> </a:t>
            </a:r>
            <a:r>
              <a:rPr sz="1400" dirty="0">
                <a:latin typeface="Corbel"/>
                <a:cs typeface="Corbel"/>
              </a:rPr>
              <a:t>use</a:t>
            </a:r>
            <a:r>
              <a:rPr sz="1400" spc="215" dirty="0">
                <a:latin typeface="Corbel"/>
                <a:cs typeface="Corbel"/>
              </a:rPr>
              <a:t> </a:t>
            </a:r>
            <a:r>
              <a:rPr sz="1400" dirty="0">
                <a:latin typeface="Corbel"/>
                <a:cs typeface="Corbel"/>
              </a:rPr>
              <a:t>the</a:t>
            </a:r>
            <a:r>
              <a:rPr sz="1400" spc="220" dirty="0">
                <a:latin typeface="Corbel"/>
                <a:cs typeface="Corbel"/>
              </a:rPr>
              <a:t> </a:t>
            </a:r>
            <a:r>
              <a:rPr sz="1400" spc="-10" dirty="0">
                <a:latin typeface="Corbel"/>
                <a:cs typeface="Corbel"/>
              </a:rPr>
              <a:t>so-</a:t>
            </a:r>
            <a:r>
              <a:rPr sz="1400" dirty="0">
                <a:latin typeface="Corbel"/>
                <a:cs typeface="Corbel"/>
              </a:rPr>
              <a:t>called</a:t>
            </a:r>
            <a:r>
              <a:rPr sz="1400" spc="210" dirty="0">
                <a:latin typeface="Corbel"/>
                <a:cs typeface="Corbel"/>
              </a:rPr>
              <a:t> </a:t>
            </a:r>
            <a:r>
              <a:rPr sz="1400" dirty="0">
                <a:latin typeface="Corbel"/>
                <a:cs typeface="Corbel"/>
              </a:rPr>
              <a:t>user</a:t>
            </a:r>
            <a:r>
              <a:rPr sz="1400" spc="225" dirty="0">
                <a:latin typeface="Corbel"/>
                <a:cs typeface="Corbel"/>
              </a:rPr>
              <a:t> </a:t>
            </a:r>
            <a:r>
              <a:rPr sz="1400" dirty="0">
                <a:latin typeface="Corbel"/>
                <a:cs typeface="Corbel"/>
              </a:rPr>
              <a:t>equivalent</a:t>
            </a:r>
            <a:r>
              <a:rPr sz="1400" spc="215" dirty="0">
                <a:latin typeface="Corbel"/>
                <a:cs typeface="Corbel"/>
              </a:rPr>
              <a:t> </a:t>
            </a:r>
            <a:r>
              <a:rPr sz="1400" dirty="0">
                <a:latin typeface="Corbel"/>
                <a:cs typeface="Corbel"/>
              </a:rPr>
              <a:t>range</a:t>
            </a:r>
            <a:r>
              <a:rPr sz="1400" spc="220" dirty="0">
                <a:latin typeface="Corbel"/>
                <a:cs typeface="Corbel"/>
              </a:rPr>
              <a:t> </a:t>
            </a:r>
            <a:r>
              <a:rPr sz="1400" dirty="0">
                <a:latin typeface="Corbel"/>
                <a:cs typeface="Corbel"/>
              </a:rPr>
              <a:t>error</a:t>
            </a:r>
            <a:r>
              <a:rPr sz="1400" spc="220" dirty="0">
                <a:latin typeface="Corbel"/>
                <a:cs typeface="Corbel"/>
              </a:rPr>
              <a:t> </a:t>
            </a:r>
            <a:r>
              <a:rPr sz="1400" dirty="0">
                <a:latin typeface="Corbel"/>
                <a:cs typeface="Corbel"/>
              </a:rPr>
              <a:t>(UERE)</a:t>
            </a:r>
            <a:r>
              <a:rPr sz="1400" spc="220" dirty="0">
                <a:latin typeface="Corbel"/>
                <a:cs typeface="Corbel"/>
              </a:rPr>
              <a:t> </a:t>
            </a:r>
            <a:r>
              <a:rPr sz="1400" dirty="0">
                <a:latin typeface="Corbel"/>
                <a:cs typeface="Corbel"/>
              </a:rPr>
              <a:t>to</a:t>
            </a:r>
            <a:r>
              <a:rPr sz="1400" spc="215" dirty="0">
                <a:latin typeface="Corbel"/>
                <a:cs typeface="Corbel"/>
              </a:rPr>
              <a:t> </a:t>
            </a:r>
            <a:r>
              <a:rPr sz="1400" dirty="0">
                <a:latin typeface="Corbel"/>
                <a:cs typeface="Corbel"/>
              </a:rPr>
              <a:t>quantify</a:t>
            </a:r>
            <a:r>
              <a:rPr sz="1400" spc="220" dirty="0">
                <a:latin typeface="Corbel"/>
                <a:cs typeface="Corbel"/>
              </a:rPr>
              <a:t> </a:t>
            </a:r>
            <a:r>
              <a:rPr sz="1400" dirty="0">
                <a:latin typeface="Corbel"/>
                <a:cs typeface="Corbel"/>
              </a:rPr>
              <a:t>the</a:t>
            </a:r>
            <a:r>
              <a:rPr sz="1400" spc="215" dirty="0">
                <a:latin typeface="Corbel"/>
                <a:cs typeface="Corbel"/>
              </a:rPr>
              <a:t> </a:t>
            </a:r>
            <a:r>
              <a:rPr sz="1400" dirty="0">
                <a:latin typeface="Corbel"/>
                <a:cs typeface="Corbel"/>
              </a:rPr>
              <a:t>total</a:t>
            </a:r>
            <a:r>
              <a:rPr sz="1400" spc="210" dirty="0">
                <a:latin typeface="Corbel"/>
                <a:cs typeface="Corbel"/>
              </a:rPr>
              <a:t> </a:t>
            </a:r>
            <a:r>
              <a:rPr sz="1400" dirty="0">
                <a:latin typeface="Corbel"/>
                <a:cs typeface="Corbel"/>
              </a:rPr>
              <a:t>effect</a:t>
            </a:r>
            <a:r>
              <a:rPr sz="1400" spc="220" dirty="0">
                <a:latin typeface="Corbel"/>
                <a:cs typeface="Corbel"/>
              </a:rPr>
              <a:t> </a:t>
            </a:r>
            <a:r>
              <a:rPr sz="1400" dirty="0">
                <a:latin typeface="Corbel"/>
                <a:cs typeface="Corbel"/>
              </a:rPr>
              <a:t>of</a:t>
            </a:r>
            <a:r>
              <a:rPr sz="1400" spc="215" dirty="0">
                <a:latin typeface="Corbel"/>
                <a:cs typeface="Corbel"/>
              </a:rPr>
              <a:t> </a:t>
            </a:r>
            <a:r>
              <a:rPr sz="1400" dirty="0">
                <a:latin typeface="Corbel"/>
                <a:cs typeface="Corbel"/>
              </a:rPr>
              <a:t>the</a:t>
            </a:r>
            <a:r>
              <a:rPr sz="1400" spc="220" dirty="0">
                <a:latin typeface="Corbel"/>
                <a:cs typeface="Corbel"/>
              </a:rPr>
              <a:t> </a:t>
            </a:r>
            <a:r>
              <a:rPr sz="1400" dirty="0">
                <a:latin typeface="Corbel"/>
                <a:cs typeface="Corbel"/>
              </a:rPr>
              <a:t>remaining</a:t>
            </a:r>
            <a:r>
              <a:rPr sz="1400" spc="204" dirty="0">
                <a:latin typeface="Corbel"/>
                <a:cs typeface="Corbel"/>
              </a:rPr>
              <a:t> </a:t>
            </a:r>
            <a:r>
              <a:rPr sz="1400" dirty="0">
                <a:latin typeface="Corbel"/>
                <a:cs typeface="Corbel"/>
              </a:rPr>
              <a:t>errors</a:t>
            </a:r>
            <a:r>
              <a:rPr sz="1400" spc="215" dirty="0">
                <a:latin typeface="Corbel"/>
                <a:cs typeface="Corbel"/>
              </a:rPr>
              <a:t> </a:t>
            </a:r>
            <a:r>
              <a:rPr sz="1400" spc="-25" dirty="0">
                <a:latin typeface="Corbel"/>
                <a:cs typeface="Corbel"/>
              </a:rPr>
              <a:t>on </a:t>
            </a:r>
            <a:r>
              <a:rPr sz="1400" spc="-10" dirty="0">
                <a:latin typeface="Corbel"/>
                <a:cs typeface="Corbel"/>
              </a:rPr>
              <a:t>pseudorange</a:t>
            </a:r>
            <a:r>
              <a:rPr sz="1400" spc="30" dirty="0">
                <a:latin typeface="Corbel"/>
                <a:cs typeface="Corbel"/>
              </a:rPr>
              <a:t> </a:t>
            </a:r>
            <a:r>
              <a:rPr sz="1400" spc="-10" dirty="0">
                <a:latin typeface="Corbel"/>
                <a:cs typeface="Corbel"/>
              </a:rPr>
              <a:t>measurements</a:t>
            </a:r>
            <a:endParaRPr sz="1400">
              <a:latin typeface="Corbel"/>
              <a:cs typeface="Corbe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63046" y="800100"/>
            <a:ext cx="9860280" cy="2372360"/>
          </a:xfrm>
          <a:prstGeom prst="rect">
            <a:avLst/>
          </a:prstGeom>
        </p:spPr>
        <p:txBody>
          <a:bodyPr vert="horz" wrap="square" lIns="0" tIns="12700" rIns="0" bIns="0" rtlCol="0">
            <a:spAutoFit/>
          </a:bodyPr>
          <a:lstStyle/>
          <a:p>
            <a:pPr marL="355600" marR="5080" indent="-342900" algn="just">
              <a:lnSpc>
                <a:spcPct val="100000"/>
              </a:lnSpc>
              <a:spcBef>
                <a:spcPts val="100"/>
              </a:spcBef>
            </a:pPr>
            <a:r>
              <a:rPr sz="1400" dirty="0">
                <a:latin typeface="Corbel"/>
                <a:cs typeface="Corbel"/>
              </a:rPr>
              <a:t>6.</a:t>
            </a:r>
            <a:r>
              <a:rPr sz="1400" spc="445" dirty="0">
                <a:latin typeface="Corbel"/>
                <a:cs typeface="Corbel"/>
              </a:rPr>
              <a:t>  </a:t>
            </a:r>
            <a:r>
              <a:rPr sz="1400" u="sng" dirty="0">
                <a:uFill>
                  <a:solidFill>
                    <a:srgbClr val="000000"/>
                  </a:solidFill>
                </a:uFill>
                <a:latin typeface="Corbel"/>
                <a:cs typeface="Corbel"/>
              </a:rPr>
              <a:t>Dilution</a:t>
            </a:r>
            <a:r>
              <a:rPr sz="1400" u="sng" spc="55" dirty="0">
                <a:uFill>
                  <a:solidFill>
                    <a:srgbClr val="000000"/>
                  </a:solidFill>
                </a:uFill>
                <a:latin typeface="Corbel"/>
                <a:cs typeface="Corbel"/>
              </a:rPr>
              <a:t> </a:t>
            </a:r>
            <a:r>
              <a:rPr sz="1400" u="sng" dirty="0">
                <a:uFill>
                  <a:solidFill>
                    <a:srgbClr val="000000"/>
                  </a:solidFill>
                </a:uFill>
                <a:latin typeface="Corbel"/>
                <a:cs typeface="Corbel"/>
              </a:rPr>
              <a:t>of</a:t>
            </a:r>
            <a:r>
              <a:rPr sz="1400" u="sng" spc="50" dirty="0">
                <a:uFill>
                  <a:solidFill>
                    <a:srgbClr val="000000"/>
                  </a:solidFill>
                </a:uFill>
                <a:latin typeface="Corbel"/>
                <a:cs typeface="Corbel"/>
              </a:rPr>
              <a:t> </a:t>
            </a:r>
            <a:r>
              <a:rPr sz="1400" u="sng" dirty="0">
                <a:uFill>
                  <a:solidFill>
                    <a:srgbClr val="000000"/>
                  </a:solidFill>
                </a:uFill>
                <a:latin typeface="Corbel"/>
                <a:cs typeface="Corbel"/>
              </a:rPr>
              <a:t>precision</a:t>
            </a:r>
            <a:r>
              <a:rPr sz="1400" spc="50" dirty="0">
                <a:latin typeface="Corbel"/>
                <a:cs typeface="Corbel"/>
              </a:rPr>
              <a:t> </a:t>
            </a:r>
            <a:r>
              <a:rPr sz="1400" dirty="0">
                <a:latin typeface="Corbel"/>
                <a:cs typeface="Corbel"/>
              </a:rPr>
              <a:t>-</a:t>
            </a:r>
            <a:r>
              <a:rPr sz="1400" spc="50" dirty="0">
                <a:latin typeface="Corbel"/>
                <a:cs typeface="Corbel"/>
              </a:rPr>
              <a:t> </a:t>
            </a:r>
            <a:r>
              <a:rPr sz="1400" dirty="0">
                <a:latin typeface="Corbel"/>
                <a:cs typeface="Corbel"/>
              </a:rPr>
              <a:t>One</a:t>
            </a:r>
            <a:r>
              <a:rPr sz="1400" spc="55" dirty="0">
                <a:latin typeface="Corbel"/>
                <a:cs typeface="Corbel"/>
              </a:rPr>
              <a:t> </a:t>
            </a:r>
            <a:r>
              <a:rPr sz="1400" dirty="0">
                <a:latin typeface="Corbel"/>
                <a:cs typeface="Corbel"/>
              </a:rPr>
              <a:t>parameter</a:t>
            </a:r>
            <a:r>
              <a:rPr sz="1400" spc="60" dirty="0">
                <a:latin typeface="Corbel"/>
                <a:cs typeface="Corbel"/>
              </a:rPr>
              <a:t> </a:t>
            </a:r>
            <a:r>
              <a:rPr sz="1400" dirty="0">
                <a:latin typeface="Corbel"/>
                <a:cs typeface="Corbel"/>
              </a:rPr>
              <a:t>that</a:t>
            </a:r>
            <a:r>
              <a:rPr sz="1400" spc="55" dirty="0">
                <a:latin typeface="Corbel"/>
                <a:cs typeface="Corbel"/>
              </a:rPr>
              <a:t> </a:t>
            </a:r>
            <a:r>
              <a:rPr sz="1400" dirty="0">
                <a:latin typeface="Corbel"/>
                <a:cs typeface="Corbel"/>
              </a:rPr>
              <a:t>is</a:t>
            </a:r>
            <a:r>
              <a:rPr sz="1400" spc="45" dirty="0">
                <a:latin typeface="Corbel"/>
                <a:cs typeface="Corbel"/>
              </a:rPr>
              <a:t> </a:t>
            </a:r>
            <a:r>
              <a:rPr sz="1400" dirty="0">
                <a:latin typeface="Corbel"/>
                <a:cs typeface="Corbel"/>
              </a:rPr>
              <a:t>independent</a:t>
            </a:r>
            <a:r>
              <a:rPr sz="1400" spc="50" dirty="0">
                <a:latin typeface="Corbel"/>
                <a:cs typeface="Corbel"/>
              </a:rPr>
              <a:t> </a:t>
            </a:r>
            <a:r>
              <a:rPr sz="1400" dirty="0">
                <a:latin typeface="Corbel"/>
                <a:cs typeface="Corbel"/>
              </a:rPr>
              <a:t>of</a:t>
            </a:r>
            <a:r>
              <a:rPr sz="1400" spc="55" dirty="0">
                <a:latin typeface="Corbel"/>
                <a:cs typeface="Corbel"/>
              </a:rPr>
              <a:t> </a:t>
            </a:r>
            <a:r>
              <a:rPr sz="1400" dirty="0">
                <a:latin typeface="Corbel"/>
                <a:cs typeface="Corbel"/>
              </a:rPr>
              <a:t>the</a:t>
            </a:r>
            <a:r>
              <a:rPr sz="1400" spc="55" dirty="0">
                <a:latin typeface="Corbel"/>
                <a:cs typeface="Corbel"/>
              </a:rPr>
              <a:t> </a:t>
            </a:r>
            <a:r>
              <a:rPr sz="1400" dirty="0">
                <a:latin typeface="Corbel"/>
                <a:cs typeface="Corbel"/>
              </a:rPr>
              <a:t>cleanliness</a:t>
            </a:r>
            <a:r>
              <a:rPr sz="1400" spc="45" dirty="0">
                <a:latin typeface="Corbel"/>
                <a:cs typeface="Corbel"/>
              </a:rPr>
              <a:t> </a:t>
            </a:r>
            <a:r>
              <a:rPr sz="1400" dirty="0">
                <a:latin typeface="Corbel"/>
                <a:cs typeface="Corbel"/>
              </a:rPr>
              <a:t>of</a:t>
            </a:r>
            <a:r>
              <a:rPr sz="1400" spc="55" dirty="0">
                <a:latin typeface="Corbel"/>
                <a:cs typeface="Corbel"/>
              </a:rPr>
              <a:t> </a:t>
            </a:r>
            <a:r>
              <a:rPr sz="1400" dirty="0">
                <a:latin typeface="Corbel"/>
                <a:cs typeface="Corbel"/>
              </a:rPr>
              <a:t>measurements</a:t>
            </a:r>
            <a:r>
              <a:rPr sz="1400" spc="50" dirty="0">
                <a:latin typeface="Corbel"/>
                <a:cs typeface="Corbel"/>
              </a:rPr>
              <a:t> </a:t>
            </a:r>
            <a:r>
              <a:rPr sz="1400" dirty="0">
                <a:latin typeface="Corbel"/>
                <a:cs typeface="Corbel"/>
              </a:rPr>
              <a:t>but</a:t>
            </a:r>
            <a:r>
              <a:rPr sz="1400" spc="50" dirty="0">
                <a:latin typeface="Corbel"/>
                <a:cs typeface="Corbel"/>
              </a:rPr>
              <a:t> </a:t>
            </a:r>
            <a:r>
              <a:rPr sz="1400" dirty="0">
                <a:latin typeface="Corbel"/>
                <a:cs typeface="Corbel"/>
              </a:rPr>
              <a:t>plays</a:t>
            </a:r>
            <a:r>
              <a:rPr sz="1400" spc="50" dirty="0">
                <a:latin typeface="Corbel"/>
                <a:cs typeface="Corbel"/>
              </a:rPr>
              <a:t> </a:t>
            </a:r>
            <a:r>
              <a:rPr sz="1400" dirty="0">
                <a:latin typeface="Corbel"/>
                <a:cs typeface="Corbel"/>
              </a:rPr>
              <a:t>a</a:t>
            </a:r>
            <a:r>
              <a:rPr sz="1400" spc="55" dirty="0">
                <a:latin typeface="Corbel"/>
                <a:cs typeface="Corbel"/>
              </a:rPr>
              <a:t> </a:t>
            </a:r>
            <a:r>
              <a:rPr sz="1400" dirty="0">
                <a:latin typeface="Corbel"/>
                <a:cs typeface="Corbel"/>
              </a:rPr>
              <a:t>role</a:t>
            </a:r>
            <a:r>
              <a:rPr sz="1400" spc="55" dirty="0">
                <a:latin typeface="Corbel"/>
                <a:cs typeface="Corbel"/>
              </a:rPr>
              <a:t> </a:t>
            </a:r>
            <a:r>
              <a:rPr sz="1400" dirty="0">
                <a:latin typeface="Corbel"/>
                <a:cs typeface="Corbel"/>
              </a:rPr>
              <a:t>in</a:t>
            </a:r>
            <a:r>
              <a:rPr sz="1400" spc="55" dirty="0">
                <a:latin typeface="Corbel"/>
                <a:cs typeface="Corbel"/>
              </a:rPr>
              <a:t> </a:t>
            </a:r>
            <a:r>
              <a:rPr sz="1400" dirty="0">
                <a:latin typeface="Corbel"/>
                <a:cs typeface="Corbel"/>
              </a:rPr>
              <a:t>the</a:t>
            </a:r>
            <a:r>
              <a:rPr sz="1400" spc="55" dirty="0">
                <a:latin typeface="Corbel"/>
                <a:cs typeface="Corbel"/>
              </a:rPr>
              <a:t> </a:t>
            </a:r>
            <a:r>
              <a:rPr sz="1400" dirty="0">
                <a:latin typeface="Corbel"/>
                <a:cs typeface="Corbel"/>
              </a:rPr>
              <a:t>accuracy</a:t>
            </a:r>
            <a:r>
              <a:rPr sz="1400" spc="55" dirty="0">
                <a:latin typeface="Corbel"/>
                <a:cs typeface="Corbel"/>
              </a:rPr>
              <a:t> </a:t>
            </a:r>
            <a:r>
              <a:rPr sz="1400" spc="-25" dirty="0">
                <a:latin typeface="Corbel"/>
                <a:cs typeface="Corbel"/>
              </a:rPr>
              <a:t>of </a:t>
            </a:r>
            <a:r>
              <a:rPr sz="1400" dirty="0">
                <a:latin typeface="Corbel"/>
                <a:cs typeface="Corbel"/>
              </a:rPr>
              <a:t>position</a:t>
            </a:r>
            <a:r>
              <a:rPr sz="1400" spc="30" dirty="0">
                <a:latin typeface="Corbel"/>
                <a:cs typeface="Corbel"/>
              </a:rPr>
              <a:t> </a:t>
            </a:r>
            <a:r>
              <a:rPr sz="1400" dirty="0">
                <a:latin typeface="Corbel"/>
                <a:cs typeface="Corbel"/>
              </a:rPr>
              <a:t>accuracy</a:t>
            </a:r>
            <a:r>
              <a:rPr sz="1400" spc="40" dirty="0">
                <a:latin typeface="Corbel"/>
                <a:cs typeface="Corbel"/>
              </a:rPr>
              <a:t> </a:t>
            </a:r>
            <a:r>
              <a:rPr sz="1400" dirty="0">
                <a:latin typeface="Corbel"/>
                <a:cs typeface="Corbel"/>
              </a:rPr>
              <a:t>is</a:t>
            </a:r>
            <a:r>
              <a:rPr sz="1400" spc="30" dirty="0">
                <a:latin typeface="Corbel"/>
                <a:cs typeface="Corbel"/>
              </a:rPr>
              <a:t> </a:t>
            </a:r>
            <a:r>
              <a:rPr sz="1400" dirty="0">
                <a:latin typeface="Corbel"/>
                <a:cs typeface="Corbel"/>
              </a:rPr>
              <a:t>the</a:t>
            </a:r>
            <a:r>
              <a:rPr sz="1400" spc="35" dirty="0">
                <a:latin typeface="Corbel"/>
                <a:cs typeface="Corbel"/>
              </a:rPr>
              <a:t> </a:t>
            </a:r>
            <a:r>
              <a:rPr sz="1400" spc="-25" dirty="0">
                <a:latin typeface="Corbel"/>
                <a:cs typeface="Corbel"/>
              </a:rPr>
              <a:t>DOP.</a:t>
            </a:r>
            <a:r>
              <a:rPr sz="1400" spc="35" dirty="0">
                <a:latin typeface="Corbel"/>
                <a:cs typeface="Corbel"/>
              </a:rPr>
              <a:t> </a:t>
            </a:r>
            <a:r>
              <a:rPr sz="1400" dirty="0">
                <a:latin typeface="Corbel"/>
                <a:cs typeface="Corbel"/>
              </a:rPr>
              <a:t>This</a:t>
            </a:r>
            <a:r>
              <a:rPr sz="1400" spc="30" dirty="0">
                <a:latin typeface="Corbel"/>
                <a:cs typeface="Corbel"/>
              </a:rPr>
              <a:t> </a:t>
            </a:r>
            <a:r>
              <a:rPr sz="1400" dirty="0">
                <a:latin typeface="Corbel"/>
                <a:cs typeface="Corbel"/>
              </a:rPr>
              <a:t>factor</a:t>
            </a:r>
            <a:r>
              <a:rPr sz="1400" spc="40" dirty="0">
                <a:latin typeface="Corbel"/>
                <a:cs typeface="Corbel"/>
              </a:rPr>
              <a:t> </a:t>
            </a:r>
            <a:r>
              <a:rPr sz="1400" dirty="0">
                <a:latin typeface="Corbel"/>
                <a:cs typeface="Corbel"/>
              </a:rPr>
              <a:t>depends</a:t>
            </a:r>
            <a:r>
              <a:rPr sz="1400" spc="30" dirty="0">
                <a:latin typeface="Corbel"/>
                <a:cs typeface="Corbel"/>
              </a:rPr>
              <a:t> </a:t>
            </a:r>
            <a:r>
              <a:rPr sz="1400" dirty="0">
                <a:latin typeface="Corbel"/>
                <a:cs typeface="Corbel"/>
              </a:rPr>
              <a:t>on</a:t>
            </a:r>
            <a:r>
              <a:rPr sz="1400" spc="30" dirty="0">
                <a:latin typeface="Corbel"/>
                <a:cs typeface="Corbel"/>
              </a:rPr>
              <a:t> </a:t>
            </a:r>
            <a:r>
              <a:rPr sz="1400" dirty="0">
                <a:latin typeface="Corbel"/>
                <a:cs typeface="Corbel"/>
              </a:rPr>
              <a:t>the</a:t>
            </a:r>
            <a:r>
              <a:rPr sz="1400" spc="35" dirty="0">
                <a:latin typeface="Corbel"/>
                <a:cs typeface="Corbel"/>
              </a:rPr>
              <a:t> </a:t>
            </a:r>
            <a:r>
              <a:rPr sz="1400" dirty="0">
                <a:latin typeface="Corbel"/>
                <a:cs typeface="Corbel"/>
              </a:rPr>
              <a:t>geometry</a:t>
            </a:r>
            <a:r>
              <a:rPr sz="1400" spc="35" dirty="0">
                <a:latin typeface="Corbel"/>
                <a:cs typeface="Corbel"/>
              </a:rPr>
              <a:t> </a:t>
            </a:r>
            <a:r>
              <a:rPr sz="1400" dirty="0">
                <a:latin typeface="Corbel"/>
                <a:cs typeface="Corbel"/>
              </a:rPr>
              <a:t>of</a:t>
            </a:r>
            <a:r>
              <a:rPr sz="1400" spc="35" dirty="0">
                <a:latin typeface="Corbel"/>
                <a:cs typeface="Corbel"/>
              </a:rPr>
              <a:t> </a:t>
            </a:r>
            <a:r>
              <a:rPr sz="1400" dirty="0">
                <a:latin typeface="Corbel"/>
                <a:cs typeface="Corbel"/>
              </a:rPr>
              <a:t>visible</a:t>
            </a:r>
            <a:r>
              <a:rPr sz="1400" spc="35" dirty="0">
                <a:latin typeface="Corbel"/>
                <a:cs typeface="Corbel"/>
              </a:rPr>
              <a:t> </a:t>
            </a:r>
            <a:r>
              <a:rPr sz="1400" dirty="0">
                <a:latin typeface="Corbel"/>
                <a:cs typeface="Corbel"/>
              </a:rPr>
              <a:t>satellites;</a:t>
            </a:r>
            <a:r>
              <a:rPr sz="1400" spc="35" dirty="0">
                <a:latin typeface="Corbel"/>
                <a:cs typeface="Corbel"/>
              </a:rPr>
              <a:t> </a:t>
            </a:r>
            <a:r>
              <a:rPr sz="1400" dirty="0">
                <a:latin typeface="Corbel"/>
                <a:cs typeface="Corbel"/>
              </a:rPr>
              <a:t>the</a:t>
            </a:r>
            <a:r>
              <a:rPr sz="1400" spc="35" dirty="0">
                <a:latin typeface="Corbel"/>
                <a:cs typeface="Corbel"/>
              </a:rPr>
              <a:t> </a:t>
            </a:r>
            <a:r>
              <a:rPr sz="1400" dirty="0">
                <a:latin typeface="Corbel"/>
                <a:cs typeface="Corbel"/>
              </a:rPr>
              <a:t>better</a:t>
            </a:r>
            <a:r>
              <a:rPr sz="1400" spc="35" dirty="0">
                <a:latin typeface="Corbel"/>
                <a:cs typeface="Corbel"/>
              </a:rPr>
              <a:t> </a:t>
            </a:r>
            <a:r>
              <a:rPr sz="1400" dirty="0">
                <a:latin typeface="Corbel"/>
                <a:cs typeface="Corbel"/>
              </a:rPr>
              <a:t>the</a:t>
            </a:r>
            <a:r>
              <a:rPr sz="1400" spc="35" dirty="0">
                <a:latin typeface="Corbel"/>
                <a:cs typeface="Corbel"/>
              </a:rPr>
              <a:t> </a:t>
            </a:r>
            <a:r>
              <a:rPr sz="1400" dirty="0">
                <a:latin typeface="Corbel"/>
                <a:cs typeface="Corbel"/>
              </a:rPr>
              <a:t>geometry</a:t>
            </a:r>
            <a:r>
              <a:rPr sz="1400" spc="35" dirty="0">
                <a:latin typeface="Corbel"/>
                <a:cs typeface="Corbel"/>
              </a:rPr>
              <a:t> </a:t>
            </a:r>
            <a:r>
              <a:rPr sz="1400" dirty="0">
                <a:latin typeface="Corbel"/>
                <a:cs typeface="Corbel"/>
              </a:rPr>
              <a:t>is,</a:t>
            </a:r>
            <a:r>
              <a:rPr sz="1400" spc="40" dirty="0">
                <a:latin typeface="Corbel"/>
                <a:cs typeface="Corbel"/>
              </a:rPr>
              <a:t> </a:t>
            </a:r>
            <a:r>
              <a:rPr sz="1400" dirty="0">
                <a:latin typeface="Corbel"/>
                <a:cs typeface="Corbel"/>
              </a:rPr>
              <a:t>the</a:t>
            </a:r>
            <a:r>
              <a:rPr sz="1400" spc="35" dirty="0">
                <a:latin typeface="Corbel"/>
                <a:cs typeface="Corbel"/>
              </a:rPr>
              <a:t> </a:t>
            </a:r>
            <a:r>
              <a:rPr sz="1400" dirty="0">
                <a:latin typeface="Corbel"/>
                <a:cs typeface="Corbel"/>
              </a:rPr>
              <a:t>lower</a:t>
            </a:r>
            <a:r>
              <a:rPr sz="1400" spc="40" dirty="0">
                <a:latin typeface="Corbel"/>
                <a:cs typeface="Corbel"/>
              </a:rPr>
              <a:t> </a:t>
            </a:r>
            <a:r>
              <a:rPr sz="1400" spc="-25" dirty="0">
                <a:latin typeface="Corbel"/>
                <a:cs typeface="Corbel"/>
              </a:rPr>
              <a:t>the </a:t>
            </a:r>
            <a:r>
              <a:rPr sz="1400" spc="-50" dirty="0">
                <a:latin typeface="Corbel"/>
                <a:cs typeface="Corbel"/>
              </a:rPr>
              <a:t>DOP,</a:t>
            </a:r>
            <a:r>
              <a:rPr sz="1400" spc="-20" dirty="0">
                <a:latin typeface="Corbel"/>
                <a:cs typeface="Corbel"/>
              </a:rPr>
              <a:t> </a:t>
            </a:r>
            <a:r>
              <a:rPr sz="1400" dirty="0">
                <a:latin typeface="Corbel"/>
                <a:cs typeface="Corbel"/>
              </a:rPr>
              <a:t>and,</a:t>
            </a:r>
            <a:r>
              <a:rPr sz="1400" spc="-20" dirty="0">
                <a:latin typeface="Corbel"/>
                <a:cs typeface="Corbel"/>
              </a:rPr>
              <a:t> </a:t>
            </a:r>
            <a:r>
              <a:rPr sz="1400" dirty="0">
                <a:latin typeface="Corbel"/>
                <a:cs typeface="Corbel"/>
              </a:rPr>
              <a:t>hence,</a:t>
            </a:r>
            <a:r>
              <a:rPr sz="1400" spc="-20" dirty="0">
                <a:latin typeface="Corbel"/>
                <a:cs typeface="Corbel"/>
              </a:rPr>
              <a:t> </a:t>
            </a:r>
            <a:r>
              <a:rPr sz="1400" dirty="0">
                <a:latin typeface="Corbel"/>
                <a:cs typeface="Corbel"/>
              </a:rPr>
              <a:t>the</a:t>
            </a:r>
            <a:r>
              <a:rPr sz="1400" spc="-20" dirty="0">
                <a:latin typeface="Corbel"/>
                <a:cs typeface="Corbel"/>
              </a:rPr>
              <a:t> </a:t>
            </a:r>
            <a:r>
              <a:rPr sz="1400" dirty="0">
                <a:latin typeface="Corbel"/>
                <a:cs typeface="Corbel"/>
              </a:rPr>
              <a:t>better</a:t>
            </a:r>
            <a:r>
              <a:rPr sz="1400" spc="-15" dirty="0">
                <a:latin typeface="Corbel"/>
                <a:cs typeface="Corbel"/>
              </a:rPr>
              <a:t> </a:t>
            </a:r>
            <a:r>
              <a:rPr sz="1400" dirty="0">
                <a:latin typeface="Corbel"/>
                <a:cs typeface="Corbel"/>
              </a:rPr>
              <a:t>the</a:t>
            </a:r>
            <a:r>
              <a:rPr sz="1400" spc="-20" dirty="0">
                <a:latin typeface="Corbel"/>
                <a:cs typeface="Corbel"/>
              </a:rPr>
              <a:t> </a:t>
            </a:r>
            <a:r>
              <a:rPr sz="1400" dirty="0">
                <a:latin typeface="Corbel"/>
                <a:cs typeface="Corbel"/>
              </a:rPr>
              <a:t>position</a:t>
            </a:r>
            <a:r>
              <a:rPr sz="1400" spc="-25" dirty="0">
                <a:latin typeface="Corbel"/>
                <a:cs typeface="Corbel"/>
              </a:rPr>
              <a:t> </a:t>
            </a:r>
            <a:r>
              <a:rPr sz="1400" dirty="0">
                <a:latin typeface="Corbel"/>
                <a:cs typeface="Corbel"/>
              </a:rPr>
              <a:t>solution.</a:t>
            </a:r>
            <a:r>
              <a:rPr sz="1400" spc="-20" dirty="0">
                <a:latin typeface="Corbel"/>
                <a:cs typeface="Corbel"/>
              </a:rPr>
              <a:t> </a:t>
            </a:r>
            <a:r>
              <a:rPr sz="1400" dirty="0">
                <a:latin typeface="Corbel"/>
                <a:cs typeface="Corbel"/>
              </a:rPr>
              <a:t>Figure</a:t>
            </a:r>
            <a:r>
              <a:rPr sz="1400" spc="-15" dirty="0">
                <a:latin typeface="Corbel"/>
                <a:cs typeface="Corbel"/>
              </a:rPr>
              <a:t> </a:t>
            </a:r>
            <a:r>
              <a:rPr sz="1400" dirty="0">
                <a:latin typeface="Corbel"/>
                <a:cs typeface="Corbel"/>
              </a:rPr>
              <a:t>4</a:t>
            </a:r>
            <a:r>
              <a:rPr sz="1400" spc="-25" dirty="0">
                <a:latin typeface="Corbel"/>
                <a:cs typeface="Corbel"/>
              </a:rPr>
              <a:t> </a:t>
            </a:r>
            <a:r>
              <a:rPr sz="1400" dirty="0">
                <a:latin typeface="Corbel"/>
                <a:cs typeface="Corbel"/>
              </a:rPr>
              <a:t>visually</a:t>
            </a:r>
            <a:r>
              <a:rPr sz="1400" spc="-20" dirty="0">
                <a:latin typeface="Corbel"/>
                <a:cs typeface="Corbel"/>
              </a:rPr>
              <a:t> </a:t>
            </a:r>
            <a:r>
              <a:rPr sz="1400" dirty="0">
                <a:latin typeface="Corbel"/>
                <a:cs typeface="Corbel"/>
              </a:rPr>
              <a:t>depicts</a:t>
            </a:r>
            <a:r>
              <a:rPr sz="1400" spc="-25" dirty="0">
                <a:latin typeface="Corbel"/>
                <a:cs typeface="Corbel"/>
              </a:rPr>
              <a:t> </a:t>
            </a:r>
            <a:r>
              <a:rPr sz="1400" dirty="0">
                <a:latin typeface="Corbel"/>
                <a:cs typeface="Corbel"/>
              </a:rPr>
              <a:t>the</a:t>
            </a:r>
            <a:r>
              <a:rPr sz="1400" spc="-20" dirty="0">
                <a:latin typeface="Corbel"/>
                <a:cs typeface="Corbel"/>
              </a:rPr>
              <a:t> </a:t>
            </a:r>
            <a:r>
              <a:rPr sz="1400" dirty="0">
                <a:latin typeface="Corbel"/>
                <a:cs typeface="Corbel"/>
              </a:rPr>
              <a:t>concept</a:t>
            </a:r>
            <a:r>
              <a:rPr sz="1400" spc="-25" dirty="0">
                <a:latin typeface="Corbel"/>
                <a:cs typeface="Corbel"/>
              </a:rPr>
              <a:t> </a:t>
            </a:r>
            <a:r>
              <a:rPr sz="1400" dirty="0">
                <a:latin typeface="Corbel"/>
                <a:cs typeface="Corbel"/>
              </a:rPr>
              <a:t>of</a:t>
            </a:r>
            <a:r>
              <a:rPr sz="1400" spc="-20" dirty="0">
                <a:latin typeface="Corbel"/>
                <a:cs typeface="Corbel"/>
              </a:rPr>
              <a:t> </a:t>
            </a:r>
            <a:r>
              <a:rPr sz="1400" spc="-50" dirty="0">
                <a:latin typeface="Corbel"/>
                <a:cs typeface="Corbel"/>
              </a:rPr>
              <a:t>DOP.</a:t>
            </a:r>
            <a:r>
              <a:rPr sz="1400" spc="-15" dirty="0">
                <a:latin typeface="Corbel"/>
                <a:cs typeface="Corbel"/>
              </a:rPr>
              <a:t> </a:t>
            </a:r>
            <a:r>
              <a:rPr sz="1400" dirty="0">
                <a:latin typeface="Corbel"/>
                <a:cs typeface="Corbel"/>
              </a:rPr>
              <a:t>Figure</a:t>
            </a:r>
            <a:r>
              <a:rPr sz="1400" spc="-20" dirty="0">
                <a:latin typeface="Corbel"/>
                <a:cs typeface="Corbel"/>
              </a:rPr>
              <a:t> </a:t>
            </a:r>
            <a:r>
              <a:rPr sz="1400" dirty="0">
                <a:latin typeface="Corbel"/>
                <a:cs typeface="Corbel"/>
              </a:rPr>
              <a:t>4(a)</a:t>
            </a:r>
            <a:r>
              <a:rPr sz="1400" spc="-20" dirty="0">
                <a:latin typeface="Corbel"/>
                <a:cs typeface="Corbel"/>
              </a:rPr>
              <a:t> </a:t>
            </a:r>
            <a:r>
              <a:rPr sz="1400" dirty="0">
                <a:latin typeface="Corbel"/>
                <a:cs typeface="Corbel"/>
              </a:rPr>
              <a:t>shows</a:t>
            </a:r>
            <a:r>
              <a:rPr sz="1400" spc="-30" dirty="0">
                <a:latin typeface="Corbel"/>
                <a:cs typeface="Corbel"/>
              </a:rPr>
              <a:t> </a:t>
            </a:r>
            <a:r>
              <a:rPr sz="1400" dirty="0">
                <a:latin typeface="Corbel"/>
                <a:cs typeface="Corbel"/>
              </a:rPr>
              <a:t>ideal</a:t>
            </a:r>
            <a:r>
              <a:rPr sz="1400" spc="-20" dirty="0">
                <a:latin typeface="Corbel"/>
                <a:cs typeface="Corbel"/>
              </a:rPr>
              <a:t> </a:t>
            </a:r>
            <a:r>
              <a:rPr sz="1400" dirty="0">
                <a:latin typeface="Corbel"/>
                <a:cs typeface="Corbel"/>
              </a:rPr>
              <a:t>case</a:t>
            </a:r>
            <a:r>
              <a:rPr sz="1400" spc="-25" dirty="0">
                <a:latin typeface="Corbel"/>
                <a:cs typeface="Corbel"/>
              </a:rPr>
              <a:t> </a:t>
            </a:r>
            <a:r>
              <a:rPr sz="1400" spc="-10" dirty="0">
                <a:latin typeface="Corbel"/>
                <a:cs typeface="Corbel"/>
              </a:rPr>
              <a:t>where </a:t>
            </a:r>
            <a:r>
              <a:rPr sz="1400" dirty="0">
                <a:latin typeface="Corbel"/>
                <a:cs typeface="Corbel"/>
              </a:rPr>
              <a:t>signals</a:t>
            </a:r>
            <a:r>
              <a:rPr sz="1400" spc="400" dirty="0">
                <a:latin typeface="Corbel"/>
                <a:cs typeface="Corbel"/>
              </a:rPr>
              <a:t> </a:t>
            </a:r>
            <a:r>
              <a:rPr sz="1400" dirty="0">
                <a:latin typeface="Corbel"/>
                <a:cs typeface="Corbel"/>
              </a:rPr>
              <a:t>from</a:t>
            </a:r>
            <a:r>
              <a:rPr sz="1400" spc="409" dirty="0">
                <a:latin typeface="Corbel"/>
                <a:cs typeface="Corbel"/>
              </a:rPr>
              <a:t> </a:t>
            </a:r>
            <a:r>
              <a:rPr sz="1400" dirty="0">
                <a:latin typeface="Corbel"/>
                <a:cs typeface="Corbel"/>
              </a:rPr>
              <a:t>two</a:t>
            </a:r>
            <a:r>
              <a:rPr sz="1400" spc="409" dirty="0">
                <a:latin typeface="Corbel"/>
                <a:cs typeface="Corbel"/>
              </a:rPr>
              <a:t> </a:t>
            </a:r>
            <a:r>
              <a:rPr sz="1400" dirty="0">
                <a:latin typeface="Corbel"/>
                <a:cs typeface="Corbel"/>
              </a:rPr>
              <a:t>satellites</a:t>
            </a:r>
            <a:r>
              <a:rPr sz="1400" spc="400" dirty="0">
                <a:latin typeface="Corbel"/>
                <a:cs typeface="Corbel"/>
              </a:rPr>
              <a:t> </a:t>
            </a:r>
            <a:r>
              <a:rPr sz="1400" dirty="0">
                <a:latin typeface="Corbel"/>
                <a:cs typeface="Corbel"/>
              </a:rPr>
              <a:t>would</a:t>
            </a:r>
            <a:r>
              <a:rPr sz="1400" spc="405" dirty="0">
                <a:latin typeface="Corbel"/>
                <a:cs typeface="Corbel"/>
              </a:rPr>
              <a:t> </a:t>
            </a:r>
            <a:r>
              <a:rPr sz="1400" dirty="0">
                <a:latin typeface="Corbel"/>
                <a:cs typeface="Corbel"/>
              </a:rPr>
              <a:t>form</a:t>
            </a:r>
            <a:r>
              <a:rPr sz="1400" spc="409" dirty="0">
                <a:latin typeface="Corbel"/>
                <a:cs typeface="Corbel"/>
              </a:rPr>
              <a:t> </a:t>
            </a:r>
            <a:r>
              <a:rPr sz="1400" dirty="0">
                <a:latin typeface="Corbel"/>
                <a:cs typeface="Corbel"/>
              </a:rPr>
              <a:t>circles</a:t>
            </a:r>
            <a:r>
              <a:rPr sz="1400" spc="400" dirty="0">
                <a:latin typeface="Corbel"/>
                <a:cs typeface="Corbel"/>
              </a:rPr>
              <a:t> </a:t>
            </a:r>
            <a:r>
              <a:rPr sz="1400" dirty="0">
                <a:latin typeface="Corbel"/>
                <a:cs typeface="Corbel"/>
              </a:rPr>
              <a:t>that</a:t>
            </a:r>
            <a:r>
              <a:rPr sz="1400" spc="405" dirty="0">
                <a:latin typeface="Corbel"/>
                <a:cs typeface="Corbel"/>
              </a:rPr>
              <a:t> </a:t>
            </a:r>
            <a:r>
              <a:rPr sz="1400" dirty="0">
                <a:latin typeface="Corbel"/>
                <a:cs typeface="Corbel"/>
              </a:rPr>
              <a:t>intersect</a:t>
            </a:r>
            <a:r>
              <a:rPr sz="1400" spc="409" dirty="0">
                <a:latin typeface="Corbel"/>
                <a:cs typeface="Corbel"/>
              </a:rPr>
              <a:t> </a:t>
            </a:r>
            <a:r>
              <a:rPr sz="1400" dirty="0">
                <a:latin typeface="Corbel"/>
                <a:cs typeface="Corbel"/>
              </a:rPr>
              <a:t>at</a:t>
            </a:r>
            <a:r>
              <a:rPr sz="1400" spc="409" dirty="0">
                <a:latin typeface="Corbel"/>
                <a:cs typeface="Corbel"/>
              </a:rPr>
              <a:t> </a:t>
            </a:r>
            <a:r>
              <a:rPr sz="1400" dirty="0">
                <a:latin typeface="Corbel"/>
                <a:cs typeface="Corbel"/>
              </a:rPr>
              <a:t>the</a:t>
            </a:r>
            <a:r>
              <a:rPr sz="1400" spc="409" dirty="0">
                <a:latin typeface="Corbel"/>
                <a:cs typeface="Corbel"/>
              </a:rPr>
              <a:t> </a:t>
            </a:r>
            <a:r>
              <a:rPr sz="1400" dirty="0">
                <a:latin typeface="Corbel"/>
                <a:cs typeface="Corbel"/>
              </a:rPr>
              <a:t>receiver</a:t>
            </a:r>
            <a:r>
              <a:rPr sz="1400" spc="405" dirty="0">
                <a:latin typeface="Corbel"/>
                <a:cs typeface="Corbel"/>
              </a:rPr>
              <a:t> </a:t>
            </a:r>
            <a:r>
              <a:rPr sz="1400" dirty="0">
                <a:latin typeface="Corbel"/>
                <a:cs typeface="Corbel"/>
              </a:rPr>
              <a:t>position</a:t>
            </a:r>
            <a:r>
              <a:rPr sz="1400" spc="405" dirty="0">
                <a:latin typeface="Corbel"/>
                <a:cs typeface="Corbel"/>
              </a:rPr>
              <a:t> </a:t>
            </a:r>
            <a:r>
              <a:rPr sz="1400" dirty="0">
                <a:latin typeface="Corbel"/>
                <a:cs typeface="Corbel"/>
              </a:rPr>
              <a:t>assuming</a:t>
            </a:r>
            <a:r>
              <a:rPr sz="1400" spc="400" dirty="0">
                <a:latin typeface="Corbel"/>
                <a:cs typeface="Corbel"/>
              </a:rPr>
              <a:t> </a:t>
            </a:r>
            <a:r>
              <a:rPr sz="1400" dirty="0">
                <a:latin typeface="Corbel"/>
                <a:cs typeface="Corbel"/>
              </a:rPr>
              <a:t>the</a:t>
            </a:r>
            <a:r>
              <a:rPr sz="1400" spc="405" dirty="0">
                <a:latin typeface="Corbel"/>
                <a:cs typeface="Corbel"/>
              </a:rPr>
              <a:t> </a:t>
            </a:r>
            <a:r>
              <a:rPr sz="1400" dirty="0">
                <a:latin typeface="Corbel"/>
                <a:cs typeface="Corbel"/>
              </a:rPr>
              <a:t>receiver</a:t>
            </a:r>
            <a:r>
              <a:rPr sz="1400" spc="409" dirty="0">
                <a:latin typeface="Corbel"/>
                <a:cs typeface="Corbel"/>
              </a:rPr>
              <a:t> </a:t>
            </a:r>
            <a:r>
              <a:rPr sz="1400" dirty="0">
                <a:latin typeface="Corbel"/>
                <a:cs typeface="Corbel"/>
              </a:rPr>
              <a:t>has</a:t>
            </a:r>
            <a:r>
              <a:rPr sz="1400" spc="400" dirty="0">
                <a:latin typeface="Corbel"/>
                <a:cs typeface="Corbel"/>
              </a:rPr>
              <a:t> </a:t>
            </a:r>
            <a:r>
              <a:rPr sz="1400" spc="-10" dirty="0">
                <a:latin typeface="Corbel"/>
                <a:cs typeface="Corbel"/>
              </a:rPr>
              <a:t>perfect </a:t>
            </a:r>
            <a:r>
              <a:rPr sz="1400" dirty="0">
                <a:latin typeface="Corbel"/>
                <a:cs typeface="Corbel"/>
              </a:rPr>
              <a:t>measurements</a:t>
            </a:r>
            <a:r>
              <a:rPr sz="1400" spc="270" dirty="0">
                <a:latin typeface="Corbel"/>
                <a:cs typeface="Corbel"/>
              </a:rPr>
              <a:t> </a:t>
            </a:r>
            <a:r>
              <a:rPr sz="1400" dirty="0">
                <a:latin typeface="Corbel"/>
                <a:cs typeface="Corbel"/>
              </a:rPr>
              <a:t>for</a:t>
            </a:r>
            <a:r>
              <a:rPr sz="1400" spc="285" dirty="0">
                <a:latin typeface="Corbel"/>
                <a:cs typeface="Corbel"/>
              </a:rPr>
              <a:t> </a:t>
            </a:r>
            <a:r>
              <a:rPr sz="1400" dirty="0">
                <a:latin typeface="Corbel"/>
                <a:cs typeface="Corbel"/>
              </a:rPr>
              <a:t>the</a:t>
            </a:r>
            <a:r>
              <a:rPr sz="1400" spc="280" dirty="0">
                <a:latin typeface="Corbel"/>
                <a:cs typeface="Corbel"/>
              </a:rPr>
              <a:t> </a:t>
            </a:r>
            <a:r>
              <a:rPr sz="1400" dirty="0">
                <a:latin typeface="Corbel"/>
                <a:cs typeface="Corbel"/>
              </a:rPr>
              <a:t>signal</a:t>
            </a:r>
            <a:r>
              <a:rPr sz="1400" spc="280" dirty="0">
                <a:latin typeface="Corbel"/>
                <a:cs typeface="Corbel"/>
              </a:rPr>
              <a:t> </a:t>
            </a:r>
            <a:r>
              <a:rPr sz="1400" dirty="0">
                <a:latin typeface="Corbel"/>
                <a:cs typeface="Corbel"/>
              </a:rPr>
              <a:t>which</a:t>
            </a:r>
            <a:r>
              <a:rPr sz="1400" spc="285" dirty="0">
                <a:latin typeface="Corbel"/>
                <a:cs typeface="Corbel"/>
              </a:rPr>
              <a:t> </a:t>
            </a:r>
            <a:r>
              <a:rPr sz="1400" dirty="0">
                <a:latin typeface="Corbel"/>
                <a:cs typeface="Corbel"/>
              </a:rPr>
              <a:t>is</a:t>
            </a:r>
            <a:r>
              <a:rPr sz="1400" spc="270" dirty="0">
                <a:latin typeface="Corbel"/>
                <a:cs typeface="Corbel"/>
              </a:rPr>
              <a:t> </a:t>
            </a:r>
            <a:r>
              <a:rPr sz="1400" dirty="0">
                <a:latin typeface="Corbel"/>
                <a:cs typeface="Corbel"/>
              </a:rPr>
              <a:t>never</a:t>
            </a:r>
            <a:r>
              <a:rPr sz="1400" spc="285" dirty="0">
                <a:latin typeface="Corbel"/>
                <a:cs typeface="Corbel"/>
              </a:rPr>
              <a:t> </a:t>
            </a:r>
            <a:r>
              <a:rPr sz="1400" dirty="0">
                <a:latin typeface="Corbel"/>
                <a:cs typeface="Corbel"/>
              </a:rPr>
              <a:t>true</a:t>
            </a:r>
            <a:r>
              <a:rPr sz="1400" spc="280" dirty="0">
                <a:latin typeface="Corbel"/>
                <a:cs typeface="Corbel"/>
              </a:rPr>
              <a:t> </a:t>
            </a:r>
            <a:r>
              <a:rPr sz="1400" dirty="0">
                <a:latin typeface="Corbel"/>
                <a:cs typeface="Corbel"/>
              </a:rPr>
              <a:t>due</a:t>
            </a:r>
            <a:r>
              <a:rPr sz="1400" spc="285" dirty="0">
                <a:latin typeface="Corbel"/>
                <a:cs typeface="Corbel"/>
              </a:rPr>
              <a:t> </a:t>
            </a:r>
            <a:r>
              <a:rPr sz="1400" dirty="0">
                <a:latin typeface="Corbel"/>
                <a:cs typeface="Corbel"/>
              </a:rPr>
              <a:t>to</a:t>
            </a:r>
            <a:r>
              <a:rPr sz="1400" spc="285" dirty="0">
                <a:latin typeface="Corbel"/>
                <a:cs typeface="Corbel"/>
              </a:rPr>
              <a:t> </a:t>
            </a:r>
            <a:r>
              <a:rPr sz="1400" dirty="0">
                <a:latin typeface="Corbel"/>
                <a:cs typeface="Corbel"/>
              </a:rPr>
              <a:t>GNSS</a:t>
            </a:r>
            <a:r>
              <a:rPr sz="1400" spc="275" dirty="0">
                <a:latin typeface="Corbel"/>
                <a:cs typeface="Corbel"/>
              </a:rPr>
              <a:t> </a:t>
            </a:r>
            <a:r>
              <a:rPr sz="1400" dirty="0">
                <a:latin typeface="Corbel"/>
                <a:cs typeface="Corbel"/>
              </a:rPr>
              <a:t>errors.</a:t>
            </a:r>
            <a:r>
              <a:rPr sz="1400" spc="285" dirty="0">
                <a:latin typeface="Corbel"/>
                <a:cs typeface="Corbel"/>
              </a:rPr>
              <a:t> </a:t>
            </a:r>
            <a:r>
              <a:rPr sz="1400" dirty="0">
                <a:latin typeface="Corbel"/>
                <a:cs typeface="Corbel"/>
              </a:rPr>
              <a:t>Figure</a:t>
            </a:r>
            <a:r>
              <a:rPr sz="1400" spc="280" dirty="0">
                <a:latin typeface="Corbel"/>
                <a:cs typeface="Corbel"/>
              </a:rPr>
              <a:t> </a:t>
            </a:r>
            <a:r>
              <a:rPr sz="1400" dirty="0">
                <a:latin typeface="Corbel"/>
                <a:cs typeface="Corbel"/>
              </a:rPr>
              <a:t>4(b)</a:t>
            </a:r>
            <a:r>
              <a:rPr sz="1400" spc="285" dirty="0">
                <a:latin typeface="Corbel"/>
                <a:cs typeface="Corbel"/>
              </a:rPr>
              <a:t> </a:t>
            </a:r>
            <a:r>
              <a:rPr sz="1400" dirty="0">
                <a:latin typeface="Corbel"/>
                <a:cs typeface="Corbel"/>
              </a:rPr>
              <a:t>represents</a:t>
            </a:r>
            <a:r>
              <a:rPr sz="1400" spc="275" dirty="0">
                <a:latin typeface="Corbel"/>
                <a:cs typeface="Corbel"/>
              </a:rPr>
              <a:t> </a:t>
            </a:r>
            <a:r>
              <a:rPr sz="1400" dirty="0">
                <a:latin typeface="Corbel"/>
                <a:cs typeface="Corbel"/>
              </a:rPr>
              <a:t>a</a:t>
            </a:r>
            <a:r>
              <a:rPr sz="1400" spc="275" dirty="0">
                <a:latin typeface="Corbel"/>
                <a:cs typeface="Corbel"/>
              </a:rPr>
              <a:t> </a:t>
            </a:r>
            <a:r>
              <a:rPr sz="1400" dirty="0">
                <a:latin typeface="Corbel"/>
                <a:cs typeface="Corbel"/>
              </a:rPr>
              <a:t>practical</a:t>
            </a:r>
            <a:r>
              <a:rPr sz="1400" spc="280" dirty="0">
                <a:latin typeface="Corbel"/>
                <a:cs typeface="Corbel"/>
              </a:rPr>
              <a:t> </a:t>
            </a:r>
            <a:r>
              <a:rPr sz="1400" dirty="0">
                <a:latin typeface="Corbel"/>
                <a:cs typeface="Corbel"/>
              </a:rPr>
              <a:t>scenario</a:t>
            </a:r>
            <a:r>
              <a:rPr sz="1400" spc="285" dirty="0">
                <a:latin typeface="Corbel"/>
                <a:cs typeface="Corbel"/>
              </a:rPr>
              <a:t> </a:t>
            </a:r>
            <a:r>
              <a:rPr sz="1400" dirty="0">
                <a:latin typeface="Corbel"/>
                <a:cs typeface="Corbel"/>
              </a:rPr>
              <a:t>in</a:t>
            </a:r>
            <a:r>
              <a:rPr sz="1400" spc="280" dirty="0">
                <a:latin typeface="Corbel"/>
                <a:cs typeface="Corbel"/>
              </a:rPr>
              <a:t> </a:t>
            </a:r>
            <a:r>
              <a:rPr sz="1400" spc="-10" dirty="0">
                <a:latin typeface="Corbel"/>
                <a:cs typeface="Corbel"/>
              </a:rPr>
              <a:t>which </a:t>
            </a:r>
            <a:r>
              <a:rPr sz="1400" dirty="0">
                <a:latin typeface="Corbel"/>
                <a:cs typeface="Corbel"/>
              </a:rPr>
              <a:t>uncertainty</a:t>
            </a:r>
            <a:r>
              <a:rPr sz="1400" spc="55" dirty="0">
                <a:latin typeface="Corbel"/>
                <a:cs typeface="Corbel"/>
              </a:rPr>
              <a:t> </a:t>
            </a:r>
            <a:r>
              <a:rPr sz="1400" dirty="0">
                <a:latin typeface="Corbel"/>
                <a:cs typeface="Corbel"/>
              </a:rPr>
              <a:t>in</a:t>
            </a:r>
            <a:r>
              <a:rPr sz="1400" spc="60" dirty="0">
                <a:latin typeface="Corbel"/>
                <a:cs typeface="Corbel"/>
              </a:rPr>
              <a:t> </a:t>
            </a:r>
            <a:r>
              <a:rPr sz="1400" dirty="0">
                <a:latin typeface="Corbel"/>
                <a:cs typeface="Corbel"/>
              </a:rPr>
              <a:t>measurement</a:t>
            </a:r>
            <a:r>
              <a:rPr sz="1400" spc="60" dirty="0">
                <a:latin typeface="Corbel"/>
                <a:cs typeface="Corbel"/>
              </a:rPr>
              <a:t> </a:t>
            </a:r>
            <a:r>
              <a:rPr sz="1400" dirty="0">
                <a:latin typeface="Corbel"/>
                <a:cs typeface="Corbel"/>
              </a:rPr>
              <a:t>makes</a:t>
            </a:r>
            <a:r>
              <a:rPr sz="1400" spc="55" dirty="0">
                <a:latin typeface="Corbel"/>
                <a:cs typeface="Corbel"/>
              </a:rPr>
              <a:t> </a:t>
            </a:r>
            <a:r>
              <a:rPr sz="1400" dirty="0">
                <a:latin typeface="Corbel"/>
                <a:cs typeface="Corbel"/>
              </a:rPr>
              <a:t>the</a:t>
            </a:r>
            <a:r>
              <a:rPr sz="1400" spc="60" dirty="0">
                <a:latin typeface="Corbel"/>
                <a:cs typeface="Corbel"/>
              </a:rPr>
              <a:t> </a:t>
            </a:r>
            <a:r>
              <a:rPr sz="1400" dirty="0">
                <a:latin typeface="Corbel"/>
                <a:cs typeface="Corbel"/>
              </a:rPr>
              <a:t>virtual</a:t>
            </a:r>
            <a:r>
              <a:rPr sz="1400" spc="55" dirty="0">
                <a:latin typeface="Corbel"/>
                <a:cs typeface="Corbel"/>
              </a:rPr>
              <a:t> </a:t>
            </a:r>
            <a:r>
              <a:rPr sz="1400" dirty="0">
                <a:latin typeface="Corbel"/>
                <a:cs typeface="Corbel"/>
              </a:rPr>
              <a:t>circuits</a:t>
            </a:r>
            <a:r>
              <a:rPr sz="1400" spc="55" dirty="0">
                <a:latin typeface="Corbel"/>
                <a:cs typeface="Corbel"/>
              </a:rPr>
              <a:t> </a:t>
            </a:r>
            <a:r>
              <a:rPr sz="1400" dirty="0">
                <a:latin typeface="Corbel"/>
                <a:cs typeface="Corbel"/>
              </a:rPr>
              <a:t>radii</a:t>
            </a:r>
            <a:r>
              <a:rPr sz="1400" spc="60" dirty="0">
                <a:latin typeface="Corbel"/>
                <a:cs typeface="Corbel"/>
              </a:rPr>
              <a:t> </a:t>
            </a:r>
            <a:r>
              <a:rPr sz="1400" dirty="0">
                <a:latin typeface="Corbel"/>
                <a:cs typeface="Corbel"/>
              </a:rPr>
              <a:t>a</a:t>
            </a:r>
            <a:r>
              <a:rPr sz="1400" spc="60" dirty="0">
                <a:latin typeface="Corbel"/>
                <a:cs typeface="Corbel"/>
              </a:rPr>
              <a:t> </a:t>
            </a:r>
            <a:r>
              <a:rPr sz="1400" dirty="0">
                <a:latin typeface="Corbel"/>
                <a:cs typeface="Corbel"/>
              </a:rPr>
              <a:t>little</a:t>
            </a:r>
            <a:r>
              <a:rPr sz="1400" spc="60" dirty="0">
                <a:latin typeface="Corbel"/>
                <a:cs typeface="Corbel"/>
              </a:rPr>
              <a:t> </a:t>
            </a:r>
            <a:r>
              <a:rPr sz="1400" dirty="0">
                <a:latin typeface="Corbel"/>
                <a:cs typeface="Corbel"/>
              </a:rPr>
              <a:t>ambiguous.</a:t>
            </a:r>
            <a:r>
              <a:rPr sz="1400" spc="65" dirty="0">
                <a:latin typeface="Corbel"/>
                <a:cs typeface="Corbel"/>
              </a:rPr>
              <a:t> </a:t>
            </a:r>
            <a:r>
              <a:rPr sz="1400" dirty="0">
                <a:latin typeface="Corbel"/>
                <a:cs typeface="Corbel"/>
              </a:rPr>
              <a:t>The</a:t>
            </a:r>
            <a:r>
              <a:rPr sz="1400" spc="60" dirty="0">
                <a:latin typeface="Corbel"/>
                <a:cs typeface="Corbel"/>
              </a:rPr>
              <a:t> </a:t>
            </a:r>
            <a:r>
              <a:rPr sz="1400" dirty="0">
                <a:latin typeface="Corbel"/>
                <a:cs typeface="Corbel"/>
              </a:rPr>
              <a:t>intersection</a:t>
            </a:r>
            <a:r>
              <a:rPr sz="1400" spc="60" dirty="0">
                <a:latin typeface="Corbel"/>
                <a:cs typeface="Corbel"/>
              </a:rPr>
              <a:t> </a:t>
            </a:r>
            <a:r>
              <a:rPr sz="1400" dirty="0">
                <a:latin typeface="Corbel"/>
                <a:cs typeface="Corbel"/>
              </a:rPr>
              <a:t>region</a:t>
            </a:r>
            <a:r>
              <a:rPr sz="1400" spc="60" dirty="0">
                <a:latin typeface="Corbel"/>
                <a:cs typeface="Corbel"/>
              </a:rPr>
              <a:t> </a:t>
            </a:r>
            <a:r>
              <a:rPr sz="1400" dirty="0">
                <a:latin typeface="Corbel"/>
                <a:cs typeface="Corbel"/>
              </a:rPr>
              <a:t>characterizes</a:t>
            </a:r>
            <a:r>
              <a:rPr sz="1400" spc="50" dirty="0">
                <a:latin typeface="Corbel"/>
                <a:cs typeface="Corbel"/>
              </a:rPr>
              <a:t> </a:t>
            </a:r>
            <a:r>
              <a:rPr sz="1400" dirty="0">
                <a:latin typeface="Corbel"/>
                <a:cs typeface="Corbel"/>
              </a:rPr>
              <a:t>the</a:t>
            </a:r>
            <a:r>
              <a:rPr sz="1400" spc="60" dirty="0">
                <a:latin typeface="Corbel"/>
                <a:cs typeface="Corbel"/>
              </a:rPr>
              <a:t> </a:t>
            </a:r>
            <a:r>
              <a:rPr sz="1400" dirty="0">
                <a:latin typeface="Corbel"/>
                <a:cs typeface="Corbel"/>
              </a:rPr>
              <a:t>area</a:t>
            </a:r>
            <a:r>
              <a:rPr sz="1400" spc="60" dirty="0">
                <a:latin typeface="Corbel"/>
                <a:cs typeface="Corbel"/>
              </a:rPr>
              <a:t> </a:t>
            </a:r>
            <a:r>
              <a:rPr sz="1400" spc="-25" dirty="0">
                <a:latin typeface="Corbel"/>
                <a:cs typeface="Corbel"/>
              </a:rPr>
              <a:t>of </a:t>
            </a:r>
            <a:r>
              <a:rPr sz="1400" dirty="0">
                <a:latin typeface="Corbel"/>
                <a:cs typeface="Corbel"/>
              </a:rPr>
              <a:t>possible</a:t>
            </a:r>
            <a:r>
              <a:rPr sz="1400" spc="10" dirty="0">
                <a:latin typeface="Corbel"/>
                <a:cs typeface="Corbel"/>
              </a:rPr>
              <a:t> </a:t>
            </a:r>
            <a:r>
              <a:rPr sz="1400" dirty="0">
                <a:latin typeface="Corbel"/>
                <a:cs typeface="Corbel"/>
              </a:rPr>
              <a:t>receiver</a:t>
            </a:r>
            <a:r>
              <a:rPr sz="1400" spc="15" dirty="0">
                <a:latin typeface="Corbel"/>
                <a:cs typeface="Corbel"/>
              </a:rPr>
              <a:t> </a:t>
            </a:r>
            <a:r>
              <a:rPr sz="1400" dirty="0">
                <a:latin typeface="Corbel"/>
                <a:cs typeface="Corbel"/>
              </a:rPr>
              <a:t>positions.</a:t>
            </a:r>
            <a:r>
              <a:rPr sz="1400" spc="10" dirty="0">
                <a:latin typeface="Corbel"/>
                <a:cs typeface="Corbel"/>
              </a:rPr>
              <a:t> </a:t>
            </a:r>
            <a:r>
              <a:rPr sz="1400" dirty="0">
                <a:latin typeface="Corbel"/>
                <a:cs typeface="Corbel"/>
              </a:rPr>
              <a:t>This</a:t>
            </a:r>
            <a:r>
              <a:rPr sz="1400" spc="5" dirty="0">
                <a:latin typeface="Corbel"/>
                <a:cs typeface="Corbel"/>
              </a:rPr>
              <a:t> </a:t>
            </a:r>
            <a:r>
              <a:rPr sz="1400" dirty="0">
                <a:latin typeface="Corbel"/>
                <a:cs typeface="Corbel"/>
              </a:rPr>
              <a:t>region</a:t>
            </a:r>
            <a:r>
              <a:rPr sz="1400" spc="10" dirty="0">
                <a:latin typeface="Corbel"/>
                <a:cs typeface="Corbel"/>
              </a:rPr>
              <a:t> </a:t>
            </a:r>
            <a:r>
              <a:rPr sz="1400" dirty="0">
                <a:latin typeface="Corbel"/>
                <a:cs typeface="Corbel"/>
              </a:rPr>
              <a:t>could</a:t>
            </a:r>
            <a:r>
              <a:rPr sz="1400" spc="5" dirty="0">
                <a:latin typeface="Corbel"/>
                <a:cs typeface="Corbel"/>
              </a:rPr>
              <a:t> </a:t>
            </a:r>
            <a:r>
              <a:rPr sz="1400" dirty="0">
                <a:latin typeface="Corbel"/>
                <a:cs typeface="Corbel"/>
              </a:rPr>
              <a:t>have</a:t>
            </a:r>
            <a:r>
              <a:rPr sz="1400" spc="10" dirty="0">
                <a:latin typeface="Corbel"/>
                <a:cs typeface="Corbel"/>
              </a:rPr>
              <a:t> </a:t>
            </a:r>
            <a:r>
              <a:rPr sz="1400" dirty="0">
                <a:latin typeface="Corbel"/>
                <a:cs typeface="Corbel"/>
              </a:rPr>
              <a:t>a</a:t>
            </a:r>
            <a:r>
              <a:rPr sz="1400" spc="10" dirty="0">
                <a:latin typeface="Corbel"/>
                <a:cs typeface="Corbel"/>
              </a:rPr>
              <a:t> </a:t>
            </a:r>
            <a:r>
              <a:rPr sz="1400" dirty="0">
                <a:latin typeface="Corbel"/>
                <a:cs typeface="Corbel"/>
              </a:rPr>
              <a:t>totally</a:t>
            </a:r>
            <a:r>
              <a:rPr sz="1400" spc="5" dirty="0">
                <a:latin typeface="Corbel"/>
                <a:cs typeface="Corbel"/>
              </a:rPr>
              <a:t> </a:t>
            </a:r>
            <a:r>
              <a:rPr sz="1400" dirty="0">
                <a:latin typeface="Corbel"/>
                <a:cs typeface="Corbel"/>
              </a:rPr>
              <a:t>different</a:t>
            </a:r>
            <a:r>
              <a:rPr sz="1400" spc="10" dirty="0">
                <a:latin typeface="Corbel"/>
                <a:cs typeface="Corbel"/>
              </a:rPr>
              <a:t> </a:t>
            </a:r>
            <a:r>
              <a:rPr sz="1400" dirty="0">
                <a:latin typeface="Corbel"/>
                <a:cs typeface="Corbel"/>
              </a:rPr>
              <a:t>shape</a:t>
            </a:r>
            <a:r>
              <a:rPr sz="1400" spc="15" dirty="0">
                <a:latin typeface="Corbel"/>
                <a:cs typeface="Corbel"/>
              </a:rPr>
              <a:t> </a:t>
            </a:r>
            <a:r>
              <a:rPr sz="1400" dirty="0">
                <a:latin typeface="Corbel"/>
                <a:cs typeface="Corbel"/>
              </a:rPr>
              <a:t>as in</a:t>
            </a:r>
            <a:r>
              <a:rPr sz="1400" spc="10" dirty="0">
                <a:latin typeface="Corbel"/>
                <a:cs typeface="Corbel"/>
              </a:rPr>
              <a:t> </a:t>
            </a:r>
            <a:r>
              <a:rPr sz="1400" dirty="0">
                <a:latin typeface="Corbel"/>
                <a:cs typeface="Corbel"/>
              </a:rPr>
              <a:t>Figure</a:t>
            </a:r>
            <a:r>
              <a:rPr sz="1400" spc="10" dirty="0">
                <a:latin typeface="Corbel"/>
                <a:cs typeface="Corbel"/>
              </a:rPr>
              <a:t> </a:t>
            </a:r>
            <a:r>
              <a:rPr sz="1400" dirty="0">
                <a:latin typeface="Corbel"/>
                <a:cs typeface="Corbel"/>
              </a:rPr>
              <a:t>4(c).</a:t>
            </a:r>
            <a:r>
              <a:rPr sz="1400" spc="10" dirty="0">
                <a:latin typeface="Corbel"/>
                <a:cs typeface="Corbel"/>
              </a:rPr>
              <a:t> </a:t>
            </a:r>
            <a:r>
              <a:rPr sz="1400" dirty="0">
                <a:latin typeface="Corbel"/>
                <a:cs typeface="Corbel"/>
              </a:rPr>
              <a:t>This</a:t>
            </a:r>
            <a:r>
              <a:rPr sz="1400" spc="5" dirty="0">
                <a:latin typeface="Corbel"/>
                <a:cs typeface="Corbel"/>
              </a:rPr>
              <a:t> </a:t>
            </a:r>
            <a:r>
              <a:rPr sz="1400" dirty="0">
                <a:latin typeface="Corbel"/>
                <a:cs typeface="Corbel"/>
              </a:rPr>
              <a:t>solely</a:t>
            </a:r>
            <a:r>
              <a:rPr sz="1400" spc="15" dirty="0">
                <a:latin typeface="Corbel"/>
                <a:cs typeface="Corbel"/>
              </a:rPr>
              <a:t> </a:t>
            </a:r>
            <a:r>
              <a:rPr sz="1400" dirty="0">
                <a:latin typeface="Corbel"/>
                <a:cs typeface="Corbel"/>
              </a:rPr>
              <a:t>depends</a:t>
            </a:r>
            <a:r>
              <a:rPr sz="1400" spc="5" dirty="0">
                <a:latin typeface="Corbel"/>
                <a:cs typeface="Corbel"/>
              </a:rPr>
              <a:t> </a:t>
            </a:r>
            <a:r>
              <a:rPr sz="1400" dirty="0">
                <a:latin typeface="Corbel"/>
                <a:cs typeface="Corbel"/>
              </a:rPr>
              <a:t>on</a:t>
            </a:r>
            <a:r>
              <a:rPr sz="1400" spc="10" dirty="0">
                <a:latin typeface="Corbel"/>
                <a:cs typeface="Corbel"/>
              </a:rPr>
              <a:t> </a:t>
            </a:r>
            <a:r>
              <a:rPr sz="1400" dirty="0">
                <a:latin typeface="Corbel"/>
                <a:cs typeface="Corbel"/>
              </a:rPr>
              <a:t>the</a:t>
            </a:r>
            <a:r>
              <a:rPr sz="1400" spc="10" dirty="0">
                <a:latin typeface="Corbel"/>
                <a:cs typeface="Corbel"/>
              </a:rPr>
              <a:t> </a:t>
            </a:r>
            <a:r>
              <a:rPr sz="1400" spc="-10" dirty="0">
                <a:latin typeface="Corbel"/>
                <a:cs typeface="Corbel"/>
              </a:rPr>
              <a:t>geometry </a:t>
            </a:r>
            <a:r>
              <a:rPr sz="1400" dirty="0">
                <a:latin typeface="Corbel"/>
                <a:cs typeface="Corbel"/>
              </a:rPr>
              <a:t>of</a:t>
            </a:r>
            <a:r>
              <a:rPr sz="1400" spc="10" dirty="0">
                <a:latin typeface="Corbel"/>
                <a:cs typeface="Corbel"/>
              </a:rPr>
              <a:t> </a:t>
            </a:r>
            <a:r>
              <a:rPr sz="1400" dirty="0">
                <a:latin typeface="Corbel"/>
                <a:cs typeface="Corbel"/>
              </a:rPr>
              <a:t>seen</a:t>
            </a:r>
            <a:r>
              <a:rPr sz="1400" spc="10" dirty="0">
                <a:latin typeface="Corbel"/>
                <a:cs typeface="Corbel"/>
              </a:rPr>
              <a:t> </a:t>
            </a:r>
            <a:r>
              <a:rPr sz="1400" dirty="0">
                <a:latin typeface="Corbel"/>
                <a:cs typeface="Corbel"/>
              </a:rPr>
              <a:t>satellites.</a:t>
            </a:r>
            <a:r>
              <a:rPr sz="1400" spc="20" dirty="0">
                <a:latin typeface="Corbel"/>
                <a:cs typeface="Corbel"/>
              </a:rPr>
              <a:t> </a:t>
            </a:r>
            <a:r>
              <a:rPr sz="1400" dirty="0">
                <a:latin typeface="Corbel"/>
                <a:cs typeface="Corbel"/>
              </a:rPr>
              <a:t>DOP</a:t>
            </a:r>
            <a:r>
              <a:rPr sz="1400" spc="10" dirty="0">
                <a:latin typeface="Corbel"/>
                <a:cs typeface="Corbel"/>
              </a:rPr>
              <a:t> </a:t>
            </a:r>
            <a:r>
              <a:rPr sz="1400" dirty="0">
                <a:latin typeface="Corbel"/>
                <a:cs typeface="Corbel"/>
              </a:rPr>
              <a:t>is</a:t>
            </a:r>
            <a:r>
              <a:rPr sz="1400" spc="10" dirty="0">
                <a:latin typeface="Corbel"/>
                <a:cs typeface="Corbel"/>
              </a:rPr>
              <a:t> </a:t>
            </a:r>
            <a:r>
              <a:rPr sz="1400" dirty="0">
                <a:latin typeface="Corbel"/>
                <a:cs typeface="Corbel"/>
              </a:rPr>
              <a:t>used</a:t>
            </a:r>
            <a:r>
              <a:rPr sz="1400" spc="15" dirty="0">
                <a:latin typeface="Corbel"/>
                <a:cs typeface="Corbel"/>
              </a:rPr>
              <a:t> </a:t>
            </a:r>
            <a:r>
              <a:rPr sz="1400" dirty="0">
                <a:latin typeface="Corbel"/>
                <a:cs typeface="Corbel"/>
              </a:rPr>
              <a:t>to</a:t>
            </a:r>
            <a:r>
              <a:rPr sz="1400" spc="15" dirty="0">
                <a:latin typeface="Corbel"/>
                <a:cs typeface="Corbel"/>
              </a:rPr>
              <a:t> </a:t>
            </a:r>
            <a:r>
              <a:rPr sz="1400" dirty="0">
                <a:latin typeface="Corbel"/>
                <a:cs typeface="Corbel"/>
              </a:rPr>
              <a:t>select</a:t>
            </a:r>
            <a:r>
              <a:rPr sz="1400" spc="10" dirty="0">
                <a:latin typeface="Corbel"/>
                <a:cs typeface="Corbel"/>
              </a:rPr>
              <a:t> </a:t>
            </a:r>
            <a:r>
              <a:rPr sz="1400" dirty="0">
                <a:latin typeface="Corbel"/>
                <a:cs typeface="Corbel"/>
              </a:rPr>
              <a:t>which</a:t>
            </a:r>
            <a:r>
              <a:rPr sz="1400" spc="20" dirty="0">
                <a:latin typeface="Corbel"/>
                <a:cs typeface="Corbel"/>
              </a:rPr>
              <a:t> </a:t>
            </a:r>
            <a:r>
              <a:rPr sz="1400" dirty="0">
                <a:latin typeface="Corbel"/>
                <a:cs typeface="Corbel"/>
              </a:rPr>
              <a:t>satellites</a:t>
            </a:r>
            <a:r>
              <a:rPr sz="1400" spc="10" dirty="0">
                <a:latin typeface="Corbel"/>
                <a:cs typeface="Corbel"/>
              </a:rPr>
              <a:t> </a:t>
            </a:r>
            <a:r>
              <a:rPr sz="1400" dirty="0">
                <a:latin typeface="Corbel"/>
                <a:cs typeface="Corbel"/>
              </a:rPr>
              <a:t>should</a:t>
            </a:r>
            <a:r>
              <a:rPr sz="1400" spc="15" dirty="0">
                <a:latin typeface="Corbel"/>
                <a:cs typeface="Corbel"/>
              </a:rPr>
              <a:t> </a:t>
            </a:r>
            <a:r>
              <a:rPr sz="1400" dirty="0">
                <a:latin typeface="Corbel"/>
                <a:cs typeface="Corbel"/>
              </a:rPr>
              <a:t>be</a:t>
            </a:r>
            <a:r>
              <a:rPr sz="1400" spc="10" dirty="0">
                <a:latin typeface="Corbel"/>
                <a:cs typeface="Corbel"/>
              </a:rPr>
              <a:t> </a:t>
            </a:r>
            <a:r>
              <a:rPr sz="1400" dirty="0">
                <a:latin typeface="Corbel"/>
                <a:cs typeface="Corbel"/>
              </a:rPr>
              <a:t>included</a:t>
            </a:r>
            <a:r>
              <a:rPr sz="1400" spc="10" dirty="0">
                <a:latin typeface="Corbel"/>
                <a:cs typeface="Corbel"/>
              </a:rPr>
              <a:t> </a:t>
            </a:r>
            <a:r>
              <a:rPr sz="1400" dirty="0">
                <a:latin typeface="Corbel"/>
                <a:cs typeface="Corbel"/>
              </a:rPr>
              <a:t>in</a:t>
            </a:r>
            <a:r>
              <a:rPr sz="1400" spc="15" dirty="0">
                <a:latin typeface="Corbel"/>
                <a:cs typeface="Corbel"/>
              </a:rPr>
              <a:t> </a:t>
            </a:r>
            <a:r>
              <a:rPr sz="1400" dirty="0">
                <a:latin typeface="Corbel"/>
                <a:cs typeface="Corbel"/>
              </a:rPr>
              <a:t>position</a:t>
            </a:r>
            <a:r>
              <a:rPr sz="1400" spc="15" dirty="0">
                <a:latin typeface="Corbel"/>
                <a:cs typeface="Corbel"/>
              </a:rPr>
              <a:t> </a:t>
            </a:r>
            <a:r>
              <a:rPr sz="1400" dirty="0">
                <a:latin typeface="Corbel"/>
                <a:cs typeface="Corbel"/>
              </a:rPr>
              <a:t>calculations.</a:t>
            </a:r>
            <a:r>
              <a:rPr sz="1400" spc="15" dirty="0">
                <a:latin typeface="Corbel"/>
                <a:cs typeface="Corbel"/>
              </a:rPr>
              <a:t> </a:t>
            </a:r>
            <a:r>
              <a:rPr sz="1400" dirty="0">
                <a:latin typeface="Corbel"/>
                <a:cs typeface="Corbel"/>
              </a:rPr>
              <a:t>An</a:t>
            </a:r>
            <a:r>
              <a:rPr sz="1400" spc="15" dirty="0">
                <a:latin typeface="Corbel"/>
                <a:cs typeface="Corbel"/>
              </a:rPr>
              <a:t> </a:t>
            </a:r>
            <a:r>
              <a:rPr sz="1400" dirty="0">
                <a:latin typeface="Corbel"/>
                <a:cs typeface="Corbel"/>
              </a:rPr>
              <a:t>ideal</a:t>
            </a:r>
            <a:r>
              <a:rPr sz="1400" spc="10" dirty="0">
                <a:latin typeface="Corbel"/>
                <a:cs typeface="Corbel"/>
              </a:rPr>
              <a:t> </a:t>
            </a:r>
            <a:r>
              <a:rPr sz="1400" dirty="0">
                <a:latin typeface="Corbel"/>
                <a:cs typeface="Corbel"/>
              </a:rPr>
              <a:t>receiver</a:t>
            </a:r>
            <a:r>
              <a:rPr sz="1400" spc="20" dirty="0">
                <a:latin typeface="Corbel"/>
                <a:cs typeface="Corbel"/>
              </a:rPr>
              <a:t> </a:t>
            </a:r>
            <a:r>
              <a:rPr sz="1400" dirty="0">
                <a:latin typeface="Corbel"/>
                <a:cs typeface="Corbel"/>
              </a:rPr>
              <a:t>would</a:t>
            </a:r>
            <a:r>
              <a:rPr sz="1400" spc="5" dirty="0">
                <a:latin typeface="Corbel"/>
                <a:cs typeface="Corbel"/>
              </a:rPr>
              <a:t> </a:t>
            </a:r>
            <a:r>
              <a:rPr sz="1400" spc="-10" dirty="0">
                <a:latin typeface="Corbel"/>
                <a:cs typeface="Corbel"/>
              </a:rPr>
              <a:t>select </a:t>
            </a:r>
            <a:r>
              <a:rPr sz="1400" dirty="0">
                <a:latin typeface="Corbel"/>
                <a:cs typeface="Corbel"/>
              </a:rPr>
              <a:t>only</a:t>
            </a:r>
            <a:r>
              <a:rPr sz="1400" spc="185" dirty="0">
                <a:latin typeface="Corbel"/>
                <a:cs typeface="Corbel"/>
              </a:rPr>
              <a:t> </a:t>
            </a:r>
            <a:r>
              <a:rPr sz="1400" dirty="0">
                <a:latin typeface="Corbel"/>
                <a:cs typeface="Corbel"/>
              </a:rPr>
              <a:t>the</a:t>
            </a:r>
            <a:r>
              <a:rPr sz="1400" spc="185" dirty="0">
                <a:latin typeface="Corbel"/>
                <a:cs typeface="Corbel"/>
              </a:rPr>
              <a:t> </a:t>
            </a:r>
            <a:r>
              <a:rPr sz="1400" dirty="0">
                <a:latin typeface="Corbel"/>
                <a:cs typeface="Corbel"/>
              </a:rPr>
              <a:t>set</a:t>
            </a:r>
            <a:r>
              <a:rPr sz="1400" spc="180" dirty="0">
                <a:latin typeface="Corbel"/>
                <a:cs typeface="Corbel"/>
              </a:rPr>
              <a:t> </a:t>
            </a:r>
            <a:r>
              <a:rPr sz="1400" dirty="0">
                <a:latin typeface="Corbel"/>
                <a:cs typeface="Corbel"/>
              </a:rPr>
              <a:t>of</a:t>
            </a:r>
            <a:r>
              <a:rPr sz="1400" spc="190" dirty="0">
                <a:latin typeface="Corbel"/>
                <a:cs typeface="Corbel"/>
              </a:rPr>
              <a:t> </a:t>
            </a:r>
            <a:r>
              <a:rPr sz="1400" dirty="0">
                <a:latin typeface="Corbel"/>
                <a:cs typeface="Corbel"/>
              </a:rPr>
              <a:t>satellites</a:t>
            </a:r>
            <a:r>
              <a:rPr sz="1400" spc="175" dirty="0">
                <a:latin typeface="Corbel"/>
                <a:cs typeface="Corbel"/>
              </a:rPr>
              <a:t> </a:t>
            </a:r>
            <a:r>
              <a:rPr sz="1400" dirty="0">
                <a:latin typeface="Corbel"/>
                <a:cs typeface="Corbel"/>
              </a:rPr>
              <a:t>with</a:t>
            </a:r>
            <a:r>
              <a:rPr sz="1400" spc="190" dirty="0">
                <a:latin typeface="Corbel"/>
                <a:cs typeface="Corbel"/>
              </a:rPr>
              <a:t> </a:t>
            </a:r>
            <a:r>
              <a:rPr sz="1400" dirty="0">
                <a:latin typeface="Corbel"/>
                <a:cs typeface="Corbel"/>
              </a:rPr>
              <a:t>the</a:t>
            </a:r>
            <a:r>
              <a:rPr sz="1400" spc="180" dirty="0">
                <a:latin typeface="Corbel"/>
                <a:cs typeface="Corbel"/>
              </a:rPr>
              <a:t> </a:t>
            </a:r>
            <a:r>
              <a:rPr sz="1400" dirty="0">
                <a:latin typeface="Corbel"/>
                <a:cs typeface="Corbel"/>
              </a:rPr>
              <a:t>minimum</a:t>
            </a:r>
            <a:r>
              <a:rPr sz="1400" spc="185" dirty="0">
                <a:latin typeface="Corbel"/>
                <a:cs typeface="Corbel"/>
              </a:rPr>
              <a:t> </a:t>
            </a:r>
            <a:r>
              <a:rPr sz="1400" dirty="0">
                <a:latin typeface="Corbel"/>
                <a:cs typeface="Corbel"/>
              </a:rPr>
              <a:t>DOP.</a:t>
            </a:r>
            <a:r>
              <a:rPr sz="1400" spc="185" dirty="0">
                <a:latin typeface="Corbel"/>
                <a:cs typeface="Corbel"/>
              </a:rPr>
              <a:t> </a:t>
            </a:r>
            <a:r>
              <a:rPr sz="1400" dirty="0">
                <a:latin typeface="Corbel"/>
                <a:cs typeface="Corbel"/>
              </a:rPr>
              <a:t>The</a:t>
            </a:r>
            <a:r>
              <a:rPr sz="1400" spc="185" dirty="0">
                <a:latin typeface="Corbel"/>
                <a:cs typeface="Corbel"/>
              </a:rPr>
              <a:t> </a:t>
            </a:r>
            <a:r>
              <a:rPr sz="1400" dirty="0">
                <a:latin typeface="Corbel"/>
                <a:cs typeface="Corbel"/>
              </a:rPr>
              <a:t>DOP</a:t>
            </a:r>
            <a:r>
              <a:rPr sz="1400" spc="185" dirty="0">
                <a:latin typeface="Corbel"/>
                <a:cs typeface="Corbel"/>
              </a:rPr>
              <a:t> </a:t>
            </a:r>
            <a:r>
              <a:rPr sz="1400" dirty="0">
                <a:latin typeface="Corbel"/>
                <a:cs typeface="Corbel"/>
              </a:rPr>
              <a:t>number</a:t>
            </a:r>
            <a:r>
              <a:rPr sz="1400" spc="185" dirty="0">
                <a:latin typeface="Corbel"/>
                <a:cs typeface="Corbel"/>
              </a:rPr>
              <a:t> </a:t>
            </a:r>
            <a:r>
              <a:rPr sz="1400" dirty="0">
                <a:latin typeface="Corbel"/>
                <a:cs typeface="Corbel"/>
              </a:rPr>
              <a:t>is</a:t>
            </a:r>
            <a:r>
              <a:rPr sz="1400" spc="180" dirty="0">
                <a:latin typeface="Corbel"/>
                <a:cs typeface="Corbel"/>
              </a:rPr>
              <a:t> </a:t>
            </a:r>
            <a:r>
              <a:rPr sz="1400" spc="-20" dirty="0">
                <a:latin typeface="Corbel"/>
                <a:cs typeface="Corbel"/>
              </a:rPr>
              <a:t>unit-</a:t>
            </a:r>
            <a:r>
              <a:rPr sz="1400" dirty="0">
                <a:latin typeface="Corbel"/>
                <a:cs typeface="Corbel"/>
              </a:rPr>
              <a:t>less,</a:t>
            </a:r>
            <a:r>
              <a:rPr sz="1400" spc="180" dirty="0">
                <a:latin typeface="Corbel"/>
                <a:cs typeface="Corbel"/>
              </a:rPr>
              <a:t> </a:t>
            </a:r>
            <a:r>
              <a:rPr sz="1400" dirty="0">
                <a:latin typeface="Corbel"/>
                <a:cs typeface="Corbel"/>
              </a:rPr>
              <a:t>and</a:t>
            </a:r>
            <a:r>
              <a:rPr sz="1400" spc="185" dirty="0">
                <a:latin typeface="Corbel"/>
                <a:cs typeface="Corbel"/>
              </a:rPr>
              <a:t> </a:t>
            </a:r>
            <a:r>
              <a:rPr sz="1400" dirty="0">
                <a:latin typeface="Corbel"/>
                <a:cs typeface="Corbel"/>
              </a:rPr>
              <a:t>calculating</a:t>
            </a:r>
            <a:r>
              <a:rPr sz="1400" spc="175" dirty="0">
                <a:latin typeface="Corbel"/>
                <a:cs typeface="Corbel"/>
              </a:rPr>
              <a:t> </a:t>
            </a:r>
            <a:r>
              <a:rPr sz="1400" dirty="0">
                <a:latin typeface="Corbel"/>
                <a:cs typeface="Corbel"/>
              </a:rPr>
              <a:t>it</a:t>
            </a:r>
            <a:r>
              <a:rPr sz="1400" spc="180" dirty="0">
                <a:latin typeface="Corbel"/>
                <a:cs typeface="Corbel"/>
              </a:rPr>
              <a:t> </a:t>
            </a:r>
            <a:r>
              <a:rPr sz="1400" dirty="0">
                <a:latin typeface="Corbel"/>
                <a:cs typeface="Corbel"/>
              </a:rPr>
              <a:t>requires</a:t>
            </a:r>
            <a:r>
              <a:rPr sz="1400" spc="175" dirty="0">
                <a:latin typeface="Corbel"/>
                <a:cs typeface="Corbel"/>
              </a:rPr>
              <a:t> </a:t>
            </a:r>
            <a:r>
              <a:rPr sz="1400" dirty="0">
                <a:latin typeface="Corbel"/>
                <a:cs typeface="Corbel"/>
              </a:rPr>
              <a:t>knowing</a:t>
            </a:r>
            <a:r>
              <a:rPr sz="1400" spc="175" dirty="0">
                <a:latin typeface="Corbel"/>
                <a:cs typeface="Corbel"/>
              </a:rPr>
              <a:t> </a:t>
            </a:r>
            <a:r>
              <a:rPr sz="1400" dirty="0">
                <a:latin typeface="Corbel"/>
                <a:cs typeface="Corbel"/>
              </a:rPr>
              <a:t>only</a:t>
            </a:r>
            <a:r>
              <a:rPr sz="1400" spc="185" dirty="0">
                <a:latin typeface="Corbel"/>
                <a:cs typeface="Corbel"/>
              </a:rPr>
              <a:t> </a:t>
            </a:r>
            <a:r>
              <a:rPr sz="1400" spc="-25" dirty="0">
                <a:latin typeface="Corbel"/>
                <a:cs typeface="Corbel"/>
              </a:rPr>
              <a:t>the </a:t>
            </a:r>
            <a:r>
              <a:rPr sz="1400" dirty="0">
                <a:latin typeface="Corbel"/>
                <a:cs typeface="Corbel"/>
              </a:rPr>
              <a:t>receiver</a:t>
            </a:r>
            <a:r>
              <a:rPr sz="1400" spc="55" dirty="0">
                <a:latin typeface="Corbel"/>
                <a:cs typeface="Corbel"/>
              </a:rPr>
              <a:t> </a:t>
            </a:r>
            <a:r>
              <a:rPr sz="1400" dirty="0">
                <a:latin typeface="Corbel"/>
                <a:cs typeface="Corbel"/>
              </a:rPr>
              <a:t>and</a:t>
            </a:r>
            <a:r>
              <a:rPr sz="1400" spc="50" dirty="0">
                <a:latin typeface="Corbel"/>
                <a:cs typeface="Corbel"/>
              </a:rPr>
              <a:t> </a:t>
            </a:r>
            <a:r>
              <a:rPr sz="1400" dirty="0">
                <a:latin typeface="Corbel"/>
                <a:cs typeface="Corbel"/>
              </a:rPr>
              <a:t>satellites’</a:t>
            </a:r>
            <a:r>
              <a:rPr sz="1400" spc="60" dirty="0">
                <a:latin typeface="Corbel"/>
                <a:cs typeface="Corbel"/>
              </a:rPr>
              <a:t> </a:t>
            </a:r>
            <a:r>
              <a:rPr sz="1400" dirty="0">
                <a:latin typeface="Corbel"/>
                <a:cs typeface="Corbel"/>
              </a:rPr>
              <a:t>positions,</a:t>
            </a:r>
            <a:r>
              <a:rPr sz="1400" spc="60" dirty="0">
                <a:latin typeface="Corbel"/>
                <a:cs typeface="Corbel"/>
              </a:rPr>
              <a:t> </a:t>
            </a:r>
            <a:r>
              <a:rPr sz="1400" dirty="0">
                <a:latin typeface="Corbel"/>
                <a:cs typeface="Corbel"/>
              </a:rPr>
              <a:t>i.e.,</a:t>
            </a:r>
            <a:r>
              <a:rPr sz="1400" spc="60" dirty="0">
                <a:latin typeface="Corbel"/>
                <a:cs typeface="Corbel"/>
              </a:rPr>
              <a:t> </a:t>
            </a:r>
            <a:r>
              <a:rPr sz="1400" dirty="0">
                <a:latin typeface="Corbel"/>
                <a:cs typeface="Corbel"/>
              </a:rPr>
              <a:t>no</a:t>
            </a:r>
            <a:r>
              <a:rPr sz="1400" spc="55" dirty="0">
                <a:latin typeface="Corbel"/>
                <a:cs typeface="Corbel"/>
              </a:rPr>
              <a:t> </a:t>
            </a:r>
            <a:r>
              <a:rPr sz="1400" dirty="0">
                <a:latin typeface="Corbel"/>
                <a:cs typeface="Corbel"/>
              </a:rPr>
              <a:t>measurements</a:t>
            </a:r>
            <a:r>
              <a:rPr sz="1400" spc="45" dirty="0">
                <a:latin typeface="Corbel"/>
                <a:cs typeface="Corbel"/>
              </a:rPr>
              <a:t> </a:t>
            </a:r>
            <a:r>
              <a:rPr sz="1400" dirty="0">
                <a:latin typeface="Corbel"/>
                <a:cs typeface="Corbel"/>
              </a:rPr>
              <a:t>are</a:t>
            </a:r>
            <a:r>
              <a:rPr sz="1400" spc="55" dirty="0">
                <a:latin typeface="Corbel"/>
                <a:cs typeface="Corbel"/>
              </a:rPr>
              <a:t> </a:t>
            </a:r>
            <a:r>
              <a:rPr sz="1400" dirty="0">
                <a:latin typeface="Corbel"/>
                <a:cs typeface="Corbel"/>
              </a:rPr>
              <a:t>needed.</a:t>
            </a:r>
            <a:r>
              <a:rPr sz="1400" spc="60" dirty="0">
                <a:latin typeface="Corbel"/>
                <a:cs typeface="Corbel"/>
              </a:rPr>
              <a:t> </a:t>
            </a:r>
            <a:r>
              <a:rPr sz="1400" dirty="0">
                <a:latin typeface="Corbel"/>
                <a:cs typeface="Corbel"/>
              </a:rPr>
              <a:t>Hence,</a:t>
            </a:r>
            <a:r>
              <a:rPr sz="1400" spc="55" dirty="0">
                <a:latin typeface="Corbel"/>
                <a:cs typeface="Corbel"/>
              </a:rPr>
              <a:t> </a:t>
            </a:r>
            <a:r>
              <a:rPr sz="1400" dirty="0">
                <a:latin typeface="Corbel"/>
                <a:cs typeface="Corbel"/>
              </a:rPr>
              <a:t>DOP</a:t>
            </a:r>
            <a:r>
              <a:rPr sz="1400" spc="55" dirty="0">
                <a:latin typeface="Corbel"/>
                <a:cs typeface="Corbel"/>
              </a:rPr>
              <a:t> </a:t>
            </a:r>
            <a:r>
              <a:rPr sz="1400" dirty="0">
                <a:latin typeface="Corbel"/>
                <a:cs typeface="Corbel"/>
              </a:rPr>
              <a:t>could</a:t>
            </a:r>
            <a:r>
              <a:rPr sz="1400" spc="50" dirty="0">
                <a:latin typeface="Corbel"/>
                <a:cs typeface="Corbel"/>
              </a:rPr>
              <a:t> </a:t>
            </a:r>
            <a:r>
              <a:rPr sz="1400" dirty="0">
                <a:latin typeface="Corbel"/>
                <a:cs typeface="Corbel"/>
              </a:rPr>
              <a:t>be</a:t>
            </a:r>
            <a:r>
              <a:rPr sz="1400" spc="60" dirty="0">
                <a:latin typeface="Corbel"/>
                <a:cs typeface="Corbel"/>
              </a:rPr>
              <a:t> </a:t>
            </a:r>
            <a:r>
              <a:rPr sz="1400" dirty="0">
                <a:latin typeface="Corbel"/>
                <a:cs typeface="Corbel"/>
              </a:rPr>
              <a:t>computed</a:t>
            </a:r>
            <a:r>
              <a:rPr sz="1400" spc="50" dirty="0">
                <a:latin typeface="Corbel"/>
                <a:cs typeface="Corbel"/>
              </a:rPr>
              <a:t> </a:t>
            </a:r>
            <a:r>
              <a:rPr sz="1400" dirty="0">
                <a:latin typeface="Corbel"/>
                <a:cs typeface="Corbel"/>
              </a:rPr>
              <a:t>before</a:t>
            </a:r>
            <a:r>
              <a:rPr sz="1400" spc="55" dirty="0">
                <a:latin typeface="Corbel"/>
                <a:cs typeface="Corbel"/>
              </a:rPr>
              <a:t> </a:t>
            </a:r>
            <a:r>
              <a:rPr sz="1400" dirty="0">
                <a:latin typeface="Corbel"/>
                <a:cs typeface="Corbel"/>
              </a:rPr>
              <a:t>the</a:t>
            </a:r>
            <a:r>
              <a:rPr sz="1400" spc="55" dirty="0">
                <a:latin typeface="Corbel"/>
                <a:cs typeface="Corbel"/>
              </a:rPr>
              <a:t> </a:t>
            </a:r>
            <a:r>
              <a:rPr sz="1400" dirty="0">
                <a:latin typeface="Corbel"/>
                <a:cs typeface="Corbel"/>
              </a:rPr>
              <a:t>journey</a:t>
            </a:r>
            <a:r>
              <a:rPr sz="1400" spc="60" dirty="0">
                <a:latin typeface="Corbel"/>
                <a:cs typeface="Corbel"/>
              </a:rPr>
              <a:t> </a:t>
            </a:r>
            <a:r>
              <a:rPr sz="1400" dirty="0">
                <a:latin typeface="Corbel"/>
                <a:cs typeface="Corbel"/>
              </a:rPr>
              <a:t>to</a:t>
            </a:r>
            <a:r>
              <a:rPr sz="1400" spc="55" dirty="0">
                <a:latin typeface="Corbel"/>
                <a:cs typeface="Corbel"/>
              </a:rPr>
              <a:t> </a:t>
            </a:r>
            <a:r>
              <a:rPr sz="1400" spc="-20" dirty="0">
                <a:latin typeface="Corbel"/>
                <a:cs typeface="Corbel"/>
              </a:rPr>
              <a:t>plan </a:t>
            </a:r>
            <a:r>
              <a:rPr sz="1400" dirty="0">
                <a:latin typeface="Corbel"/>
                <a:cs typeface="Corbel"/>
              </a:rPr>
              <a:t>for</a:t>
            </a:r>
            <a:r>
              <a:rPr sz="1400" spc="-35" dirty="0">
                <a:latin typeface="Corbel"/>
                <a:cs typeface="Corbel"/>
              </a:rPr>
              <a:t> </a:t>
            </a:r>
            <a:r>
              <a:rPr sz="1400" dirty="0">
                <a:latin typeface="Corbel"/>
                <a:cs typeface="Corbel"/>
              </a:rPr>
              <a:t>trajectory</a:t>
            </a:r>
            <a:r>
              <a:rPr sz="1400" spc="-40" dirty="0">
                <a:latin typeface="Corbel"/>
                <a:cs typeface="Corbel"/>
              </a:rPr>
              <a:t> </a:t>
            </a:r>
            <a:r>
              <a:rPr sz="1400" dirty="0">
                <a:latin typeface="Corbel"/>
                <a:cs typeface="Corbel"/>
              </a:rPr>
              <a:t>data</a:t>
            </a:r>
            <a:r>
              <a:rPr sz="1400" spc="-40" dirty="0">
                <a:latin typeface="Corbel"/>
                <a:cs typeface="Corbel"/>
              </a:rPr>
              <a:t> </a:t>
            </a:r>
            <a:r>
              <a:rPr sz="1400" spc="-10" dirty="0">
                <a:latin typeface="Corbel"/>
                <a:cs typeface="Corbel"/>
              </a:rPr>
              <a:t>collection.</a:t>
            </a:r>
            <a:endParaRPr sz="1400">
              <a:latin typeface="Corbel"/>
              <a:cs typeface="Corbel"/>
            </a:endParaRPr>
          </a:p>
        </p:txBody>
      </p:sp>
      <p:pic>
        <p:nvPicPr>
          <p:cNvPr id="3" name="object 3"/>
          <p:cNvPicPr/>
          <p:nvPr/>
        </p:nvPicPr>
        <p:blipFill>
          <a:blip r:embed="rId2" cstate="print"/>
          <a:stretch>
            <a:fillRect/>
          </a:stretch>
        </p:blipFill>
        <p:spPr>
          <a:xfrm>
            <a:off x="3111003" y="3572207"/>
            <a:ext cx="5896966" cy="1545890"/>
          </a:xfrm>
          <a:prstGeom prst="rect">
            <a:avLst/>
          </a:prstGeom>
        </p:spPr>
      </p:pic>
      <p:sp>
        <p:nvSpPr>
          <p:cNvPr id="4" name="object 4"/>
          <p:cNvSpPr txBox="1"/>
          <p:nvPr/>
        </p:nvSpPr>
        <p:spPr>
          <a:xfrm>
            <a:off x="5654266" y="5336540"/>
            <a:ext cx="62547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Corbel"/>
                <a:cs typeface="Corbel"/>
              </a:rPr>
              <a:t>(Figure</a:t>
            </a:r>
            <a:r>
              <a:rPr sz="1200" spc="-40" dirty="0">
                <a:latin typeface="Corbel"/>
                <a:cs typeface="Corbel"/>
              </a:rPr>
              <a:t> </a:t>
            </a:r>
            <a:r>
              <a:rPr sz="1200" spc="-25" dirty="0">
                <a:latin typeface="Corbel"/>
                <a:cs typeface="Corbel"/>
              </a:rPr>
              <a:t>4)</a:t>
            </a:r>
            <a:endParaRPr sz="1200">
              <a:latin typeface="Corbel"/>
              <a:cs typeface="Corbel"/>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48895">
              <a:lnSpc>
                <a:spcPts val="1045"/>
              </a:lnSpc>
            </a:pPr>
            <a:fld id="{81D60167-4931-47E6-BA6A-407CBD079E47}" type="slidenum">
              <a:rPr spc="-25" dirty="0"/>
              <a:t>10</a:t>
            </a:fld>
            <a:endParaRPr spc="-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3049" y="371347"/>
            <a:ext cx="5633085" cy="299720"/>
          </a:xfrm>
          <a:prstGeom prst="rect">
            <a:avLst/>
          </a:prstGeom>
        </p:spPr>
        <p:txBody>
          <a:bodyPr vert="horz" wrap="square" lIns="0" tIns="12700" rIns="0" bIns="0" rtlCol="0">
            <a:spAutoFit/>
          </a:bodyPr>
          <a:lstStyle/>
          <a:p>
            <a:pPr marL="12700">
              <a:lnSpc>
                <a:spcPct val="100000"/>
              </a:lnSpc>
              <a:spcBef>
                <a:spcPts val="100"/>
              </a:spcBef>
            </a:pPr>
            <a:r>
              <a:rPr sz="1800" b="1" u="sng" dirty="0">
                <a:uFill>
                  <a:solidFill>
                    <a:srgbClr val="000000"/>
                  </a:solidFill>
                </a:uFill>
                <a:latin typeface="Corbel"/>
                <a:cs typeface="Corbel"/>
              </a:rPr>
              <a:t>Factors</a:t>
            </a:r>
            <a:r>
              <a:rPr sz="1800" b="1" u="sng" spc="-55" dirty="0">
                <a:uFill>
                  <a:solidFill>
                    <a:srgbClr val="000000"/>
                  </a:solidFill>
                </a:uFill>
                <a:latin typeface="Corbel"/>
                <a:cs typeface="Corbel"/>
              </a:rPr>
              <a:t> </a:t>
            </a:r>
            <a:r>
              <a:rPr sz="1800" b="1" u="sng" dirty="0">
                <a:uFill>
                  <a:solidFill>
                    <a:srgbClr val="000000"/>
                  </a:solidFill>
                </a:uFill>
                <a:latin typeface="Corbel"/>
                <a:cs typeface="Corbel"/>
              </a:rPr>
              <a:t>affecting</a:t>
            </a:r>
            <a:r>
              <a:rPr sz="1800" b="1" u="sng" spc="-55" dirty="0">
                <a:uFill>
                  <a:solidFill>
                    <a:srgbClr val="000000"/>
                  </a:solidFill>
                </a:uFill>
                <a:latin typeface="Corbel"/>
                <a:cs typeface="Corbel"/>
              </a:rPr>
              <a:t> </a:t>
            </a:r>
            <a:r>
              <a:rPr sz="1800" b="1" u="sng" dirty="0">
                <a:uFill>
                  <a:solidFill>
                    <a:srgbClr val="000000"/>
                  </a:solidFill>
                </a:uFill>
                <a:latin typeface="Corbel"/>
                <a:cs typeface="Corbel"/>
              </a:rPr>
              <a:t>accuracy</a:t>
            </a:r>
            <a:r>
              <a:rPr sz="1800" b="1" u="sng" spc="-50" dirty="0">
                <a:uFill>
                  <a:solidFill>
                    <a:srgbClr val="000000"/>
                  </a:solidFill>
                </a:uFill>
                <a:latin typeface="Corbel"/>
                <a:cs typeface="Corbel"/>
              </a:rPr>
              <a:t> </a:t>
            </a:r>
            <a:r>
              <a:rPr sz="1800" b="1" u="sng" dirty="0">
                <a:uFill>
                  <a:solidFill>
                    <a:srgbClr val="000000"/>
                  </a:solidFill>
                </a:uFill>
                <a:latin typeface="Corbel"/>
                <a:cs typeface="Corbel"/>
              </a:rPr>
              <a:t>of</a:t>
            </a:r>
            <a:r>
              <a:rPr sz="1800" b="1" u="sng" spc="-50" dirty="0">
                <a:uFill>
                  <a:solidFill>
                    <a:srgbClr val="000000"/>
                  </a:solidFill>
                </a:uFill>
                <a:latin typeface="Corbel"/>
                <a:cs typeface="Corbel"/>
              </a:rPr>
              <a:t> </a:t>
            </a:r>
            <a:r>
              <a:rPr sz="1800" b="1" u="sng" dirty="0">
                <a:uFill>
                  <a:solidFill>
                    <a:srgbClr val="000000"/>
                  </a:solidFill>
                </a:uFill>
                <a:latin typeface="Corbel"/>
                <a:cs typeface="Corbel"/>
              </a:rPr>
              <a:t>satellite</a:t>
            </a:r>
            <a:r>
              <a:rPr sz="1800" b="1" u="sng" spc="-50" dirty="0">
                <a:uFill>
                  <a:solidFill>
                    <a:srgbClr val="000000"/>
                  </a:solidFill>
                </a:uFill>
                <a:latin typeface="Corbel"/>
                <a:cs typeface="Corbel"/>
              </a:rPr>
              <a:t> </a:t>
            </a:r>
            <a:r>
              <a:rPr sz="1800" b="1" u="sng" dirty="0">
                <a:uFill>
                  <a:solidFill>
                    <a:srgbClr val="000000"/>
                  </a:solidFill>
                </a:uFill>
                <a:latin typeface="Corbel"/>
                <a:cs typeface="Corbel"/>
              </a:rPr>
              <a:t>navigation</a:t>
            </a:r>
            <a:r>
              <a:rPr sz="1800" b="1" u="sng" spc="-50" dirty="0">
                <a:uFill>
                  <a:solidFill>
                    <a:srgbClr val="000000"/>
                  </a:solidFill>
                </a:uFill>
                <a:latin typeface="Corbel"/>
                <a:cs typeface="Corbel"/>
              </a:rPr>
              <a:t> </a:t>
            </a:r>
            <a:r>
              <a:rPr sz="1800" b="1" u="sng" spc="-10" dirty="0">
                <a:uFill>
                  <a:solidFill>
                    <a:srgbClr val="000000"/>
                  </a:solidFill>
                </a:uFill>
                <a:latin typeface="Corbel"/>
                <a:cs typeface="Corbel"/>
              </a:rPr>
              <a:t>systems</a:t>
            </a:r>
            <a:endParaRPr sz="1800" dirty="0">
              <a:latin typeface="Corbel"/>
              <a:cs typeface="Corbel"/>
            </a:endParaRPr>
          </a:p>
        </p:txBody>
      </p:sp>
      <p:sp>
        <p:nvSpPr>
          <p:cNvPr id="3" name="object 3"/>
          <p:cNvSpPr txBox="1"/>
          <p:nvPr/>
        </p:nvSpPr>
        <p:spPr>
          <a:xfrm>
            <a:off x="1563049" y="733044"/>
            <a:ext cx="9465310" cy="5433060"/>
          </a:xfrm>
          <a:prstGeom prst="rect">
            <a:avLst/>
          </a:prstGeom>
        </p:spPr>
        <p:txBody>
          <a:bodyPr vert="horz" wrap="square" lIns="0" tIns="9525" rIns="0" bIns="0" rtlCol="0">
            <a:spAutoFit/>
          </a:bodyPr>
          <a:lstStyle/>
          <a:p>
            <a:pPr marL="12700" marR="182880">
              <a:lnSpc>
                <a:spcPct val="101400"/>
              </a:lnSpc>
              <a:spcBef>
                <a:spcPts val="75"/>
              </a:spcBef>
            </a:pPr>
            <a:r>
              <a:rPr sz="1400" spc="-10" dirty="0">
                <a:latin typeface="Corbel"/>
                <a:cs typeface="Corbel"/>
              </a:rPr>
              <a:t>Satellites</a:t>
            </a:r>
            <a:r>
              <a:rPr sz="1400" spc="-35" dirty="0">
                <a:latin typeface="Corbel"/>
                <a:cs typeface="Corbel"/>
              </a:rPr>
              <a:t> </a:t>
            </a:r>
            <a:r>
              <a:rPr sz="1400" spc="-10" dirty="0">
                <a:latin typeface="Corbel"/>
                <a:cs typeface="Corbel"/>
              </a:rPr>
              <a:t>broadcast</a:t>
            </a:r>
            <a:r>
              <a:rPr sz="1400" spc="-25" dirty="0">
                <a:latin typeface="Corbel"/>
                <a:cs typeface="Corbel"/>
              </a:rPr>
              <a:t> </a:t>
            </a:r>
            <a:r>
              <a:rPr sz="1400" dirty="0">
                <a:latin typeface="Corbel"/>
                <a:cs typeface="Corbel"/>
              </a:rPr>
              <a:t>their</a:t>
            </a:r>
            <a:r>
              <a:rPr sz="1400" spc="-20" dirty="0">
                <a:latin typeface="Corbel"/>
                <a:cs typeface="Corbel"/>
              </a:rPr>
              <a:t> </a:t>
            </a:r>
            <a:r>
              <a:rPr sz="1400" dirty="0">
                <a:latin typeface="Corbel"/>
                <a:cs typeface="Corbel"/>
              </a:rPr>
              <a:t>signals</a:t>
            </a:r>
            <a:r>
              <a:rPr sz="1400" spc="-30" dirty="0">
                <a:latin typeface="Corbel"/>
                <a:cs typeface="Corbel"/>
              </a:rPr>
              <a:t> </a:t>
            </a:r>
            <a:r>
              <a:rPr sz="1400" dirty="0">
                <a:latin typeface="Corbel"/>
                <a:cs typeface="Corbel"/>
              </a:rPr>
              <a:t>in</a:t>
            </a:r>
            <a:r>
              <a:rPr sz="1400" spc="-30" dirty="0">
                <a:latin typeface="Corbel"/>
                <a:cs typeface="Corbel"/>
              </a:rPr>
              <a:t> </a:t>
            </a:r>
            <a:r>
              <a:rPr sz="1400" dirty="0">
                <a:latin typeface="Corbel"/>
                <a:cs typeface="Corbel"/>
              </a:rPr>
              <a:t>space</a:t>
            </a:r>
            <a:r>
              <a:rPr sz="1400" spc="-25" dirty="0">
                <a:latin typeface="Corbel"/>
                <a:cs typeface="Corbel"/>
              </a:rPr>
              <a:t> </a:t>
            </a:r>
            <a:r>
              <a:rPr sz="1400" dirty="0">
                <a:latin typeface="Corbel"/>
                <a:cs typeface="Corbel"/>
              </a:rPr>
              <a:t>with</a:t>
            </a:r>
            <a:r>
              <a:rPr sz="1400" spc="-30" dirty="0">
                <a:latin typeface="Corbel"/>
                <a:cs typeface="Corbel"/>
              </a:rPr>
              <a:t> </a:t>
            </a:r>
            <a:r>
              <a:rPr sz="1400" dirty="0">
                <a:latin typeface="Corbel"/>
                <a:cs typeface="Corbel"/>
              </a:rPr>
              <a:t>a</a:t>
            </a:r>
            <a:r>
              <a:rPr sz="1400" spc="-25" dirty="0">
                <a:latin typeface="Corbel"/>
                <a:cs typeface="Corbel"/>
              </a:rPr>
              <a:t> </a:t>
            </a:r>
            <a:r>
              <a:rPr sz="1400" dirty="0">
                <a:latin typeface="Corbel"/>
                <a:cs typeface="Corbel"/>
              </a:rPr>
              <a:t>certain</a:t>
            </a:r>
            <a:r>
              <a:rPr sz="1400" spc="-30" dirty="0">
                <a:latin typeface="Corbel"/>
                <a:cs typeface="Corbel"/>
              </a:rPr>
              <a:t> </a:t>
            </a:r>
            <a:r>
              <a:rPr sz="1400" spc="-10" dirty="0">
                <a:latin typeface="Corbel"/>
                <a:cs typeface="Corbel"/>
              </a:rPr>
              <a:t>accuracy,</a:t>
            </a:r>
            <a:r>
              <a:rPr sz="1400" spc="-20" dirty="0">
                <a:latin typeface="Corbel"/>
                <a:cs typeface="Corbel"/>
              </a:rPr>
              <a:t> </a:t>
            </a:r>
            <a:r>
              <a:rPr sz="1400" dirty="0">
                <a:latin typeface="Corbel"/>
                <a:cs typeface="Corbel"/>
              </a:rPr>
              <a:t>but</a:t>
            </a:r>
            <a:r>
              <a:rPr sz="1400" spc="-25" dirty="0">
                <a:latin typeface="Corbel"/>
                <a:cs typeface="Corbel"/>
              </a:rPr>
              <a:t> </a:t>
            </a:r>
            <a:r>
              <a:rPr sz="1400" dirty="0">
                <a:latin typeface="Corbel"/>
                <a:cs typeface="Corbel"/>
              </a:rPr>
              <a:t>what</a:t>
            </a:r>
            <a:r>
              <a:rPr sz="1400" spc="-30" dirty="0">
                <a:latin typeface="Corbel"/>
                <a:cs typeface="Corbel"/>
              </a:rPr>
              <a:t> </a:t>
            </a:r>
            <a:r>
              <a:rPr sz="1400" dirty="0">
                <a:latin typeface="Corbel"/>
                <a:cs typeface="Corbel"/>
              </a:rPr>
              <a:t>you</a:t>
            </a:r>
            <a:r>
              <a:rPr sz="1400" spc="-25" dirty="0">
                <a:latin typeface="Corbel"/>
                <a:cs typeface="Corbel"/>
              </a:rPr>
              <a:t> </a:t>
            </a:r>
            <a:r>
              <a:rPr sz="1400" dirty="0">
                <a:latin typeface="Corbel"/>
                <a:cs typeface="Corbel"/>
              </a:rPr>
              <a:t>receive</a:t>
            </a:r>
            <a:r>
              <a:rPr sz="1400" spc="-25" dirty="0">
                <a:latin typeface="Corbel"/>
                <a:cs typeface="Corbel"/>
              </a:rPr>
              <a:t> </a:t>
            </a:r>
            <a:r>
              <a:rPr sz="1400" dirty="0">
                <a:latin typeface="Corbel"/>
                <a:cs typeface="Corbel"/>
              </a:rPr>
              <a:t>depends</a:t>
            </a:r>
            <a:r>
              <a:rPr sz="1400" spc="-30" dirty="0">
                <a:latin typeface="Corbel"/>
                <a:cs typeface="Corbel"/>
              </a:rPr>
              <a:t> </a:t>
            </a:r>
            <a:r>
              <a:rPr sz="1400" dirty="0">
                <a:latin typeface="Corbel"/>
                <a:cs typeface="Corbel"/>
              </a:rPr>
              <a:t>on</a:t>
            </a:r>
            <a:r>
              <a:rPr sz="1400" spc="-30" dirty="0">
                <a:latin typeface="Corbel"/>
                <a:cs typeface="Corbel"/>
              </a:rPr>
              <a:t> </a:t>
            </a:r>
            <a:r>
              <a:rPr sz="1400" spc="-10" dirty="0">
                <a:latin typeface="Corbel"/>
                <a:cs typeface="Corbel"/>
              </a:rPr>
              <a:t>additional</a:t>
            </a:r>
            <a:r>
              <a:rPr sz="1400" spc="-30" dirty="0">
                <a:latin typeface="Corbel"/>
                <a:cs typeface="Corbel"/>
              </a:rPr>
              <a:t> </a:t>
            </a:r>
            <a:r>
              <a:rPr sz="1400" dirty="0">
                <a:latin typeface="Corbel"/>
                <a:cs typeface="Corbel"/>
              </a:rPr>
              <a:t>factors,</a:t>
            </a:r>
            <a:r>
              <a:rPr sz="1400" spc="-25" dirty="0">
                <a:latin typeface="Corbel"/>
                <a:cs typeface="Corbel"/>
              </a:rPr>
              <a:t> </a:t>
            </a:r>
            <a:r>
              <a:rPr sz="1400" spc="-10" dirty="0">
                <a:latin typeface="Corbel"/>
                <a:cs typeface="Corbel"/>
              </a:rPr>
              <a:t>including </a:t>
            </a:r>
            <a:r>
              <a:rPr sz="1400" u="sng" dirty="0">
                <a:uFill>
                  <a:solidFill>
                    <a:srgbClr val="000000"/>
                  </a:solidFill>
                </a:uFill>
                <a:latin typeface="Corbel"/>
                <a:cs typeface="Corbel"/>
              </a:rPr>
              <a:t>satellite</a:t>
            </a:r>
            <a:r>
              <a:rPr sz="1400" u="sng" spc="-40" dirty="0">
                <a:uFill>
                  <a:solidFill>
                    <a:srgbClr val="000000"/>
                  </a:solidFill>
                </a:uFill>
                <a:latin typeface="Corbel"/>
                <a:cs typeface="Corbel"/>
              </a:rPr>
              <a:t> </a:t>
            </a:r>
            <a:r>
              <a:rPr sz="1400" u="sng" spc="-10" dirty="0">
                <a:uFill>
                  <a:solidFill>
                    <a:srgbClr val="000000"/>
                  </a:solidFill>
                </a:uFill>
                <a:latin typeface="Corbel"/>
                <a:cs typeface="Corbel"/>
              </a:rPr>
              <a:t>geometry,</a:t>
            </a:r>
            <a:r>
              <a:rPr sz="1400" u="sng" spc="-20" dirty="0">
                <a:uFill>
                  <a:solidFill>
                    <a:srgbClr val="000000"/>
                  </a:solidFill>
                </a:uFill>
                <a:latin typeface="Corbel"/>
                <a:cs typeface="Corbel"/>
              </a:rPr>
              <a:t> </a:t>
            </a:r>
            <a:r>
              <a:rPr sz="1400" u="sng" dirty="0">
                <a:uFill>
                  <a:solidFill>
                    <a:srgbClr val="000000"/>
                  </a:solidFill>
                </a:uFill>
                <a:latin typeface="Corbel"/>
                <a:cs typeface="Corbel"/>
              </a:rPr>
              <a:t>signal</a:t>
            </a:r>
            <a:r>
              <a:rPr sz="1400" u="sng" spc="-30" dirty="0">
                <a:uFill>
                  <a:solidFill>
                    <a:srgbClr val="000000"/>
                  </a:solidFill>
                </a:uFill>
                <a:latin typeface="Corbel"/>
                <a:cs typeface="Corbel"/>
              </a:rPr>
              <a:t> </a:t>
            </a:r>
            <a:r>
              <a:rPr sz="1400" u="sng" dirty="0">
                <a:uFill>
                  <a:solidFill>
                    <a:srgbClr val="000000"/>
                  </a:solidFill>
                </a:uFill>
                <a:latin typeface="Corbel"/>
                <a:cs typeface="Corbel"/>
              </a:rPr>
              <a:t>blockage,</a:t>
            </a:r>
            <a:r>
              <a:rPr sz="1400" u="sng" spc="-20" dirty="0">
                <a:uFill>
                  <a:solidFill>
                    <a:srgbClr val="000000"/>
                  </a:solidFill>
                </a:uFill>
                <a:latin typeface="Corbel"/>
                <a:cs typeface="Corbel"/>
              </a:rPr>
              <a:t> </a:t>
            </a:r>
            <a:r>
              <a:rPr sz="1400" u="sng" spc="-10" dirty="0">
                <a:uFill>
                  <a:solidFill>
                    <a:srgbClr val="000000"/>
                  </a:solidFill>
                </a:uFill>
                <a:latin typeface="Corbel"/>
                <a:cs typeface="Corbel"/>
              </a:rPr>
              <a:t>atmospheric</a:t>
            </a:r>
            <a:r>
              <a:rPr sz="1400" u="sng" spc="-35" dirty="0">
                <a:uFill>
                  <a:solidFill>
                    <a:srgbClr val="000000"/>
                  </a:solidFill>
                </a:uFill>
                <a:latin typeface="Corbel"/>
                <a:cs typeface="Corbel"/>
              </a:rPr>
              <a:t> </a:t>
            </a:r>
            <a:r>
              <a:rPr sz="1400" u="sng" spc="-10" dirty="0">
                <a:uFill>
                  <a:solidFill>
                    <a:srgbClr val="000000"/>
                  </a:solidFill>
                </a:uFill>
                <a:latin typeface="Corbel"/>
                <a:cs typeface="Corbel"/>
              </a:rPr>
              <a:t>conditions,</a:t>
            </a:r>
            <a:r>
              <a:rPr sz="1400" u="sng" spc="-20" dirty="0">
                <a:uFill>
                  <a:solidFill>
                    <a:srgbClr val="000000"/>
                  </a:solidFill>
                </a:uFill>
                <a:latin typeface="Corbel"/>
                <a:cs typeface="Corbel"/>
              </a:rPr>
              <a:t> </a:t>
            </a:r>
            <a:r>
              <a:rPr sz="1400" u="sng" dirty="0">
                <a:uFill>
                  <a:solidFill>
                    <a:srgbClr val="000000"/>
                  </a:solidFill>
                </a:uFill>
                <a:latin typeface="Corbel"/>
                <a:cs typeface="Corbel"/>
              </a:rPr>
              <a:t>and</a:t>
            </a:r>
            <a:r>
              <a:rPr sz="1400" u="sng" spc="-30" dirty="0">
                <a:uFill>
                  <a:solidFill>
                    <a:srgbClr val="000000"/>
                  </a:solidFill>
                </a:uFill>
                <a:latin typeface="Corbel"/>
                <a:cs typeface="Corbel"/>
              </a:rPr>
              <a:t> </a:t>
            </a:r>
            <a:r>
              <a:rPr sz="1400" u="sng" dirty="0">
                <a:uFill>
                  <a:solidFill>
                    <a:srgbClr val="000000"/>
                  </a:solidFill>
                </a:uFill>
                <a:latin typeface="Corbel"/>
                <a:cs typeface="Corbel"/>
              </a:rPr>
              <a:t>receiver</a:t>
            </a:r>
            <a:r>
              <a:rPr sz="1400" u="sng" spc="-20" dirty="0">
                <a:uFill>
                  <a:solidFill>
                    <a:srgbClr val="000000"/>
                  </a:solidFill>
                </a:uFill>
                <a:latin typeface="Corbel"/>
                <a:cs typeface="Corbel"/>
              </a:rPr>
              <a:t> </a:t>
            </a:r>
            <a:r>
              <a:rPr sz="1400" u="sng" dirty="0">
                <a:uFill>
                  <a:solidFill>
                    <a:srgbClr val="000000"/>
                  </a:solidFill>
                </a:uFill>
                <a:latin typeface="Corbel"/>
                <a:cs typeface="Corbel"/>
              </a:rPr>
              <a:t>design</a:t>
            </a:r>
            <a:r>
              <a:rPr sz="1400" u="sng" spc="-30" dirty="0">
                <a:uFill>
                  <a:solidFill>
                    <a:srgbClr val="000000"/>
                  </a:solidFill>
                </a:uFill>
                <a:latin typeface="Corbel"/>
                <a:cs typeface="Corbel"/>
              </a:rPr>
              <a:t> </a:t>
            </a:r>
            <a:r>
              <a:rPr sz="1400" u="sng" spc="-10" dirty="0">
                <a:uFill>
                  <a:solidFill>
                    <a:srgbClr val="000000"/>
                  </a:solidFill>
                </a:uFill>
                <a:latin typeface="Corbel"/>
                <a:cs typeface="Corbel"/>
              </a:rPr>
              <a:t>features/quality</a:t>
            </a:r>
            <a:r>
              <a:rPr sz="1400" spc="-10" dirty="0">
                <a:latin typeface="Corbel"/>
                <a:cs typeface="Corbel"/>
              </a:rPr>
              <a:t>.</a:t>
            </a:r>
            <a:endParaRPr sz="1400" dirty="0">
              <a:latin typeface="Corbel"/>
              <a:cs typeface="Corbel"/>
            </a:endParaRPr>
          </a:p>
          <a:p>
            <a:pPr marL="12700">
              <a:lnSpc>
                <a:spcPct val="100000"/>
              </a:lnSpc>
              <a:spcBef>
                <a:spcPts val="910"/>
              </a:spcBef>
            </a:pPr>
            <a:r>
              <a:rPr sz="1400" b="1" dirty="0">
                <a:latin typeface="Corbel"/>
                <a:cs typeface="Corbel"/>
              </a:rPr>
              <a:t>Why</a:t>
            </a:r>
            <a:r>
              <a:rPr sz="1400" b="1" spc="-25" dirty="0">
                <a:latin typeface="Corbel"/>
                <a:cs typeface="Corbel"/>
              </a:rPr>
              <a:t> </a:t>
            </a:r>
            <a:r>
              <a:rPr sz="1400" b="1" dirty="0">
                <a:latin typeface="Corbel"/>
                <a:cs typeface="Corbel"/>
              </a:rPr>
              <a:t>does</a:t>
            </a:r>
            <a:r>
              <a:rPr sz="1400" b="1" spc="-65" dirty="0">
                <a:latin typeface="Corbel"/>
                <a:cs typeface="Corbel"/>
              </a:rPr>
              <a:t> </a:t>
            </a:r>
            <a:r>
              <a:rPr sz="1400" b="1" dirty="0">
                <a:latin typeface="Corbel"/>
                <a:cs typeface="Corbel"/>
              </a:rPr>
              <a:t>Satellite</a:t>
            </a:r>
            <a:r>
              <a:rPr sz="1400" b="1" spc="-35" dirty="0">
                <a:latin typeface="Corbel"/>
                <a:cs typeface="Corbel"/>
              </a:rPr>
              <a:t> </a:t>
            </a:r>
            <a:r>
              <a:rPr sz="1400" b="1" dirty="0">
                <a:latin typeface="Corbel"/>
                <a:cs typeface="Corbel"/>
              </a:rPr>
              <a:t>sometimes</a:t>
            </a:r>
            <a:r>
              <a:rPr sz="1400" b="1" spc="-35" dirty="0">
                <a:latin typeface="Corbel"/>
                <a:cs typeface="Corbel"/>
              </a:rPr>
              <a:t> </a:t>
            </a:r>
            <a:r>
              <a:rPr sz="1400" b="1" dirty="0">
                <a:latin typeface="Corbel"/>
                <a:cs typeface="Corbel"/>
              </a:rPr>
              <a:t>show</a:t>
            </a:r>
            <a:r>
              <a:rPr sz="1400" b="1" spc="-30" dirty="0">
                <a:latin typeface="Corbel"/>
                <a:cs typeface="Corbel"/>
              </a:rPr>
              <a:t> </a:t>
            </a:r>
            <a:r>
              <a:rPr sz="1400" b="1" dirty="0">
                <a:latin typeface="Corbel"/>
                <a:cs typeface="Corbel"/>
              </a:rPr>
              <a:t>me</a:t>
            </a:r>
            <a:r>
              <a:rPr sz="1400" b="1" spc="-35" dirty="0">
                <a:latin typeface="Corbel"/>
                <a:cs typeface="Corbel"/>
              </a:rPr>
              <a:t> </a:t>
            </a:r>
            <a:r>
              <a:rPr sz="1400" b="1" dirty="0">
                <a:latin typeface="Corbel"/>
                <a:cs typeface="Corbel"/>
              </a:rPr>
              <a:t>in</a:t>
            </a:r>
            <a:r>
              <a:rPr sz="1400" b="1" spc="-30" dirty="0">
                <a:latin typeface="Corbel"/>
                <a:cs typeface="Corbel"/>
              </a:rPr>
              <a:t> </a:t>
            </a:r>
            <a:r>
              <a:rPr sz="1400" b="1" dirty="0">
                <a:latin typeface="Corbel"/>
                <a:cs typeface="Corbel"/>
              </a:rPr>
              <a:t>the</a:t>
            </a:r>
            <a:r>
              <a:rPr sz="1400" b="1" spc="-35" dirty="0">
                <a:latin typeface="Corbel"/>
                <a:cs typeface="Corbel"/>
              </a:rPr>
              <a:t> </a:t>
            </a:r>
            <a:r>
              <a:rPr sz="1400" b="1" dirty="0">
                <a:latin typeface="Corbel"/>
                <a:cs typeface="Corbel"/>
              </a:rPr>
              <a:t>wrong</a:t>
            </a:r>
            <a:r>
              <a:rPr sz="1400" b="1" spc="-20" dirty="0">
                <a:latin typeface="Corbel"/>
                <a:cs typeface="Corbel"/>
              </a:rPr>
              <a:t> </a:t>
            </a:r>
            <a:r>
              <a:rPr sz="1400" b="1" spc="-10" dirty="0">
                <a:latin typeface="Corbel"/>
                <a:cs typeface="Corbel"/>
              </a:rPr>
              <a:t>place?</a:t>
            </a:r>
            <a:endParaRPr sz="1400" dirty="0">
              <a:latin typeface="Corbel"/>
              <a:cs typeface="Corbel"/>
            </a:endParaRPr>
          </a:p>
          <a:p>
            <a:pPr marL="12700">
              <a:lnSpc>
                <a:spcPct val="100000"/>
              </a:lnSpc>
              <a:spcBef>
                <a:spcPts val="915"/>
              </a:spcBef>
            </a:pPr>
            <a:r>
              <a:rPr sz="1400" dirty="0">
                <a:latin typeface="Corbel"/>
                <a:cs typeface="Corbel"/>
              </a:rPr>
              <a:t>Many</a:t>
            </a:r>
            <a:r>
              <a:rPr sz="1400" spc="-65" dirty="0">
                <a:latin typeface="Corbel"/>
                <a:cs typeface="Corbel"/>
              </a:rPr>
              <a:t> </a:t>
            </a:r>
            <a:r>
              <a:rPr sz="1400" dirty="0">
                <a:latin typeface="Corbel"/>
                <a:cs typeface="Corbel"/>
              </a:rPr>
              <a:t>things</a:t>
            </a:r>
            <a:r>
              <a:rPr sz="1400" spc="-45" dirty="0">
                <a:latin typeface="Corbel"/>
                <a:cs typeface="Corbel"/>
              </a:rPr>
              <a:t> </a:t>
            </a:r>
            <a:r>
              <a:rPr sz="1400" dirty="0">
                <a:latin typeface="Corbel"/>
                <a:cs typeface="Corbel"/>
              </a:rPr>
              <a:t>can</a:t>
            </a:r>
            <a:r>
              <a:rPr sz="1400" spc="-40" dirty="0">
                <a:latin typeface="Corbel"/>
                <a:cs typeface="Corbel"/>
              </a:rPr>
              <a:t> </a:t>
            </a:r>
            <a:r>
              <a:rPr sz="1400" dirty="0">
                <a:latin typeface="Corbel"/>
                <a:cs typeface="Corbel"/>
              </a:rPr>
              <a:t>degrade</a:t>
            </a:r>
            <a:r>
              <a:rPr sz="1400" spc="-35" dirty="0">
                <a:latin typeface="Corbel"/>
                <a:cs typeface="Corbel"/>
              </a:rPr>
              <a:t> </a:t>
            </a:r>
            <a:r>
              <a:rPr sz="1400" dirty="0">
                <a:latin typeface="Corbel"/>
                <a:cs typeface="Corbel"/>
              </a:rPr>
              <a:t>satellite</a:t>
            </a:r>
            <a:r>
              <a:rPr sz="1400" spc="-40" dirty="0">
                <a:latin typeface="Corbel"/>
                <a:cs typeface="Corbel"/>
              </a:rPr>
              <a:t> </a:t>
            </a:r>
            <a:r>
              <a:rPr sz="1400" dirty="0">
                <a:latin typeface="Corbel"/>
                <a:cs typeface="Corbel"/>
              </a:rPr>
              <a:t>positioning</a:t>
            </a:r>
            <a:r>
              <a:rPr sz="1400" spc="-45" dirty="0">
                <a:latin typeface="Corbel"/>
                <a:cs typeface="Corbel"/>
              </a:rPr>
              <a:t> </a:t>
            </a:r>
            <a:r>
              <a:rPr sz="1400" spc="-20" dirty="0">
                <a:latin typeface="Corbel"/>
                <a:cs typeface="Corbel"/>
              </a:rPr>
              <a:t>accuracy.</a:t>
            </a:r>
            <a:r>
              <a:rPr sz="1400" spc="-55" dirty="0">
                <a:latin typeface="Corbel"/>
                <a:cs typeface="Corbel"/>
              </a:rPr>
              <a:t> </a:t>
            </a:r>
            <a:r>
              <a:rPr sz="1400" dirty="0">
                <a:latin typeface="Corbel"/>
                <a:cs typeface="Corbel"/>
              </a:rPr>
              <a:t>Common</a:t>
            </a:r>
            <a:r>
              <a:rPr sz="1400" spc="-45" dirty="0">
                <a:latin typeface="Corbel"/>
                <a:cs typeface="Corbel"/>
              </a:rPr>
              <a:t> </a:t>
            </a:r>
            <a:r>
              <a:rPr sz="1400" dirty="0">
                <a:latin typeface="Corbel"/>
                <a:cs typeface="Corbel"/>
              </a:rPr>
              <a:t>causes</a:t>
            </a:r>
            <a:r>
              <a:rPr sz="1400" spc="-40" dirty="0">
                <a:latin typeface="Corbel"/>
                <a:cs typeface="Corbel"/>
              </a:rPr>
              <a:t> </a:t>
            </a:r>
            <a:r>
              <a:rPr sz="1400" spc="-10" dirty="0">
                <a:latin typeface="Corbel"/>
                <a:cs typeface="Corbel"/>
              </a:rPr>
              <a:t>include:</a:t>
            </a:r>
            <a:endParaRPr sz="1400" dirty="0">
              <a:latin typeface="Corbel"/>
              <a:cs typeface="Corbel"/>
            </a:endParaRPr>
          </a:p>
          <a:p>
            <a:pPr marL="297815" indent="-285115">
              <a:lnSpc>
                <a:spcPct val="100000"/>
              </a:lnSpc>
              <a:spcBef>
                <a:spcPts val="935"/>
              </a:spcBef>
              <a:buFont typeface="Arial MT"/>
              <a:buChar char="•"/>
              <a:tabLst>
                <a:tab pos="297815" algn="l"/>
              </a:tabLst>
            </a:pPr>
            <a:r>
              <a:rPr sz="1400" dirty="0">
                <a:latin typeface="Corbel"/>
                <a:cs typeface="Corbel"/>
              </a:rPr>
              <a:t>Satellite</a:t>
            </a:r>
            <a:r>
              <a:rPr sz="1400" spc="-40" dirty="0">
                <a:latin typeface="Corbel"/>
                <a:cs typeface="Corbel"/>
              </a:rPr>
              <a:t> </a:t>
            </a:r>
            <a:r>
              <a:rPr sz="1400" dirty="0">
                <a:latin typeface="Corbel"/>
                <a:cs typeface="Corbel"/>
              </a:rPr>
              <a:t>signal</a:t>
            </a:r>
            <a:r>
              <a:rPr sz="1400" spc="-45" dirty="0">
                <a:latin typeface="Corbel"/>
                <a:cs typeface="Corbel"/>
              </a:rPr>
              <a:t> </a:t>
            </a:r>
            <a:r>
              <a:rPr sz="1400" dirty="0">
                <a:latin typeface="Corbel"/>
                <a:cs typeface="Corbel"/>
              </a:rPr>
              <a:t>blockage</a:t>
            </a:r>
            <a:r>
              <a:rPr sz="1400" spc="-40" dirty="0">
                <a:latin typeface="Corbel"/>
                <a:cs typeface="Corbel"/>
              </a:rPr>
              <a:t> </a:t>
            </a:r>
            <a:r>
              <a:rPr sz="1400" dirty="0">
                <a:latin typeface="Corbel"/>
                <a:cs typeface="Corbel"/>
              </a:rPr>
              <a:t>due</a:t>
            </a:r>
            <a:r>
              <a:rPr sz="1400" spc="-40" dirty="0">
                <a:latin typeface="Corbel"/>
                <a:cs typeface="Corbel"/>
              </a:rPr>
              <a:t> </a:t>
            </a:r>
            <a:r>
              <a:rPr sz="1400" dirty="0">
                <a:latin typeface="Corbel"/>
                <a:cs typeface="Corbel"/>
              </a:rPr>
              <a:t>to</a:t>
            </a:r>
            <a:r>
              <a:rPr sz="1400" spc="-40" dirty="0">
                <a:latin typeface="Corbel"/>
                <a:cs typeface="Corbel"/>
              </a:rPr>
              <a:t> </a:t>
            </a:r>
            <a:r>
              <a:rPr sz="1400" spc="-10" dirty="0">
                <a:latin typeface="Corbel"/>
                <a:cs typeface="Corbel"/>
              </a:rPr>
              <a:t>buildings,</a:t>
            </a:r>
            <a:r>
              <a:rPr sz="1400" spc="-35" dirty="0">
                <a:latin typeface="Corbel"/>
                <a:cs typeface="Corbel"/>
              </a:rPr>
              <a:t> </a:t>
            </a:r>
            <a:r>
              <a:rPr sz="1400" dirty="0">
                <a:latin typeface="Corbel"/>
                <a:cs typeface="Corbel"/>
              </a:rPr>
              <a:t>bridges,</a:t>
            </a:r>
            <a:r>
              <a:rPr sz="1400" spc="-40" dirty="0">
                <a:latin typeface="Corbel"/>
                <a:cs typeface="Corbel"/>
              </a:rPr>
              <a:t> </a:t>
            </a:r>
            <a:r>
              <a:rPr sz="1400" dirty="0">
                <a:latin typeface="Corbel"/>
                <a:cs typeface="Corbel"/>
              </a:rPr>
              <a:t>trees,</a:t>
            </a:r>
            <a:r>
              <a:rPr sz="1400" spc="-35" dirty="0">
                <a:latin typeface="Corbel"/>
                <a:cs typeface="Corbel"/>
              </a:rPr>
              <a:t> </a:t>
            </a:r>
            <a:r>
              <a:rPr sz="1400" spc="-20" dirty="0">
                <a:latin typeface="Corbel"/>
                <a:cs typeface="Corbel"/>
              </a:rPr>
              <a:t>etc.</a:t>
            </a:r>
            <a:endParaRPr sz="1400" dirty="0">
              <a:latin typeface="Corbel"/>
              <a:cs typeface="Corbel"/>
            </a:endParaRPr>
          </a:p>
          <a:p>
            <a:pPr marL="297815" indent="-285115">
              <a:lnSpc>
                <a:spcPct val="100000"/>
              </a:lnSpc>
              <a:spcBef>
                <a:spcPts val="1010"/>
              </a:spcBef>
              <a:buFont typeface="Arial MT"/>
              <a:buChar char="•"/>
              <a:tabLst>
                <a:tab pos="297815" algn="l"/>
              </a:tabLst>
            </a:pPr>
            <a:r>
              <a:rPr sz="1400" dirty="0">
                <a:latin typeface="Corbel"/>
                <a:cs typeface="Corbel"/>
              </a:rPr>
              <a:t>Indoor</a:t>
            </a:r>
            <a:r>
              <a:rPr sz="1400" spc="-15" dirty="0">
                <a:latin typeface="Corbel"/>
                <a:cs typeface="Corbel"/>
              </a:rPr>
              <a:t> </a:t>
            </a:r>
            <a:r>
              <a:rPr sz="1400" dirty="0">
                <a:latin typeface="Corbel"/>
                <a:cs typeface="Corbel"/>
              </a:rPr>
              <a:t>or</a:t>
            </a:r>
            <a:r>
              <a:rPr sz="1400" spc="-10" dirty="0">
                <a:latin typeface="Corbel"/>
                <a:cs typeface="Corbel"/>
              </a:rPr>
              <a:t> underground</a:t>
            </a:r>
            <a:r>
              <a:rPr sz="1400" spc="-20" dirty="0">
                <a:latin typeface="Corbel"/>
                <a:cs typeface="Corbel"/>
              </a:rPr>
              <a:t> </a:t>
            </a:r>
            <a:r>
              <a:rPr sz="1400" spc="-25" dirty="0">
                <a:latin typeface="Corbel"/>
                <a:cs typeface="Corbel"/>
              </a:rPr>
              <a:t>use</a:t>
            </a:r>
            <a:endParaRPr sz="1400" dirty="0">
              <a:latin typeface="Corbel"/>
              <a:cs typeface="Corbel"/>
            </a:endParaRPr>
          </a:p>
          <a:p>
            <a:pPr marL="12700" marR="5404485" indent="285115">
              <a:lnSpc>
                <a:spcPct val="154300"/>
              </a:lnSpc>
              <a:spcBef>
                <a:spcPts val="20"/>
              </a:spcBef>
              <a:buFont typeface="Arial MT"/>
              <a:buChar char="•"/>
              <a:tabLst>
                <a:tab pos="297815" algn="l"/>
              </a:tabLst>
            </a:pPr>
            <a:r>
              <a:rPr sz="1400" dirty="0">
                <a:latin typeface="Corbel"/>
                <a:cs typeface="Corbel"/>
              </a:rPr>
              <a:t>Signals</a:t>
            </a:r>
            <a:r>
              <a:rPr sz="1400" spc="-40" dirty="0">
                <a:latin typeface="Corbel"/>
                <a:cs typeface="Corbel"/>
              </a:rPr>
              <a:t> </a:t>
            </a:r>
            <a:r>
              <a:rPr sz="1400" dirty="0">
                <a:latin typeface="Corbel"/>
                <a:cs typeface="Corbel"/>
              </a:rPr>
              <a:t>reflected</a:t>
            </a:r>
            <a:r>
              <a:rPr sz="1400" spc="-35" dirty="0">
                <a:latin typeface="Corbel"/>
                <a:cs typeface="Corbel"/>
              </a:rPr>
              <a:t> </a:t>
            </a:r>
            <a:r>
              <a:rPr sz="1400" dirty="0">
                <a:latin typeface="Corbel"/>
                <a:cs typeface="Corbel"/>
              </a:rPr>
              <a:t>off</a:t>
            </a:r>
            <a:r>
              <a:rPr sz="1400" spc="-25" dirty="0">
                <a:latin typeface="Corbel"/>
                <a:cs typeface="Corbel"/>
              </a:rPr>
              <a:t> </a:t>
            </a:r>
            <a:r>
              <a:rPr sz="1400" spc="-10" dirty="0">
                <a:latin typeface="Corbel"/>
                <a:cs typeface="Corbel"/>
              </a:rPr>
              <a:t>buildings</a:t>
            </a:r>
            <a:r>
              <a:rPr sz="1400" spc="-35" dirty="0">
                <a:latin typeface="Corbel"/>
                <a:cs typeface="Corbel"/>
              </a:rPr>
              <a:t> </a:t>
            </a:r>
            <a:r>
              <a:rPr sz="1400" dirty="0">
                <a:latin typeface="Corbel"/>
                <a:cs typeface="Corbel"/>
              </a:rPr>
              <a:t>or</a:t>
            </a:r>
            <a:r>
              <a:rPr sz="1400" spc="-30" dirty="0">
                <a:latin typeface="Corbel"/>
                <a:cs typeface="Corbel"/>
              </a:rPr>
              <a:t> </a:t>
            </a:r>
            <a:r>
              <a:rPr sz="1400" dirty="0">
                <a:latin typeface="Corbel"/>
                <a:cs typeface="Corbel"/>
              </a:rPr>
              <a:t>walls</a:t>
            </a:r>
            <a:r>
              <a:rPr sz="1400" spc="-35" dirty="0">
                <a:latin typeface="Corbel"/>
                <a:cs typeface="Corbel"/>
              </a:rPr>
              <a:t> </a:t>
            </a:r>
            <a:r>
              <a:rPr sz="1400" spc="-10" dirty="0">
                <a:latin typeface="Corbel"/>
                <a:cs typeface="Corbel"/>
              </a:rPr>
              <a:t>("multipath") </a:t>
            </a:r>
            <a:r>
              <a:rPr sz="1400" dirty="0">
                <a:latin typeface="Corbel"/>
                <a:cs typeface="Corbel"/>
              </a:rPr>
              <a:t>Far</a:t>
            </a:r>
            <a:r>
              <a:rPr sz="1400" spc="-35" dirty="0">
                <a:latin typeface="Corbel"/>
                <a:cs typeface="Corbel"/>
              </a:rPr>
              <a:t> </a:t>
            </a:r>
            <a:r>
              <a:rPr sz="1400" dirty="0">
                <a:latin typeface="Corbel"/>
                <a:cs typeface="Corbel"/>
              </a:rPr>
              <a:t>less</a:t>
            </a:r>
            <a:r>
              <a:rPr sz="1400" spc="-35" dirty="0">
                <a:latin typeface="Corbel"/>
                <a:cs typeface="Corbel"/>
              </a:rPr>
              <a:t> </a:t>
            </a:r>
            <a:r>
              <a:rPr sz="1400" dirty="0">
                <a:latin typeface="Corbel"/>
                <a:cs typeface="Corbel"/>
              </a:rPr>
              <a:t>common</a:t>
            </a:r>
            <a:r>
              <a:rPr sz="1400" spc="-40" dirty="0">
                <a:latin typeface="Corbel"/>
                <a:cs typeface="Corbel"/>
              </a:rPr>
              <a:t> </a:t>
            </a:r>
            <a:r>
              <a:rPr sz="1400" dirty="0">
                <a:latin typeface="Corbel"/>
                <a:cs typeface="Corbel"/>
              </a:rPr>
              <a:t>causes</a:t>
            </a:r>
            <a:r>
              <a:rPr sz="1400" spc="-35" dirty="0">
                <a:latin typeface="Corbel"/>
                <a:cs typeface="Corbel"/>
              </a:rPr>
              <a:t> </a:t>
            </a:r>
            <a:r>
              <a:rPr sz="1400" dirty="0">
                <a:latin typeface="Corbel"/>
                <a:cs typeface="Corbel"/>
              </a:rPr>
              <a:t>may</a:t>
            </a:r>
            <a:r>
              <a:rPr sz="1400" spc="-30" dirty="0">
                <a:latin typeface="Corbel"/>
                <a:cs typeface="Corbel"/>
              </a:rPr>
              <a:t> </a:t>
            </a:r>
            <a:r>
              <a:rPr sz="1400" spc="-10" dirty="0">
                <a:latin typeface="Corbel"/>
                <a:cs typeface="Corbel"/>
              </a:rPr>
              <a:t>include:</a:t>
            </a:r>
            <a:endParaRPr sz="1400" dirty="0">
              <a:latin typeface="Corbel"/>
              <a:cs typeface="Corbel"/>
            </a:endParaRPr>
          </a:p>
          <a:p>
            <a:pPr marL="297815" indent="-285115">
              <a:lnSpc>
                <a:spcPct val="100000"/>
              </a:lnSpc>
              <a:spcBef>
                <a:spcPts val="915"/>
              </a:spcBef>
              <a:buFont typeface="Arial MT"/>
              <a:buChar char="•"/>
              <a:tabLst>
                <a:tab pos="297815" algn="l"/>
              </a:tabLst>
            </a:pPr>
            <a:r>
              <a:rPr sz="1400" dirty="0">
                <a:latin typeface="Corbel"/>
                <a:cs typeface="Corbel"/>
              </a:rPr>
              <a:t>Radio</a:t>
            </a:r>
            <a:r>
              <a:rPr sz="1400" spc="-5" dirty="0">
                <a:latin typeface="Corbel"/>
                <a:cs typeface="Corbel"/>
              </a:rPr>
              <a:t> </a:t>
            </a:r>
            <a:r>
              <a:rPr sz="1400" spc="-10" dirty="0">
                <a:latin typeface="Corbel"/>
                <a:cs typeface="Corbel"/>
              </a:rPr>
              <a:t>interference</a:t>
            </a:r>
            <a:r>
              <a:rPr sz="1400" spc="-5" dirty="0">
                <a:latin typeface="Corbel"/>
                <a:cs typeface="Corbel"/>
              </a:rPr>
              <a:t> </a:t>
            </a:r>
            <a:r>
              <a:rPr sz="1400" dirty="0">
                <a:latin typeface="Corbel"/>
                <a:cs typeface="Corbel"/>
              </a:rPr>
              <a:t>or</a:t>
            </a:r>
            <a:r>
              <a:rPr sz="1400" spc="5" dirty="0">
                <a:latin typeface="Corbel"/>
                <a:cs typeface="Corbel"/>
              </a:rPr>
              <a:t> </a:t>
            </a:r>
            <a:r>
              <a:rPr sz="1400" spc="-10" dirty="0">
                <a:latin typeface="Corbel"/>
                <a:cs typeface="Corbel"/>
              </a:rPr>
              <a:t>jamming</a:t>
            </a:r>
            <a:endParaRPr sz="1400" dirty="0">
              <a:latin typeface="Corbel"/>
              <a:cs typeface="Corbel"/>
            </a:endParaRPr>
          </a:p>
          <a:p>
            <a:pPr marL="297815" indent="-285115">
              <a:lnSpc>
                <a:spcPct val="100000"/>
              </a:lnSpc>
              <a:spcBef>
                <a:spcPts val="935"/>
              </a:spcBef>
              <a:buFont typeface="Arial MT"/>
              <a:buChar char="•"/>
              <a:tabLst>
                <a:tab pos="297815" algn="l"/>
              </a:tabLst>
            </a:pPr>
            <a:r>
              <a:rPr sz="1400" dirty="0">
                <a:latin typeface="Corbel"/>
                <a:cs typeface="Corbel"/>
              </a:rPr>
              <a:t>Major</a:t>
            </a:r>
            <a:r>
              <a:rPr sz="1400" spc="-40" dirty="0">
                <a:latin typeface="Corbel"/>
                <a:cs typeface="Corbel"/>
              </a:rPr>
              <a:t> </a:t>
            </a:r>
            <a:r>
              <a:rPr sz="1400" dirty="0">
                <a:latin typeface="Corbel"/>
                <a:cs typeface="Corbel"/>
              </a:rPr>
              <a:t>solar</a:t>
            </a:r>
            <a:r>
              <a:rPr sz="1400" spc="-35" dirty="0">
                <a:latin typeface="Corbel"/>
                <a:cs typeface="Corbel"/>
              </a:rPr>
              <a:t> </a:t>
            </a:r>
            <a:r>
              <a:rPr sz="1400" spc="-10" dirty="0">
                <a:latin typeface="Corbel"/>
                <a:cs typeface="Corbel"/>
              </a:rPr>
              <a:t>storms</a:t>
            </a:r>
            <a:endParaRPr sz="1400" dirty="0">
              <a:latin typeface="Corbel"/>
              <a:cs typeface="Corbel"/>
            </a:endParaRPr>
          </a:p>
          <a:p>
            <a:pPr marL="297815" indent="-285115">
              <a:lnSpc>
                <a:spcPct val="100000"/>
              </a:lnSpc>
              <a:spcBef>
                <a:spcPts val="910"/>
              </a:spcBef>
              <a:buFont typeface="Arial MT"/>
              <a:buChar char="•"/>
              <a:tabLst>
                <a:tab pos="297815" algn="l"/>
              </a:tabLst>
            </a:pPr>
            <a:r>
              <a:rPr sz="1400" dirty="0">
                <a:latin typeface="Corbel"/>
                <a:cs typeface="Corbel"/>
              </a:rPr>
              <a:t>Satellite</a:t>
            </a:r>
            <a:r>
              <a:rPr sz="1400" spc="-15" dirty="0">
                <a:latin typeface="Corbel"/>
                <a:cs typeface="Corbel"/>
              </a:rPr>
              <a:t> </a:t>
            </a:r>
            <a:r>
              <a:rPr sz="1400" spc="-10" dirty="0">
                <a:latin typeface="Corbel"/>
                <a:cs typeface="Corbel"/>
              </a:rPr>
              <a:t>maintenance/maneuvers</a:t>
            </a:r>
            <a:r>
              <a:rPr sz="1400" spc="-20" dirty="0">
                <a:latin typeface="Corbel"/>
                <a:cs typeface="Corbel"/>
              </a:rPr>
              <a:t> </a:t>
            </a:r>
            <a:r>
              <a:rPr sz="1400" dirty="0">
                <a:latin typeface="Corbel"/>
                <a:cs typeface="Corbel"/>
              </a:rPr>
              <a:t>creating</a:t>
            </a:r>
            <a:r>
              <a:rPr sz="1400" spc="-20" dirty="0">
                <a:latin typeface="Corbel"/>
                <a:cs typeface="Corbel"/>
              </a:rPr>
              <a:t> </a:t>
            </a:r>
            <a:r>
              <a:rPr sz="1400" spc="-10" dirty="0">
                <a:latin typeface="Corbel"/>
                <a:cs typeface="Corbel"/>
              </a:rPr>
              <a:t>temporary</a:t>
            </a:r>
            <a:r>
              <a:rPr sz="1400" spc="-15" dirty="0">
                <a:latin typeface="Corbel"/>
                <a:cs typeface="Corbel"/>
              </a:rPr>
              <a:t> </a:t>
            </a:r>
            <a:r>
              <a:rPr sz="1400" dirty="0">
                <a:latin typeface="Corbel"/>
                <a:cs typeface="Corbel"/>
              </a:rPr>
              <a:t>gaps</a:t>
            </a:r>
            <a:r>
              <a:rPr sz="1400" spc="-15" dirty="0">
                <a:latin typeface="Corbel"/>
                <a:cs typeface="Corbel"/>
              </a:rPr>
              <a:t> </a:t>
            </a:r>
            <a:r>
              <a:rPr sz="1400" dirty="0">
                <a:latin typeface="Corbel"/>
                <a:cs typeface="Corbel"/>
              </a:rPr>
              <a:t>in</a:t>
            </a:r>
            <a:r>
              <a:rPr sz="1400" spc="-20" dirty="0">
                <a:latin typeface="Corbel"/>
                <a:cs typeface="Corbel"/>
              </a:rPr>
              <a:t> </a:t>
            </a:r>
            <a:r>
              <a:rPr sz="1400" spc="-10" dirty="0">
                <a:latin typeface="Corbel"/>
                <a:cs typeface="Corbel"/>
              </a:rPr>
              <a:t>coverage</a:t>
            </a:r>
            <a:endParaRPr sz="1400" dirty="0">
              <a:latin typeface="Corbel"/>
              <a:cs typeface="Corbel"/>
            </a:endParaRPr>
          </a:p>
          <a:p>
            <a:pPr marL="297815" indent="-285115">
              <a:lnSpc>
                <a:spcPct val="100000"/>
              </a:lnSpc>
              <a:spcBef>
                <a:spcPts val="1010"/>
              </a:spcBef>
              <a:buFont typeface="Arial MT"/>
              <a:buChar char="•"/>
              <a:tabLst>
                <a:tab pos="297815" algn="l"/>
              </a:tabLst>
            </a:pPr>
            <a:r>
              <a:rPr sz="1400" dirty="0">
                <a:latin typeface="Corbel"/>
                <a:cs typeface="Corbel"/>
              </a:rPr>
              <a:t>Improperly</a:t>
            </a:r>
            <a:r>
              <a:rPr sz="1400" spc="-50" dirty="0">
                <a:latin typeface="Corbel"/>
                <a:cs typeface="Corbel"/>
              </a:rPr>
              <a:t> </a:t>
            </a:r>
            <a:r>
              <a:rPr sz="1400" dirty="0">
                <a:latin typeface="Corbel"/>
                <a:cs typeface="Corbel"/>
              </a:rPr>
              <a:t>designed</a:t>
            </a:r>
            <a:r>
              <a:rPr sz="1400" spc="-30" dirty="0">
                <a:latin typeface="Corbel"/>
                <a:cs typeface="Corbel"/>
              </a:rPr>
              <a:t> </a:t>
            </a:r>
            <a:r>
              <a:rPr sz="1400" dirty="0">
                <a:latin typeface="Corbel"/>
                <a:cs typeface="Corbel"/>
              </a:rPr>
              <a:t>devices</a:t>
            </a:r>
            <a:r>
              <a:rPr sz="1400" spc="-35" dirty="0">
                <a:latin typeface="Corbel"/>
                <a:cs typeface="Corbel"/>
              </a:rPr>
              <a:t> </a:t>
            </a:r>
            <a:r>
              <a:rPr sz="1400" dirty="0">
                <a:latin typeface="Corbel"/>
                <a:cs typeface="Corbel"/>
              </a:rPr>
              <a:t>that</a:t>
            </a:r>
            <a:r>
              <a:rPr sz="1400" spc="-25" dirty="0">
                <a:latin typeface="Corbel"/>
                <a:cs typeface="Corbel"/>
              </a:rPr>
              <a:t> </a:t>
            </a:r>
            <a:r>
              <a:rPr sz="1400" dirty="0">
                <a:latin typeface="Corbel"/>
                <a:cs typeface="Corbel"/>
              </a:rPr>
              <a:t>do</a:t>
            </a:r>
            <a:r>
              <a:rPr sz="1400" spc="-30" dirty="0">
                <a:latin typeface="Corbel"/>
                <a:cs typeface="Corbel"/>
              </a:rPr>
              <a:t> </a:t>
            </a:r>
            <a:r>
              <a:rPr sz="1400" dirty="0">
                <a:latin typeface="Corbel"/>
                <a:cs typeface="Corbel"/>
              </a:rPr>
              <a:t>not</a:t>
            </a:r>
            <a:r>
              <a:rPr sz="1400" spc="-25" dirty="0">
                <a:latin typeface="Corbel"/>
                <a:cs typeface="Corbel"/>
              </a:rPr>
              <a:t> </a:t>
            </a:r>
            <a:r>
              <a:rPr sz="1400" dirty="0">
                <a:latin typeface="Corbel"/>
                <a:cs typeface="Corbel"/>
              </a:rPr>
              <a:t>comply</a:t>
            </a:r>
            <a:r>
              <a:rPr sz="1400" spc="-30" dirty="0">
                <a:latin typeface="Corbel"/>
                <a:cs typeface="Corbel"/>
              </a:rPr>
              <a:t> </a:t>
            </a:r>
            <a:r>
              <a:rPr sz="1400" spc="-10" dirty="0">
                <a:latin typeface="Corbel"/>
                <a:cs typeface="Corbel"/>
              </a:rPr>
              <a:t>with</a:t>
            </a:r>
            <a:r>
              <a:rPr sz="1400" spc="-60" dirty="0">
                <a:latin typeface="Corbel"/>
                <a:cs typeface="Corbel"/>
              </a:rPr>
              <a:t> </a:t>
            </a:r>
            <a:r>
              <a:rPr sz="1400" dirty="0">
                <a:latin typeface="Corbel"/>
                <a:cs typeface="Corbel"/>
              </a:rPr>
              <a:t>GPS</a:t>
            </a:r>
            <a:r>
              <a:rPr sz="1400" spc="-30" dirty="0">
                <a:latin typeface="Corbel"/>
                <a:cs typeface="Corbel"/>
              </a:rPr>
              <a:t> </a:t>
            </a:r>
            <a:r>
              <a:rPr sz="1400" spc="-10" dirty="0">
                <a:latin typeface="Corbel"/>
                <a:cs typeface="Corbel"/>
              </a:rPr>
              <a:t>Interface</a:t>
            </a:r>
            <a:r>
              <a:rPr sz="1400" spc="-55" dirty="0">
                <a:latin typeface="Corbel"/>
                <a:cs typeface="Corbel"/>
              </a:rPr>
              <a:t> </a:t>
            </a:r>
            <a:r>
              <a:rPr sz="1400" spc="-10" dirty="0">
                <a:latin typeface="Corbel"/>
                <a:cs typeface="Corbel"/>
              </a:rPr>
              <a:t>Specifications</a:t>
            </a:r>
            <a:endParaRPr sz="1400" dirty="0">
              <a:latin typeface="Corbel"/>
              <a:cs typeface="Corbel"/>
            </a:endParaRPr>
          </a:p>
          <a:p>
            <a:pPr marL="12700">
              <a:lnSpc>
                <a:spcPct val="100000"/>
              </a:lnSpc>
              <a:spcBef>
                <a:spcPts val="935"/>
              </a:spcBef>
            </a:pPr>
            <a:r>
              <a:rPr sz="1400" dirty="0">
                <a:latin typeface="Corbel"/>
                <a:cs typeface="Corbel"/>
              </a:rPr>
              <a:t>In</a:t>
            </a:r>
            <a:r>
              <a:rPr sz="1400" spc="-55" dirty="0">
                <a:latin typeface="Corbel"/>
                <a:cs typeface="Corbel"/>
              </a:rPr>
              <a:t> </a:t>
            </a:r>
            <a:r>
              <a:rPr sz="1400" dirty="0">
                <a:latin typeface="Corbel"/>
                <a:cs typeface="Corbel"/>
              </a:rPr>
              <a:t>many</a:t>
            </a:r>
            <a:r>
              <a:rPr sz="1400" spc="-30" dirty="0">
                <a:latin typeface="Corbel"/>
                <a:cs typeface="Corbel"/>
              </a:rPr>
              <a:t> </a:t>
            </a:r>
            <a:r>
              <a:rPr sz="1400" dirty="0">
                <a:latin typeface="Corbel"/>
                <a:cs typeface="Corbel"/>
              </a:rPr>
              <a:t>cases,</a:t>
            </a:r>
            <a:r>
              <a:rPr sz="1400" spc="-25" dirty="0">
                <a:latin typeface="Corbel"/>
                <a:cs typeface="Corbel"/>
              </a:rPr>
              <a:t> </a:t>
            </a:r>
            <a:r>
              <a:rPr sz="1400" dirty="0">
                <a:latin typeface="Corbel"/>
                <a:cs typeface="Corbel"/>
              </a:rPr>
              <a:t>a</a:t>
            </a:r>
            <a:r>
              <a:rPr sz="1400" spc="-30" dirty="0">
                <a:latin typeface="Corbel"/>
                <a:cs typeface="Corbel"/>
              </a:rPr>
              <a:t> </a:t>
            </a:r>
            <a:r>
              <a:rPr sz="1400" spc="-10" dirty="0">
                <a:latin typeface="Corbel"/>
                <a:cs typeface="Corbel"/>
              </a:rPr>
              <a:t>device's</a:t>
            </a:r>
            <a:r>
              <a:rPr sz="1400" spc="-65" dirty="0">
                <a:latin typeface="Corbel"/>
                <a:cs typeface="Corbel"/>
              </a:rPr>
              <a:t> </a:t>
            </a:r>
            <a:r>
              <a:rPr sz="1400" dirty="0">
                <a:latin typeface="Corbel"/>
                <a:cs typeface="Corbel"/>
              </a:rPr>
              <a:t>GPS</a:t>
            </a:r>
            <a:r>
              <a:rPr sz="1400" spc="-30" dirty="0">
                <a:latin typeface="Corbel"/>
                <a:cs typeface="Corbel"/>
              </a:rPr>
              <a:t> </a:t>
            </a:r>
            <a:r>
              <a:rPr sz="1400" dirty="0">
                <a:latin typeface="Corbel"/>
                <a:cs typeface="Corbel"/>
              </a:rPr>
              <a:t>hardware</a:t>
            </a:r>
            <a:r>
              <a:rPr sz="1400" spc="-25" dirty="0">
                <a:latin typeface="Corbel"/>
                <a:cs typeface="Corbel"/>
              </a:rPr>
              <a:t> </a:t>
            </a:r>
            <a:r>
              <a:rPr sz="1400" dirty="0">
                <a:latin typeface="Corbel"/>
                <a:cs typeface="Corbel"/>
              </a:rPr>
              <a:t>is</a:t>
            </a:r>
            <a:r>
              <a:rPr sz="1400" spc="-35" dirty="0">
                <a:latin typeface="Corbel"/>
                <a:cs typeface="Corbel"/>
              </a:rPr>
              <a:t> </a:t>
            </a:r>
            <a:r>
              <a:rPr sz="1400" dirty="0">
                <a:latin typeface="Corbel"/>
                <a:cs typeface="Corbel"/>
              </a:rPr>
              <a:t>working</a:t>
            </a:r>
            <a:r>
              <a:rPr sz="1400" spc="-40" dirty="0">
                <a:latin typeface="Corbel"/>
                <a:cs typeface="Corbel"/>
              </a:rPr>
              <a:t> </a:t>
            </a:r>
            <a:r>
              <a:rPr sz="1400" dirty="0">
                <a:latin typeface="Corbel"/>
                <a:cs typeface="Corbel"/>
              </a:rPr>
              <a:t>fine,</a:t>
            </a:r>
            <a:r>
              <a:rPr sz="1400" spc="-25" dirty="0">
                <a:latin typeface="Corbel"/>
                <a:cs typeface="Corbel"/>
              </a:rPr>
              <a:t> </a:t>
            </a:r>
            <a:r>
              <a:rPr sz="1400" dirty="0">
                <a:latin typeface="Corbel"/>
                <a:cs typeface="Corbel"/>
              </a:rPr>
              <a:t>but</a:t>
            </a:r>
            <a:r>
              <a:rPr sz="1400" spc="-30" dirty="0">
                <a:latin typeface="Corbel"/>
                <a:cs typeface="Corbel"/>
              </a:rPr>
              <a:t> </a:t>
            </a:r>
            <a:r>
              <a:rPr sz="1400" dirty="0">
                <a:latin typeface="Corbel"/>
                <a:cs typeface="Corbel"/>
              </a:rPr>
              <a:t>its</a:t>
            </a:r>
            <a:r>
              <a:rPr sz="1400" spc="-30" dirty="0">
                <a:latin typeface="Corbel"/>
                <a:cs typeface="Corbel"/>
              </a:rPr>
              <a:t> </a:t>
            </a:r>
            <a:r>
              <a:rPr sz="1400" dirty="0">
                <a:latin typeface="Corbel"/>
                <a:cs typeface="Corbel"/>
              </a:rPr>
              <a:t>mapping</a:t>
            </a:r>
            <a:r>
              <a:rPr sz="1400" spc="-40" dirty="0">
                <a:latin typeface="Corbel"/>
                <a:cs typeface="Corbel"/>
              </a:rPr>
              <a:t> </a:t>
            </a:r>
            <a:r>
              <a:rPr sz="1400" dirty="0">
                <a:latin typeface="Corbel"/>
                <a:cs typeface="Corbel"/>
              </a:rPr>
              <a:t>software</a:t>
            </a:r>
            <a:r>
              <a:rPr sz="1400" spc="-30" dirty="0">
                <a:latin typeface="Corbel"/>
                <a:cs typeface="Corbel"/>
              </a:rPr>
              <a:t> </a:t>
            </a:r>
            <a:r>
              <a:rPr sz="1400" dirty="0">
                <a:latin typeface="Corbel"/>
                <a:cs typeface="Corbel"/>
              </a:rPr>
              <a:t>is</a:t>
            </a:r>
            <a:r>
              <a:rPr sz="1400" spc="-35" dirty="0">
                <a:latin typeface="Corbel"/>
                <a:cs typeface="Corbel"/>
              </a:rPr>
              <a:t> </a:t>
            </a:r>
            <a:r>
              <a:rPr sz="1400" spc="-10" dirty="0">
                <a:latin typeface="Corbel"/>
                <a:cs typeface="Corbel"/>
              </a:rPr>
              <a:t>faulty.</a:t>
            </a:r>
            <a:r>
              <a:rPr sz="1400" spc="-30" dirty="0">
                <a:latin typeface="Corbel"/>
                <a:cs typeface="Corbel"/>
              </a:rPr>
              <a:t> </a:t>
            </a:r>
            <a:r>
              <a:rPr sz="1400" dirty="0">
                <a:latin typeface="Corbel"/>
                <a:cs typeface="Corbel"/>
              </a:rPr>
              <a:t>For</a:t>
            </a:r>
            <a:r>
              <a:rPr sz="1400" spc="-25" dirty="0">
                <a:latin typeface="Corbel"/>
                <a:cs typeface="Corbel"/>
              </a:rPr>
              <a:t> </a:t>
            </a:r>
            <a:r>
              <a:rPr sz="1400" dirty="0">
                <a:latin typeface="Corbel"/>
                <a:cs typeface="Corbel"/>
              </a:rPr>
              <a:t>example,</a:t>
            </a:r>
            <a:r>
              <a:rPr sz="1400" spc="-25" dirty="0">
                <a:latin typeface="Corbel"/>
                <a:cs typeface="Corbel"/>
              </a:rPr>
              <a:t> </a:t>
            </a:r>
            <a:r>
              <a:rPr sz="1400" dirty="0">
                <a:latin typeface="Corbel"/>
                <a:cs typeface="Corbel"/>
              </a:rPr>
              <a:t>users</a:t>
            </a:r>
            <a:r>
              <a:rPr sz="1400" spc="-35" dirty="0">
                <a:latin typeface="Corbel"/>
                <a:cs typeface="Corbel"/>
              </a:rPr>
              <a:t> </a:t>
            </a:r>
            <a:r>
              <a:rPr sz="1400" dirty="0">
                <a:latin typeface="Corbel"/>
                <a:cs typeface="Corbel"/>
              </a:rPr>
              <a:t>are</a:t>
            </a:r>
            <a:r>
              <a:rPr sz="1400" spc="-30" dirty="0">
                <a:latin typeface="Corbel"/>
                <a:cs typeface="Corbel"/>
              </a:rPr>
              <a:t> </a:t>
            </a:r>
            <a:r>
              <a:rPr sz="1400" dirty="0">
                <a:latin typeface="Corbel"/>
                <a:cs typeface="Corbel"/>
              </a:rPr>
              <a:t>often</a:t>
            </a:r>
            <a:r>
              <a:rPr sz="1400" spc="-35" dirty="0">
                <a:latin typeface="Corbel"/>
                <a:cs typeface="Corbel"/>
              </a:rPr>
              <a:t> </a:t>
            </a:r>
            <a:r>
              <a:rPr sz="1400" dirty="0">
                <a:latin typeface="Corbel"/>
                <a:cs typeface="Corbel"/>
              </a:rPr>
              <a:t>misled</a:t>
            </a:r>
            <a:r>
              <a:rPr sz="1400" spc="-35" dirty="0">
                <a:latin typeface="Corbel"/>
                <a:cs typeface="Corbel"/>
              </a:rPr>
              <a:t> </a:t>
            </a:r>
            <a:r>
              <a:rPr sz="1400" spc="-25" dirty="0">
                <a:latin typeface="Corbel"/>
                <a:cs typeface="Corbel"/>
              </a:rPr>
              <a:t>by:</a:t>
            </a:r>
            <a:endParaRPr sz="1400" dirty="0">
              <a:latin typeface="Corbel"/>
              <a:cs typeface="Corbel"/>
            </a:endParaRPr>
          </a:p>
          <a:p>
            <a:pPr marL="297815" indent="-285115">
              <a:lnSpc>
                <a:spcPct val="100000"/>
              </a:lnSpc>
              <a:spcBef>
                <a:spcPts val="915"/>
              </a:spcBef>
              <a:buFont typeface="Arial MT"/>
              <a:buChar char="•"/>
              <a:tabLst>
                <a:tab pos="297815" algn="l"/>
              </a:tabLst>
            </a:pPr>
            <a:r>
              <a:rPr sz="1400" dirty="0">
                <a:latin typeface="Corbel"/>
                <a:cs typeface="Corbel"/>
              </a:rPr>
              <a:t>Incorrectly</a:t>
            </a:r>
            <a:r>
              <a:rPr sz="1400" spc="-45" dirty="0">
                <a:latin typeface="Corbel"/>
                <a:cs typeface="Corbel"/>
              </a:rPr>
              <a:t> </a:t>
            </a:r>
            <a:r>
              <a:rPr sz="1400" dirty="0">
                <a:latin typeface="Corbel"/>
                <a:cs typeface="Corbel"/>
              </a:rPr>
              <a:t>drawn</a:t>
            </a:r>
            <a:r>
              <a:rPr sz="1400" spc="-45" dirty="0">
                <a:latin typeface="Corbel"/>
                <a:cs typeface="Corbel"/>
              </a:rPr>
              <a:t> </a:t>
            </a:r>
            <a:r>
              <a:rPr sz="1400" spc="-20" dirty="0">
                <a:latin typeface="Corbel"/>
                <a:cs typeface="Corbel"/>
              </a:rPr>
              <a:t>maps</a:t>
            </a:r>
            <a:endParaRPr sz="1400" dirty="0">
              <a:latin typeface="Corbel"/>
              <a:cs typeface="Corbel"/>
            </a:endParaRPr>
          </a:p>
          <a:p>
            <a:pPr marL="297815" indent="-285115">
              <a:lnSpc>
                <a:spcPct val="100000"/>
              </a:lnSpc>
              <a:spcBef>
                <a:spcPts val="910"/>
              </a:spcBef>
              <a:buFont typeface="Arial MT"/>
              <a:buChar char="•"/>
              <a:tabLst>
                <a:tab pos="297815" algn="l"/>
              </a:tabLst>
            </a:pPr>
            <a:r>
              <a:rPr sz="1400" dirty="0">
                <a:latin typeface="Corbel"/>
                <a:cs typeface="Corbel"/>
              </a:rPr>
              <a:t>Mislabeled</a:t>
            </a:r>
            <a:r>
              <a:rPr sz="1400" spc="-35" dirty="0">
                <a:latin typeface="Corbel"/>
                <a:cs typeface="Corbel"/>
              </a:rPr>
              <a:t> </a:t>
            </a:r>
            <a:r>
              <a:rPr sz="1400" spc="-10" dirty="0">
                <a:latin typeface="Corbel"/>
                <a:cs typeface="Corbel"/>
              </a:rPr>
              <a:t>businesses</a:t>
            </a:r>
            <a:r>
              <a:rPr sz="1400" spc="-30" dirty="0">
                <a:latin typeface="Corbel"/>
                <a:cs typeface="Corbel"/>
              </a:rPr>
              <a:t> </a:t>
            </a:r>
            <a:r>
              <a:rPr sz="1400" dirty="0">
                <a:latin typeface="Corbel"/>
                <a:cs typeface="Corbel"/>
              </a:rPr>
              <a:t>and</a:t>
            </a:r>
            <a:r>
              <a:rPr sz="1400" spc="-30" dirty="0">
                <a:latin typeface="Corbel"/>
                <a:cs typeface="Corbel"/>
              </a:rPr>
              <a:t> </a:t>
            </a:r>
            <a:r>
              <a:rPr sz="1400" dirty="0">
                <a:latin typeface="Corbel"/>
                <a:cs typeface="Corbel"/>
              </a:rPr>
              <a:t>other</a:t>
            </a:r>
            <a:r>
              <a:rPr sz="1400" spc="-20" dirty="0">
                <a:latin typeface="Corbel"/>
                <a:cs typeface="Corbel"/>
              </a:rPr>
              <a:t> </a:t>
            </a:r>
            <a:r>
              <a:rPr sz="1400" dirty="0">
                <a:latin typeface="Corbel"/>
                <a:cs typeface="Corbel"/>
              </a:rPr>
              <a:t>points</a:t>
            </a:r>
            <a:r>
              <a:rPr sz="1400" spc="-30" dirty="0">
                <a:latin typeface="Corbel"/>
                <a:cs typeface="Corbel"/>
              </a:rPr>
              <a:t> </a:t>
            </a:r>
            <a:r>
              <a:rPr sz="1400" dirty="0">
                <a:latin typeface="Corbel"/>
                <a:cs typeface="Corbel"/>
              </a:rPr>
              <a:t>of</a:t>
            </a:r>
            <a:r>
              <a:rPr sz="1400" spc="-25" dirty="0">
                <a:latin typeface="Corbel"/>
                <a:cs typeface="Corbel"/>
              </a:rPr>
              <a:t> </a:t>
            </a:r>
            <a:r>
              <a:rPr sz="1400" spc="-10" dirty="0">
                <a:latin typeface="Corbel"/>
                <a:cs typeface="Corbel"/>
              </a:rPr>
              <a:t>interest</a:t>
            </a:r>
            <a:endParaRPr sz="1400" dirty="0">
              <a:latin typeface="Corbel"/>
              <a:cs typeface="Corbel"/>
            </a:endParaRPr>
          </a:p>
          <a:p>
            <a:pPr marL="297815" indent="-285115">
              <a:lnSpc>
                <a:spcPct val="100000"/>
              </a:lnSpc>
              <a:spcBef>
                <a:spcPts val="935"/>
              </a:spcBef>
              <a:buFont typeface="Arial MT"/>
              <a:buChar char="•"/>
              <a:tabLst>
                <a:tab pos="297815" algn="l"/>
              </a:tabLst>
            </a:pPr>
            <a:r>
              <a:rPr sz="1400" dirty="0">
                <a:latin typeface="Corbel"/>
                <a:cs typeface="Corbel"/>
              </a:rPr>
              <a:t>Missing</a:t>
            </a:r>
            <a:r>
              <a:rPr sz="1400" spc="-15" dirty="0">
                <a:latin typeface="Corbel"/>
                <a:cs typeface="Corbel"/>
              </a:rPr>
              <a:t> </a:t>
            </a:r>
            <a:r>
              <a:rPr sz="1400" dirty="0">
                <a:latin typeface="Corbel"/>
                <a:cs typeface="Corbel"/>
              </a:rPr>
              <a:t>roads, </a:t>
            </a:r>
            <a:r>
              <a:rPr sz="1400" spc="-10" dirty="0">
                <a:latin typeface="Corbel"/>
                <a:cs typeface="Corbel"/>
              </a:rPr>
              <a:t>buildings,</a:t>
            </a:r>
            <a:r>
              <a:rPr sz="1400" spc="5" dirty="0">
                <a:latin typeface="Corbel"/>
                <a:cs typeface="Corbel"/>
              </a:rPr>
              <a:t> </a:t>
            </a:r>
            <a:r>
              <a:rPr sz="1400" spc="-10" dirty="0">
                <a:latin typeface="Corbel"/>
                <a:cs typeface="Corbel"/>
              </a:rPr>
              <a:t>communities,</a:t>
            </a:r>
            <a:r>
              <a:rPr sz="1400" dirty="0">
                <a:latin typeface="Corbel"/>
                <a:cs typeface="Corbel"/>
              </a:rPr>
              <a:t> </a:t>
            </a:r>
            <a:r>
              <a:rPr sz="1400" spc="-20" dirty="0">
                <a:latin typeface="Corbel"/>
                <a:cs typeface="Corbel"/>
              </a:rPr>
              <a:t>etc.</a:t>
            </a:r>
            <a:endParaRPr sz="1400" dirty="0">
              <a:latin typeface="Corbel"/>
              <a:cs typeface="Corbel"/>
            </a:endParaRPr>
          </a:p>
          <a:p>
            <a:pPr marL="297815" indent="-285115">
              <a:lnSpc>
                <a:spcPct val="100000"/>
              </a:lnSpc>
              <a:spcBef>
                <a:spcPts val="915"/>
              </a:spcBef>
              <a:buFont typeface="Arial MT"/>
              <a:buChar char="•"/>
              <a:tabLst>
                <a:tab pos="297815" algn="l"/>
              </a:tabLst>
            </a:pPr>
            <a:r>
              <a:rPr sz="1400" dirty="0">
                <a:latin typeface="Corbel"/>
                <a:cs typeface="Corbel"/>
              </a:rPr>
              <a:t>Incorrectly</a:t>
            </a:r>
            <a:r>
              <a:rPr sz="1400" spc="-55" dirty="0">
                <a:latin typeface="Corbel"/>
                <a:cs typeface="Corbel"/>
              </a:rPr>
              <a:t> </a:t>
            </a:r>
            <a:r>
              <a:rPr sz="1400" dirty="0">
                <a:latin typeface="Corbel"/>
                <a:cs typeface="Corbel"/>
              </a:rPr>
              <a:t>estimated</a:t>
            </a:r>
            <a:r>
              <a:rPr sz="1400" spc="-55" dirty="0">
                <a:latin typeface="Corbel"/>
                <a:cs typeface="Corbel"/>
              </a:rPr>
              <a:t> </a:t>
            </a:r>
            <a:r>
              <a:rPr sz="1400" dirty="0">
                <a:latin typeface="Corbel"/>
                <a:cs typeface="Corbel"/>
              </a:rPr>
              <a:t>street</a:t>
            </a:r>
            <a:r>
              <a:rPr sz="1400" spc="-50" dirty="0">
                <a:latin typeface="Corbel"/>
                <a:cs typeface="Corbel"/>
              </a:rPr>
              <a:t> </a:t>
            </a:r>
            <a:r>
              <a:rPr sz="1400" spc="-10" dirty="0">
                <a:latin typeface="Corbel"/>
                <a:cs typeface="Corbel"/>
              </a:rPr>
              <a:t>addresses</a:t>
            </a:r>
            <a:endParaRPr sz="1400" dirty="0">
              <a:latin typeface="Corbel"/>
              <a:cs typeface="Corbel"/>
            </a:endParaRPr>
          </a:p>
        </p:txBody>
      </p:sp>
      <p:pic>
        <p:nvPicPr>
          <p:cNvPr id="4" name="object 4"/>
          <p:cNvPicPr/>
          <p:nvPr/>
        </p:nvPicPr>
        <p:blipFill>
          <a:blip r:embed="rId3" cstate="print"/>
          <a:stretch>
            <a:fillRect/>
          </a:stretch>
        </p:blipFill>
        <p:spPr>
          <a:xfrm>
            <a:off x="8276151" y="1579384"/>
            <a:ext cx="2398456" cy="2249586"/>
          </a:xfrm>
          <a:prstGeom prst="rect">
            <a:avLst/>
          </a:prstGeom>
        </p:spPr>
      </p:pic>
      <p:grpSp>
        <p:nvGrpSpPr>
          <p:cNvPr id="5" name="object 5"/>
          <p:cNvGrpSpPr/>
          <p:nvPr/>
        </p:nvGrpSpPr>
        <p:grpSpPr>
          <a:xfrm>
            <a:off x="47625" y="6462029"/>
            <a:ext cx="360045" cy="360045"/>
            <a:chOff x="47625" y="6462029"/>
            <a:chExt cx="360045" cy="360045"/>
          </a:xfrm>
        </p:grpSpPr>
        <p:sp>
          <p:nvSpPr>
            <p:cNvPr id="6" name="object 6"/>
            <p:cNvSpPr/>
            <p:nvPr/>
          </p:nvSpPr>
          <p:spPr>
            <a:xfrm>
              <a:off x="47625" y="6462029"/>
              <a:ext cx="360045" cy="360045"/>
            </a:xfrm>
            <a:custGeom>
              <a:avLst/>
              <a:gdLst/>
              <a:ahLst/>
              <a:cxnLst/>
              <a:rect l="l" t="t" r="r" b="b"/>
              <a:pathLst>
                <a:path w="360045" h="360045">
                  <a:moveTo>
                    <a:pt x="360000" y="0"/>
                  </a:moveTo>
                  <a:lnTo>
                    <a:pt x="0" y="0"/>
                  </a:lnTo>
                  <a:lnTo>
                    <a:pt x="0" y="359999"/>
                  </a:lnTo>
                  <a:lnTo>
                    <a:pt x="360000" y="359999"/>
                  </a:lnTo>
                  <a:lnTo>
                    <a:pt x="360000" y="314999"/>
                  </a:lnTo>
                  <a:lnTo>
                    <a:pt x="180000" y="314999"/>
                  </a:lnTo>
                  <a:lnTo>
                    <a:pt x="137329" y="308117"/>
                  </a:lnTo>
                  <a:lnTo>
                    <a:pt x="100270" y="288952"/>
                  </a:lnTo>
                  <a:lnTo>
                    <a:pt x="71047" y="259729"/>
                  </a:lnTo>
                  <a:lnTo>
                    <a:pt x="51882" y="222670"/>
                  </a:lnTo>
                  <a:lnTo>
                    <a:pt x="44999" y="180000"/>
                  </a:lnTo>
                  <a:lnTo>
                    <a:pt x="51882" y="137329"/>
                  </a:lnTo>
                  <a:lnTo>
                    <a:pt x="71047" y="100270"/>
                  </a:lnTo>
                  <a:lnTo>
                    <a:pt x="100270" y="71047"/>
                  </a:lnTo>
                  <a:lnTo>
                    <a:pt x="137329" y="51882"/>
                  </a:lnTo>
                  <a:lnTo>
                    <a:pt x="180000" y="45000"/>
                  </a:lnTo>
                  <a:lnTo>
                    <a:pt x="360000" y="45000"/>
                  </a:lnTo>
                  <a:lnTo>
                    <a:pt x="360000" y="0"/>
                  </a:lnTo>
                  <a:close/>
                </a:path>
                <a:path w="360045" h="360045">
                  <a:moveTo>
                    <a:pt x="360000" y="45000"/>
                  </a:moveTo>
                  <a:lnTo>
                    <a:pt x="180000" y="45000"/>
                  </a:lnTo>
                  <a:lnTo>
                    <a:pt x="222670" y="51882"/>
                  </a:lnTo>
                  <a:lnTo>
                    <a:pt x="259729" y="71047"/>
                  </a:lnTo>
                  <a:lnTo>
                    <a:pt x="288952" y="100270"/>
                  </a:lnTo>
                  <a:lnTo>
                    <a:pt x="308117" y="137329"/>
                  </a:lnTo>
                  <a:lnTo>
                    <a:pt x="315000" y="180000"/>
                  </a:lnTo>
                  <a:lnTo>
                    <a:pt x="308117" y="222670"/>
                  </a:lnTo>
                  <a:lnTo>
                    <a:pt x="288952" y="259729"/>
                  </a:lnTo>
                  <a:lnTo>
                    <a:pt x="259729" y="288952"/>
                  </a:lnTo>
                  <a:lnTo>
                    <a:pt x="222670" y="308117"/>
                  </a:lnTo>
                  <a:lnTo>
                    <a:pt x="180000" y="314999"/>
                  </a:lnTo>
                  <a:lnTo>
                    <a:pt x="360000" y="314999"/>
                  </a:lnTo>
                  <a:lnTo>
                    <a:pt x="360000" y="45000"/>
                  </a:lnTo>
                  <a:close/>
                </a:path>
              </a:pathLst>
            </a:custGeom>
            <a:solidFill>
              <a:srgbClr val="1CADE4"/>
            </a:solidFill>
          </p:spPr>
          <p:txBody>
            <a:bodyPr wrap="square" lIns="0" tIns="0" rIns="0" bIns="0" rtlCol="0"/>
            <a:lstStyle/>
            <a:p>
              <a:endParaRPr/>
            </a:p>
          </p:txBody>
        </p:sp>
        <p:sp>
          <p:nvSpPr>
            <p:cNvPr id="7" name="object 7"/>
            <p:cNvSpPr/>
            <p:nvPr/>
          </p:nvSpPr>
          <p:spPr>
            <a:xfrm>
              <a:off x="92624" y="6507030"/>
              <a:ext cx="270510" cy="270510"/>
            </a:xfrm>
            <a:custGeom>
              <a:avLst/>
              <a:gdLst/>
              <a:ahLst/>
              <a:cxnLst/>
              <a:rect l="l" t="t" r="r" b="b"/>
              <a:pathLst>
                <a:path w="270510" h="270509">
                  <a:moveTo>
                    <a:pt x="135000"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5000" y="269999"/>
                  </a:lnTo>
                  <a:lnTo>
                    <a:pt x="177670" y="263117"/>
                  </a:lnTo>
                  <a:lnTo>
                    <a:pt x="214729" y="243952"/>
                  </a:lnTo>
                  <a:lnTo>
                    <a:pt x="222432" y="236249"/>
                  </a:lnTo>
                  <a:lnTo>
                    <a:pt x="84375" y="236249"/>
                  </a:lnTo>
                  <a:lnTo>
                    <a:pt x="84375" y="219375"/>
                  </a:lnTo>
                  <a:lnTo>
                    <a:pt x="109687" y="219375"/>
                  </a:lnTo>
                  <a:lnTo>
                    <a:pt x="109687" y="101249"/>
                  </a:lnTo>
                  <a:lnTo>
                    <a:pt x="84375" y="101249"/>
                  </a:lnTo>
                  <a:lnTo>
                    <a:pt x="84375" y="84375"/>
                  </a:lnTo>
                  <a:lnTo>
                    <a:pt x="259004" y="84375"/>
                  </a:lnTo>
                  <a:lnTo>
                    <a:pt x="245913" y="59062"/>
                  </a:lnTo>
                  <a:lnTo>
                    <a:pt x="135000" y="59062"/>
                  </a:lnTo>
                  <a:lnTo>
                    <a:pt x="125147" y="57073"/>
                  </a:lnTo>
                  <a:lnTo>
                    <a:pt x="117101" y="51648"/>
                  </a:lnTo>
                  <a:lnTo>
                    <a:pt x="111676" y="43602"/>
                  </a:lnTo>
                  <a:lnTo>
                    <a:pt x="109687" y="33749"/>
                  </a:lnTo>
                  <a:lnTo>
                    <a:pt x="111676" y="23897"/>
                  </a:lnTo>
                  <a:lnTo>
                    <a:pt x="117101" y="15851"/>
                  </a:lnTo>
                  <a:lnTo>
                    <a:pt x="125147" y="10426"/>
                  </a:lnTo>
                  <a:lnTo>
                    <a:pt x="135000" y="8437"/>
                  </a:lnTo>
                  <a:lnTo>
                    <a:pt x="180677" y="8437"/>
                  </a:lnTo>
                  <a:lnTo>
                    <a:pt x="177670" y="6882"/>
                  </a:lnTo>
                  <a:lnTo>
                    <a:pt x="135000" y="0"/>
                  </a:lnTo>
                  <a:close/>
                </a:path>
                <a:path w="270510" h="270509">
                  <a:moveTo>
                    <a:pt x="259004" y="84375"/>
                  </a:moveTo>
                  <a:lnTo>
                    <a:pt x="160312" y="84375"/>
                  </a:lnTo>
                  <a:lnTo>
                    <a:pt x="160312" y="219375"/>
                  </a:lnTo>
                  <a:lnTo>
                    <a:pt x="185625" y="219375"/>
                  </a:lnTo>
                  <a:lnTo>
                    <a:pt x="185625" y="236249"/>
                  </a:lnTo>
                  <a:lnTo>
                    <a:pt x="222432" y="236249"/>
                  </a:lnTo>
                  <a:lnTo>
                    <a:pt x="243952" y="214729"/>
                  </a:lnTo>
                  <a:lnTo>
                    <a:pt x="263117" y="177670"/>
                  </a:lnTo>
                  <a:lnTo>
                    <a:pt x="270000" y="134999"/>
                  </a:lnTo>
                  <a:lnTo>
                    <a:pt x="263117" y="92329"/>
                  </a:lnTo>
                  <a:lnTo>
                    <a:pt x="259004" y="84375"/>
                  </a:lnTo>
                  <a:close/>
                </a:path>
                <a:path w="270510" h="270509">
                  <a:moveTo>
                    <a:pt x="180677" y="8437"/>
                  </a:moveTo>
                  <a:lnTo>
                    <a:pt x="135000" y="8437"/>
                  </a:lnTo>
                  <a:lnTo>
                    <a:pt x="144852" y="10426"/>
                  </a:lnTo>
                  <a:lnTo>
                    <a:pt x="152898" y="15851"/>
                  </a:lnTo>
                  <a:lnTo>
                    <a:pt x="158323" y="23897"/>
                  </a:lnTo>
                  <a:lnTo>
                    <a:pt x="160312" y="33749"/>
                  </a:lnTo>
                  <a:lnTo>
                    <a:pt x="158323" y="43602"/>
                  </a:lnTo>
                  <a:lnTo>
                    <a:pt x="152898" y="51648"/>
                  </a:lnTo>
                  <a:lnTo>
                    <a:pt x="144852" y="57073"/>
                  </a:lnTo>
                  <a:lnTo>
                    <a:pt x="135000"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8" name="object 8"/>
            <p:cNvPicPr/>
            <p:nvPr/>
          </p:nvPicPr>
          <p:blipFill>
            <a:blip r:embed="rId4" cstate="print"/>
            <a:stretch>
              <a:fillRect/>
            </a:stretch>
          </p:blipFill>
          <p:spPr>
            <a:xfrm>
              <a:off x="177000" y="6515467"/>
              <a:ext cx="101249" cy="227812"/>
            </a:xfrm>
            <a:prstGeom prst="rect">
              <a:avLst/>
            </a:prstGeom>
          </p:spPr>
        </p:pic>
      </p:gr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48895">
              <a:lnSpc>
                <a:spcPts val="1045"/>
              </a:lnSpc>
            </a:pPr>
            <a:fld id="{81D60167-4931-47E6-BA6A-407CBD079E47}" type="slidenum">
              <a:rPr spc="-25" dirty="0"/>
              <a:t>11</a:t>
            </a:fld>
            <a:endParaRPr spc="-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2" cstate="print"/>
          <a:stretch>
            <a:fillRect/>
          </a:stretch>
        </p:blipFill>
        <p:spPr>
          <a:xfrm>
            <a:off x="7530027" y="2228682"/>
            <a:ext cx="3972995" cy="3302001"/>
          </a:xfrm>
          <a:prstGeom prst="rect">
            <a:avLst/>
          </a:prstGeom>
        </p:spPr>
      </p:pic>
      <p:pic>
        <p:nvPicPr>
          <p:cNvPr id="4" name="object 4"/>
          <p:cNvPicPr/>
          <p:nvPr/>
        </p:nvPicPr>
        <p:blipFill>
          <a:blip r:embed="rId3" cstate="print"/>
          <a:stretch>
            <a:fillRect/>
          </a:stretch>
        </p:blipFill>
        <p:spPr>
          <a:xfrm>
            <a:off x="1417319" y="566927"/>
            <a:ext cx="4855463" cy="573024"/>
          </a:xfrm>
          <a:prstGeom prst="rect">
            <a:avLst/>
          </a:prstGeom>
        </p:spPr>
      </p:pic>
      <p:sp>
        <p:nvSpPr>
          <p:cNvPr id="5" name="object 5"/>
          <p:cNvSpPr txBox="1">
            <a:spLocks noGrp="1"/>
          </p:cNvSpPr>
          <p:nvPr>
            <p:ph type="title"/>
          </p:nvPr>
        </p:nvSpPr>
        <p:spPr>
          <a:prstGeom prst="rect">
            <a:avLst/>
          </a:prstGeom>
        </p:spPr>
        <p:txBody>
          <a:bodyPr vert="horz" wrap="square" lIns="0" tIns="329691" rIns="0" bIns="0" rtlCol="0">
            <a:spAutoFit/>
          </a:bodyPr>
          <a:lstStyle/>
          <a:p>
            <a:pPr marL="640715">
              <a:lnSpc>
                <a:spcPct val="100000"/>
              </a:lnSpc>
              <a:spcBef>
                <a:spcPts val="100"/>
              </a:spcBef>
            </a:pPr>
            <a:r>
              <a:rPr dirty="0"/>
              <a:t>040</a:t>
            </a:r>
            <a:r>
              <a:rPr spc="-40" dirty="0"/>
              <a:t> </a:t>
            </a:r>
            <a:r>
              <a:rPr dirty="0"/>
              <a:t>01</a:t>
            </a:r>
            <a:r>
              <a:rPr spc="-35" dirty="0"/>
              <a:t> </a:t>
            </a:r>
            <a:r>
              <a:rPr dirty="0"/>
              <a:t>03:</a:t>
            </a:r>
            <a:r>
              <a:rPr spc="-40" dirty="0"/>
              <a:t> </a:t>
            </a:r>
            <a:r>
              <a:rPr dirty="0"/>
              <a:t>Examples</a:t>
            </a:r>
            <a:r>
              <a:rPr spc="-35" dirty="0"/>
              <a:t> </a:t>
            </a:r>
            <a:r>
              <a:rPr dirty="0"/>
              <a:t>of</a:t>
            </a:r>
            <a:r>
              <a:rPr spc="-35" dirty="0"/>
              <a:t> </a:t>
            </a:r>
            <a:r>
              <a:rPr dirty="0"/>
              <a:t>navigation</a:t>
            </a:r>
            <a:r>
              <a:rPr spc="-45" dirty="0"/>
              <a:t> </a:t>
            </a:r>
            <a:r>
              <a:rPr spc="-10" dirty="0"/>
              <a:t>systems:</a:t>
            </a:r>
          </a:p>
        </p:txBody>
      </p:sp>
      <p:sp>
        <p:nvSpPr>
          <p:cNvPr id="6" name="object 6"/>
          <p:cNvSpPr txBox="1"/>
          <p:nvPr/>
        </p:nvSpPr>
        <p:spPr>
          <a:xfrm>
            <a:off x="1563051" y="1275588"/>
            <a:ext cx="5833745" cy="4771390"/>
          </a:xfrm>
          <a:prstGeom prst="rect">
            <a:avLst/>
          </a:prstGeom>
        </p:spPr>
        <p:txBody>
          <a:bodyPr vert="horz" wrap="square" lIns="0" tIns="10795" rIns="0" bIns="0" rtlCol="0">
            <a:spAutoFit/>
          </a:bodyPr>
          <a:lstStyle/>
          <a:p>
            <a:pPr marL="12700" marR="5715" algn="just">
              <a:lnSpc>
                <a:spcPct val="100699"/>
              </a:lnSpc>
              <a:spcBef>
                <a:spcPts val="85"/>
              </a:spcBef>
            </a:pPr>
            <a:r>
              <a:rPr sz="1400" b="1" u="sng" dirty="0">
                <a:uFill>
                  <a:solidFill>
                    <a:srgbClr val="000000"/>
                  </a:solidFill>
                </a:uFill>
                <a:latin typeface="Corbel"/>
                <a:cs typeface="Corbel"/>
              </a:rPr>
              <a:t>Global</a:t>
            </a:r>
            <a:r>
              <a:rPr sz="1400" b="1" u="sng" spc="95" dirty="0">
                <a:uFill>
                  <a:solidFill>
                    <a:srgbClr val="000000"/>
                  </a:solidFill>
                </a:uFill>
                <a:latin typeface="Corbel"/>
                <a:cs typeface="Corbel"/>
              </a:rPr>
              <a:t> </a:t>
            </a:r>
            <a:r>
              <a:rPr sz="1400" b="1" u="sng" dirty="0">
                <a:uFill>
                  <a:solidFill>
                    <a:srgbClr val="000000"/>
                  </a:solidFill>
                </a:uFill>
                <a:latin typeface="Corbel"/>
                <a:cs typeface="Corbel"/>
              </a:rPr>
              <a:t>Navigation</a:t>
            </a:r>
            <a:r>
              <a:rPr sz="1400" b="1" u="sng" spc="105" dirty="0">
                <a:uFill>
                  <a:solidFill>
                    <a:srgbClr val="000000"/>
                  </a:solidFill>
                </a:uFill>
                <a:latin typeface="Corbel"/>
                <a:cs typeface="Corbel"/>
              </a:rPr>
              <a:t> </a:t>
            </a:r>
            <a:r>
              <a:rPr sz="1400" b="1" u="sng" dirty="0">
                <a:uFill>
                  <a:solidFill>
                    <a:srgbClr val="000000"/>
                  </a:solidFill>
                </a:uFill>
                <a:latin typeface="Corbel"/>
                <a:cs typeface="Corbel"/>
              </a:rPr>
              <a:t>Satellite</a:t>
            </a:r>
            <a:r>
              <a:rPr sz="1400" b="1" u="sng" spc="95" dirty="0">
                <a:uFill>
                  <a:solidFill>
                    <a:srgbClr val="000000"/>
                  </a:solidFill>
                </a:uFill>
                <a:latin typeface="Corbel"/>
                <a:cs typeface="Corbel"/>
              </a:rPr>
              <a:t> </a:t>
            </a:r>
            <a:r>
              <a:rPr sz="1400" b="1" u="sng" dirty="0">
                <a:uFill>
                  <a:solidFill>
                    <a:srgbClr val="000000"/>
                  </a:solidFill>
                </a:uFill>
                <a:latin typeface="Corbel"/>
                <a:cs typeface="Corbel"/>
              </a:rPr>
              <a:t>System</a:t>
            </a:r>
            <a:r>
              <a:rPr sz="1400" b="1" u="sng" spc="100" dirty="0">
                <a:uFill>
                  <a:solidFill>
                    <a:srgbClr val="000000"/>
                  </a:solidFill>
                </a:uFill>
                <a:latin typeface="Corbel"/>
                <a:cs typeface="Corbel"/>
              </a:rPr>
              <a:t> </a:t>
            </a:r>
            <a:r>
              <a:rPr sz="1400" b="1" u="sng" dirty="0">
                <a:uFill>
                  <a:solidFill>
                    <a:srgbClr val="000000"/>
                  </a:solidFill>
                </a:uFill>
                <a:latin typeface="Corbel"/>
                <a:cs typeface="Corbel"/>
              </a:rPr>
              <a:t>(GNSS)</a:t>
            </a:r>
            <a:r>
              <a:rPr sz="1400" b="1" spc="100" dirty="0">
                <a:latin typeface="Corbel"/>
                <a:cs typeface="Corbel"/>
              </a:rPr>
              <a:t> </a:t>
            </a:r>
            <a:r>
              <a:rPr sz="1400" dirty="0">
                <a:latin typeface="Corbel"/>
                <a:cs typeface="Corbel"/>
              </a:rPr>
              <a:t>is</a:t>
            </a:r>
            <a:r>
              <a:rPr sz="1400" spc="105" dirty="0">
                <a:latin typeface="Corbel"/>
                <a:cs typeface="Corbel"/>
              </a:rPr>
              <a:t> </a:t>
            </a:r>
            <a:r>
              <a:rPr sz="1400" dirty="0">
                <a:latin typeface="Corbel"/>
                <a:cs typeface="Corbel"/>
              </a:rPr>
              <a:t>a</a:t>
            </a:r>
            <a:r>
              <a:rPr sz="1400" spc="105" dirty="0">
                <a:latin typeface="Corbel"/>
                <a:cs typeface="Corbel"/>
              </a:rPr>
              <a:t> </a:t>
            </a:r>
            <a:r>
              <a:rPr sz="1400" dirty="0">
                <a:latin typeface="Corbel"/>
                <a:cs typeface="Corbel"/>
              </a:rPr>
              <a:t>general</a:t>
            </a:r>
            <a:r>
              <a:rPr sz="1400" spc="110" dirty="0">
                <a:latin typeface="Corbel"/>
                <a:cs typeface="Corbel"/>
              </a:rPr>
              <a:t> </a:t>
            </a:r>
            <a:r>
              <a:rPr sz="1400" dirty="0">
                <a:latin typeface="Corbel"/>
                <a:cs typeface="Corbel"/>
              </a:rPr>
              <a:t>term</a:t>
            </a:r>
            <a:r>
              <a:rPr sz="1400" spc="110" dirty="0">
                <a:latin typeface="Corbel"/>
                <a:cs typeface="Corbel"/>
              </a:rPr>
              <a:t> </a:t>
            </a:r>
            <a:r>
              <a:rPr sz="1400" dirty="0">
                <a:latin typeface="Corbel"/>
                <a:cs typeface="Corbel"/>
              </a:rPr>
              <a:t>describing</a:t>
            </a:r>
            <a:r>
              <a:rPr sz="1400" spc="95" dirty="0">
                <a:latin typeface="Corbel"/>
                <a:cs typeface="Corbel"/>
              </a:rPr>
              <a:t> </a:t>
            </a:r>
            <a:r>
              <a:rPr sz="1400" spc="-25" dirty="0">
                <a:latin typeface="Corbel"/>
                <a:cs typeface="Corbel"/>
              </a:rPr>
              <a:t>any </a:t>
            </a:r>
            <a:r>
              <a:rPr sz="1400" dirty="0">
                <a:latin typeface="Corbel"/>
                <a:cs typeface="Corbel"/>
              </a:rPr>
              <a:t>satellite</a:t>
            </a:r>
            <a:r>
              <a:rPr sz="1400" spc="110" dirty="0">
                <a:latin typeface="Corbel"/>
                <a:cs typeface="Corbel"/>
              </a:rPr>
              <a:t> </a:t>
            </a:r>
            <a:r>
              <a:rPr sz="1400" dirty="0">
                <a:latin typeface="Corbel"/>
                <a:cs typeface="Corbel"/>
              </a:rPr>
              <a:t>constellation</a:t>
            </a:r>
            <a:r>
              <a:rPr sz="1400" spc="105" dirty="0">
                <a:latin typeface="Corbel"/>
                <a:cs typeface="Corbel"/>
              </a:rPr>
              <a:t> </a:t>
            </a:r>
            <a:r>
              <a:rPr sz="1400" dirty="0">
                <a:latin typeface="Corbel"/>
                <a:cs typeface="Corbel"/>
              </a:rPr>
              <a:t>that</a:t>
            </a:r>
            <a:r>
              <a:rPr sz="1400" spc="110" dirty="0">
                <a:latin typeface="Corbel"/>
                <a:cs typeface="Corbel"/>
              </a:rPr>
              <a:t> </a:t>
            </a:r>
            <a:r>
              <a:rPr sz="1400" dirty="0">
                <a:latin typeface="Corbel"/>
                <a:cs typeface="Corbel"/>
              </a:rPr>
              <a:t>provides</a:t>
            </a:r>
            <a:r>
              <a:rPr sz="1400" spc="105" dirty="0">
                <a:latin typeface="Corbel"/>
                <a:cs typeface="Corbel"/>
              </a:rPr>
              <a:t> </a:t>
            </a:r>
            <a:r>
              <a:rPr sz="1400" dirty="0">
                <a:latin typeface="Corbel"/>
                <a:cs typeface="Corbel"/>
              </a:rPr>
              <a:t>positioning,</a:t>
            </a:r>
            <a:r>
              <a:rPr sz="1400" spc="114" dirty="0">
                <a:latin typeface="Corbel"/>
                <a:cs typeface="Corbel"/>
              </a:rPr>
              <a:t> </a:t>
            </a:r>
            <a:r>
              <a:rPr sz="1400" dirty="0">
                <a:latin typeface="Corbel"/>
                <a:cs typeface="Corbel"/>
              </a:rPr>
              <a:t>navigation,</a:t>
            </a:r>
            <a:r>
              <a:rPr sz="1400" spc="114" dirty="0">
                <a:latin typeface="Corbel"/>
                <a:cs typeface="Corbel"/>
              </a:rPr>
              <a:t> </a:t>
            </a:r>
            <a:r>
              <a:rPr sz="1400" dirty="0">
                <a:latin typeface="Corbel"/>
                <a:cs typeface="Corbel"/>
              </a:rPr>
              <a:t>and</a:t>
            </a:r>
            <a:r>
              <a:rPr sz="1400" spc="110" dirty="0">
                <a:latin typeface="Corbel"/>
                <a:cs typeface="Corbel"/>
              </a:rPr>
              <a:t> </a:t>
            </a:r>
            <a:r>
              <a:rPr sz="1400" dirty="0">
                <a:latin typeface="Corbel"/>
                <a:cs typeface="Corbel"/>
              </a:rPr>
              <a:t>timing</a:t>
            </a:r>
            <a:r>
              <a:rPr sz="1400" spc="105" dirty="0">
                <a:latin typeface="Corbel"/>
                <a:cs typeface="Corbel"/>
              </a:rPr>
              <a:t> </a:t>
            </a:r>
            <a:r>
              <a:rPr sz="1400" spc="-10" dirty="0">
                <a:latin typeface="Corbel"/>
                <a:cs typeface="Corbel"/>
              </a:rPr>
              <a:t>(PNT) </a:t>
            </a:r>
            <a:r>
              <a:rPr sz="1400" dirty="0">
                <a:latin typeface="Corbel"/>
                <a:cs typeface="Corbel"/>
              </a:rPr>
              <a:t>services</a:t>
            </a:r>
            <a:r>
              <a:rPr sz="1400" spc="-40" dirty="0">
                <a:latin typeface="Corbel"/>
                <a:cs typeface="Corbel"/>
              </a:rPr>
              <a:t> </a:t>
            </a:r>
            <a:r>
              <a:rPr sz="1400" dirty="0">
                <a:latin typeface="Corbel"/>
                <a:cs typeface="Corbel"/>
              </a:rPr>
              <a:t>on</a:t>
            </a:r>
            <a:r>
              <a:rPr sz="1400" spc="-35" dirty="0">
                <a:latin typeface="Corbel"/>
                <a:cs typeface="Corbel"/>
              </a:rPr>
              <a:t> </a:t>
            </a:r>
            <a:r>
              <a:rPr sz="1400" dirty="0">
                <a:latin typeface="Corbel"/>
                <a:cs typeface="Corbel"/>
              </a:rPr>
              <a:t>a</a:t>
            </a:r>
            <a:r>
              <a:rPr sz="1400" spc="-35" dirty="0">
                <a:latin typeface="Corbel"/>
                <a:cs typeface="Corbel"/>
              </a:rPr>
              <a:t> </a:t>
            </a:r>
            <a:r>
              <a:rPr sz="1400" dirty="0">
                <a:latin typeface="Corbel"/>
                <a:cs typeface="Corbel"/>
              </a:rPr>
              <a:t>global</a:t>
            </a:r>
            <a:r>
              <a:rPr sz="1400" spc="-30" dirty="0">
                <a:latin typeface="Corbel"/>
                <a:cs typeface="Corbel"/>
              </a:rPr>
              <a:t> </a:t>
            </a:r>
            <a:r>
              <a:rPr sz="1400" dirty="0">
                <a:latin typeface="Corbel"/>
                <a:cs typeface="Corbel"/>
              </a:rPr>
              <a:t>or</a:t>
            </a:r>
            <a:r>
              <a:rPr sz="1400" spc="-25" dirty="0">
                <a:latin typeface="Corbel"/>
                <a:cs typeface="Corbel"/>
              </a:rPr>
              <a:t> </a:t>
            </a:r>
            <a:r>
              <a:rPr sz="1400" dirty="0">
                <a:latin typeface="Corbel"/>
                <a:cs typeface="Corbel"/>
              </a:rPr>
              <a:t>regional</a:t>
            </a:r>
            <a:r>
              <a:rPr sz="1400" spc="-30" dirty="0">
                <a:latin typeface="Corbel"/>
                <a:cs typeface="Corbel"/>
              </a:rPr>
              <a:t> </a:t>
            </a:r>
            <a:r>
              <a:rPr sz="1400" spc="-10" dirty="0">
                <a:latin typeface="Corbel"/>
                <a:cs typeface="Corbel"/>
              </a:rPr>
              <a:t>basis.</a:t>
            </a:r>
            <a:endParaRPr sz="1400">
              <a:latin typeface="Corbel"/>
              <a:cs typeface="Corbel"/>
            </a:endParaRPr>
          </a:p>
          <a:p>
            <a:pPr marL="12700" marR="5715" indent="132080" algn="just">
              <a:lnSpc>
                <a:spcPct val="99600"/>
              </a:lnSpc>
              <a:spcBef>
                <a:spcPts val="944"/>
              </a:spcBef>
              <a:buFont typeface="Corbel"/>
              <a:buChar char="•"/>
              <a:tabLst>
                <a:tab pos="144780" algn="l"/>
              </a:tabLst>
            </a:pPr>
            <a:r>
              <a:rPr sz="1400" b="1" u="sng" dirty="0">
                <a:uFill>
                  <a:solidFill>
                    <a:srgbClr val="000000"/>
                  </a:solidFill>
                </a:uFill>
                <a:latin typeface="Corbel"/>
                <a:cs typeface="Corbel"/>
              </a:rPr>
              <a:t>Global</a:t>
            </a:r>
            <a:r>
              <a:rPr sz="1400" b="1" u="sng" spc="95" dirty="0">
                <a:uFill>
                  <a:solidFill>
                    <a:srgbClr val="000000"/>
                  </a:solidFill>
                </a:uFill>
                <a:latin typeface="Corbel"/>
                <a:cs typeface="Corbel"/>
              </a:rPr>
              <a:t> </a:t>
            </a:r>
            <a:r>
              <a:rPr sz="1400" b="1" u="sng" dirty="0">
                <a:uFill>
                  <a:solidFill>
                    <a:srgbClr val="000000"/>
                  </a:solidFill>
                </a:uFill>
                <a:latin typeface="Corbel"/>
                <a:cs typeface="Corbel"/>
              </a:rPr>
              <a:t>Positioning</a:t>
            </a:r>
            <a:r>
              <a:rPr sz="1400" b="1" u="sng" spc="110" dirty="0">
                <a:uFill>
                  <a:solidFill>
                    <a:srgbClr val="000000"/>
                  </a:solidFill>
                </a:uFill>
                <a:latin typeface="Corbel"/>
                <a:cs typeface="Corbel"/>
              </a:rPr>
              <a:t> </a:t>
            </a:r>
            <a:r>
              <a:rPr sz="1400" b="1" u="sng" dirty="0">
                <a:uFill>
                  <a:solidFill>
                    <a:srgbClr val="000000"/>
                  </a:solidFill>
                </a:uFill>
                <a:latin typeface="Corbel"/>
                <a:cs typeface="Corbel"/>
              </a:rPr>
              <a:t>System</a:t>
            </a:r>
            <a:r>
              <a:rPr sz="1400" dirty="0">
                <a:latin typeface="Corbel"/>
                <a:cs typeface="Corbel"/>
              </a:rPr>
              <a:t>,</a:t>
            </a:r>
            <a:r>
              <a:rPr sz="1400" spc="114" dirty="0">
                <a:latin typeface="Corbel"/>
                <a:cs typeface="Corbel"/>
              </a:rPr>
              <a:t> </a:t>
            </a:r>
            <a:r>
              <a:rPr sz="1400" dirty="0">
                <a:latin typeface="Corbel"/>
                <a:cs typeface="Corbel"/>
              </a:rPr>
              <a:t>is</a:t>
            </a:r>
            <a:r>
              <a:rPr sz="1400" spc="105" dirty="0">
                <a:latin typeface="Corbel"/>
                <a:cs typeface="Corbel"/>
              </a:rPr>
              <a:t> </a:t>
            </a:r>
            <a:r>
              <a:rPr sz="1400" dirty="0">
                <a:latin typeface="Corbel"/>
                <a:cs typeface="Corbel"/>
              </a:rPr>
              <a:t>a</a:t>
            </a:r>
            <a:r>
              <a:rPr sz="1400" spc="110" dirty="0">
                <a:latin typeface="Corbel"/>
                <a:cs typeface="Corbel"/>
              </a:rPr>
              <a:t> </a:t>
            </a:r>
            <a:r>
              <a:rPr sz="1400" spc="-20" dirty="0">
                <a:latin typeface="Corbel"/>
                <a:cs typeface="Corbel"/>
              </a:rPr>
              <a:t>U.S.-</a:t>
            </a:r>
            <a:r>
              <a:rPr sz="1400" dirty="0">
                <a:latin typeface="Corbel"/>
                <a:cs typeface="Corbel"/>
              </a:rPr>
              <a:t>owned</a:t>
            </a:r>
            <a:r>
              <a:rPr sz="1400" spc="110" dirty="0">
                <a:latin typeface="Corbel"/>
                <a:cs typeface="Corbel"/>
              </a:rPr>
              <a:t> </a:t>
            </a:r>
            <a:r>
              <a:rPr sz="1400" dirty="0">
                <a:latin typeface="Corbel"/>
                <a:cs typeface="Corbel"/>
              </a:rPr>
              <a:t>utility</a:t>
            </a:r>
            <a:r>
              <a:rPr sz="1400" spc="114" dirty="0">
                <a:latin typeface="Corbel"/>
                <a:cs typeface="Corbel"/>
              </a:rPr>
              <a:t> </a:t>
            </a:r>
            <a:r>
              <a:rPr sz="1400" dirty="0">
                <a:latin typeface="Corbel"/>
                <a:cs typeface="Corbel"/>
              </a:rPr>
              <a:t>that</a:t>
            </a:r>
            <a:r>
              <a:rPr sz="1400" spc="110" dirty="0">
                <a:latin typeface="Corbel"/>
                <a:cs typeface="Corbel"/>
              </a:rPr>
              <a:t> </a:t>
            </a:r>
            <a:r>
              <a:rPr sz="1400" dirty="0">
                <a:latin typeface="Corbel"/>
                <a:cs typeface="Corbel"/>
              </a:rPr>
              <a:t>provides</a:t>
            </a:r>
            <a:r>
              <a:rPr sz="1400" spc="105" dirty="0">
                <a:latin typeface="Corbel"/>
                <a:cs typeface="Corbel"/>
              </a:rPr>
              <a:t> </a:t>
            </a:r>
            <a:r>
              <a:rPr sz="1400" dirty="0">
                <a:latin typeface="Corbel"/>
                <a:cs typeface="Corbel"/>
              </a:rPr>
              <a:t>users</a:t>
            </a:r>
            <a:r>
              <a:rPr sz="1400" spc="105" dirty="0">
                <a:latin typeface="Corbel"/>
                <a:cs typeface="Corbel"/>
              </a:rPr>
              <a:t> </a:t>
            </a:r>
            <a:r>
              <a:rPr sz="1400" spc="-20" dirty="0">
                <a:latin typeface="Corbel"/>
                <a:cs typeface="Corbel"/>
              </a:rPr>
              <a:t>with </a:t>
            </a:r>
            <a:r>
              <a:rPr sz="1400" dirty="0">
                <a:latin typeface="Corbel"/>
                <a:cs typeface="Corbel"/>
              </a:rPr>
              <a:t>positioning,</a:t>
            </a:r>
            <a:r>
              <a:rPr sz="1400" spc="305" dirty="0">
                <a:latin typeface="Corbel"/>
                <a:cs typeface="Corbel"/>
              </a:rPr>
              <a:t> </a:t>
            </a:r>
            <a:r>
              <a:rPr sz="1400" dirty="0">
                <a:latin typeface="Corbel"/>
                <a:cs typeface="Corbel"/>
              </a:rPr>
              <a:t>navigation,</a:t>
            </a:r>
            <a:r>
              <a:rPr sz="1400" spc="305" dirty="0">
                <a:latin typeface="Corbel"/>
                <a:cs typeface="Corbel"/>
              </a:rPr>
              <a:t> </a:t>
            </a:r>
            <a:r>
              <a:rPr sz="1400" dirty="0">
                <a:latin typeface="Corbel"/>
                <a:cs typeface="Corbel"/>
              </a:rPr>
              <a:t>and</a:t>
            </a:r>
            <a:r>
              <a:rPr sz="1400" spc="305" dirty="0">
                <a:latin typeface="Corbel"/>
                <a:cs typeface="Corbel"/>
              </a:rPr>
              <a:t> </a:t>
            </a:r>
            <a:r>
              <a:rPr sz="1400" dirty="0">
                <a:latin typeface="Corbel"/>
                <a:cs typeface="Corbel"/>
              </a:rPr>
              <a:t>timing</a:t>
            </a:r>
            <a:r>
              <a:rPr sz="1400" spc="295" dirty="0">
                <a:latin typeface="Corbel"/>
                <a:cs typeface="Corbel"/>
              </a:rPr>
              <a:t> </a:t>
            </a:r>
            <a:r>
              <a:rPr sz="1400" dirty="0">
                <a:latin typeface="Corbel"/>
                <a:cs typeface="Corbel"/>
              </a:rPr>
              <a:t>(PNT)</a:t>
            </a:r>
            <a:r>
              <a:rPr sz="1400" spc="305" dirty="0">
                <a:latin typeface="Corbel"/>
                <a:cs typeface="Corbel"/>
              </a:rPr>
              <a:t> </a:t>
            </a:r>
            <a:r>
              <a:rPr sz="1400" dirty="0">
                <a:latin typeface="Corbel"/>
                <a:cs typeface="Corbel"/>
              </a:rPr>
              <a:t>services.</a:t>
            </a:r>
            <a:r>
              <a:rPr sz="1400" spc="305" dirty="0">
                <a:latin typeface="Corbel"/>
                <a:cs typeface="Corbel"/>
              </a:rPr>
              <a:t> </a:t>
            </a:r>
            <a:r>
              <a:rPr sz="1400" dirty="0">
                <a:latin typeface="Corbel"/>
                <a:cs typeface="Corbel"/>
              </a:rPr>
              <a:t>This</a:t>
            </a:r>
            <a:r>
              <a:rPr sz="1400" spc="295" dirty="0">
                <a:latin typeface="Corbel"/>
                <a:cs typeface="Corbel"/>
              </a:rPr>
              <a:t> </a:t>
            </a:r>
            <a:r>
              <a:rPr sz="1400" dirty="0">
                <a:latin typeface="Corbel"/>
                <a:cs typeface="Corbel"/>
              </a:rPr>
              <a:t>system</a:t>
            </a:r>
            <a:r>
              <a:rPr sz="1400" spc="305" dirty="0">
                <a:latin typeface="Corbel"/>
                <a:cs typeface="Corbel"/>
              </a:rPr>
              <a:t> </a:t>
            </a:r>
            <a:r>
              <a:rPr sz="1400" dirty="0">
                <a:latin typeface="Corbel"/>
                <a:cs typeface="Corbel"/>
              </a:rPr>
              <a:t>consists</a:t>
            </a:r>
            <a:r>
              <a:rPr sz="1400" spc="295" dirty="0">
                <a:latin typeface="Corbel"/>
                <a:cs typeface="Corbel"/>
              </a:rPr>
              <a:t> </a:t>
            </a:r>
            <a:r>
              <a:rPr sz="1400" spc="-25" dirty="0">
                <a:latin typeface="Corbel"/>
                <a:cs typeface="Corbel"/>
              </a:rPr>
              <a:t>of </a:t>
            </a:r>
            <a:r>
              <a:rPr sz="1400" dirty="0">
                <a:latin typeface="Corbel"/>
                <a:cs typeface="Corbel"/>
              </a:rPr>
              <a:t>three</a:t>
            </a:r>
            <a:r>
              <a:rPr sz="1400" spc="450" dirty="0">
                <a:latin typeface="Corbel"/>
                <a:cs typeface="Corbel"/>
              </a:rPr>
              <a:t> </a:t>
            </a:r>
            <a:r>
              <a:rPr sz="1400" dirty="0">
                <a:latin typeface="Corbel"/>
                <a:cs typeface="Corbel"/>
              </a:rPr>
              <a:t>segments:</a:t>
            </a:r>
            <a:r>
              <a:rPr sz="1400" spc="455" dirty="0">
                <a:latin typeface="Corbel"/>
                <a:cs typeface="Corbel"/>
              </a:rPr>
              <a:t> </a:t>
            </a:r>
            <a:r>
              <a:rPr sz="1400" dirty="0">
                <a:latin typeface="Corbel"/>
                <a:cs typeface="Corbel"/>
              </a:rPr>
              <a:t>the</a:t>
            </a:r>
            <a:r>
              <a:rPr sz="1400" spc="450" dirty="0">
                <a:latin typeface="Corbel"/>
                <a:cs typeface="Corbel"/>
              </a:rPr>
              <a:t> </a:t>
            </a:r>
            <a:r>
              <a:rPr sz="1400" dirty="0">
                <a:latin typeface="Corbel"/>
                <a:cs typeface="Corbel"/>
              </a:rPr>
              <a:t>space</a:t>
            </a:r>
            <a:r>
              <a:rPr sz="1400" spc="450" dirty="0">
                <a:latin typeface="Corbel"/>
                <a:cs typeface="Corbel"/>
              </a:rPr>
              <a:t> </a:t>
            </a:r>
            <a:r>
              <a:rPr sz="1400" dirty="0">
                <a:latin typeface="Corbel"/>
                <a:cs typeface="Corbel"/>
              </a:rPr>
              <a:t>segment,</a:t>
            </a:r>
            <a:r>
              <a:rPr sz="1400" spc="459" dirty="0">
                <a:latin typeface="Corbel"/>
                <a:cs typeface="Corbel"/>
              </a:rPr>
              <a:t> </a:t>
            </a:r>
            <a:r>
              <a:rPr sz="1400" dirty="0">
                <a:latin typeface="Corbel"/>
                <a:cs typeface="Corbel"/>
              </a:rPr>
              <a:t>the</a:t>
            </a:r>
            <a:r>
              <a:rPr sz="1400" spc="450" dirty="0">
                <a:latin typeface="Corbel"/>
                <a:cs typeface="Corbel"/>
              </a:rPr>
              <a:t> </a:t>
            </a:r>
            <a:r>
              <a:rPr sz="1400" dirty="0">
                <a:latin typeface="Corbel"/>
                <a:cs typeface="Corbel"/>
              </a:rPr>
              <a:t>control</a:t>
            </a:r>
            <a:r>
              <a:rPr sz="1400" spc="450" dirty="0">
                <a:latin typeface="Corbel"/>
                <a:cs typeface="Corbel"/>
              </a:rPr>
              <a:t> </a:t>
            </a:r>
            <a:r>
              <a:rPr sz="1400" dirty="0">
                <a:latin typeface="Corbel"/>
                <a:cs typeface="Corbel"/>
              </a:rPr>
              <a:t>segment,</a:t>
            </a:r>
            <a:r>
              <a:rPr sz="1400" spc="455" dirty="0">
                <a:latin typeface="Corbel"/>
                <a:cs typeface="Corbel"/>
              </a:rPr>
              <a:t> </a:t>
            </a:r>
            <a:r>
              <a:rPr sz="1400" dirty="0">
                <a:latin typeface="Corbel"/>
                <a:cs typeface="Corbel"/>
              </a:rPr>
              <a:t>and</a:t>
            </a:r>
            <a:r>
              <a:rPr sz="1400" spc="455" dirty="0">
                <a:latin typeface="Corbel"/>
                <a:cs typeface="Corbel"/>
              </a:rPr>
              <a:t> </a:t>
            </a:r>
            <a:r>
              <a:rPr sz="1400" dirty="0">
                <a:latin typeface="Corbel"/>
                <a:cs typeface="Corbel"/>
              </a:rPr>
              <a:t>the</a:t>
            </a:r>
            <a:r>
              <a:rPr sz="1400" spc="450" dirty="0">
                <a:latin typeface="Corbel"/>
                <a:cs typeface="Corbel"/>
              </a:rPr>
              <a:t> </a:t>
            </a:r>
            <a:r>
              <a:rPr sz="1400" spc="-20" dirty="0">
                <a:latin typeface="Corbel"/>
                <a:cs typeface="Corbel"/>
              </a:rPr>
              <a:t>user </a:t>
            </a:r>
            <a:r>
              <a:rPr sz="1400" dirty="0">
                <a:latin typeface="Corbel"/>
                <a:cs typeface="Corbel"/>
              </a:rPr>
              <a:t>segment.</a:t>
            </a:r>
            <a:r>
              <a:rPr sz="1400" spc="145" dirty="0">
                <a:latin typeface="Corbel"/>
                <a:cs typeface="Corbel"/>
              </a:rPr>
              <a:t> </a:t>
            </a:r>
            <a:r>
              <a:rPr sz="1400" dirty="0">
                <a:latin typeface="Corbel"/>
                <a:cs typeface="Corbel"/>
              </a:rPr>
              <a:t>The</a:t>
            </a:r>
            <a:r>
              <a:rPr sz="1400" spc="145" dirty="0">
                <a:latin typeface="Corbel"/>
                <a:cs typeface="Corbel"/>
              </a:rPr>
              <a:t> </a:t>
            </a:r>
            <a:r>
              <a:rPr sz="1400" dirty="0">
                <a:latin typeface="Corbel"/>
                <a:cs typeface="Corbel"/>
              </a:rPr>
              <a:t>U.S.</a:t>
            </a:r>
            <a:r>
              <a:rPr sz="1400" spc="150" dirty="0">
                <a:latin typeface="Corbel"/>
                <a:cs typeface="Corbel"/>
              </a:rPr>
              <a:t> </a:t>
            </a:r>
            <a:r>
              <a:rPr sz="1400" dirty="0">
                <a:latin typeface="Corbel"/>
                <a:cs typeface="Corbel"/>
              </a:rPr>
              <a:t>Space</a:t>
            </a:r>
            <a:r>
              <a:rPr sz="1400" spc="150" dirty="0">
                <a:latin typeface="Corbel"/>
                <a:cs typeface="Corbel"/>
              </a:rPr>
              <a:t> </a:t>
            </a:r>
            <a:r>
              <a:rPr sz="1400" dirty="0">
                <a:latin typeface="Corbel"/>
                <a:cs typeface="Corbel"/>
              </a:rPr>
              <a:t>Force</a:t>
            </a:r>
            <a:r>
              <a:rPr sz="1400" spc="145" dirty="0">
                <a:latin typeface="Corbel"/>
                <a:cs typeface="Corbel"/>
              </a:rPr>
              <a:t> </a:t>
            </a:r>
            <a:r>
              <a:rPr sz="1400" dirty="0">
                <a:latin typeface="Corbel"/>
                <a:cs typeface="Corbel"/>
              </a:rPr>
              <a:t>develops,</a:t>
            </a:r>
            <a:r>
              <a:rPr sz="1400" spc="150" dirty="0">
                <a:latin typeface="Corbel"/>
                <a:cs typeface="Corbel"/>
              </a:rPr>
              <a:t> </a:t>
            </a:r>
            <a:r>
              <a:rPr sz="1400" dirty="0">
                <a:latin typeface="Corbel"/>
                <a:cs typeface="Corbel"/>
              </a:rPr>
              <a:t>maintains,</a:t>
            </a:r>
            <a:r>
              <a:rPr sz="1400" spc="150" dirty="0">
                <a:latin typeface="Corbel"/>
                <a:cs typeface="Corbel"/>
              </a:rPr>
              <a:t> </a:t>
            </a:r>
            <a:r>
              <a:rPr sz="1400" dirty="0">
                <a:latin typeface="Corbel"/>
                <a:cs typeface="Corbel"/>
              </a:rPr>
              <a:t>and</a:t>
            </a:r>
            <a:r>
              <a:rPr sz="1400" spc="145" dirty="0">
                <a:latin typeface="Corbel"/>
                <a:cs typeface="Corbel"/>
              </a:rPr>
              <a:t> </a:t>
            </a:r>
            <a:r>
              <a:rPr sz="1400" dirty="0">
                <a:latin typeface="Corbel"/>
                <a:cs typeface="Corbel"/>
              </a:rPr>
              <a:t>operates</a:t>
            </a:r>
            <a:r>
              <a:rPr sz="1400" spc="140" dirty="0">
                <a:latin typeface="Corbel"/>
                <a:cs typeface="Corbel"/>
              </a:rPr>
              <a:t> </a:t>
            </a:r>
            <a:r>
              <a:rPr sz="1400" dirty="0">
                <a:latin typeface="Corbel"/>
                <a:cs typeface="Corbel"/>
              </a:rPr>
              <a:t>the</a:t>
            </a:r>
            <a:r>
              <a:rPr sz="1400" spc="145" dirty="0">
                <a:latin typeface="Corbel"/>
                <a:cs typeface="Corbel"/>
              </a:rPr>
              <a:t> </a:t>
            </a:r>
            <a:r>
              <a:rPr sz="1400" spc="-10" dirty="0">
                <a:latin typeface="Corbel"/>
                <a:cs typeface="Corbel"/>
              </a:rPr>
              <a:t>space </a:t>
            </a:r>
            <a:r>
              <a:rPr sz="1400" dirty="0">
                <a:latin typeface="Corbel"/>
                <a:cs typeface="Corbel"/>
              </a:rPr>
              <a:t>and</a:t>
            </a:r>
            <a:r>
              <a:rPr sz="1400" spc="-45" dirty="0">
                <a:latin typeface="Corbel"/>
                <a:cs typeface="Corbel"/>
              </a:rPr>
              <a:t> </a:t>
            </a:r>
            <a:r>
              <a:rPr sz="1400" dirty="0">
                <a:latin typeface="Corbel"/>
                <a:cs typeface="Corbel"/>
              </a:rPr>
              <a:t>control</a:t>
            </a:r>
            <a:r>
              <a:rPr sz="1400" spc="-50" dirty="0">
                <a:latin typeface="Corbel"/>
                <a:cs typeface="Corbel"/>
              </a:rPr>
              <a:t> </a:t>
            </a:r>
            <a:r>
              <a:rPr sz="1400" spc="-10" dirty="0">
                <a:latin typeface="Corbel"/>
                <a:cs typeface="Corbel"/>
              </a:rPr>
              <a:t>segments.</a:t>
            </a:r>
            <a:endParaRPr sz="1400">
              <a:latin typeface="Corbel"/>
              <a:cs typeface="Corbel"/>
            </a:endParaRPr>
          </a:p>
          <a:p>
            <a:pPr marL="12700" marR="5080" algn="just">
              <a:lnSpc>
                <a:spcPct val="99600"/>
              </a:lnSpc>
              <a:spcBef>
                <a:spcPts val="920"/>
              </a:spcBef>
            </a:pPr>
            <a:r>
              <a:rPr sz="1400" dirty="0">
                <a:latin typeface="Corbel"/>
                <a:cs typeface="Corbel"/>
              </a:rPr>
              <a:t>The</a:t>
            </a:r>
            <a:r>
              <a:rPr sz="1400" spc="165" dirty="0">
                <a:latin typeface="Corbel"/>
                <a:cs typeface="Corbel"/>
              </a:rPr>
              <a:t> </a:t>
            </a:r>
            <a:r>
              <a:rPr sz="1400" u="sng" dirty="0">
                <a:uFill>
                  <a:solidFill>
                    <a:srgbClr val="000000"/>
                  </a:solidFill>
                </a:uFill>
                <a:latin typeface="Corbel"/>
                <a:cs typeface="Corbel"/>
              </a:rPr>
              <a:t>control</a:t>
            </a:r>
            <a:r>
              <a:rPr sz="1400" u="sng" spc="165" dirty="0">
                <a:uFill>
                  <a:solidFill>
                    <a:srgbClr val="000000"/>
                  </a:solidFill>
                </a:uFill>
                <a:latin typeface="Corbel"/>
                <a:cs typeface="Corbel"/>
              </a:rPr>
              <a:t> </a:t>
            </a:r>
            <a:r>
              <a:rPr sz="1400" u="sng" dirty="0">
                <a:uFill>
                  <a:solidFill>
                    <a:srgbClr val="000000"/>
                  </a:solidFill>
                </a:uFill>
                <a:latin typeface="Corbel"/>
                <a:cs typeface="Corbel"/>
              </a:rPr>
              <a:t>segment</a:t>
            </a:r>
            <a:r>
              <a:rPr sz="1400" u="sng" spc="165" dirty="0">
                <a:uFill>
                  <a:solidFill>
                    <a:srgbClr val="000000"/>
                  </a:solidFill>
                </a:uFill>
                <a:latin typeface="Corbel"/>
                <a:cs typeface="Corbel"/>
              </a:rPr>
              <a:t> </a:t>
            </a:r>
            <a:r>
              <a:rPr sz="1400" u="sng" dirty="0">
                <a:uFill>
                  <a:solidFill>
                    <a:srgbClr val="000000"/>
                  </a:solidFill>
                </a:uFill>
                <a:latin typeface="Corbel"/>
                <a:cs typeface="Corbel"/>
              </a:rPr>
              <a:t>consist</a:t>
            </a:r>
            <a:r>
              <a:rPr sz="1400" u="sng" spc="170" dirty="0">
                <a:uFill>
                  <a:solidFill>
                    <a:srgbClr val="000000"/>
                  </a:solidFill>
                </a:uFill>
                <a:latin typeface="Corbel"/>
                <a:cs typeface="Corbel"/>
              </a:rPr>
              <a:t> </a:t>
            </a:r>
            <a:r>
              <a:rPr sz="1400" u="sng" dirty="0">
                <a:uFill>
                  <a:solidFill>
                    <a:srgbClr val="000000"/>
                  </a:solidFill>
                </a:uFill>
                <a:latin typeface="Corbel"/>
                <a:cs typeface="Corbel"/>
              </a:rPr>
              <a:t>of</a:t>
            </a:r>
            <a:r>
              <a:rPr sz="1400" u="sng" spc="165" dirty="0">
                <a:uFill>
                  <a:solidFill>
                    <a:srgbClr val="000000"/>
                  </a:solidFill>
                </a:uFill>
                <a:latin typeface="Corbel"/>
                <a:cs typeface="Corbel"/>
              </a:rPr>
              <a:t> </a:t>
            </a:r>
            <a:r>
              <a:rPr sz="1400" u="sng" dirty="0">
                <a:uFill>
                  <a:solidFill>
                    <a:srgbClr val="000000"/>
                  </a:solidFill>
                </a:uFill>
                <a:latin typeface="Corbel"/>
                <a:cs typeface="Corbel"/>
              </a:rPr>
              <a:t>worldwide</a:t>
            </a:r>
            <a:r>
              <a:rPr sz="1400" u="sng" spc="170" dirty="0">
                <a:uFill>
                  <a:solidFill>
                    <a:srgbClr val="000000"/>
                  </a:solidFill>
                </a:uFill>
                <a:latin typeface="Corbel"/>
                <a:cs typeface="Corbel"/>
              </a:rPr>
              <a:t> </a:t>
            </a:r>
            <a:r>
              <a:rPr sz="1400" u="sng" dirty="0">
                <a:uFill>
                  <a:solidFill>
                    <a:srgbClr val="000000"/>
                  </a:solidFill>
                </a:uFill>
                <a:latin typeface="Corbel"/>
                <a:cs typeface="Corbel"/>
              </a:rPr>
              <a:t>monitor</a:t>
            </a:r>
            <a:r>
              <a:rPr sz="1400" u="sng" spc="175" dirty="0">
                <a:uFill>
                  <a:solidFill>
                    <a:srgbClr val="000000"/>
                  </a:solidFill>
                </a:uFill>
                <a:latin typeface="Corbel"/>
                <a:cs typeface="Corbel"/>
              </a:rPr>
              <a:t> </a:t>
            </a:r>
            <a:r>
              <a:rPr sz="1400" u="sng" dirty="0">
                <a:uFill>
                  <a:solidFill>
                    <a:srgbClr val="000000"/>
                  </a:solidFill>
                </a:uFill>
                <a:latin typeface="Corbel"/>
                <a:cs typeface="Corbel"/>
              </a:rPr>
              <a:t>and</a:t>
            </a:r>
            <a:r>
              <a:rPr sz="1400" u="sng" spc="165" dirty="0">
                <a:uFill>
                  <a:solidFill>
                    <a:srgbClr val="000000"/>
                  </a:solidFill>
                </a:uFill>
                <a:latin typeface="Corbel"/>
                <a:cs typeface="Corbel"/>
              </a:rPr>
              <a:t> </a:t>
            </a:r>
            <a:r>
              <a:rPr sz="1400" u="sng" dirty="0">
                <a:uFill>
                  <a:solidFill>
                    <a:srgbClr val="000000"/>
                  </a:solidFill>
                </a:uFill>
                <a:latin typeface="Corbel"/>
                <a:cs typeface="Corbel"/>
              </a:rPr>
              <a:t>control</a:t>
            </a:r>
            <a:r>
              <a:rPr sz="1400" u="sng" spc="165" dirty="0">
                <a:uFill>
                  <a:solidFill>
                    <a:srgbClr val="000000"/>
                  </a:solidFill>
                </a:uFill>
                <a:latin typeface="Corbel"/>
                <a:cs typeface="Corbel"/>
              </a:rPr>
              <a:t> </a:t>
            </a:r>
            <a:r>
              <a:rPr sz="1400" u="sng" dirty="0">
                <a:uFill>
                  <a:solidFill>
                    <a:srgbClr val="000000"/>
                  </a:solidFill>
                </a:uFill>
                <a:latin typeface="Corbel"/>
                <a:cs typeface="Corbel"/>
              </a:rPr>
              <a:t>stations</a:t>
            </a:r>
            <a:r>
              <a:rPr sz="1400" u="sng" spc="160" dirty="0">
                <a:uFill>
                  <a:solidFill>
                    <a:srgbClr val="000000"/>
                  </a:solidFill>
                </a:uFill>
                <a:latin typeface="Corbel"/>
                <a:cs typeface="Corbel"/>
              </a:rPr>
              <a:t> </a:t>
            </a:r>
            <a:r>
              <a:rPr sz="1400" u="sng" spc="-20" dirty="0">
                <a:uFill>
                  <a:solidFill>
                    <a:srgbClr val="000000"/>
                  </a:solidFill>
                </a:uFill>
                <a:latin typeface="Corbel"/>
                <a:cs typeface="Corbel"/>
              </a:rPr>
              <a:t>that</a:t>
            </a:r>
            <a:r>
              <a:rPr sz="1400" spc="-20" dirty="0">
                <a:latin typeface="Corbel"/>
                <a:cs typeface="Corbel"/>
              </a:rPr>
              <a:t> </a:t>
            </a:r>
            <a:r>
              <a:rPr sz="1400" u="sng" dirty="0">
                <a:uFill>
                  <a:solidFill>
                    <a:srgbClr val="000000"/>
                  </a:solidFill>
                </a:uFill>
                <a:latin typeface="Corbel"/>
                <a:cs typeface="Corbel"/>
              </a:rPr>
              <a:t>maintain</a:t>
            </a:r>
            <a:r>
              <a:rPr sz="1400" u="sng" spc="325" dirty="0">
                <a:uFill>
                  <a:solidFill>
                    <a:srgbClr val="000000"/>
                  </a:solidFill>
                </a:uFill>
                <a:latin typeface="Corbel"/>
                <a:cs typeface="Corbel"/>
              </a:rPr>
              <a:t> </a:t>
            </a:r>
            <a:r>
              <a:rPr sz="1400" u="sng" dirty="0">
                <a:uFill>
                  <a:solidFill>
                    <a:srgbClr val="000000"/>
                  </a:solidFill>
                </a:uFill>
                <a:latin typeface="Corbel"/>
                <a:cs typeface="Corbel"/>
              </a:rPr>
              <a:t>the</a:t>
            </a:r>
            <a:r>
              <a:rPr sz="1400" u="sng" spc="330" dirty="0">
                <a:uFill>
                  <a:solidFill>
                    <a:srgbClr val="000000"/>
                  </a:solidFill>
                </a:uFill>
                <a:latin typeface="Corbel"/>
                <a:cs typeface="Corbel"/>
              </a:rPr>
              <a:t> </a:t>
            </a:r>
            <a:r>
              <a:rPr sz="1400" u="sng" dirty="0">
                <a:uFill>
                  <a:solidFill>
                    <a:srgbClr val="000000"/>
                  </a:solidFill>
                </a:uFill>
                <a:latin typeface="Corbel"/>
                <a:cs typeface="Corbel"/>
              </a:rPr>
              <a:t>satellites</a:t>
            </a:r>
            <a:r>
              <a:rPr sz="1400" u="sng" spc="325" dirty="0">
                <a:uFill>
                  <a:solidFill>
                    <a:srgbClr val="000000"/>
                  </a:solidFill>
                </a:uFill>
                <a:latin typeface="Corbel"/>
                <a:cs typeface="Corbel"/>
              </a:rPr>
              <a:t> </a:t>
            </a:r>
            <a:r>
              <a:rPr sz="1400" u="sng" dirty="0">
                <a:uFill>
                  <a:solidFill>
                    <a:srgbClr val="000000"/>
                  </a:solidFill>
                </a:uFill>
                <a:latin typeface="Corbel"/>
                <a:cs typeface="Corbel"/>
              </a:rPr>
              <a:t>in</a:t>
            </a:r>
            <a:r>
              <a:rPr sz="1400" u="sng" spc="325" dirty="0">
                <a:uFill>
                  <a:solidFill>
                    <a:srgbClr val="000000"/>
                  </a:solidFill>
                </a:uFill>
                <a:latin typeface="Corbel"/>
                <a:cs typeface="Corbel"/>
              </a:rPr>
              <a:t> </a:t>
            </a:r>
            <a:r>
              <a:rPr sz="1400" u="sng" dirty="0">
                <a:uFill>
                  <a:solidFill>
                    <a:srgbClr val="000000"/>
                  </a:solidFill>
                </a:uFill>
                <a:latin typeface="Corbel"/>
                <a:cs typeface="Corbel"/>
              </a:rPr>
              <a:t>their</a:t>
            </a:r>
            <a:r>
              <a:rPr sz="1400" u="sng" spc="335" dirty="0">
                <a:uFill>
                  <a:solidFill>
                    <a:srgbClr val="000000"/>
                  </a:solidFill>
                </a:uFill>
                <a:latin typeface="Corbel"/>
                <a:cs typeface="Corbel"/>
              </a:rPr>
              <a:t> </a:t>
            </a:r>
            <a:r>
              <a:rPr sz="1400" u="sng" dirty="0">
                <a:uFill>
                  <a:solidFill>
                    <a:srgbClr val="000000"/>
                  </a:solidFill>
                </a:uFill>
                <a:latin typeface="Corbel"/>
                <a:cs typeface="Corbel"/>
              </a:rPr>
              <a:t>proper</a:t>
            </a:r>
            <a:r>
              <a:rPr sz="1400" u="sng" spc="330" dirty="0">
                <a:uFill>
                  <a:solidFill>
                    <a:srgbClr val="000000"/>
                  </a:solidFill>
                </a:uFill>
                <a:latin typeface="Corbel"/>
                <a:cs typeface="Corbel"/>
              </a:rPr>
              <a:t> </a:t>
            </a:r>
            <a:r>
              <a:rPr sz="1400" u="sng" dirty="0">
                <a:uFill>
                  <a:solidFill>
                    <a:srgbClr val="000000"/>
                  </a:solidFill>
                </a:uFill>
                <a:latin typeface="Corbel"/>
                <a:cs typeface="Corbel"/>
              </a:rPr>
              <a:t>orbits</a:t>
            </a:r>
            <a:r>
              <a:rPr sz="1400" spc="325" dirty="0">
                <a:latin typeface="Corbel"/>
                <a:cs typeface="Corbel"/>
              </a:rPr>
              <a:t> </a:t>
            </a:r>
            <a:r>
              <a:rPr sz="1400" dirty="0">
                <a:latin typeface="Corbel"/>
                <a:cs typeface="Corbel"/>
              </a:rPr>
              <a:t>through</a:t>
            </a:r>
            <a:r>
              <a:rPr sz="1400" spc="330" dirty="0">
                <a:latin typeface="Corbel"/>
                <a:cs typeface="Corbel"/>
              </a:rPr>
              <a:t> </a:t>
            </a:r>
            <a:r>
              <a:rPr sz="1400" dirty="0">
                <a:latin typeface="Corbel"/>
                <a:cs typeface="Corbel"/>
              </a:rPr>
              <a:t>occasional</a:t>
            </a:r>
            <a:r>
              <a:rPr sz="1400" spc="335" dirty="0">
                <a:latin typeface="Corbel"/>
                <a:cs typeface="Corbel"/>
              </a:rPr>
              <a:t> </a:t>
            </a:r>
            <a:r>
              <a:rPr sz="1400" spc="-10" dirty="0">
                <a:latin typeface="Corbel"/>
                <a:cs typeface="Corbel"/>
              </a:rPr>
              <a:t>command </a:t>
            </a:r>
            <a:r>
              <a:rPr sz="1400" dirty="0">
                <a:latin typeface="Corbel"/>
                <a:cs typeface="Corbel"/>
              </a:rPr>
              <a:t>maneuvers,</a:t>
            </a:r>
            <a:r>
              <a:rPr sz="1400" spc="80" dirty="0">
                <a:latin typeface="Corbel"/>
                <a:cs typeface="Corbel"/>
              </a:rPr>
              <a:t> </a:t>
            </a:r>
            <a:r>
              <a:rPr sz="1400" dirty="0">
                <a:latin typeface="Corbel"/>
                <a:cs typeface="Corbel"/>
              </a:rPr>
              <a:t>and</a:t>
            </a:r>
            <a:r>
              <a:rPr sz="1400" spc="90" dirty="0">
                <a:latin typeface="Corbel"/>
                <a:cs typeface="Corbel"/>
              </a:rPr>
              <a:t> </a:t>
            </a:r>
            <a:r>
              <a:rPr sz="1400" dirty="0">
                <a:latin typeface="Corbel"/>
                <a:cs typeface="Corbel"/>
              </a:rPr>
              <a:t>adjust</a:t>
            </a:r>
            <a:r>
              <a:rPr sz="1400" spc="85" dirty="0">
                <a:latin typeface="Corbel"/>
                <a:cs typeface="Corbel"/>
              </a:rPr>
              <a:t> </a:t>
            </a:r>
            <a:r>
              <a:rPr sz="1400" dirty="0">
                <a:latin typeface="Corbel"/>
                <a:cs typeface="Corbel"/>
              </a:rPr>
              <a:t>the</a:t>
            </a:r>
            <a:r>
              <a:rPr sz="1400" spc="90" dirty="0">
                <a:latin typeface="Corbel"/>
                <a:cs typeface="Corbel"/>
              </a:rPr>
              <a:t> </a:t>
            </a:r>
            <a:r>
              <a:rPr sz="1400" dirty="0">
                <a:latin typeface="Corbel"/>
                <a:cs typeface="Corbel"/>
              </a:rPr>
              <a:t>satellite</a:t>
            </a:r>
            <a:r>
              <a:rPr sz="1400" spc="95" dirty="0">
                <a:latin typeface="Corbel"/>
                <a:cs typeface="Corbel"/>
              </a:rPr>
              <a:t> </a:t>
            </a:r>
            <a:r>
              <a:rPr sz="1400" dirty="0">
                <a:latin typeface="Corbel"/>
                <a:cs typeface="Corbel"/>
              </a:rPr>
              <a:t>clock.</a:t>
            </a:r>
            <a:r>
              <a:rPr sz="1400" spc="90" dirty="0">
                <a:latin typeface="Corbel"/>
                <a:cs typeface="Corbel"/>
              </a:rPr>
              <a:t> </a:t>
            </a:r>
            <a:r>
              <a:rPr sz="1400" dirty="0">
                <a:latin typeface="Corbel"/>
                <a:cs typeface="Corbel"/>
              </a:rPr>
              <a:t>It</a:t>
            </a:r>
            <a:r>
              <a:rPr sz="1400" spc="90" dirty="0">
                <a:latin typeface="Corbel"/>
                <a:cs typeface="Corbel"/>
              </a:rPr>
              <a:t> </a:t>
            </a:r>
            <a:r>
              <a:rPr sz="1400" dirty="0">
                <a:latin typeface="Corbel"/>
                <a:cs typeface="Corbel"/>
              </a:rPr>
              <a:t>tracks</a:t>
            </a:r>
            <a:r>
              <a:rPr sz="1400" spc="85" dirty="0">
                <a:latin typeface="Corbel"/>
                <a:cs typeface="Corbel"/>
              </a:rPr>
              <a:t> </a:t>
            </a:r>
            <a:r>
              <a:rPr sz="1400" dirty="0">
                <a:latin typeface="Corbel"/>
                <a:cs typeface="Corbel"/>
              </a:rPr>
              <a:t>the</a:t>
            </a:r>
            <a:r>
              <a:rPr sz="1400" spc="90" dirty="0">
                <a:latin typeface="Corbel"/>
                <a:cs typeface="Corbel"/>
              </a:rPr>
              <a:t> </a:t>
            </a:r>
            <a:r>
              <a:rPr sz="1400" dirty="0">
                <a:latin typeface="Corbel"/>
                <a:cs typeface="Corbel"/>
              </a:rPr>
              <a:t>GPS</a:t>
            </a:r>
            <a:r>
              <a:rPr sz="1400" spc="90" dirty="0">
                <a:latin typeface="Corbel"/>
                <a:cs typeface="Corbel"/>
              </a:rPr>
              <a:t> </a:t>
            </a:r>
            <a:r>
              <a:rPr sz="1400" dirty="0">
                <a:latin typeface="Corbel"/>
                <a:cs typeface="Corbel"/>
              </a:rPr>
              <a:t>satellites,</a:t>
            </a:r>
            <a:r>
              <a:rPr sz="1400" spc="95" dirty="0">
                <a:latin typeface="Corbel"/>
                <a:cs typeface="Corbel"/>
              </a:rPr>
              <a:t> </a:t>
            </a:r>
            <a:r>
              <a:rPr sz="1400" spc="-10" dirty="0">
                <a:latin typeface="Corbel"/>
                <a:cs typeface="Corbel"/>
              </a:rPr>
              <a:t>uploads </a:t>
            </a:r>
            <a:r>
              <a:rPr sz="1400" dirty="0">
                <a:latin typeface="Corbel"/>
                <a:cs typeface="Corbel"/>
              </a:rPr>
              <a:t>updated</a:t>
            </a:r>
            <a:r>
              <a:rPr sz="1400" spc="254" dirty="0">
                <a:latin typeface="Corbel"/>
                <a:cs typeface="Corbel"/>
              </a:rPr>
              <a:t> </a:t>
            </a:r>
            <a:r>
              <a:rPr sz="1400" dirty="0">
                <a:latin typeface="Corbel"/>
                <a:cs typeface="Corbel"/>
              </a:rPr>
              <a:t>navigational</a:t>
            </a:r>
            <a:r>
              <a:rPr sz="1400" spc="254" dirty="0">
                <a:latin typeface="Corbel"/>
                <a:cs typeface="Corbel"/>
              </a:rPr>
              <a:t> </a:t>
            </a:r>
            <a:r>
              <a:rPr sz="1400" dirty="0">
                <a:latin typeface="Corbel"/>
                <a:cs typeface="Corbel"/>
              </a:rPr>
              <a:t>data,</a:t>
            </a:r>
            <a:r>
              <a:rPr sz="1400" spc="260" dirty="0">
                <a:latin typeface="Corbel"/>
                <a:cs typeface="Corbel"/>
              </a:rPr>
              <a:t> </a:t>
            </a:r>
            <a:r>
              <a:rPr sz="1400" dirty="0">
                <a:latin typeface="Corbel"/>
                <a:cs typeface="Corbel"/>
              </a:rPr>
              <a:t>and</a:t>
            </a:r>
            <a:r>
              <a:rPr sz="1400" spc="250" dirty="0">
                <a:latin typeface="Corbel"/>
                <a:cs typeface="Corbel"/>
              </a:rPr>
              <a:t> </a:t>
            </a:r>
            <a:r>
              <a:rPr sz="1400" dirty="0">
                <a:latin typeface="Corbel"/>
                <a:cs typeface="Corbel"/>
              </a:rPr>
              <a:t>maintains</a:t>
            </a:r>
            <a:r>
              <a:rPr sz="1400" spc="250" dirty="0">
                <a:latin typeface="Corbel"/>
                <a:cs typeface="Corbel"/>
              </a:rPr>
              <a:t> </a:t>
            </a:r>
            <a:r>
              <a:rPr sz="1400" dirty="0">
                <a:latin typeface="Corbel"/>
                <a:cs typeface="Corbel"/>
              </a:rPr>
              <a:t>health</a:t>
            </a:r>
            <a:r>
              <a:rPr sz="1400" spc="260" dirty="0">
                <a:latin typeface="Corbel"/>
                <a:cs typeface="Corbel"/>
              </a:rPr>
              <a:t> </a:t>
            </a:r>
            <a:r>
              <a:rPr sz="1400" dirty="0">
                <a:latin typeface="Corbel"/>
                <a:cs typeface="Corbel"/>
              </a:rPr>
              <a:t>and</a:t>
            </a:r>
            <a:r>
              <a:rPr sz="1400" spc="250" dirty="0">
                <a:latin typeface="Corbel"/>
                <a:cs typeface="Corbel"/>
              </a:rPr>
              <a:t> </a:t>
            </a:r>
            <a:r>
              <a:rPr sz="1400" dirty="0">
                <a:latin typeface="Corbel"/>
                <a:cs typeface="Corbel"/>
              </a:rPr>
              <a:t>status</a:t>
            </a:r>
            <a:r>
              <a:rPr sz="1400" spc="250" dirty="0">
                <a:latin typeface="Corbel"/>
                <a:cs typeface="Corbel"/>
              </a:rPr>
              <a:t> </a:t>
            </a:r>
            <a:r>
              <a:rPr sz="1400" dirty="0">
                <a:latin typeface="Corbel"/>
                <a:cs typeface="Corbel"/>
              </a:rPr>
              <a:t>of</a:t>
            </a:r>
            <a:r>
              <a:rPr sz="1400" spc="254" dirty="0">
                <a:latin typeface="Corbel"/>
                <a:cs typeface="Corbel"/>
              </a:rPr>
              <a:t> </a:t>
            </a:r>
            <a:r>
              <a:rPr sz="1400" dirty="0">
                <a:latin typeface="Corbel"/>
                <a:cs typeface="Corbel"/>
              </a:rPr>
              <a:t>the</a:t>
            </a:r>
            <a:r>
              <a:rPr sz="1400" spc="254" dirty="0">
                <a:latin typeface="Corbel"/>
                <a:cs typeface="Corbel"/>
              </a:rPr>
              <a:t> </a:t>
            </a:r>
            <a:r>
              <a:rPr sz="1400" spc="-10" dirty="0">
                <a:latin typeface="Corbel"/>
                <a:cs typeface="Corbel"/>
              </a:rPr>
              <a:t>satellite constellation.</a:t>
            </a:r>
            <a:endParaRPr sz="1400">
              <a:latin typeface="Corbel"/>
              <a:cs typeface="Corbel"/>
            </a:endParaRPr>
          </a:p>
          <a:p>
            <a:pPr marL="12700" marR="5080" indent="151765" algn="just">
              <a:lnSpc>
                <a:spcPct val="99000"/>
              </a:lnSpc>
              <a:spcBef>
                <a:spcPts val="1045"/>
              </a:spcBef>
              <a:buFont typeface="Corbel"/>
              <a:buChar char="•"/>
              <a:tabLst>
                <a:tab pos="164465" algn="l"/>
              </a:tabLst>
            </a:pPr>
            <a:r>
              <a:rPr sz="1400" b="1" u="sng" dirty="0">
                <a:uFill>
                  <a:solidFill>
                    <a:srgbClr val="000000"/>
                  </a:solidFill>
                </a:uFill>
                <a:latin typeface="Corbel"/>
                <a:cs typeface="Corbel"/>
              </a:rPr>
              <a:t>Global</a:t>
            </a:r>
            <a:r>
              <a:rPr sz="1400" b="1" u="sng" spc="229" dirty="0">
                <a:uFill>
                  <a:solidFill>
                    <a:srgbClr val="000000"/>
                  </a:solidFill>
                </a:uFill>
                <a:latin typeface="Corbel"/>
                <a:cs typeface="Corbel"/>
              </a:rPr>
              <a:t> </a:t>
            </a:r>
            <a:r>
              <a:rPr sz="1400" b="1" u="sng" dirty="0">
                <a:uFill>
                  <a:solidFill>
                    <a:srgbClr val="000000"/>
                  </a:solidFill>
                </a:uFill>
                <a:latin typeface="Corbel"/>
                <a:cs typeface="Corbel"/>
              </a:rPr>
              <a:t>Orbiting</a:t>
            </a:r>
            <a:r>
              <a:rPr sz="1400" b="1" u="sng" spc="235" dirty="0">
                <a:uFill>
                  <a:solidFill>
                    <a:srgbClr val="000000"/>
                  </a:solidFill>
                </a:uFill>
                <a:latin typeface="Corbel"/>
                <a:cs typeface="Corbel"/>
              </a:rPr>
              <a:t> </a:t>
            </a:r>
            <a:r>
              <a:rPr sz="1400" b="1" u="sng" dirty="0">
                <a:uFill>
                  <a:solidFill>
                    <a:srgbClr val="000000"/>
                  </a:solidFill>
                </a:uFill>
                <a:latin typeface="Corbel"/>
                <a:cs typeface="Corbel"/>
              </a:rPr>
              <a:t>Navigation</a:t>
            </a:r>
            <a:r>
              <a:rPr sz="1400" b="1" u="sng" spc="229" dirty="0">
                <a:uFill>
                  <a:solidFill>
                    <a:srgbClr val="000000"/>
                  </a:solidFill>
                </a:uFill>
                <a:latin typeface="Corbel"/>
                <a:cs typeface="Corbel"/>
              </a:rPr>
              <a:t> </a:t>
            </a:r>
            <a:r>
              <a:rPr sz="1400" b="1" u="sng" dirty="0">
                <a:uFill>
                  <a:solidFill>
                    <a:srgbClr val="000000"/>
                  </a:solidFill>
                </a:uFill>
                <a:latin typeface="Corbel"/>
                <a:cs typeface="Corbel"/>
              </a:rPr>
              <a:t>Satellite</a:t>
            </a:r>
            <a:r>
              <a:rPr sz="1400" b="1" u="sng" spc="225" dirty="0">
                <a:uFill>
                  <a:solidFill>
                    <a:srgbClr val="000000"/>
                  </a:solidFill>
                </a:uFill>
                <a:latin typeface="Corbel"/>
                <a:cs typeface="Corbel"/>
              </a:rPr>
              <a:t> </a:t>
            </a:r>
            <a:r>
              <a:rPr sz="1400" b="1" u="sng" dirty="0">
                <a:uFill>
                  <a:solidFill>
                    <a:srgbClr val="000000"/>
                  </a:solidFill>
                </a:uFill>
                <a:latin typeface="Corbel"/>
                <a:cs typeface="Corbel"/>
              </a:rPr>
              <a:t>System</a:t>
            </a:r>
            <a:r>
              <a:rPr sz="1400" b="1" u="sng" spc="225" dirty="0">
                <a:uFill>
                  <a:solidFill>
                    <a:srgbClr val="000000"/>
                  </a:solidFill>
                </a:uFill>
                <a:latin typeface="Corbel"/>
                <a:cs typeface="Corbel"/>
              </a:rPr>
              <a:t> </a:t>
            </a:r>
            <a:r>
              <a:rPr sz="1400" b="1" u="sng" dirty="0">
                <a:uFill>
                  <a:solidFill>
                    <a:srgbClr val="000000"/>
                  </a:solidFill>
                </a:uFill>
                <a:latin typeface="Corbel"/>
                <a:cs typeface="Corbel"/>
              </a:rPr>
              <a:t>(GLONASS)</a:t>
            </a:r>
            <a:r>
              <a:rPr sz="1400" u="sng" dirty="0">
                <a:uFill>
                  <a:solidFill>
                    <a:srgbClr val="000000"/>
                  </a:solidFill>
                </a:uFill>
                <a:latin typeface="Corbel"/>
                <a:cs typeface="Corbel"/>
              </a:rPr>
              <a:t>,</a:t>
            </a:r>
            <a:r>
              <a:rPr sz="1400" u="sng" spc="245" dirty="0">
                <a:uFill>
                  <a:solidFill>
                    <a:srgbClr val="000000"/>
                  </a:solidFill>
                </a:uFill>
                <a:latin typeface="Corbel"/>
                <a:cs typeface="Corbel"/>
              </a:rPr>
              <a:t> </a:t>
            </a:r>
            <a:r>
              <a:rPr sz="1400" dirty="0">
                <a:latin typeface="Corbel"/>
                <a:cs typeface="Corbel"/>
              </a:rPr>
              <a:t>or</a:t>
            </a:r>
            <a:r>
              <a:rPr sz="1400" spc="245" dirty="0">
                <a:latin typeface="Corbel"/>
                <a:cs typeface="Corbel"/>
              </a:rPr>
              <a:t> </a:t>
            </a:r>
            <a:r>
              <a:rPr sz="1400" spc="-10" dirty="0">
                <a:latin typeface="Corbel"/>
                <a:cs typeface="Corbel"/>
              </a:rPr>
              <a:t>Globalnaya </a:t>
            </a:r>
            <a:r>
              <a:rPr sz="1400" dirty="0">
                <a:latin typeface="Corbel"/>
                <a:cs typeface="Corbel"/>
              </a:rPr>
              <a:t>Navigazionnaya</a:t>
            </a:r>
            <a:r>
              <a:rPr sz="1400" spc="50" dirty="0">
                <a:latin typeface="Corbel"/>
                <a:cs typeface="Corbel"/>
              </a:rPr>
              <a:t> </a:t>
            </a:r>
            <a:r>
              <a:rPr sz="1400" dirty="0">
                <a:latin typeface="Corbel"/>
                <a:cs typeface="Corbel"/>
              </a:rPr>
              <a:t>Sputnikovaya</a:t>
            </a:r>
            <a:r>
              <a:rPr sz="1400" spc="60" dirty="0">
                <a:latin typeface="Corbel"/>
                <a:cs typeface="Corbel"/>
              </a:rPr>
              <a:t> </a:t>
            </a:r>
            <a:r>
              <a:rPr sz="1400" dirty="0">
                <a:latin typeface="Corbel"/>
                <a:cs typeface="Corbel"/>
              </a:rPr>
              <a:t>Sistema,</a:t>
            </a:r>
            <a:r>
              <a:rPr sz="1400" spc="65" dirty="0">
                <a:latin typeface="Corbel"/>
                <a:cs typeface="Corbel"/>
              </a:rPr>
              <a:t> </a:t>
            </a:r>
            <a:r>
              <a:rPr sz="1400" dirty="0">
                <a:latin typeface="Corbel"/>
                <a:cs typeface="Corbel"/>
              </a:rPr>
              <a:t>is</a:t>
            </a:r>
            <a:r>
              <a:rPr sz="1400" spc="55" dirty="0">
                <a:latin typeface="Corbel"/>
                <a:cs typeface="Corbel"/>
              </a:rPr>
              <a:t> </a:t>
            </a:r>
            <a:r>
              <a:rPr sz="1400" dirty="0">
                <a:latin typeface="Corbel"/>
                <a:cs typeface="Corbel"/>
              </a:rPr>
              <a:t>a</a:t>
            </a:r>
            <a:r>
              <a:rPr sz="1400" spc="55" dirty="0">
                <a:latin typeface="Corbel"/>
                <a:cs typeface="Corbel"/>
              </a:rPr>
              <a:t> </a:t>
            </a:r>
            <a:r>
              <a:rPr sz="1400" dirty="0">
                <a:latin typeface="Corbel"/>
                <a:cs typeface="Corbel"/>
              </a:rPr>
              <a:t>global</a:t>
            </a:r>
            <a:r>
              <a:rPr sz="1400" spc="55" dirty="0">
                <a:latin typeface="Corbel"/>
                <a:cs typeface="Corbel"/>
              </a:rPr>
              <a:t> </a:t>
            </a:r>
            <a:r>
              <a:rPr sz="1400" dirty="0">
                <a:latin typeface="Corbel"/>
                <a:cs typeface="Corbel"/>
              </a:rPr>
              <a:t>GNSS</a:t>
            </a:r>
            <a:r>
              <a:rPr sz="1400" spc="60" dirty="0">
                <a:latin typeface="Corbel"/>
                <a:cs typeface="Corbel"/>
              </a:rPr>
              <a:t> </a:t>
            </a:r>
            <a:r>
              <a:rPr sz="1400" dirty="0">
                <a:latin typeface="Corbel"/>
                <a:cs typeface="Corbel"/>
              </a:rPr>
              <a:t>owned</a:t>
            </a:r>
            <a:r>
              <a:rPr sz="1400" spc="55" dirty="0">
                <a:latin typeface="Corbel"/>
                <a:cs typeface="Corbel"/>
              </a:rPr>
              <a:t> </a:t>
            </a:r>
            <a:r>
              <a:rPr sz="1400" dirty="0">
                <a:latin typeface="Corbel"/>
                <a:cs typeface="Corbel"/>
              </a:rPr>
              <a:t>and</a:t>
            </a:r>
            <a:r>
              <a:rPr sz="1400" spc="55" dirty="0">
                <a:latin typeface="Corbel"/>
                <a:cs typeface="Corbel"/>
              </a:rPr>
              <a:t> </a:t>
            </a:r>
            <a:r>
              <a:rPr sz="1400" spc="-10" dirty="0">
                <a:latin typeface="Corbel"/>
                <a:cs typeface="Corbel"/>
              </a:rPr>
              <a:t>operated </a:t>
            </a:r>
            <a:r>
              <a:rPr sz="1400" dirty="0">
                <a:latin typeface="Corbel"/>
                <a:cs typeface="Corbel"/>
              </a:rPr>
              <a:t>by</a:t>
            </a:r>
            <a:r>
              <a:rPr sz="1400" spc="450" dirty="0">
                <a:latin typeface="Corbel"/>
                <a:cs typeface="Corbel"/>
              </a:rPr>
              <a:t> </a:t>
            </a:r>
            <a:r>
              <a:rPr sz="1400" dirty="0">
                <a:latin typeface="Corbel"/>
                <a:cs typeface="Corbel"/>
              </a:rPr>
              <a:t>the</a:t>
            </a:r>
            <a:r>
              <a:rPr sz="1400" spc="455" dirty="0">
                <a:latin typeface="Corbel"/>
                <a:cs typeface="Corbel"/>
              </a:rPr>
              <a:t> </a:t>
            </a:r>
            <a:r>
              <a:rPr sz="1400" dirty="0">
                <a:latin typeface="Corbel"/>
                <a:cs typeface="Corbel"/>
              </a:rPr>
              <a:t>Russian</a:t>
            </a:r>
            <a:r>
              <a:rPr sz="1400" spc="450" dirty="0">
                <a:latin typeface="Corbel"/>
                <a:cs typeface="Corbel"/>
              </a:rPr>
              <a:t> </a:t>
            </a:r>
            <a:r>
              <a:rPr sz="1400" dirty="0">
                <a:latin typeface="Corbel"/>
                <a:cs typeface="Corbel"/>
              </a:rPr>
              <a:t>Federation.</a:t>
            </a:r>
            <a:r>
              <a:rPr sz="1400" spc="455" dirty="0">
                <a:latin typeface="Corbel"/>
                <a:cs typeface="Corbel"/>
              </a:rPr>
              <a:t> </a:t>
            </a:r>
            <a:r>
              <a:rPr sz="1400" dirty="0">
                <a:latin typeface="Corbel"/>
                <a:cs typeface="Corbel"/>
              </a:rPr>
              <a:t>The</a:t>
            </a:r>
            <a:r>
              <a:rPr sz="1400" spc="455" dirty="0">
                <a:latin typeface="Corbel"/>
                <a:cs typeface="Corbel"/>
              </a:rPr>
              <a:t> </a:t>
            </a:r>
            <a:r>
              <a:rPr sz="1400" dirty="0">
                <a:latin typeface="Corbel"/>
                <a:cs typeface="Corbel"/>
              </a:rPr>
              <a:t>fully</a:t>
            </a:r>
            <a:r>
              <a:rPr sz="1400" spc="455" dirty="0">
                <a:latin typeface="Corbel"/>
                <a:cs typeface="Corbel"/>
              </a:rPr>
              <a:t> </a:t>
            </a:r>
            <a:r>
              <a:rPr sz="1400" dirty="0">
                <a:latin typeface="Corbel"/>
                <a:cs typeface="Corbel"/>
              </a:rPr>
              <a:t>operational</a:t>
            </a:r>
            <a:r>
              <a:rPr sz="1400" spc="450" dirty="0">
                <a:latin typeface="Corbel"/>
                <a:cs typeface="Corbel"/>
              </a:rPr>
              <a:t> </a:t>
            </a:r>
            <a:r>
              <a:rPr sz="1400" dirty="0">
                <a:latin typeface="Corbel"/>
                <a:cs typeface="Corbel"/>
              </a:rPr>
              <a:t>system</a:t>
            </a:r>
            <a:r>
              <a:rPr sz="1400" spc="450" dirty="0">
                <a:latin typeface="Corbel"/>
                <a:cs typeface="Corbel"/>
              </a:rPr>
              <a:t> </a:t>
            </a:r>
            <a:r>
              <a:rPr sz="1400" dirty="0">
                <a:latin typeface="Corbel"/>
                <a:cs typeface="Corbel"/>
              </a:rPr>
              <a:t>consists</a:t>
            </a:r>
            <a:r>
              <a:rPr sz="1400" spc="445" dirty="0">
                <a:latin typeface="Corbel"/>
                <a:cs typeface="Corbel"/>
              </a:rPr>
              <a:t> </a:t>
            </a:r>
            <a:r>
              <a:rPr sz="1400" dirty="0">
                <a:latin typeface="Corbel"/>
                <a:cs typeface="Corbel"/>
              </a:rPr>
              <a:t>of</a:t>
            </a:r>
            <a:r>
              <a:rPr sz="1400" spc="455" dirty="0">
                <a:latin typeface="Corbel"/>
                <a:cs typeface="Corbel"/>
              </a:rPr>
              <a:t> </a:t>
            </a:r>
            <a:r>
              <a:rPr sz="1400" spc="-25" dirty="0">
                <a:latin typeface="Corbel"/>
                <a:cs typeface="Corbel"/>
              </a:rPr>
              <a:t>24+ </a:t>
            </a:r>
            <a:r>
              <a:rPr sz="1400" spc="-10" dirty="0">
                <a:latin typeface="Corbel"/>
                <a:cs typeface="Corbel"/>
              </a:rPr>
              <a:t>satellites.</a:t>
            </a:r>
            <a:endParaRPr sz="1400">
              <a:latin typeface="Corbel"/>
              <a:cs typeface="Corbel"/>
            </a:endParaRPr>
          </a:p>
          <a:p>
            <a:pPr marL="12700" marR="5080" indent="155575" algn="just">
              <a:lnSpc>
                <a:spcPct val="101400"/>
              </a:lnSpc>
              <a:spcBef>
                <a:spcPts val="890"/>
              </a:spcBef>
              <a:buFont typeface="Corbel"/>
              <a:buChar char="•"/>
              <a:tabLst>
                <a:tab pos="168275" algn="l"/>
              </a:tabLst>
            </a:pPr>
            <a:r>
              <a:rPr sz="1400" b="1" u="sng" dirty="0">
                <a:uFill>
                  <a:solidFill>
                    <a:srgbClr val="000000"/>
                  </a:solidFill>
                </a:uFill>
                <a:latin typeface="Corbel"/>
                <a:cs typeface="Corbel"/>
              </a:rPr>
              <a:t>BeiDou</a:t>
            </a:r>
            <a:r>
              <a:rPr sz="1400" dirty="0">
                <a:latin typeface="Corbel"/>
                <a:cs typeface="Corbel"/>
              </a:rPr>
              <a:t>,</a:t>
            </a:r>
            <a:r>
              <a:rPr sz="1400" spc="300" dirty="0">
                <a:latin typeface="Corbel"/>
                <a:cs typeface="Corbel"/>
              </a:rPr>
              <a:t> </a:t>
            </a:r>
            <a:r>
              <a:rPr sz="1400" dirty="0">
                <a:latin typeface="Corbel"/>
                <a:cs typeface="Corbel"/>
              </a:rPr>
              <a:t>or</a:t>
            </a:r>
            <a:r>
              <a:rPr sz="1400" spc="305" dirty="0">
                <a:latin typeface="Corbel"/>
                <a:cs typeface="Corbel"/>
              </a:rPr>
              <a:t> </a:t>
            </a:r>
            <a:r>
              <a:rPr sz="1400" dirty="0">
                <a:latin typeface="Corbel"/>
                <a:cs typeface="Corbel"/>
              </a:rPr>
              <a:t>BDS,</a:t>
            </a:r>
            <a:r>
              <a:rPr sz="1400" spc="305" dirty="0">
                <a:latin typeface="Corbel"/>
                <a:cs typeface="Corbel"/>
              </a:rPr>
              <a:t> </a:t>
            </a:r>
            <a:r>
              <a:rPr sz="1400" dirty="0">
                <a:latin typeface="Corbel"/>
                <a:cs typeface="Corbel"/>
              </a:rPr>
              <a:t>is</a:t>
            </a:r>
            <a:r>
              <a:rPr sz="1400" spc="300" dirty="0">
                <a:latin typeface="Corbel"/>
                <a:cs typeface="Corbel"/>
              </a:rPr>
              <a:t> </a:t>
            </a:r>
            <a:r>
              <a:rPr sz="1400" dirty="0">
                <a:latin typeface="Corbel"/>
                <a:cs typeface="Corbel"/>
              </a:rPr>
              <a:t>a</a:t>
            </a:r>
            <a:r>
              <a:rPr sz="1400" spc="305" dirty="0">
                <a:latin typeface="Corbel"/>
                <a:cs typeface="Corbel"/>
              </a:rPr>
              <a:t> </a:t>
            </a:r>
            <a:r>
              <a:rPr sz="1400" dirty="0">
                <a:latin typeface="Corbel"/>
                <a:cs typeface="Corbel"/>
              </a:rPr>
              <a:t>global</a:t>
            </a:r>
            <a:r>
              <a:rPr sz="1400" spc="305" dirty="0">
                <a:latin typeface="Corbel"/>
                <a:cs typeface="Corbel"/>
              </a:rPr>
              <a:t> </a:t>
            </a:r>
            <a:r>
              <a:rPr sz="1400" dirty="0">
                <a:latin typeface="Corbel"/>
                <a:cs typeface="Corbel"/>
              </a:rPr>
              <a:t>GNSS</a:t>
            </a:r>
            <a:r>
              <a:rPr sz="1400" spc="305" dirty="0">
                <a:latin typeface="Corbel"/>
                <a:cs typeface="Corbel"/>
              </a:rPr>
              <a:t> </a:t>
            </a:r>
            <a:r>
              <a:rPr sz="1400" dirty="0">
                <a:latin typeface="Corbel"/>
                <a:cs typeface="Corbel"/>
              </a:rPr>
              <a:t>owned</a:t>
            </a:r>
            <a:r>
              <a:rPr sz="1400" spc="295" dirty="0">
                <a:latin typeface="Corbel"/>
                <a:cs typeface="Corbel"/>
              </a:rPr>
              <a:t> </a:t>
            </a:r>
            <a:r>
              <a:rPr sz="1400" dirty="0">
                <a:latin typeface="Corbel"/>
                <a:cs typeface="Corbel"/>
              </a:rPr>
              <a:t>and</a:t>
            </a:r>
            <a:r>
              <a:rPr sz="1400" spc="300" dirty="0">
                <a:latin typeface="Corbel"/>
                <a:cs typeface="Corbel"/>
              </a:rPr>
              <a:t> </a:t>
            </a:r>
            <a:r>
              <a:rPr sz="1400" dirty="0">
                <a:latin typeface="Corbel"/>
                <a:cs typeface="Corbel"/>
              </a:rPr>
              <a:t>operated</a:t>
            </a:r>
            <a:r>
              <a:rPr sz="1400" spc="305" dirty="0">
                <a:latin typeface="Corbel"/>
                <a:cs typeface="Corbel"/>
              </a:rPr>
              <a:t> </a:t>
            </a:r>
            <a:r>
              <a:rPr sz="1400" dirty="0">
                <a:latin typeface="Corbel"/>
                <a:cs typeface="Corbel"/>
              </a:rPr>
              <a:t>by</a:t>
            </a:r>
            <a:r>
              <a:rPr sz="1400" spc="305" dirty="0">
                <a:latin typeface="Corbel"/>
                <a:cs typeface="Corbel"/>
              </a:rPr>
              <a:t> </a:t>
            </a:r>
            <a:r>
              <a:rPr sz="1400" dirty="0">
                <a:latin typeface="Corbel"/>
                <a:cs typeface="Corbel"/>
              </a:rPr>
              <a:t>the</a:t>
            </a:r>
            <a:r>
              <a:rPr sz="1400" spc="305" dirty="0">
                <a:latin typeface="Corbel"/>
                <a:cs typeface="Corbel"/>
              </a:rPr>
              <a:t> </a:t>
            </a:r>
            <a:r>
              <a:rPr sz="1400" spc="-10" dirty="0">
                <a:latin typeface="Corbel"/>
                <a:cs typeface="Corbel"/>
              </a:rPr>
              <a:t>People's </a:t>
            </a:r>
            <a:r>
              <a:rPr sz="1400" dirty="0">
                <a:latin typeface="Corbel"/>
                <a:cs typeface="Corbel"/>
              </a:rPr>
              <a:t>Republic</a:t>
            </a:r>
            <a:r>
              <a:rPr sz="1400" spc="135" dirty="0">
                <a:latin typeface="Corbel"/>
                <a:cs typeface="Corbel"/>
              </a:rPr>
              <a:t> </a:t>
            </a:r>
            <a:r>
              <a:rPr sz="1400" dirty="0">
                <a:latin typeface="Corbel"/>
                <a:cs typeface="Corbel"/>
              </a:rPr>
              <a:t>of</a:t>
            </a:r>
            <a:r>
              <a:rPr sz="1400" spc="140" dirty="0">
                <a:latin typeface="Corbel"/>
                <a:cs typeface="Corbel"/>
              </a:rPr>
              <a:t> </a:t>
            </a:r>
            <a:r>
              <a:rPr sz="1400" dirty="0">
                <a:latin typeface="Corbel"/>
                <a:cs typeface="Corbel"/>
              </a:rPr>
              <a:t>China.</a:t>
            </a:r>
            <a:r>
              <a:rPr sz="1400" spc="140" dirty="0">
                <a:latin typeface="Corbel"/>
                <a:cs typeface="Corbel"/>
              </a:rPr>
              <a:t> </a:t>
            </a:r>
            <a:r>
              <a:rPr sz="1400" dirty="0">
                <a:latin typeface="Corbel"/>
                <a:cs typeface="Corbel"/>
              </a:rPr>
              <a:t>BDS</a:t>
            </a:r>
            <a:r>
              <a:rPr sz="1400" spc="140" dirty="0">
                <a:latin typeface="Corbel"/>
                <a:cs typeface="Corbel"/>
              </a:rPr>
              <a:t> </a:t>
            </a:r>
            <a:r>
              <a:rPr sz="1400" dirty="0">
                <a:latin typeface="Corbel"/>
                <a:cs typeface="Corbel"/>
              </a:rPr>
              <a:t>was</a:t>
            </a:r>
            <a:r>
              <a:rPr sz="1400" spc="130" dirty="0">
                <a:latin typeface="Corbel"/>
                <a:cs typeface="Corbel"/>
              </a:rPr>
              <a:t> </a:t>
            </a:r>
            <a:r>
              <a:rPr sz="1400" dirty="0">
                <a:latin typeface="Corbel"/>
                <a:cs typeface="Corbel"/>
              </a:rPr>
              <a:t>formally</a:t>
            </a:r>
            <a:r>
              <a:rPr sz="1400" spc="140" dirty="0">
                <a:latin typeface="Corbel"/>
                <a:cs typeface="Corbel"/>
              </a:rPr>
              <a:t> </a:t>
            </a:r>
            <a:r>
              <a:rPr sz="1400" dirty="0">
                <a:latin typeface="Corbel"/>
                <a:cs typeface="Corbel"/>
              </a:rPr>
              <a:t>commissioned</a:t>
            </a:r>
            <a:r>
              <a:rPr sz="1400" spc="135" dirty="0">
                <a:latin typeface="Corbel"/>
                <a:cs typeface="Corbel"/>
              </a:rPr>
              <a:t> </a:t>
            </a:r>
            <a:r>
              <a:rPr sz="1400" dirty="0">
                <a:latin typeface="Corbel"/>
                <a:cs typeface="Corbel"/>
              </a:rPr>
              <a:t>in</a:t>
            </a:r>
            <a:r>
              <a:rPr sz="1400" spc="135" dirty="0">
                <a:latin typeface="Corbel"/>
                <a:cs typeface="Corbel"/>
              </a:rPr>
              <a:t> </a:t>
            </a:r>
            <a:r>
              <a:rPr sz="1400" dirty="0">
                <a:latin typeface="Corbel"/>
                <a:cs typeface="Corbel"/>
              </a:rPr>
              <a:t>2020.</a:t>
            </a:r>
            <a:r>
              <a:rPr sz="1400" spc="140" dirty="0">
                <a:latin typeface="Corbel"/>
                <a:cs typeface="Corbel"/>
              </a:rPr>
              <a:t> </a:t>
            </a:r>
            <a:r>
              <a:rPr sz="1400" dirty="0">
                <a:latin typeface="Corbel"/>
                <a:cs typeface="Corbel"/>
              </a:rPr>
              <a:t>The</a:t>
            </a:r>
            <a:r>
              <a:rPr sz="1400" spc="140" dirty="0">
                <a:latin typeface="Corbel"/>
                <a:cs typeface="Corbel"/>
              </a:rPr>
              <a:t> </a:t>
            </a:r>
            <a:r>
              <a:rPr sz="1400" spc="-10" dirty="0">
                <a:latin typeface="Corbel"/>
                <a:cs typeface="Corbel"/>
              </a:rPr>
              <a:t>operational </a:t>
            </a:r>
            <a:r>
              <a:rPr sz="1400" dirty="0">
                <a:latin typeface="Corbel"/>
                <a:cs typeface="Corbel"/>
              </a:rPr>
              <a:t>system</a:t>
            </a:r>
            <a:r>
              <a:rPr sz="1400" spc="-20" dirty="0">
                <a:latin typeface="Corbel"/>
                <a:cs typeface="Corbel"/>
              </a:rPr>
              <a:t> </a:t>
            </a:r>
            <a:r>
              <a:rPr sz="1400" dirty="0">
                <a:latin typeface="Corbel"/>
                <a:cs typeface="Corbel"/>
              </a:rPr>
              <a:t>consists</a:t>
            </a:r>
            <a:r>
              <a:rPr sz="1400" spc="-15" dirty="0">
                <a:latin typeface="Corbel"/>
                <a:cs typeface="Corbel"/>
              </a:rPr>
              <a:t> </a:t>
            </a:r>
            <a:r>
              <a:rPr sz="1400" dirty="0">
                <a:latin typeface="Corbel"/>
                <a:cs typeface="Corbel"/>
              </a:rPr>
              <a:t>of</a:t>
            </a:r>
            <a:r>
              <a:rPr sz="1400" spc="-10" dirty="0">
                <a:latin typeface="Corbel"/>
                <a:cs typeface="Corbel"/>
              </a:rPr>
              <a:t> </a:t>
            </a:r>
            <a:r>
              <a:rPr sz="1400" dirty="0">
                <a:latin typeface="Corbel"/>
                <a:cs typeface="Corbel"/>
              </a:rPr>
              <a:t>35</a:t>
            </a:r>
            <a:r>
              <a:rPr sz="1400" spc="-15" dirty="0">
                <a:latin typeface="Corbel"/>
                <a:cs typeface="Corbel"/>
              </a:rPr>
              <a:t> </a:t>
            </a:r>
            <a:r>
              <a:rPr sz="1400" spc="-10" dirty="0">
                <a:latin typeface="Corbel"/>
                <a:cs typeface="Corbel"/>
              </a:rPr>
              <a:t>satellites. </a:t>
            </a:r>
            <a:r>
              <a:rPr sz="1400" dirty="0">
                <a:latin typeface="Corbel"/>
                <a:cs typeface="Corbel"/>
              </a:rPr>
              <a:t>BDS</a:t>
            </a:r>
            <a:r>
              <a:rPr sz="1400" spc="-10" dirty="0">
                <a:latin typeface="Corbel"/>
                <a:cs typeface="Corbel"/>
              </a:rPr>
              <a:t> </a:t>
            </a:r>
            <a:r>
              <a:rPr sz="1400" dirty="0">
                <a:latin typeface="Corbel"/>
                <a:cs typeface="Corbel"/>
              </a:rPr>
              <a:t>was</a:t>
            </a:r>
            <a:r>
              <a:rPr sz="1400" spc="-15" dirty="0">
                <a:latin typeface="Corbel"/>
                <a:cs typeface="Corbel"/>
              </a:rPr>
              <a:t> </a:t>
            </a:r>
            <a:r>
              <a:rPr sz="1400" spc="-10" dirty="0">
                <a:latin typeface="Corbel"/>
                <a:cs typeface="Corbel"/>
              </a:rPr>
              <a:t>previously</a:t>
            </a:r>
            <a:r>
              <a:rPr sz="1400" spc="-15" dirty="0">
                <a:latin typeface="Corbel"/>
                <a:cs typeface="Corbel"/>
              </a:rPr>
              <a:t> </a:t>
            </a:r>
            <a:r>
              <a:rPr sz="1400" spc="-10" dirty="0">
                <a:latin typeface="Corbel"/>
                <a:cs typeface="Corbel"/>
              </a:rPr>
              <a:t>called</a:t>
            </a:r>
            <a:r>
              <a:rPr sz="1400" spc="-65" dirty="0">
                <a:latin typeface="Corbel"/>
                <a:cs typeface="Corbel"/>
              </a:rPr>
              <a:t> </a:t>
            </a:r>
            <a:r>
              <a:rPr sz="1400" spc="-10" dirty="0">
                <a:latin typeface="Corbel"/>
                <a:cs typeface="Corbel"/>
              </a:rPr>
              <a:t>Compass.</a:t>
            </a:r>
            <a:endParaRPr sz="1400">
              <a:latin typeface="Corbel"/>
              <a:cs typeface="Corbel"/>
            </a:endParaRPr>
          </a:p>
        </p:txBody>
      </p:sp>
      <p:sp>
        <p:nvSpPr>
          <p:cNvPr id="7" name="object 7"/>
          <p:cNvSpPr txBox="1"/>
          <p:nvPr/>
        </p:nvSpPr>
        <p:spPr>
          <a:xfrm>
            <a:off x="1563051" y="6137147"/>
            <a:ext cx="5833745" cy="671830"/>
          </a:xfrm>
          <a:prstGeom prst="rect">
            <a:avLst/>
          </a:prstGeom>
        </p:spPr>
        <p:txBody>
          <a:bodyPr vert="horz" wrap="square" lIns="0" tIns="9525" rIns="0" bIns="0" rtlCol="0">
            <a:spAutoFit/>
          </a:bodyPr>
          <a:lstStyle/>
          <a:p>
            <a:pPr marL="12700" marR="5080" indent="113030" algn="just">
              <a:lnSpc>
                <a:spcPct val="101400"/>
              </a:lnSpc>
              <a:spcBef>
                <a:spcPts val="75"/>
              </a:spcBef>
              <a:buFont typeface="Corbel"/>
              <a:buChar char="•"/>
              <a:tabLst>
                <a:tab pos="125730" algn="l"/>
              </a:tabLst>
            </a:pPr>
            <a:r>
              <a:rPr sz="1400" b="1" u="sng" dirty="0">
                <a:uFill>
                  <a:solidFill>
                    <a:srgbClr val="000000"/>
                  </a:solidFill>
                </a:uFill>
                <a:latin typeface="Corbel"/>
                <a:cs typeface="Corbel"/>
              </a:rPr>
              <a:t>Galileo</a:t>
            </a:r>
            <a:r>
              <a:rPr sz="1400" dirty="0">
                <a:latin typeface="Corbel"/>
                <a:cs typeface="Corbel"/>
              </a:rPr>
              <a:t>,</a:t>
            </a:r>
            <a:r>
              <a:rPr sz="1400" spc="-40" dirty="0">
                <a:latin typeface="Corbel"/>
                <a:cs typeface="Corbel"/>
              </a:rPr>
              <a:t> </a:t>
            </a:r>
            <a:r>
              <a:rPr sz="1400" dirty="0">
                <a:latin typeface="Corbel"/>
                <a:cs typeface="Corbel"/>
              </a:rPr>
              <a:t>is</a:t>
            </a:r>
            <a:r>
              <a:rPr sz="1400" spc="-45" dirty="0">
                <a:latin typeface="Corbel"/>
                <a:cs typeface="Corbel"/>
              </a:rPr>
              <a:t> </a:t>
            </a:r>
            <a:r>
              <a:rPr sz="1400" dirty="0">
                <a:latin typeface="Corbel"/>
                <a:cs typeface="Corbel"/>
              </a:rPr>
              <a:t>a</a:t>
            </a:r>
            <a:r>
              <a:rPr sz="1400" spc="-40" dirty="0">
                <a:latin typeface="Corbel"/>
                <a:cs typeface="Corbel"/>
              </a:rPr>
              <a:t> </a:t>
            </a:r>
            <a:r>
              <a:rPr sz="1400" dirty="0">
                <a:latin typeface="Corbel"/>
                <a:cs typeface="Corbel"/>
              </a:rPr>
              <a:t>global</a:t>
            </a:r>
            <a:r>
              <a:rPr sz="1400" spc="-45" dirty="0">
                <a:latin typeface="Corbel"/>
                <a:cs typeface="Corbel"/>
              </a:rPr>
              <a:t> </a:t>
            </a:r>
            <a:r>
              <a:rPr sz="1400" dirty="0">
                <a:latin typeface="Corbel"/>
                <a:cs typeface="Corbel"/>
              </a:rPr>
              <a:t>GNSS</a:t>
            </a:r>
            <a:r>
              <a:rPr sz="1400" spc="-40" dirty="0">
                <a:latin typeface="Corbel"/>
                <a:cs typeface="Corbel"/>
              </a:rPr>
              <a:t> </a:t>
            </a:r>
            <a:r>
              <a:rPr sz="1400" dirty="0">
                <a:latin typeface="Corbel"/>
                <a:cs typeface="Corbel"/>
              </a:rPr>
              <a:t>owned</a:t>
            </a:r>
            <a:r>
              <a:rPr sz="1400" spc="-40" dirty="0">
                <a:latin typeface="Corbel"/>
                <a:cs typeface="Corbel"/>
              </a:rPr>
              <a:t> </a:t>
            </a:r>
            <a:r>
              <a:rPr sz="1400" dirty="0">
                <a:latin typeface="Corbel"/>
                <a:cs typeface="Corbel"/>
              </a:rPr>
              <a:t>and</a:t>
            </a:r>
            <a:r>
              <a:rPr sz="1400" spc="-45" dirty="0">
                <a:latin typeface="Corbel"/>
                <a:cs typeface="Corbel"/>
              </a:rPr>
              <a:t> </a:t>
            </a:r>
            <a:r>
              <a:rPr sz="1400" dirty="0">
                <a:latin typeface="Corbel"/>
                <a:cs typeface="Corbel"/>
              </a:rPr>
              <a:t>operated</a:t>
            </a:r>
            <a:r>
              <a:rPr sz="1400" spc="-40" dirty="0">
                <a:latin typeface="Corbel"/>
                <a:cs typeface="Corbel"/>
              </a:rPr>
              <a:t> </a:t>
            </a:r>
            <a:r>
              <a:rPr sz="1400" dirty="0">
                <a:latin typeface="Corbel"/>
                <a:cs typeface="Corbel"/>
              </a:rPr>
              <a:t>by</a:t>
            </a:r>
            <a:r>
              <a:rPr sz="1400" spc="-40" dirty="0">
                <a:latin typeface="Corbel"/>
                <a:cs typeface="Corbel"/>
              </a:rPr>
              <a:t> </a:t>
            </a:r>
            <a:r>
              <a:rPr sz="1400" dirty="0">
                <a:latin typeface="Corbel"/>
                <a:cs typeface="Corbel"/>
              </a:rPr>
              <a:t>the</a:t>
            </a:r>
            <a:r>
              <a:rPr sz="1400" spc="-40" dirty="0">
                <a:latin typeface="Corbel"/>
                <a:cs typeface="Corbel"/>
              </a:rPr>
              <a:t> </a:t>
            </a:r>
            <a:r>
              <a:rPr sz="1400" dirty="0">
                <a:latin typeface="Corbel"/>
                <a:cs typeface="Corbel"/>
              </a:rPr>
              <a:t>European</a:t>
            </a:r>
            <a:r>
              <a:rPr sz="1400" spc="-45" dirty="0">
                <a:latin typeface="Corbel"/>
                <a:cs typeface="Corbel"/>
              </a:rPr>
              <a:t> </a:t>
            </a:r>
            <a:r>
              <a:rPr sz="1400" dirty="0">
                <a:latin typeface="Corbel"/>
                <a:cs typeface="Corbel"/>
              </a:rPr>
              <a:t>Union.</a:t>
            </a:r>
            <a:r>
              <a:rPr sz="1400" spc="-40" dirty="0">
                <a:latin typeface="Corbel"/>
                <a:cs typeface="Corbel"/>
              </a:rPr>
              <a:t> </a:t>
            </a:r>
            <a:r>
              <a:rPr sz="1400" dirty="0">
                <a:latin typeface="Corbel"/>
                <a:cs typeface="Corbel"/>
              </a:rPr>
              <a:t>The</a:t>
            </a:r>
            <a:r>
              <a:rPr sz="1400" spc="-40" dirty="0">
                <a:latin typeface="Corbel"/>
                <a:cs typeface="Corbel"/>
              </a:rPr>
              <a:t> </a:t>
            </a:r>
            <a:r>
              <a:rPr sz="1400" spc="-25" dirty="0">
                <a:latin typeface="Corbel"/>
                <a:cs typeface="Corbel"/>
              </a:rPr>
              <a:t>EU </a:t>
            </a:r>
            <a:r>
              <a:rPr sz="1400" dirty="0">
                <a:latin typeface="Corbel"/>
                <a:cs typeface="Corbel"/>
              </a:rPr>
              <a:t>declared</a:t>
            </a:r>
            <a:r>
              <a:rPr sz="1400" spc="75" dirty="0">
                <a:latin typeface="Corbel"/>
                <a:cs typeface="Corbel"/>
              </a:rPr>
              <a:t> </a:t>
            </a:r>
            <a:r>
              <a:rPr sz="1400" dirty="0">
                <a:latin typeface="Corbel"/>
                <a:cs typeface="Corbel"/>
              </a:rPr>
              <a:t>the</a:t>
            </a:r>
            <a:r>
              <a:rPr sz="1400" spc="80" dirty="0">
                <a:latin typeface="Corbel"/>
                <a:cs typeface="Corbel"/>
              </a:rPr>
              <a:t> </a:t>
            </a:r>
            <a:r>
              <a:rPr sz="1400" dirty="0">
                <a:latin typeface="Corbel"/>
                <a:cs typeface="Corbel"/>
              </a:rPr>
              <a:t>start</a:t>
            </a:r>
            <a:r>
              <a:rPr sz="1400" spc="75" dirty="0">
                <a:latin typeface="Corbel"/>
                <a:cs typeface="Corbel"/>
              </a:rPr>
              <a:t> </a:t>
            </a:r>
            <a:r>
              <a:rPr sz="1400" dirty="0">
                <a:latin typeface="Corbel"/>
                <a:cs typeface="Corbel"/>
              </a:rPr>
              <a:t>of</a:t>
            </a:r>
            <a:r>
              <a:rPr sz="1400" spc="85" dirty="0">
                <a:latin typeface="Corbel"/>
                <a:cs typeface="Corbel"/>
              </a:rPr>
              <a:t> </a:t>
            </a:r>
            <a:r>
              <a:rPr sz="1400" dirty="0">
                <a:latin typeface="Corbel"/>
                <a:cs typeface="Corbel"/>
              </a:rPr>
              <a:t>Galileo</a:t>
            </a:r>
            <a:r>
              <a:rPr sz="1400" spc="80" dirty="0">
                <a:latin typeface="Corbel"/>
                <a:cs typeface="Corbel"/>
              </a:rPr>
              <a:t> </a:t>
            </a:r>
            <a:r>
              <a:rPr sz="1400" dirty="0">
                <a:latin typeface="Corbel"/>
                <a:cs typeface="Corbel"/>
              </a:rPr>
              <a:t>Initial</a:t>
            </a:r>
            <a:r>
              <a:rPr sz="1400" spc="80" dirty="0">
                <a:latin typeface="Corbel"/>
                <a:cs typeface="Corbel"/>
              </a:rPr>
              <a:t> </a:t>
            </a:r>
            <a:r>
              <a:rPr sz="1400" dirty="0">
                <a:latin typeface="Corbel"/>
                <a:cs typeface="Corbel"/>
              </a:rPr>
              <a:t>Services</a:t>
            </a:r>
            <a:r>
              <a:rPr sz="1400" spc="80" dirty="0">
                <a:latin typeface="Corbel"/>
                <a:cs typeface="Corbel"/>
              </a:rPr>
              <a:t> </a:t>
            </a:r>
            <a:r>
              <a:rPr sz="1400" dirty="0">
                <a:latin typeface="Corbel"/>
                <a:cs typeface="Corbel"/>
              </a:rPr>
              <a:t>in</a:t>
            </a:r>
            <a:r>
              <a:rPr sz="1400" spc="75" dirty="0">
                <a:latin typeface="Corbel"/>
                <a:cs typeface="Corbel"/>
              </a:rPr>
              <a:t> </a:t>
            </a:r>
            <a:r>
              <a:rPr sz="1400" dirty="0">
                <a:latin typeface="Corbel"/>
                <a:cs typeface="Corbel"/>
              </a:rPr>
              <a:t>2016</a:t>
            </a:r>
            <a:r>
              <a:rPr sz="1400" spc="80" dirty="0">
                <a:latin typeface="Corbel"/>
                <a:cs typeface="Corbel"/>
              </a:rPr>
              <a:t> </a:t>
            </a:r>
            <a:r>
              <a:rPr sz="1400" dirty="0">
                <a:latin typeface="Corbel"/>
                <a:cs typeface="Corbel"/>
              </a:rPr>
              <a:t>and</a:t>
            </a:r>
            <a:r>
              <a:rPr sz="1400" spc="80" dirty="0">
                <a:latin typeface="Corbel"/>
                <a:cs typeface="Corbel"/>
              </a:rPr>
              <a:t> </a:t>
            </a:r>
            <a:r>
              <a:rPr sz="1400" dirty="0">
                <a:latin typeface="Corbel"/>
                <a:cs typeface="Corbel"/>
              </a:rPr>
              <a:t>plans</a:t>
            </a:r>
            <a:r>
              <a:rPr sz="1400" spc="70" dirty="0">
                <a:latin typeface="Corbel"/>
                <a:cs typeface="Corbel"/>
              </a:rPr>
              <a:t> </a:t>
            </a:r>
            <a:r>
              <a:rPr sz="1400" dirty="0">
                <a:latin typeface="Corbel"/>
                <a:cs typeface="Corbel"/>
              </a:rPr>
              <a:t>to</a:t>
            </a:r>
            <a:r>
              <a:rPr sz="1400" spc="80" dirty="0">
                <a:latin typeface="Corbel"/>
                <a:cs typeface="Corbel"/>
              </a:rPr>
              <a:t> </a:t>
            </a:r>
            <a:r>
              <a:rPr sz="1400" dirty="0">
                <a:latin typeface="Corbel"/>
                <a:cs typeface="Corbel"/>
              </a:rPr>
              <a:t>complete</a:t>
            </a:r>
            <a:r>
              <a:rPr sz="1400" spc="80" dirty="0">
                <a:latin typeface="Corbel"/>
                <a:cs typeface="Corbel"/>
              </a:rPr>
              <a:t> </a:t>
            </a:r>
            <a:r>
              <a:rPr sz="1400" spc="-25" dirty="0">
                <a:latin typeface="Corbel"/>
                <a:cs typeface="Corbel"/>
              </a:rPr>
              <a:t>the </a:t>
            </a:r>
            <a:r>
              <a:rPr sz="1400" dirty="0">
                <a:latin typeface="Corbel"/>
                <a:cs typeface="Corbel"/>
              </a:rPr>
              <a:t>system</a:t>
            </a:r>
            <a:r>
              <a:rPr sz="1400" spc="-30" dirty="0">
                <a:latin typeface="Corbel"/>
                <a:cs typeface="Corbel"/>
              </a:rPr>
              <a:t> </a:t>
            </a:r>
            <a:r>
              <a:rPr sz="1400" dirty="0">
                <a:latin typeface="Corbel"/>
                <a:cs typeface="Corbel"/>
              </a:rPr>
              <a:t>of</a:t>
            </a:r>
            <a:r>
              <a:rPr sz="1400" spc="-30" dirty="0">
                <a:latin typeface="Corbel"/>
                <a:cs typeface="Corbel"/>
              </a:rPr>
              <a:t> </a:t>
            </a:r>
            <a:r>
              <a:rPr sz="1400" dirty="0">
                <a:latin typeface="Corbel"/>
                <a:cs typeface="Corbel"/>
              </a:rPr>
              <a:t>24+</a:t>
            </a:r>
            <a:r>
              <a:rPr sz="1400" spc="-40" dirty="0">
                <a:latin typeface="Corbel"/>
                <a:cs typeface="Corbel"/>
              </a:rPr>
              <a:t> </a:t>
            </a:r>
            <a:r>
              <a:rPr sz="1400" dirty="0">
                <a:latin typeface="Corbel"/>
                <a:cs typeface="Corbel"/>
              </a:rPr>
              <a:t>satellites</a:t>
            </a:r>
            <a:r>
              <a:rPr sz="1400" spc="-30" dirty="0">
                <a:latin typeface="Corbel"/>
                <a:cs typeface="Corbel"/>
              </a:rPr>
              <a:t> </a:t>
            </a:r>
            <a:r>
              <a:rPr sz="1400" dirty="0">
                <a:latin typeface="Corbel"/>
                <a:cs typeface="Corbel"/>
              </a:rPr>
              <a:t>in</a:t>
            </a:r>
            <a:r>
              <a:rPr sz="1400" spc="-35" dirty="0">
                <a:latin typeface="Corbel"/>
                <a:cs typeface="Corbel"/>
              </a:rPr>
              <a:t> </a:t>
            </a:r>
            <a:r>
              <a:rPr sz="1400" spc="-20" dirty="0">
                <a:latin typeface="Corbel"/>
                <a:cs typeface="Corbel"/>
              </a:rPr>
              <a:t>2021.</a:t>
            </a:r>
            <a:endParaRPr sz="1400">
              <a:latin typeface="Corbel"/>
              <a:cs typeface="Corbel"/>
            </a:endParaRPr>
          </a:p>
        </p:txBody>
      </p:sp>
      <p:grpSp>
        <p:nvGrpSpPr>
          <p:cNvPr id="8" name="object 8"/>
          <p:cNvGrpSpPr/>
          <p:nvPr/>
        </p:nvGrpSpPr>
        <p:grpSpPr>
          <a:xfrm>
            <a:off x="43542" y="6462030"/>
            <a:ext cx="360045" cy="360045"/>
            <a:chOff x="43542" y="6462030"/>
            <a:chExt cx="360045" cy="360045"/>
          </a:xfrm>
        </p:grpSpPr>
        <p:sp>
          <p:nvSpPr>
            <p:cNvPr id="9" name="object 9"/>
            <p:cNvSpPr/>
            <p:nvPr/>
          </p:nvSpPr>
          <p:spPr>
            <a:xfrm>
              <a:off x="43542" y="6462030"/>
              <a:ext cx="360045" cy="360045"/>
            </a:xfrm>
            <a:custGeom>
              <a:avLst/>
              <a:gdLst/>
              <a:ahLst/>
              <a:cxnLst/>
              <a:rect l="l" t="t" r="r" b="b"/>
              <a:pathLst>
                <a:path w="360045" h="360045">
                  <a:moveTo>
                    <a:pt x="359999" y="0"/>
                  </a:moveTo>
                  <a:lnTo>
                    <a:pt x="0" y="0"/>
                  </a:lnTo>
                  <a:lnTo>
                    <a:pt x="0" y="359999"/>
                  </a:lnTo>
                  <a:lnTo>
                    <a:pt x="359999" y="359999"/>
                  </a:lnTo>
                  <a:lnTo>
                    <a:pt x="359999" y="314999"/>
                  </a:lnTo>
                  <a:lnTo>
                    <a:pt x="179999" y="314999"/>
                  </a:lnTo>
                  <a:lnTo>
                    <a:pt x="137329" y="308117"/>
                  </a:lnTo>
                  <a:lnTo>
                    <a:pt x="100270" y="288952"/>
                  </a:lnTo>
                  <a:lnTo>
                    <a:pt x="71047" y="259729"/>
                  </a:lnTo>
                  <a:lnTo>
                    <a:pt x="51882" y="222670"/>
                  </a:lnTo>
                  <a:lnTo>
                    <a:pt x="44999" y="179999"/>
                  </a:lnTo>
                  <a:lnTo>
                    <a:pt x="51882" y="137329"/>
                  </a:lnTo>
                  <a:lnTo>
                    <a:pt x="71047" y="100270"/>
                  </a:lnTo>
                  <a:lnTo>
                    <a:pt x="100270" y="71047"/>
                  </a:lnTo>
                  <a:lnTo>
                    <a:pt x="137329" y="51882"/>
                  </a:lnTo>
                  <a:lnTo>
                    <a:pt x="179999" y="44999"/>
                  </a:lnTo>
                  <a:lnTo>
                    <a:pt x="359999" y="44999"/>
                  </a:lnTo>
                  <a:lnTo>
                    <a:pt x="359999" y="0"/>
                  </a:lnTo>
                  <a:close/>
                </a:path>
                <a:path w="360045" h="360045">
                  <a:moveTo>
                    <a:pt x="359999" y="44999"/>
                  </a:moveTo>
                  <a:lnTo>
                    <a:pt x="179999" y="44999"/>
                  </a:lnTo>
                  <a:lnTo>
                    <a:pt x="222670" y="51882"/>
                  </a:lnTo>
                  <a:lnTo>
                    <a:pt x="259729" y="71047"/>
                  </a:lnTo>
                  <a:lnTo>
                    <a:pt x="288952" y="100270"/>
                  </a:lnTo>
                  <a:lnTo>
                    <a:pt x="308117" y="137329"/>
                  </a:lnTo>
                  <a:lnTo>
                    <a:pt x="314999" y="179999"/>
                  </a:lnTo>
                  <a:lnTo>
                    <a:pt x="308117" y="222670"/>
                  </a:lnTo>
                  <a:lnTo>
                    <a:pt x="288952" y="259729"/>
                  </a:lnTo>
                  <a:lnTo>
                    <a:pt x="259729" y="288952"/>
                  </a:lnTo>
                  <a:lnTo>
                    <a:pt x="222670" y="308117"/>
                  </a:lnTo>
                  <a:lnTo>
                    <a:pt x="179999" y="314999"/>
                  </a:lnTo>
                  <a:lnTo>
                    <a:pt x="359999" y="314999"/>
                  </a:lnTo>
                  <a:lnTo>
                    <a:pt x="359999" y="44999"/>
                  </a:lnTo>
                  <a:close/>
                </a:path>
              </a:pathLst>
            </a:custGeom>
            <a:solidFill>
              <a:srgbClr val="1CADE4"/>
            </a:solidFill>
          </p:spPr>
          <p:txBody>
            <a:bodyPr wrap="square" lIns="0" tIns="0" rIns="0" bIns="0" rtlCol="0"/>
            <a:lstStyle/>
            <a:p>
              <a:endParaRPr/>
            </a:p>
          </p:txBody>
        </p:sp>
        <p:sp>
          <p:nvSpPr>
            <p:cNvPr id="10" name="object 10"/>
            <p:cNvSpPr/>
            <p:nvPr/>
          </p:nvSpPr>
          <p:spPr>
            <a:xfrm>
              <a:off x="88542" y="6507030"/>
              <a:ext cx="270510" cy="270510"/>
            </a:xfrm>
            <a:custGeom>
              <a:avLst/>
              <a:gdLst/>
              <a:ahLst/>
              <a:cxnLst/>
              <a:rect l="l" t="t" r="r" b="b"/>
              <a:pathLst>
                <a:path w="270510"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10" h="270509">
                  <a:moveTo>
                    <a:pt x="259004" y="84375"/>
                  </a:moveTo>
                  <a:lnTo>
                    <a:pt x="160312" y="84375"/>
                  </a:lnTo>
                  <a:lnTo>
                    <a:pt x="160312" y="219375"/>
                  </a:lnTo>
                  <a:lnTo>
                    <a:pt x="185625" y="219375"/>
                  </a:lnTo>
                  <a:lnTo>
                    <a:pt x="185625" y="236250"/>
                  </a:lnTo>
                  <a:lnTo>
                    <a:pt x="222432" y="236250"/>
                  </a:lnTo>
                  <a:lnTo>
                    <a:pt x="243952" y="214729"/>
                  </a:lnTo>
                  <a:lnTo>
                    <a:pt x="263117" y="177670"/>
                  </a:lnTo>
                  <a:lnTo>
                    <a:pt x="269999" y="134999"/>
                  </a:lnTo>
                  <a:lnTo>
                    <a:pt x="263117" y="92329"/>
                  </a:lnTo>
                  <a:lnTo>
                    <a:pt x="259004" y="84375"/>
                  </a:lnTo>
                  <a:close/>
                </a:path>
                <a:path w="270510"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11" name="object 11"/>
            <p:cNvPicPr/>
            <p:nvPr/>
          </p:nvPicPr>
          <p:blipFill>
            <a:blip r:embed="rId4" cstate="print"/>
            <a:stretch>
              <a:fillRect/>
            </a:stretch>
          </p:blipFill>
          <p:spPr>
            <a:xfrm>
              <a:off x="172917" y="6515468"/>
              <a:ext cx="101249" cy="227812"/>
            </a:xfrm>
            <a:prstGeom prst="rect">
              <a:avLst/>
            </a:prstGeom>
          </p:spPr>
        </p:pic>
      </p:grpSp>
      <p:grpSp>
        <p:nvGrpSpPr>
          <p:cNvPr id="12" name="object 12"/>
          <p:cNvGrpSpPr/>
          <p:nvPr/>
        </p:nvGrpSpPr>
        <p:grpSpPr>
          <a:xfrm>
            <a:off x="459124" y="6462030"/>
            <a:ext cx="360045" cy="360045"/>
            <a:chOff x="459124" y="6462030"/>
            <a:chExt cx="360045" cy="360045"/>
          </a:xfrm>
        </p:grpSpPr>
        <p:sp>
          <p:nvSpPr>
            <p:cNvPr id="13" name="object 13"/>
            <p:cNvSpPr/>
            <p:nvPr/>
          </p:nvSpPr>
          <p:spPr>
            <a:xfrm>
              <a:off x="459124" y="6462030"/>
              <a:ext cx="360045" cy="360045"/>
            </a:xfrm>
            <a:custGeom>
              <a:avLst/>
              <a:gdLst/>
              <a:ahLst/>
              <a:cxnLst/>
              <a:rect l="l" t="t" r="r" b="b"/>
              <a:pathLst>
                <a:path w="360044" h="360045">
                  <a:moveTo>
                    <a:pt x="359999" y="0"/>
                  </a:moveTo>
                  <a:lnTo>
                    <a:pt x="0" y="0"/>
                  </a:lnTo>
                  <a:lnTo>
                    <a:pt x="0" y="359999"/>
                  </a:lnTo>
                  <a:lnTo>
                    <a:pt x="359999" y="359999"/>
                  </a:lnTo>
                  <a:lnTo>
                    <a:pt x="359999" y="314999"/>
                  </a:lnTo>
                  <a:lnTo>
                    <a:pt x="179999" y="314999"/>
                  </a:lnTo>
                  <a:lnTo>
                    <a:pt x="137329" y="308117"/>
                  </a:lnTo>
                  <a:lnTo>
                    <a:pt x="100270" y="288952"/>
                  </a:lnTo>
                  <a:lnTo>
                    <a:pt x="71047" y="259729"/>
                  </a:lnTo>
                  <a:lnTo>
                    <a:pt x="51882" y="222670"/>
                  </a:lnTo>
                  <a:lnTo>
                    <a:pt x="44999" y="179999"/>
                  </a:lnTo>
                  <a:lnTo>
                    <a:pt x="51882" y="137329"/>
                  </a:lnTo>
                  <a:lnTo>
                    <a:pt x="71047" y="100270"/>
                  </a:lnTo>
                  <a:lnTo>
                    <a:pt x="100270" y="71047"/>
                  </a:lnTo>
                  <a:lnTo>
                    <a:pt x="137329" y="51882"/>
                  </a:lnTo>
                  <a:lnTo>
                    <a:pt x="179999" y="44999"/>
                  </a:lnTo>
                  <a:lnTo>
                    <a:pt x="359999" y="44999"/>
                  </a:lnTo>
                  <a:lnTo>
                    <a:pt x="359999" y="0"/>
                  </a:lnTo>
                  <a:close/>
                </a:path>
                <a:path w="360044" h="360045">
                  <a:moveTo>
                    <a:pt x="359999" y="44999"/>
                  </a:moveTo>
                  <a:lnTo>
                    <a:pt x="179999" y="44999"/>
                  </a:lnTo>
                  <a:lnTo>
                    <a:pt x="222670" y="51882"/>
                  </a:lnTo>
                  <a:lnTo>
                    <a:pt x="259729" y="71047"/>
                  </a:lnTo>
                  <a:lnTo>
                    <a:pt x="288952" y="100270"/>
                  </a:lnTo>
                  <a:lnTo>
                    <a:pt x="308117" y="137329"/>
                  </a:lnTo>
                  <a:lnTo>
                    <a:pt x="315000" y="179999"/>
                  </a:lnTo>
                  <a:lnTo>
                    <a:pt x="308117" y="222670"/>
                  </a:lnTo>
                  <a:lnTo>
                    <a:pt x="288952" y="259729"/>
                  </a:lnTo>
                  <a:lnTo>
                    <a:pt x="259729" y="288952"/>
                  </a:lnTo>
                  <a:lnTo>
                    <a:pt x="222670" y="308117"/>
                  </a:lnTo>
                  <a:lnTo>
                    <a:pt x="179999" y="314999"/>
                  </a:lnTo>
                  <a:lnTo>
                    <a:pt x="359999" y="314999"/>
                  </a:lnTo>
                  <a:lnTo>
                    <a:pt x="359999" y="44999"/>
                  </a:lnTo>
                  <a:close/>
                </a:path>
              </a:pathLst>
            </a:custGeom>
            <a:solidFill>
              <a:srgbClr val="1CADE4"/>
            </a:solidFill>
          </p:spPr>
          <p:txBody>
            <a:bodyPr wrap="square" lIns="0" tIns="0" rIns="0" bIns="0" rtlCol="0"/>
            <a:lstStyle/>
            <a:p>
              <a:endParaRPr/>
            </a:p>
          </p:txBody>
        </p:sp>
        <p:sp>
          <p:nvSpPr>
            <p:cNvPr id="14" name="object 14"/>
            <p:cNvSpPr/>
            <p:nvPr/>
          </p:nvSpPr>
          <p:spPr>
            <a:xfrm>
              <a:off x="504123" y="6507030"/>
              <a:ext cx="270510" cy="270510"/>
            </a:xfrm>
            <a:custGeom>
              <a:avLst/>
              <a:gdLst/>
              <a:ahLst/>
              <a:cxnLst/>
              <a:rect l="l" t="t" r="r" b="b"/>
              <a:pathLst>
                <a:path w="270509"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09" h="270509">
                  <a:moveTo>
                    <a:pt x="259004" y="84375"/>
                  </a:moveTo>
                  <a:lnTo>
                    <a:pt x="160312" y="84375"/>
                  </a:lnTo>
                  <a:lnTo>
                    <a:pt x="160312" y="219375"/>
                  </a:lnTo>
                  <a:lnTo>
                    <a:pt x="185625" y="219375"/>
                  </a:lnTo>
                  <a:lnTo>
                    <a:pt x="185625" y="236250"/>
                  </a:lnTo>
                  <a:lnTo>
                    <a:pt x="222432" y="236250"/>
                  </a:lnTo>
                  <a:lnTo>
                    <a:pt x="243952" y="214729"/>
                  </a:lnTo>
                  <a:lnTo>
                    <a:pt x="263117" y="177670"/>
                  </a:lnTo>
                  <a:lnTo>
                    <a:pt x="270000" y="134999"/>
                  </a:lnTo>
                  <a:lnTo>
                    <a:pt x="263117" y="92329"/>
                  </a:lnTo>
                  <a:lnTo>
                    <a:pt x="259004" y="84375"/>
                  </a:lnTo>
                  <a:close/>
                </a:path>
                <a:path w="270509"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15" name="object 15"/>
            <p:cNvPicPr/>
            <p:nvPr/>
          </p:nvPicPr>
          <p:blipFill>
            <a:blip r:embed="rId5" cstate="print"/>
            <a:stretch>
              <a:fillRect/>
            </a:stretch>
          </p:blipFill>
          <p:spPr>
            <a:xfrm>
              <a:off x="588499" y="6515468"/>
              <a:ext cx="101249" cy="227812"/>
            </a:xfrm>
            <a:prstGeom prst="rect">
              <a:avLst/>
            </a:prstGeom>
          </p:spPr>
        </p:pic>
      </p:grpSp>
      <p:sp>
        <p:nvSpPr>
          <p:cNvPr id="16" name="object 16"/>
          <p:cNvSpPr txBox="1"/>
          <p:nvPr/>
        </p:nvSpPr>
        <p:spPr>
          <a:xfrm>
            <a:off x="11964048" y="6575044"/>
            <a:ext cx="147955" cy="177800"/>
          </a:xfrm>
          <a:prstGeom prst="rect">
            <a:avLst/>
          </a:prstGeom>
        </p:spPr>
        <p:txBody>
          <a:bodyPr vert="horz" wrap="square" lIns="0" tIns="12700" rIns="0" bIns="0" rtlCol="0">
            <a:spAutoFit/>
          </a:bodyPr>
          <a:lstStyle/>
          <a:p>
            <a:pPr marL="12700">
              <a:lnSpc>
                <a:spcPct val="100000"/>
              </a:lnSpc>
              <a:spcBef>
                <a:spcPts val="100"/>
              </a:spcBef>
            </a:pPr>
            <a:r>
              <a:rPr sz="1000" spc="-25" dirty="0">
                <a:latin typeface="Corbel"/>
                <a:cs typeface="Corbel"/>
              </a:rPr>
              <a:t>12</a:t>
            </a:r>
            <a:endParaRPr sz="1000">
              <a:latin typeface="Corbel"/>
              <a:cs typeface="Corbe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63049" y="607059"/>
            <a:ext cx="9860915" cy="6021070"/>
          </a:xfrm>
          <a:prstGeom prst="rect">
            <a:avLst/>
          </a:prstGeom>
        </p:spPr>
        <p:txBody>
          <a:bodyPr vert="horz" wrap="square" lIns="0" tIns="137795" rIns="0" bIns="0" rtlCol="0">
            <a:spAutoFit/>
          </a:bodyPr>
          <a:lstStyle/>
          <a:p>
            <a:pPr marL="144145" indent="-131445">
              <a:lnSpc>
                <a:spcPct val="100000"/>
              </a:lnSpc>
              <a:spcBef>
                <a:spcPts val="1085"/>
              </a:spcBef>
              <a:buFont typeface="Corbel"/>
              <a:buChar char="•"/>
              <a:tabLst>
                <a:tab pos="144145" algn="l"/>
              </a:tabLst>
            </a:pPr>
            <a:r>
              <a:rPr sz="1600" b="1" u="sng" dirty="0">
                <a:uFill>
                  <a:solidFill>
                    <a:srgbClr val="000000"/>
                  </a:solidFill>
                </a:uFill>
                <a:latin typeface="Corbel"/>
                <a:cs typeface="Corbel"/>
              </a:rPr>
              <a:t>Local</a:t>
            </a:r>
            <a:r>
              <a:rPr sz="1600" b="1" u="sng" spc="-15" dirty="0">
                <a:uFill>
                  <a:solidFill>
                    <a:srgbClr val="000000"/>
                  </a:solidFill>
                </a:uFill>
                <a:latin typeface="Corbel"/>
                <a:cs typeface="Corbel"/>
              </a:rPr>
              <a:t> </a:t>
            </a:r>
            <a:r>
              <a:rPr sz="1600" b="1" u="sng" dirty="0">
                <a:uFill>
                  <a:solidFill>
                    <a:srgbClr val="000000"/>
                  </a:solidFill>
                </a:uFill>
                <a:latin typeface="Corbel"/>
                <a:cs typeface="Corbel"/>
              </a:rPr>
              <a:t>area</a:t>
            </a:r>
            <a:r>
              <a:rPr sz="1600" b="1" u="sng" spc="-5" dirty="0">
                <a:uFill>
                  <a:solidFill>
                    <a:srgbClr val="000000"/>
                  </a:solidFill>
                </a:uFill>
                <a:latin typeface="Corbel"/>
                <a:cs typeface="Corbel"/>
              </a:rPr>
              <a:t> </a:t>
            </a:r>
            <a:r>
              <a:rPr sz="1600" b="1" u="sng" spc="-10" dirty="0">
                <a:uFill>
                  <a:solidFill>
                    <a:srgbClr val="000000"/>
                  </a:solidFill>
                </a:uFill>
                <a:latin typeface="Corbel"/>
                <a:cs typeface="Corbel"/>
              </a:rPr>
              <a:t>differential</a:t>
            </a:r>
            <a:r>
              <a:rPr sz="1600" b="1" u="sng" spc="-70" dirty="0">
                <a:uFill>
                  <a:solidFill>
                    <a:srgbClr val="000000"/>
                  </a:solidFill>
                </a:uFill>
                <a:latin typeface="Corbel"/>
                <a:cs typeface="Corbel"/>
              </a:rPr>
              <a:t> </a:t>
            </a:r>
            <a:r>
              <a:rPr sz="1600" b="1" u="sng" dirty="0">
                <a:uFill>
                  <a:solidFill>
                    <a:srgbClr val="000000"/>
                  </a:solidFill>
                </a:uFill>
                <a:latin typeface="Corbel"/>
                <a:cs typeface="Corbel"/>
              </a:rPr>
              <a:t>GNSS</a:t>
            </a:r>
            <a:r>
              <a:rPr sz="1600" b="1" u="sng" spc="-5" dirty="0">
                <a:uFill>
                  <a:solidFill>
                    <a:srgbClr val="000000"/>
                  </a:solidFill>
                </a:uFill>
                <a:latin typeface="Corbel"/>
                <a:cs typeface="Corbel"/>
              </a:rPr>
              <a:t> </a:t>
            </a:r>
            <a:r>
              <a:rPr sz="1600" b="1" u="sng" spc="-10" dirty="0">
                <a:uFill>
                  <a:solidFill>
                    <a:srgbClr val="000000"/>
                  </a:solidFill>
                </a:uFill>
                <a:latin typeface="Corbel"/>
                <a:cs typeface="Corbel"/>
              </a:rPr>
              <a:t>(WADGNSS)</a:t>
            </a:r>
            <a:endParaRPr sz="1600" dirty="0">
              <a:latin typeface="Corbel"/>
              <a:cs typeface="Corbel"/>
            </a:endParaRPr>
          </a:p>
          <a:p>
            <a:pPr marL="755650" marR="5080" lvl="1" indent="-285750" algn="just">
              <a:lnSpc>
                <a:spcPct val="100800"/>
              </a:lnSpc>
              <a:spcBef>
                <a:spcPts val="965"/>
              </a:spcBef>
              <a:buFont typeface="Arial MT"/>
              <a:buChar char="•"/>
              <a:tabLst>
                <a:tab pos="755650" algn="l"/>
                <a:tab pos="758190" algn="l"/>
              </a:tabLst>
            </a:pPr>
            <a:r>
              <a:rPr sz="1600" dirty="0">
                <a:latin typeface="Corbel"/>
                <a:cs typeface="Corbel"/>
              </a:rPr>
              <a:t>	Differential</a:t>
            </a:r>
            <a:r>
              <a:rPr sz="1600" spc="90" dirty="0">
                <a:latin typeface="Corbel"/>
                <a:cs typeface="Corbel"/>
              </a:rPr>
              <a:t> </a:t>
            </a:r>
            <a:r>
              <a:rPr sz="1600" dirty="0">
                <a:latin typeface="Corbel"/>
                <a:cs typeface="Corbel"/>
              </a:rPr>
              <a:t>GNSS</a:t>
            </a:r>
            <a:r>
              <a:rPr sz="1600" spc="95" dirty="0">
                <a:latin typeface="Corbel"/>
                <a:cs typeface="Corbel"/>
              </a:rPr>
              <a:t> </a:t>
            </a:r>
            <a:r>
              <a:rPr sz="1600" dirty="0">
                <a:latin typeface="Corbel"/>
                <a:cs typeface="Corbel"/>
              </a:rPr>
              <a:t>(DGNSS)</a:t>
            </a:r>
            <a:r>
              <a:rPr sz="1600" spc="85" dirty="0">
                <a:latin typeface="Corbel"/>
                <a:cs typeface="Corbel"/>
              </a:rPr>
              <a:t> </a:t>
            </a:r>
            <a:r>
              <a:rPr sz="1600" dirty="0">
                <a:latin typeface="Corbel"/>
                <a:cs typeface="Corbel"/>
              </a:rPr>
              <a:t>is</a:t>
            </a:r>
            <a:r>
              <a:rPr sz="1600" spc="95" dirty="0">
                <a:latin typeface="Corbel"/>
                <a:cs typeface="Corbel"/>
              </a:rPr>
              <a:t> </a:t>
            </a:r>
            <a:r>
              <a:rPr sz="1600" dirty="0">
                <a:latin typeface="Corbel"/>
                <a:cs typeface="Corbel"/>
              </a:rPr>
              <a:t>a</a:t>
            </a:r>
            <a:r>
              <a:rPr sz="1600" spc="95" dirty="0">
                <a:latin typeface="Corbel"/>
                <a:cs typeface="Corbel"/>
              </a:rPr>
              <a:t> </a:t>
            </a:r>
            <a:r>
              <a:rPr sz="1600" dirty="0">
                <a:latin typeface="Corbel"/>
                <a:cs typeface="Corbel"/>
              </a:rPr>
              <a:t>kind</a:t>
            </a:r>
            <a:r>
              <a:rPr sz="1600" spc="95" dirty="0">
                <a:latin typeface="Corbel"/>
                <a:cs typeface="Corbel"/>
              </a:rPr>
              <a:t> </a:t>
            </a:r>
            <a:r>
              <a:rPr sz="1600" dirty="0">
                <a:latin typeface="Corbel"/>
                <a:cs typeface="Corbel"/>
              </a:rPr>
              <a:t>of</a:t>
            </a:r>
            <a:r>
              <a:rPr sz="1600" spc="95" dirty="0">
                <a:latin typeface="Corbel"/>
                <a:cs typeface="Corbel"/>
              </a:rPr>
              <a:t> </a:t>
            </a:r>
            <a:r>
              <a:rPr sz="1600" dirty="0">
                <a:latin typeface="Corbel"/>
                <a:cs typeface="Corbel"/>
              </a:rPr>
              <a:t>GNSS</a:t>
            </a:r>
            <a:r>
              <a:rPr sz="1600" spc="95" dirty="0">
                <a:latin typeface="Corbel"/>
                <a:cs typeface="Corbel"/>
              </a:rPr>
              <a:t> </a:t>
            </a:r>
            <a:r>
              <a:rPr sz="1600" dirty="0">
                <a:latin typeface="Corbel"/>
                <a:cs typeface="Corbel"/>
              </a:rPr>
              <a:t>Augmentation</a:t>
            </a:r>
            <a:r>
              <a:rPr sz="1600" spc="90" dirty="0">
                <a:latin typeface="Corbel"/>
                <a:cs typeface="Corbel"/>
              </a:rPr>
              <a:t> </a:t>
            </a:r>
            <a:r>
              <a:rPr sz="1600" dirty="0">
                <a:latin typeface="Corbel"/>
                <a:cs typeface="Corbel"/>
              </a:rPr>
              <a:t>system</a:t>
            </a:r>
            <a:r>
              <a:rPr sz="1600" spc="90" dirty="0">
                <a:latin typeface="Corbel"/>
                <a:cs typeface="Corbel"/>
              </a:rPr>
              <a:t> </a:t>
            </a:r>
            <a:r>
              <a:rPr sz="1600" dirty="0">
                <a:latin typeface="Corbel"/>
                <a:cs typeface="Corbel"/>
              </a:rPr>
              <a:t>based</a:t>
            </a:r>
            <a:r>
              <a:rPr sz="1600" spc="95" dirty="0">
                <a:latin typeface="Corbel"/>
                <a:cs typeface="Corbel"/>
              </a:rPr>
              <a:t> </a:t>
            </a:r>
            <a:r>
              <a:rPr sz="1600" dirty="0">
                <a:latin typeface="Corbel"/>
                <a:cs typeface="Corbel"/>
              </a:rPr>
              <a:t>on</a:t>
            </a:r>
            <a:r>
              <a:rPr sz="1600" spc="95" dirty="0">
                <a:latin typeface="Corbel"/>
                <a:cs typeface="Corbel"/>
              </a:rPr>
              <a:t> </a:t>
            </a:r>
            <a:r>
              <a:rPr sz="1600" dirty="0">
                <a:latin typeface="Corbel"/>
                <a:cs typeface="Corbel"/>
              </a:rPr>
              <a:t>an</a:t>
            </a:r>
            <a:r>
              <a:rPr sz="1600" spc="95" dirty="0">
                <a:latin typeface="Corbel"/>
                <a:cs typeface="Corbel"/>
              </a:rPr>
              <a:t> </a:t>
            </a:r>
            <a:r>
              <a:rPr sz="1600" dirty="0">
                <a:latin typeface="Corbel"/>
                <a:cs typeface="Corbel"/>
              </a:rPr>
              <a:t>enhancement</a:t>
            </a:r>
            <a:r>
              <a:rPr sz="1600" spc="90" dirty="0">
                <a:latin typeface="Corbel"/>
                <a:cs typeface="Corbel"/>
              </a:rPr>
              <a:t> </a:t>
            </a:r>
            <a:r>
              <a:rPr sz="1600" dirty="0">
                <a:latin typeface="Corbel"/>
                <a:cs typeface="Corbel"/>
              </a:rPr>
              <a:t>to</a:t>
            </a:r>
            <a:r>
              <a:rPr sz="1600" spc="85" dirty="0">
                <a:latin typeface="Corbel"/>
                <a:cs typeface="Corbel"/>
              </a:rPr>
              <a:t> </a:t>
            </a:r>
            <a:r>
              <a:rPr sz="1600" spc="-10" dirty="0">
                <a:latin typeface="Corbel"/>
                <a:cs typeface="Corbel"/>
              </a:rPr>
              <a:t>primary </a:t>
            </a:r>
            <a:r>
              <a:rPr sz="1600" dirty="0">
                <a:latin typeface="Corbel"/>
                <a:cs typeface="Corbel"/>
              </a:rPr>
              <a:t>GNSS</a:t>
            </a:r>
            <a:r>
              <a:rPr sz="1600" spc="20" dirty="0">
                <a:latin typeface="Corbel"/>
                <a:cs typeface="Corbel"/>
              </a:rPr>
              <a:t> </a:t>
            </a:r>
            <a:r>
              <a:rPr sz="1600" dirty="0">
                <a:latin typeface="Corbel"/>
                <a:cs typeface="Corbel"/>
              </a:rPr>
              <a:t>constellation(s)</a:t>
            </a:r>
            <a:r>
              <a:rPr sz="1600" spc="5" dirty="0">
                <a:latin typeface="Corbel"/>
                <a:cs typeface="Corbel"/>
              </a:rPr>
              <a:t> </a:t>
            </a:r>
            <a:r>
              <a:rPr sz="1600" dirty="0">
                <a:latin typeface="Corbel"/>
                <a:cs typeface="Corbel"/>
              </a:rPr>
              <a:t>information</a:t>
            </a:r>
            <a:r>
              <a:rPr sz="1600" spc="25" dirty="0">
                <a:latin typeface="Corbel"/>
                <a:cs typeface="Corbel"/>
              </a:rPr>
              <a:t> </a:t>
            </a:r>
            <a:r>
              <a:rPr sz="1600" dirty="0">
                <a:latin typeface="Corbel"/>
                <a:cs typeface="Corbel"/>
              </a:rPr>
              <a:t>by</a:t>
            </a:r>
            <a:r>
              <a:rPr sz="1600" spc="10" dirty="0">
                <a:latin typeface="Corbel"/>
                <a:cs typeface="Corbel"/>
              </a:rPr>
              <a:t> </a:t>
            </a:r>
            <a:r>
              <a:rPr sz="1600" dirty="0">
                <a:latin typeface="Corbel"/>
                <a:cs typeface="Corbel"/>
              </a:rPr>
              <a:t>the</a:t>
            </a:r>
            <a:r>
              <a:rPr sz="1600" spc="20" dirty="0">
                <a:latin typeface="Corbel"/>
                <a:cs typeface="Corbel"/>
              </a:rPr>
              <a:t> </a:t>
            </a:r>
            <a:r>
              <a:rPr sz="1600" dirty="0">
                <a:latin typeface="Corbel"/>
                <a:cs typeface="Corbel"/>
              </a:rPr>
              <a:t>use</a:t>
            </a:r>
            <a:r>
              <a:rPr sz="1600" spc="20" dirty="0">
                <a:latin typeface="Corbel"/>
                <a:cs typeface="Corbel"/>
              </a:rPr>
              <a:t> </a:t>
            </a:r>
            <a:r>
              <a:rPr sz="1600" dirty="0">
                <a:latin typeface="Corbel"/>
                <a:cs typeface="Corbel"/>
              </a:rPr>
              <a:t>of</a:t>
            </a:r>
            <a:r>
              <a:rPr sz="1600" spc="20" dirty="0">
                <a:latin typeface="Corbel"/>
                <a:cs typeface="Corbel"/>
              </a:rPr>
              <a:t> </a:t>
            </a:r>
            <a:r>
              <a:rPr sz="1600" dirty="0">
                <a:latin typeface="Corbel"/>
                <a:cs typeface="Corbel"/>
              </a:rPr>
              <a:t>a</a:t>
            </a:r>
            <a:r>
              <a:rPr sz="1600" spc="20" dirty="0">
                <a:latin typeface="Corbel"/>
                <a:cs typeface="Corbel"/>
              </a:rPr>
              <a:t> </a:t>
            </a:r>
            <a:r>
              <a:rPr sz="1600" dirty="0">
                <a:latin typeface="Corbel"/>
                <a:cs typeface="Corbel"/>
              </a:rPr>
              <a:t>network</a:t>
            </a:r>
            <a:r>
              <a:rPr sz="1600" spc="15" dirty="0">
                <a:latin typeface="Corbel"/>
                <a:cs typeface="Corbel"/>
              </a:rPr>
              <a:t> </a:t>
            </a:r>
            <a:r>
              <a:rPr sz="1600" dirty="0">
                <a:latin typeface="Corbel"/>
                <a:cs typeface="Corbel"/>
              </a:rPr>
              <a:t>of</a:t>
            </a:r>
            <a:r>
              <a:rPr sz="1600" spc="20" dirty="0">
                <a:latin typeface="Corbel"/>
                <a:cs typeface="Corbel"/>
              </a:rPr>
              <a:t> </a:t>
            </a:r>
            <a:r>
              <a:rPr sz="1600" spc="-10" dirty="0">
                <a:latin typeface="Corbel"/>
                <a:cs typeface="Corbel"/>
              </a:rPr>
              <a:t>ground-</a:t>
            </a:r>
            <a:r>
              <a:rPr sz="1600" dirty="0">
                <a:latin typeface="Corbel"/>
                <a:cs typeface="Corbel"/>
              </a:rPr>
              <a:t>based</a:t>
            </a:r>
            <a:r>
              <a:rPr sz="1600" spc="20" dirty="0">
                <a:latin typeface="Corbel"/>
                <a:cs typeface="Corbel"/>
              </a:rPr>
              <a:t> </a:t>
            </a:r>
            <a:r>
              <a:rPr sz="1600" dirty="0">
                <a:latin typeface="Corbel"/>
                <a:cs typeface="Corbel"/>
              </a:rPr>
              <a:t>reference</a:t>
            </a:r>
            <a:r>
              <a:rPr sz="1600" spc="20" dirty="0">
                <a:latin typeface="Corbel"/>
                <a:cs typeface="Corbel"/>
              </a:rPr>
              <a:t> </a:t>
            </a:r>
            <a:r>
              <a:rPr sz="1600" dirty="0">
                <a:latin typeface="Corbel"/>
                <a:cs typeface="Corbel"/>
              </a:rPr>
              <a:t>stations</a:t>
            </a:r>
            <a:r>
              <a:rPr sz="1600" spc="20" dirty="0">
                <a:latin typeface="Corbel"/>
                <a:cs typeface="Corbel"/>
              </a:rPr>
              <a:t> </a:t>
            </a:r>
            <a:r>
              <a:rPr sz="1600" dirty="0">
                <a:latin typeface="Corbel"/>
                <a:cs typeface="Corbel"/>
              </a:rPr>
              <a:t>which</a:t>
            </a:r>
            <a:r>
              <a:rPr sz="1600" spc="15" dirty="0">
                <a:latin typeface="Corbel"/>
                <a:cs typeface="Corbel"/>
              </a:rPr>
              <a:t> </a:t>
            </a:r>
            <a:r>
              <a:rPr sz="1600" spc="-10" dirty="0">
                <a:latin typeface="Corbel"/>
                <a:cs typeface="Corbel"/>
              </a:rPr>
              <a:t>enable </a:t>
            </a:r>
            <a:r>
              <a:rPr sz="1600" dirty="0">
                <a:latin typeface="Corbel"/>
                <a:cs typeface="Corbel"/>
              </a:rPr>
              <a:t>the</a:t>
            </a:r>
            <a:r>
              <a:rPr sz="1600" spc="35" dirty="0">
                <a:latin typeface="Corbel"/>
                <a:cs typeface="Corbel"/>
              </a:rPr>
              <a:t> </a:t>
            </a:r>
            <a:r>
              <a:rPr sz="1600" dirty="0">
                <a:latin typeface="Corbel"/>
                <a:cs typeface="Corbel"/>
              </a:rPr>
              <a:t>broadcasting</a:t>
            </a:r>
            <a:r>
              <a:rPr sz="1600" spc="35" dirty="0">
                <a:latin typeface="Corbel"/>
                <a:cs typeface="Corbel"/>
              </a:rPr>
              <a:t> </a:t>
            </a:r>
            <a:r>
              <a:rPr sz="1600" dirty="0">
                <a:latin typeface="Corbel"/>
                <a:cs typeface="Corbel"/>
              </a:rPr>
              <a:t>of</a:t>
            </a:r>
            <a:r>
              <a:rPr sz="1600" spc="40" dirty="0">
                <a:latin typeface="Corbel"/>
                <a:cs typeface="Corbel"/>
              </a:rPr>
              <a:t> </a:t>
            </a:r>
            <a:r>
              <a:rPr sz="1600" dirty="0">
                <a:latin typeface="Corbel"/>
                <a:cs typeface="Corbel"/>
              </a:rPr>
              <a:t>differential</a:t>
            </a:r>
            <a:r>
              <a:rPr sz="1600" spc="35" dirty="0">
                <a:latin typeface="Corbel"/>
                <a:cs typeface="Corbel"/>
              </a:rPr>
              <a:t> </a:t>
            </a:r>
            <a:r>
              <a:rPr sz="1600" dirty="0">
                <a:latin typeface="Corbel"/>
                <a:cs typeface="Corbel"/>
              </a:rPr>
              <a:t>information</a:t>
            </a:r>
            <a:r>
              <a:rPr sz="1600" spc="40" dirty="0">
                <a:latin typeface="Corbel"/>
                <a:cs typeface="Corbel"/>
              </a:rPr>
              <a:t> </a:t>
            </a:r>
            <a:r>
              <a:rPr sz="1600" dirty="0">
                <a:latin typeface="Corbel"/>
                <a:cs typeface="Corbel"/>
              </a:rPr>
              <a:t>to</a:t>
            </a:r>
            <a:r>
              <a:rPr sz="1600" spc="35" dirty="0">
                <a:latin typeface="Corbel"/>
                <a:cs typeface="Corbel"/>
              </a:rPr>
              <a:t> </a:t>
            </a:r>
            <a:r>
              <a:rPr sz="1600" dirty="0">
                <a:latin typeface="Corbel"/>
                <a:cs typeface="Corbel"/>
              </a:rPr>
              <a:t>the</a:t>
            </a:r>
            <a:r>
              <a:rPr sz="1600" spc="35" dirty="0">
                <a:latin typeface="Corbel"/>
                <a:cs typeface="Corbel"/>
              </a:rPr>
              <a:t> </a:t>
            </a:r>
            <a:r>
              <a:rPr sz="1600" dirty="0">
                <a:latin typeface="Corbel"/>
                <a:cs typeface="Corbel"/>
              </a:rPr>
              <a:t>user</a:t>
            </a:r>
            <a:r>
              <a:rPr sz="1600" spc="35" dirty="0">
                <a:latin typeface="Corbel"/>
                <a:cs typeface="Corbel"/>
              </a:rPr>
              <a:t> </a:t>
            </a:r>
            <a:r>
              <a:rPr sz="1600" dirty="0">
                <a:latin typeface="Corbel"/>
                <a:cs typeface="Corbel"/>
              </a:rPr>
              <a:t>–</a:t>
            </a:r>
            <a:r>
              <a:rPr sz="1600" spc="45" dirty="0">
                <a:latin typeface="Corbel"/>
                <a:cs typeface="Corbel"/>
              </a:rPr>
              <a:t> </a:t>
            </a:r>
            <a:r>
              <a:rPr sz="1600" dirty="0">
                <a:latin typeface="Corbel"/>
                <a:cs typeface="Corbel"/>
              </a:rPr>
              <a:t>also</a:t>
            </a:r>
            <a:r>
              <a:rPr sz="1600" spc="30" dirty="0">
                <a:latin typeface="Corbel"/>
                <a:cs typeface="Corbel"/>
              </a:rPr>
              <a:t> </a:t>
            </a:r>
            <a:r>
              <a:rPr sz="1600" dirty="0">
                <a:latin typeface="Corbel"/>
                <a:cs typeface="Corbel"/>
              </a:rPr>
              <a:t>named</a:t>
            </a:r>
            <a:r>
              <a:rPr sz="1600" spc="40" dirty="0">
                <a:latin typeface="Corbel"/>
                <a:cs typeface="Corbel"/>
              </a:rPr>
              <a:t> </a:t>
            </a:r>
            <a:r>
              <a:rPr sz="1600" dirty="0">
                <a:latin typeface="Corbel"/>
                <a:cs typeface="Corbel"/>
              </a:rPr>
              <a:t>rover</a:t>
            </a:r>
            <a:r>
              <a:rPr sz="1600" spc="35" dirty="0">
                <a:latin typeface="Corbel"/>
                <a:cs typeface="Corbel"/>
              </a:rPr>
              <a:t> </a:t>
            </a:r>
            <a:r>
              <a:rPr sz="1600" dirty="0">
                <a:latin typeface="Corbel"/>
                <a:cs typeface="Corbel"/>
              </a:rPr>
              <a:t>–</a:t>
            </a:r>
            <a:r>
              <a:rPr sz="1600" spc="40" dirty="0">
                <a:latin typeface="Corbel"/>
                <a:cs typeface="Corbel"/>
              </a:rPr>
              <a:t> </a:t>
            </a:r>
            <a:r>
              <a:rPr sz="1600" dirty="0">
                <a:latin typeface="Corbel"/>
                <a:cs typeface="Corbel"/>
              </a:rPr>
              <a:t>to</a:t>
            </a:r>
            <a:r>
              <a:rPr sz="1600" spc="35" dirty="0">
                <a:latin typeface="Corbel"/>
                <a:cs typeface="Corbel"/>
              </a:rPr>
              <a:t> </a:t>
            </a:r>
            <a:r>
              <a:rPr sz="1600" dirty="0">
                <a:latin typeface="Corbel"/>
                <a:cs typeface="Corbel"/>
              </a:rPr>
              <a:t>improve</a:t>
            </a:r>
            <a:r>
              <a:rPr sz="1600" spc="35" dirty="0">
                <a:latin typeface="Corbel"/>
                <a:cs typeface="Corbel"/>
              </a:rPr>
              <a:t> </a:t>
            </a:r>
            <a:r>
              <a:rPr sz="1600" dirty="0">
                <a:latin typeface="Corbel"/>
                <a:cs typeface="Corbel"/>
              </a:rPr>
              <a:t>the</a:t>
            </a:r>
            <a:r>
              <a:rPr sz="1600" spc="35" dirty="0">
                <a:latin typeface="Corbel"/>
                <a:cs typeface="Corbel"/>
              </a:rPr>
              <a:t> </a:t>
            </a:r>
            <a:r>
              <a:rPr sz="1600" dirty="0">
                <a:latin typeface="Corbel"/>
                <a:cs typeface="Corbel"/>
              </a:rPr>
              <a:t>accuracy</a:t>
            </a:r>
            <a:r>
              <a:rPr sz="1600" spc="35" dirty="0">
                <a:latin typeface="Corbel"/>
                <a:cs typeface="Corbel"/>
              </a:rPr>
              <a:t> </a:t>
            </a:r>
            <a:r>
              <a:rPr sz="1600" dirty="0">
                <a:latin typeface="Corbel"/>
                <a:cs typeface="Corbel"/>
              </a:rPr>
              <a:t>of</a:t>
            </a:r>
            <a:r>
              <a:rPr sz="1600" spc="35" dirty="0">
                <a:latin typeface="Corbel"/>
                <a:cs typeface="Corbel"/>
              </a:rPr>
              <a:t> </a:t>
            </a:r>
            <a:r>
              <a:rPr sz="1600" spc="-25" dirty="0">
                <a:latin typeface="Corbel"/>
                <a:cs typeface="Corbel"/>
              </a:rPr>
              <a:t>the </a:t>
            </a:r>
            <a:r>
              <a:rPr sz="1600" dirty="0">
                <a:latin typeface="Corbel"/>
                <a:cs typeface="Corbel"/>
              </a:rPr>
              <a:t>position</a:t>
            </a:r>
            <a:r>
              <a:rPr sz="1600" spc="-20" dirty="0">
                <a:latin typeface="Corbel"/>
                <a:cs typeface="Corbel"/>
              </a:rPr>
              <a:t> </a:t>
            </a:r>
            <a:r>
              <a:rPr sz="1600" dirty="0">
                <a:latin typeface="Corbel"/>
                <a:cs typeface="Corbel"/>
              </a:rPr>
              <a:t>–</a:t>
            </a:r>
            <a:r>
              <a:rPr sz="1600" spc="-15" dirty="0">
                <a:latin typeface="Corbel"/>
                <a:cs typeface="Corbel"/>
              </a:rPr>
              <a:t> </a:t>
            </a:r>
            <a:r>
              <a:rPr sz="1600" dirty="0">
                <a:latin typeface="Corbel"/>
                <a:cs typeface="Corbel"/>
              </a:rPr>
              <a:t>the</a:t>
            </a:r>
            <a:r>
              <a:rPr sz="1600" spc="-20" dirty="0">
                <a:latin typeface="Corbel"/>
                <a:cs typeface="Corbel"/>
              </a:rPr>
              <a:t> </a:t>
            </a:r>
            <a:r>
              <a:rPr sz="1600" dirty="0">
                <a:latin typeface="Corbel"/>
                <a:cs typeface="Corbel"/>
              </a:rPr>
              <a:t>integrity</a:t>
            </a:r>
            <a:r>
              <a:rPr sz="1600" spc="-25" dirty="0">
                <a:latin typeface="Corbel"/>
                <a:cs typeface="Corbel"/>
              </a:rPr>
              <a:t> </a:t>
            </a:r>
            <a:r>
              <a:rPr sz="1600" dirty="0">
                <a:latin typeface="Corbel"/>
                <a:cs typeface="Corbel"/>
              </a:rPr>
              <a:t>is</a:t>
            </a:r>
            <a:r>
              <a:rPr sz="1600" spc="-20" dirty="0">
                <a:latin typeface="Corbel"/>
                <a:cs typeface="Corbel"/>
              </a:rPr>
              <a:t> </a:t>
            </a:r>
            <a:r>
              <a:rPr sz="1600" dirty="0">
                <a:latin typeface="Corbel"/>
                <a:cs typeface="Corbel"/>
              </a:rPr>
              <a:t>not</a:t>
            </a:r>
            <a:r>
              <a:rPr sz="1600" spc="-30" dirty="0">
                <a:latin typeface="Corbel"/>
                <a:cs typeface="Corbel"/>
              </a:rPr>
              <a:t> </a:t>
            </a:r>
            <a:r>
              <a:rPr sz="1600" spc="-10" dirty="0">
                <a:latin typeface="Corbel"/>
                <a:cs typeface="Corbel"/>
              </a:rPr>
              <a:t>assured.</a:t>
            </a:r>
            <a:endParaRPr sz="1600" dirty="0">
              <a:latin typeface="Corbel"/>
              <a:cs typeface="Corbel"/>
            </a:endParaRPr>
          </a:p>
          <a:p>
            <a:pPr marL="755650" marR="5715" lvl="1" indent="-285750" algn="just">
              <a:lnSpc>
                <a:spcPts val="1900"/>
              </a:lnSpc>
              <a:spcBef>
                <a:spcPts val="1065"/>
              </a:spcBef>
              <a:buFont typeface="Arial MT"/>
              <a:buChar char="•"/>
              <a:tabLst>
                <a:tab pos="755650" algn="l"/>
                <a:tab pos="758190" algn="l"/>
              </a:tabLst>
            </a:pPr>
            <a:r>
              <a:rPr sz="1600" dirty="0">
                <a:latin typeface="Corbel"/>
                <a:cs typeface="Corbel"/>
              </a:rPr>
              <a:t>	There</a:t>
            </a:r>
            <a:r>
              <a:rPr sz="1600" spc="220" dirty="0">
                <a:latin typeface="Corbel"/>
                <a:cs typeface="Corbel"/>
              </a:rPr>
              <a:t> </a:t>
            </a:r>
            <a:r>
              <a:rPr sz="1600" dirty="0">
                <a:latin typeface="Corbel"/>
                <a:cs typeface="Corbel"/>
              </a:rPr>
              <a:t>are</a:t>
            </a:r>
            <a:r>
              <a:rPr sz="1600" spc="220" dirty="0">
                <a:latin typeface="Corbel"/>
                <a:cs typeface="Corbel"/>
              </a:rPr>
              <a:t> </a:t>
            </a:r>
            <a:r>
              <a:rPr sz="1600" dirty="0">
                <a:latin typeface="Corbel"/>
                <a:cs typeface="Corbel"/>
              </a:rPr>
              <a:t>several</a:t>
            </a:r>
            <a:r>
              <a:rPr sz="1600" spc="225" dirty="0">
                <a:latin typeface="Corbel"/>
                <a:cs typeface="Corbel"/>
              </a:rPr>
              <a:t> </a:t>
            </a:r>
            <a:r>
              <a:rPr sz="1600" u="sng" dirty="0">
                <a:uFill>
                  <a:solidFill>
                    <a:srgbClr val="000000"/>
                  </a:solidFill>
                </a:uFill>
                <a:latin typeface="Corbel"/>
                <a:cs typeface="Corbel"/>
              </a:rPr>
              <a:t>DGNSS</a:t>
            </a:r>
            <a:r>
              <a:rPr sz="1600" u="sng" spc="220" dirty="0">
                <a:uFill>
                  <a:solidFill>
                    <a:srgbClr val="000000"/>
                  </a:solidFill>
                </a:uFill>
                <a:latin typeface="Corbel"/>
                <a:cs typeface="Corbel"/>
              </a:rPr>
              <a:t> </a:t>
            </a:r>
            <a:r>
              <a:rPr sz="1600" u="sng" dirty="0">
                <a:uFill>
                  <a:solidFill>
                    <a:srgbClr val="000000"/>
                  </a:solidFill>
                </a:uFill>
                <a:latin typeface="Corbel"/>
                <a:cs typeface="Corbel"/>
              </a:rPr>
              <a:t>techniques,</a:t>
            </a:r>
            <a:r>
              <a:rPr sz="1600" u="sng" spc="220" dirty="0">
                <a:uFill>
                  <a:solidFill>
                    <a:srgbClr val="000000"/>
                  </a:solidFill>
                </a:uFill>
                <a:latin typeface="Corbel"/>
                <a:cs typeface="Corbel"/>
              </a:rPr>
              <a:t> </a:t>
            </a:r>
            <a:r>
              <a:rPr sz="1600" u="sng" dirty="0">
                <a:uFill>
                  <a:solidFill>
                    <a:srgbClr val="000000"/>
                  </a:solidFill>
                </a:uFill>
                <a:latin typeface="Corbel"/>
                <a:cs typeface="Corbel"/>
              </a:rPr>
              <a:t>such</a:t>
            </a:r>
            <a:r>
              <a:rPr sz="1600" u="sng" spc="215" dirty="0">
                <a:uFill>
                  <a:solidFill>
                    <a:srgbClr val="000000"/>
                  </a:solidFill>
                </a:uFill>
                <a:latin typeface="Corbel"/>
                <a:cs typeface="Corbel"/>
              </a:rPr>
              <a:t> </a:t>
            </a:r>
            <a:r>
              <a:rPr sz="1600" u="sng" dirty="0">
                <a:uFill>
                  <a:solidFill>
                    <a:srgbClr val="000000"/>
                  </a:solidFill>
                </a:uFill>
                <a:latin typeface="Corbel"/>
                <a:cs typeface="Corbel"/>
              </a:rPr>
              <a:t>as</a:t>
            </a:r>
            <a:r>
              <a:rPr sz="1600" u="sng" spc="225" dirty="0">
                <a:uFill>
                  <a:solidFill>
                    <a:srgbClr val="000000"/>
                  </a:solidFill>
                </a:uFill>
                <a:latin typeface="Corbel"/>
                <a:cs typeface="Corbel"/>
              </a:rPr>
              <a:t> </a:t>
            </a:r>
            <a:r>
              <a:rPr sz="1600" u="sng" dirty="0">
                <a:uFill>
                  <a:solidFill>
                    <a:srgbClr val="000000"/>
                  </a:solidFill>
                </a:uFill>
                <a:latin typeface="Corbel"/>
                <a:cs typeface="Corbel"/>
              </a:rPr>
              <a:t>the</a:t>
            </a:r>
            <a:r>
              <a:rPr sz="1600" u="sng" spc="220" dirty="0">
                <a:uFill>
                  <a:solidFill>
                    <a:srgbClr val="000000"/>
                  </a:solidFill>
                </a:uFill>
                <a:latin typeface="Corbel"/>
                <a:cs typeface="Corbel"/>
              </a:rPr>
              <a:t> </a:t>
            </a:r>
            <a:r>
              <a:rPr sz="1600" u="sng" dirty="0">
                <a:uFill>
                  <a:solidFill>
                    <a:srgbClr val="000000"/>
                  </a:solidFill>
                </a:uFill>
                <a:latin typeface="Corbel"/>
                <a:cs typeface="Corbel"/>
              </a:rPr>
              <a:t>classical</a:t>
            </a:r>
            <a:r>
              <a:rPr sz="1600" u="sng" spc="220" dirty="0">
                <a:uFill>
                  <a:solidFill>
                    <a:srgbClr val="000000"/>
                  </a:solidFill>
                </a:uFill>
                <a:latin typeface="Corbel"/>
                <a:cs typeface="Corbel"/>
              </a:rPr>
              <a:t> </a:t>
            </a:r>
            <a:r>
              <a:rPr sz="1600" u="sng" dirty="0">
                <a:uFill>
                  <a:solidFill>
                    <a:srgbClr val="000000"/>
                  </a:solidFill>
                </a:uFill>
                <a:latin typeface="Corbel"/>
                <a:cs typeface="Corbel"/>
              </a:rPr>
              <a:t>DGNSS</a:t>
            </a:r>
            <a:r>
              <a:rPr sz="1600" u="sng" spc="220" dirty="0">
                <a:uFill>
                  <a:solidFill>
                    <a:srgbClr val="000000"/>
                  </a:solidFill>
                </a:uFill>
                <a:latin typeface="Corbel"/>
                <a:cs typeface="Corbel"/>
              </a:rPr>
              <a:t> </a:t>
            </a:r>
            <a:r>
              <a:rPr sz="1600" u="sng" dirty="0">
                <a:uFill>
                  <a:solidFill>
                    <a:srgbClr val="000000"/>
                  </a:solidFill>
                </a:uFill>
                <a:latin typeface="Corbel"/>
                <a:cs typeface="Corbel"/>
              </a:rPr>
              <a:t>(or</a:t>
            </a:r>
            <a:r>
              <a:rPr sz="1600" u="sng" spc="225" dirty="0">
                <a:uFill>
                  <a:solidFill>
                    <a:srgbClr val="000000"/>
                  </a:solidFill>
                </a:uFill>
                <a:latin typeface="Corbel"/>
                <a:cs typeface="Corbel"/>
              </a:rPr>
              <a:t> </a:t>
            </a:r>
            <a:r>
              <a:rPr sz="1600" u="sng" dirty="0">
                <a:uFill>
                  <a:solidFill>
                    <a:srgbClr val="000000"/>
                  </a:solidFill>
                </a:uFill>
                <a:latin typeface="Corbel"/>
                <a:cs typeface="Corbel"/>
              </a:rPr>
              <a:t>DGPS),</a:t>
            </a:r>
            <a:r>
              <a:rPr sz="1600" u="sng" spc="220" dirty="0">
                <a:uFill>
                  <a:solidFill>
                    <a:srgbClr val="000000"/>
                  </a:solidFill>
                </a:uFill>
                <a:latin typeface="Corbel"/>
                <a:cs typeface="Corbel"/>
              </a:rPr>
              <a:t> </a:t>
            </a:r>
            <a:r>
              <a:rPr sz="1600" u="sng" dirty="0">
                <a:uFill>
                  <a:solidFill>
                    <a:srgbClr val="000000"/>
                  </a:solidFill>
                </a:uFill>
                <a:latin typeface="Corbel"/>
                <a:cs typeface="Corbel"/>
              </a:rPr>
              <a:t>the</a:t>
            </a:r>
            <a:r>
              <a:rPr sz="1600" u="sng" spc="220" dirty="0">
                <a:uFill>
                  <a:solidFill>
                    <a:srgbClr val="000000"/>
                  </a:solidFill>
                </a:uFill>
                <a:latin typeface="Corbel"/>
                <a:cs typeface="Corbel"/>
              </a:rPr>
              <a:t> </a:t>
            </a:r>
            <a:r>
              <a:rPr sz="1600" u="sng" dirty="0">
                <a:uFill>
                  <a:solidFill>
                    <a:srgbClr val="000000"/>
                  </a:solidFill>
                </a:uFill>
                <a:latin typeface="Corbel"/>
                <a:cs typeface="Corbel"/>
              </a:rPr>
              <a:t>Real</a:t>
            </a:r>
            <a:r>
              <a:rPr sz="1600" u="sng" spc="225" dirty="0">
                <a:uFill>
                  <a:solidFill>
                    <a:srgbClr val="000000"/>
                  </a:solidFill>
                </a:uFill>
                <a:latin typeface="Corbel"/>
                <a:cs typeface="Corbel"/>
              </a:rPr>
              <a:t> </a:t>
            </a:r>
            <a:r>
              <a:rPr sz="1600" u="sng" dirty="0">
                <a:uFill>
                  <a:solidFill>
                    <a:srgbClr val="000000"/>
                  </a:solidFill>
                </a:uFill>
                <a:latin typeface="Corbel"/>
                <a:cs typeface="Corbel"/>
              </a:rPr>
              <a:t>Time</a:t>
            </a:r>
            <a:r>
              <a:rPr sz="1600" u="sng" spc="220" dirty="0">
                <a:uFill>
                  <a:solidFill>
                    <a:srgbClr val="000000"/>
                  </a:solidFill>
                </a:uFill>
                <a:latin typeface="Corbel"/>
                <a:cs typeface="Corbel"/>
              </a:rPr>
              <a:t> </a:t>
            </a:r>
            <a:r>
              <a:rPr sz="1600" u="sng" spc="-10" dirty="0">
                <a:uFill>
                  <a:solidFill>
                    <a:srgbClr val="000000"/>
                  </a:solidFill>
                </a:uFill>
                <a:latin typeface="Corbel"/>
                <a:cs typeface="Corbel"/>
              </a:rPr>
              <a:t>Kinematics</a:t>
            </a:r>
            <a:r>
              <a:rPr sz="1600" spc="-10" dirty="0">
                <a:latin typeface="Corbel"/>
                <a:cs typeface="Corbel"/>
              </a:rPr>
              <a:t> </a:t>
            </a:r>
            <a:r>
              <a:rPr sz="1600" u="sng" dirty="0">
                <a:uFill>
                  <a:solidFill>
                    <a:srgbClr val="000000"/>
                  </a:solidFill>
                </a:uFill>
                <a:latin typeface="Corbel"/>
                <a:cs typeface="Corbel"/>
              </a:rPr>
              <a:t>(RTK)</a:t>
            </a:r>
            <a:r>
              <a:rPr sz="1600" u="sng" spc="-30" dirty="0">
                <a:uFill>
                  <a:solidFill>
                    <a:srgbClr val="000000"/>
                  </a:solidFill>
                </a:uFill>
                <a:latin typeface="Corbel"/>
                <a:cs typeface="Corbel"/>
              </a:rPr>
              <a:t> </a:t>
            </a:r>
            <a:r>
              <a:rPr sz="1600" u="sng" dirty="0">
                <a:uFill>
                  <a:solidFill>
                    <a:srgbClr val="000000"/>
                  </a:solidFill>
                </a:uFill>
                <a:latin typeface="Corbel"/>
                <a:cs typeface="Corbel"/>
              </a:rPr>
              <a:t>and </a:t>
            </a:r>
            <a:r>
              <a:rPr sz="1600" u="sng" spc="-10" dirty="0">
                <a:uFill>
                  <a:solidFill>
                    <a:srgbClr val="000000"/>
                  </a:solidFill>
                </a:uFill>
                <a:latin typeface="Corbel"/>
                <a:cs typeface="Corbel"/>
              </a:rPr>
              <a:t>the</a:t>
            </a:r>
            <a:r>
              <a:rPr sz="1600" u="sng" spc="-80" dirty="0">
                <a:uFill>
                  <a:solidFill>
                    <a:srgbClr val="000000"/>
                  </a:solidFill>
                </a:uFill>
                <a:latin typeface="Corbel"/>
                <a:cs typeface="Corbel"/>
              </a:rPr>
              <a:t> </a:t>
            </a:r>
            <a:r>
              <a:rPr sz="1600" u="sng" spc="-10" dirty="0">
                <a:uFill>
                  <a:solidFill>
                    <a:srgbClr val="000000"/>
                  </a:solidFill>
                </a:uFill>
                <a:latin typeface="Corbel"/>
                <a:cs typeface="Corbel"/>
              </a:rPr>
              <a:t>Wide</a:t>
            </a:r>
            <a:r>
              <a:rPr sz="1600" u="sng" spc="-70" dirty="0">
                <a:uFill>
                  <a:solidFill>
                    <a:srgbClr val="000000"/>
                  </a:solidFill>
                </a:uFill>
                <a:latin typeface="Corbel"/>
                <a:cs typeface="Corbel"/>
              </a:rPr>
              <a:t> </a:t>
            </a:r>
            <a:r>
              <a:rPr sz="1600" u="sng" dirty="0">
                <a:uFill>
                  <a:solidFill>
                    <a:srgbClr val="000000"/>
                  </a:solidFill>
                </a:uFill>
                <a:latin typeface="Corbel"/>
                <a:cs typeface="Corbel"/>
              </a:rPr>
              <a:t>Area</a:t>
            </a:r>
            <a:r>
              <a:rPr sz="1600" u="sng" spc="-10" dirty="0">
                <a:uFill>
                  <a:solidFill>
                    <a:srgbClr val="000000"/>
                  </a:solidFill>
                </a:uFill>
                <a:latin typeface="Corbel"/>
                <a:cs typeface="Corbel"/>
              </a:rPr>
              <a:t> </a:t>
            </a:r>
            <a:r>
              <a:rPr sz="1600" u="sng" dirty="0">
                <a:uFill>
                  <a:solidFill>
                    <a:srgbClr val="000000"/>
                  </a:solidFill>
                </a:uFill>
                <a:latin typeface="Corbel"/>
                <a:cs typeface="Corbel"/>
              </a:rPr>
              <a:t>RTK</a:t>
            </a:r>
            <a:r>
              <a:rPr sz="1600" u="sng" spc="-15" dirty="0">
                <a:uFill>
                  <a:solidFill>
                    <a:srgbClr val="000000"/>
                  </a:solidFill>
                </a:uFill>
                <a:latin typeface="Corbel"/>
                <a:cs typeface="Corbel"/>
              </a:rPr>
              <a:t> </a:t>
            </a:r>
            <a:r>
              <a:rPr sz="1600" u="sng" spc="-10" dirty="0">
                <a:uFill>
                  <a:solidFill>
                    <a:srgbClr val="000000"/>
                  </a:solidFill>
                </a:uFill>
                <a:latin typeface="Corbel"/>
                <a:cs typeface="Corbel"/>
              </a:rPr>
              <a:t>(WARTK).</a:t>
            </a:r>
            <a:endParaRPr sz="1600" dirty="0">
              <a:latin typeface="Corbel"/>
              <a:cs typeface="Corbel"/>
            </a:endParaRPr>
          </a:p>
          <a:p>
            <a:pPr marL="144145" indent="-131445">
              <a:lnSpc>
                <a:spcPct val="100000"/>
              </a:lnSpc>
              <a:spcBef>
                <a:spcPts val="919"/>
              </a:spcBef>
              <a:buFont typeface="Corbel"/>
              <a:buChar char="•"/>
              <a:tabLst>
                <a:tab pos="144145" algn="l"/>
              </a:tabLst>
            </a:pPr>
            <a:r>
              <a:rPr sz="1600" b="1" u="sng" dirty="0">
                <a:uFill>
                  <a:solidFill>
                    <a:srgbClr val="000000"/>
                  </a:solidFill>
                </a:uFill>
                <a:latin typeface="Corbel"/>
                <a:cs typeface="Corbel"/>
              </a:rPr>
              <a:t>Classical</a:t>
            </a:r>
            <a:r>
              <a:rPr sz="1600" b="1" u="sng" spc="-55" dirty="0">
                <a:uFill>
                  <a:solidFill>
                    <a:srgbClr val="000000"/>
                  </a:solidFill>
                </a:uFill>
                <a:latin typeface="Corbel"/>
                <a:cs typeface="Corbel"/>
              </a:rPr>
              <a:t> </a:t>
            </a:r>
            <a:r>
              <a:rPr sz="1600" b="1" u="sng" spc="-10" dirty="0">
                <a:uFill>
                  <a:solidFill>
                    <a:srgbClr val="000000"/>
                  </a:solidFill>
                </a:uFill>
                <a:latin typeface="Corbel"/>
                <a:cs typeface="Corbel"/>
              </a:rPr>
              <a:t>DGNSS</a:t>
            </a:r>
            <a:endParaRPr sz="1600" dirty="0">
              <a:latin typeface="Corbel"/>
              <a:cs typeface="Corbel"/>
            </a:endParaRPr>
          </a:p>
          <a:p>
            <a:pPr marL="755650" marR="6350" lvl="1" indent="-285750" algn="just">
              <a:lnSpc>
                <a:spcPct val="100000"/>
              </a:lnSpc>
              <a:spcBef>
                <a:spcPts val="960"/>
              </a:spcBef>
              <a:buFont typeface="Arial MT"/>
              <a:buChar char="•"/>
              <a:tabLst>
                <a:tab pos="755650" algn="l"/>
                <a:tab pos="758190" algn="l"/>
              </a:tabLst>
            </a:pPr>
            <a:r>
              <a:rPr sz="1600" dirty="0">
                <a:solidFill>
                  <a:srgbClr val="222222"/>
                </a:solidFill>
                <a:latin typeface="Corbel"/>
                <a:cs typeface="Corbel"/>
              </a:rPr>
              <a:t>	The</a:t>
            </a:r>
            <a:r>
              <a:rPr sz="1600" spc="229" dirty="0">
                <a:solidFill>
                  <a:srgbClr val="222222"/>
                </a:solidFill>
                <a:latin typeface="Corbel"/>
                <a:cs typeface="Corbel"/>
              </a:rPr>
              <a:t> </a:t>
            </a:r>
            <a:r>
              <a:rPr sz="1600" dirty="0">
                <a:solidFill>
                  <a:srgbClr val="222222"/>
                </a:solidFill>
                <a:latin typeface="Corbel"/>
                <a:cs typeface="Corbel"/>
              </a:rPr>
              <a:t>standard</a:t>
            </a:r>
            <a:r>
              <a:rPr sz="1600" spc="229" dirty="0">
                <a:solidFill>
                  <a:srgbClr val="222222"/>
                </a:solidFill>
                <a:latin typeface="Corbel"/>
                <a:cs typeface="Corbel"/>
              </a:rPr>
              <a:t> </a:t>
            </a:r>
            <a:r>
              <a:rPr sz="1600" dirty="0">
                <a:solidFill>
                  <a:srgbClr val="222222"/>
                </a:solidFill>
                <a:latin typeface="Corbel"/>
                <a:cs typeface="Corbel"/>
              </a:rPr>
              <a:t>DGNSS</a:t>
            </a:r>
            <a:r>
              <a:rPr sz="1600" spc="235" dirty="0">
                <a:solidFill>
                  <a:srgbClr val="222222"/>
                </a:solidFill>
                <a:latin typeface="Corbel"/>
                <a:cs typeface="Corbel"/>
              </a:rPr>
              <a:t> </a:t>
            </a:r>
            <a:r>
              <a:rPr sz="1600" dirty="0">
                <a:solidFill>
                  <a:srgbClr val="222222"/>
                </a:solidFill>
                <a:latin typeface="Corbel"/>
                <a:cs typeface="Corbel"/>
              </a:rPr>
              <a:t>technique</a:t>
            </a:r>
            <a:r>
              <a:rPr sz="1600" spc="225" dirty="0">
                <a:solidFill>
                  <a:srgbClr val="222222"/>
                </a:solidFill>
                <a:latin typeface="Corbel"/>
                <a:cs typeface="Corbel"/>
              </a:rPr>
              <a:t> </a:t>
            </a:r>
            <a:r>
              <a:rPr sz="1600" dirty="0">
                <a:solidFill>
                  <a:srgbClr val="222222"/>
                </a:solidFill>
                <a:latin typeface="Corbel"/>
                <a:cs typeface="Corbel"/>
              </a:rPr>
              <a:t>consists</a:t>
            </a:r>
            <a:r>
              <a:rPr sz="1600" spc="235" dirty="0">
                <a:solidFill>
                  <a:srgbClr val="222222"/>
                </a:solidFill>
                <a:latin typeface="Corbel"/>
                <a:cs typeface="Corbel"/>
              </a:rPr>
              <a:t> </a:t>
            </a:r>
            <a:r>
              <a:rPr sz="1600" dirty="0">
                <a:solidFill>
                  <a:srgbClr val="222222"/>
                </a:solidFill>
                <a:latin typeface="Corbel"/>
                <a:cs typeface="Corbel"/>
              </a:rPr>
              <a:t>of</a:t>
            </a:r>
            <a:r>
              <a:rPr sz="1600" spc="229" dirty="0">
                <a:solidFill>
                  <a:srgbClr val="222222"/>
                </a:solidFill>
                <a:latin typeface="Corbel"/>
                <a:cs typeface="Corbel"/>
              </a:rPr>
              <a:t> </a:t>
            </a:r>
            <a:r>
              <a:rPr sz="1600" dirty="0">
                <a:solidFill>
                  <a:srgbClr val="222222"/>
                </a:solidFill>
                <a:latin typeface="Corbel"/>
                <a:cs typeface="Corbel"/>
              </a:rPr>
              <a:t>the</a:t>
            </a:r>
            <a:r>
              <a:rPr sz="1600" spc="235" dirty="0">
                <a:solidFill>
                  <a:srgbClr val="222222"/>
                </a:solidFill>
                <a:latin typeface="Corbel"/>
                <a:cs typeface="Corbel"/>
              </a:rPr>
              <a:t> </a:t>
            </a:r>
            <a:r>
              <a:rPr sz="1600" dirty="0">
                <a:solidFill>
                  <a:srgbClr val="222222"/>
                </a:solidFill>
                <a:latin typeface="Corbel"/>
                <a:cs typeface="Corbel"/>
              </a:rPr>
              <a:t>determination</a:t>
            </a:r>
            <a:r>
              <a:rPr sz="1600" spc="229" dirty="0">
                <a:solidFill>
                  <a:srgbClr val="222222"/>
                </a:solidFill>
                <a:latin typeface="Corbel"/>
                <a:cs typeface="Corbel"/>
              </a:rPr>
              <a:t> </a:t>
            </a:r>
            <a:r>
              <a:rPr sz="1600" dirty="0">
                <a:solidFill>
                  <a:srgbClr val="222222"/>
                </a:solidFill>
                <a:latin typeface="Corbel"/>
                <a:cs typeface="Corbel"/>
              </a:rPr>
              <a:t>of</a:t>
            </a:r>
            <a:r>
              <a:rPr sz="1600" spc="235" dirty="0">
                <a:solidFill>
                  <a:srgbClr val="222222"/>
                </a:solidFill>
                <a:latin typeface="Corbel"/>
                <a:cs typeface="Corbel"/>
              </a:rPr>
              <a:t> </a:t>
            </a:r>
            <a:r>
              <a:rPr sz="1600" dirty="0">
                <a:solidFill>
                  <a:srgbClr val="222222"/>
                </a:solidFill>
                <a:latin typeface="Corbel"/>
                <a:cs typeface="Corbel"/>
              </a:rPr>
              <a:t>the</a:t>
            </a:r>
            <a:r>
              <a:rPr sz="1600" spc="229" dirty="0">
                <a:solidFill>
                  <a:srgbClr val="222222"/>
                </a:solidFill>
                <a:latin typeface="Corbel"/>
                <a:cs typeface="Corbel"/>
              </a:rPr>
              <a:t> </a:t>
            </a:r>
            <a:r>
              <a:rPr sz="1600" dirty="0">
                <a:solidFill>
                  <a:srgbClr val="222222"/>
                </a:solidFill>
                <a:latin typeface="Corbel"/>
                <a:cs typeface="Corbel"/>
              </a:rPr>
              <a:t>GNSS</a:t>
            </a:r>
            <a:r>
              <a:rPr sz="1600" spc="235" dirty="0">
                <a:solidFill>
                  <a:srgbClr val="222222"/>
                </a:solidFill>
                <a:latin typeface="Corbel"/>
                <a:cs typeface="Corbel"/>
              </a:rPr>
              <a:t> </a:t>
            </a:r>
            <a:r>
              <a:rPr sz="1600" dirty="0">
                <a:solidFill>
                  <a:srgbClr val="222222"/>
                </a:solidFill>
                <a:latin typeface="Corbel"/>
                <a:cs typeface="Corbel"/>
              </a:rPr>
              <a:t>position</a:t>
            </a:r>
            <a:r>
              <a:rPr sz="1600" spc="235" dirty="0">
                <a:solidFill>
                  <a:srgbClr val="222222"/>
                </a:solidFill>
                <a:latin typeface="Corbel"/>
                <a:cs typeface="Corbel"/>
              </a:rPr>
              <a:t> </a:t>
            </a:r>
            <a:r>
              <a:rPr sz="1600" dirty="0">
                <a:solidFill>
                  <a:srgbClr val="222222"/>
                </a:solidFill>
                <a:latin typeface="Corbel"/>
                <a:cs typeface="Corbel"/>
              </a:rPr>
              <a:t>from</a:t>
            </a:r>
            <a:r>
              <a:rPr sz="1600" spc="225" dirty="0">
                <a:solidFill>
                  <a:srgbClr val="222222"/>
                </a:solidFill>
                <a:latin typeface="Corbel"/>
                <a:cs typeface="Corbel"/>
              </a:rPr>
              <a:t> </a:t>
            </a:r>
            <a:r>
              <a:rPr sz="1600" dirty="0">
                <a:solidFill>
                  <a:srgbClr val="222222"/>
                </a:solidFill>
                <a:latin typeface="Corbel"/>
                <a:cs typeface="Corbel"/>
              </a:rPr>
              <a:t>an</a:t>
            </a:r>
            <a:r>
              <a:rPr sz="1600" spc="240" dirty="0">
                <a:solidFill>
                  <a:srgbClr val="222222"/>
                </a:solidFill>
                <a:latin typeface="Corbel"/>
                <a:cs typeface="Corbel"/>
              </a:rPr>
              <a:t> </a:t>
            </a:r>
            <a:r>
              <a:rPr sz="1600" spc="-10" dirty="0">
                <a:solidFill>
                  <a:srgbClr val="222222"/>
                </a:solidFill>
                <a:latin typeface="Corbel"/>
                <a:cs typeface="Corbel"/>
              </a:rPr>
              <a:t>accurately- </a:t>
            </a:r>
            <a:r>
              <a:rPr sz="1600" dirty="0">
                <a:solidFill>
                  <a:srgbClr val="222222"/>
                </a:solidFill>
                <a:latin typeface="Corbel"/>
                <a:cs typeface="Corbel"/>
              </a:rPr>
              <a:t>surveyed</a:t>
            </a:r>
            <a:r>
              <a:rPr sz="1600" spc="-40" dirty="0">
                <a:solidFill>
                  <a:srgbClr val="222222"/>
                </a:solidFill>
                <a:latin typeface="Corbel"/>
                <a:cs typeface="Corbel"/>
              </a:rPr>
              <a:t> </a:t>
            </a:r>
            <a:r>
              <a:rPr sz="1600" dirty="0">
                <a:solidFill>
                  <a:srgbClr val="222222"/>
                </a:solidFill>
                <a:latin typeface="Corbel"/>
                <a:cs typeface="Corbel"/>
              </a:rPr>
              <a:t>position</a:t>
            </a:r>
            <a:r>
              <a:rPr sz="1600" spc="-30" dirty="0">
                <a:solidFill>
                  <a:srgbClr val="222222"/>
                </a:solidFill>
                <a:latin typeface="Corbel"/>
                <a:cs typeface="Corbel"/>
              </a:rPr>
              <a:t> </a:t>
            </a:r>
            <a:r>
              <a:rPr sz="1600" dirty="0">
                <a:solidFill>
                  <a:srgbClr val="222222"/>
                </a:solidFill>
                <a:latin typeface="Corbel"/>
                <a:cs typeface="Corbel"/>
              </a:rPr>
              <a:t>known</a:t>
            </a:r>
            <a:r>
              <a:rPr sz="1600" spc="-30" dirty="0">
                <a:solidFill>
                  <a:srgbClr val="222222"/>
                </a:solidFill>
                <a:latin typeface="Corbel"/>
                <a:cs typeface="Corbel"/>
              </a:rPr>
              <a:t> </a:t>
            </a:r>
            <a:r>
              <a:rPr sz="1600" dirty="0">
                <a:solidFill>
                  <a:srgbClr val="222222"/>
                </a:solidFill>
                <a:latin typeface="Corbel"/>
                <a:cs typeface="Corbel"/>
              </a:rPr>
              <a:t>as</a:t>
            </a:r>
            <a:r>
              <a:rPr sz="1600" spc="-35" dirty="0">
                <a:solidFill>
                  <a:srgbClr val="222222"/>
                </a:solidFill>
                <a:latin typeface="Corbel"/>
                <a:cs typeface="Corbel"/>
              </a:rPr>
              <a:t> </a:t>
            </a:r>
            <a:r>
              <a:rPr sz="1600" dirty="0">
                <a:solidFill>
                  <a:srgbClr val="222222"/>
                </a:solidFill>
                <a:latin typeface="Corbel"/>
                <a:cs typeface="Corbel"/>
              </a:rPr>
              <a:t>reference</a:t>
            </a:r>
            <a:r>
              <a:rPr sz="1600" spc="-40" dirty="0">
                <a:solidFill>
                  <a:srgbClr val="222222"/>
                </a:solidFill>
                <a:latin typeface="Corbel"/>
                <a:cs typeface="Corbel"/>
              </a:rPr>
              <a:t> </a:t>
            </a:r>
            <a:r>
              <a:rPr sz="1600" spc="-10" dirty="0">
                <a:solidFill>
                  <a:srgbClr val="222222"/>
                </a:solidFill>
                <a:latin typeface="Corbel"/>
                <a:cs typeface="Corbel"/>
              </a:rPr>
              <a:t>station.</a:t>
            </a:r>
            <a:endParaRPr sz="1600" dirty="0">
              <a:latin typeface="Corbel"/>
              <a:cs typeface="Corbel"/>
            </a:endParaRPr>
          </a:p>
          <a:p>
            <a:pPr marL="755650" marR="5715" lvl="1" indent="-285750" algn="just">
              <a:lnSpc>
                <a:spcPct val="100000"/>
              </a:lnSpc>
              <a:spcBef>
                <a:spcPts val="960"/>
              </a:spcBef>
              <a:buFont typeface="Arial MT"/>
              <a:buChar char="•"/>
              <a:tabLst>
                <a:tab pos="755650" algn="l"/>
                <a:tab pos="758190" algn="l"/>
              </a:tabLst>
            </a:pPr>
            <a:r>
              <a:rPr sz="1600" dirty="0">
                <a:latin typeface="Corbel"/>
                <a:cs typeface="Corbel"/>
              </a:rPr>
              <a:t>	The</a:t>
            </a:r>
            <a:r>
              <a:rPr sz="1600" spc="-25" dirty="0">
                <a:latin typeface="Corbel"/>
                <a:cs typeface="Corbel"/>
              </a:rPr>
              <a:t> </a:t>
            </a:r>
            <a:r>
              <a:rPr sz="1600" dirty="0">
                <a:latin typeface="Corbel"/>
                <a:cs typeface="Corbel"/>
              </a:rPr>
              <a:t>method</a:t>
            </a:r>
            <a:r>
              <a:rPr sz="1600" spc="-20" dirty="0">
                <a:latin typeface="Corbel"/>
                <a:cs typeface="Corbel"/>
              </a:rPr>
              <a:t> </a:t>
            </a:r>
            <a:r>
              <a:rPr sz="1600" dirty="0">
                <a:latin typeface="Corbel"/>
                <a:cs typeface="Corbel"/>
              </a:rPr>
              <a:t>takes</a:t>
            </a:r>
            <a:r>
              <a:rPr sz="1600" spc="-25" dirty="0">
                <a:latin typeface="Corbel"/>
                <a:cs typeface="Corbel"/>
              </a:rPr>
              <a:t> </a:t>
            </a:r>
            <a:r>
              <a:rPr sz="1600" dirty="0">
                <a:latin typeface="Corbel"/>
                <a:cs typeface="Corbel"/>
              </a:rPr>
              <a:t>advantage</a:t>
            </a:r>
            <a:r>
              <a:rPr sz="1600" spc="-30" dirty="0">
                <a:latin typeface="Corbel"/>
                <a:cs typeface="Corbel"/>
              </a:rPr>
              <a:t> </a:t>
            </a:r>
            <a:r>
              <a:rPr sz="1600" dirty="0">
                <a:latin typeface="Corbel"/>
                <a:cs typeface="Corbel"/>
              </a:rPr>
              <a:t>of</a:t>
            </a:r>
            <a:r>
              <a:rPr sz="1600" spc="-25" dirty="0">
                <a:latin typeface="Corbel"/>
                <a:cs typeface="Corbel"/>
              </a:rPr>
              <a:t> </a:t>
            </a:r>
            <a:r>
              <a:rPr sz="1600" dirty="0">
                <a:latin typeface="Corbel"/>
                <a:cs typeface="Corbel"/>
              </a:rPr>
              <a:t>the</a:t>
            </a:r>
            <a:r>
              <a:rPr sz="1600" spc="-20" dirty="0">
                <a:latin typeface="Corbel"/>
                <a:cs typeface="Corbel"/>
              </a:rPr>
              <a:t> </a:t>
            </a:r>
            <a:r>
              <a:rPr sz="1600" dirty="0">
                <a:latin typeface="Corbel"/>
                <a:cs typeface="Corbel"/>
              </a:rPr>
              <a:t>slow</a:t>
            </a:r>
            <a:r>
              <a:rPr sz="1600" spc="-30" dirty="0">
                <a:latin typeface="Corbel"/>
                <a:cs typeface="Corbel"/>
              </a:rPr>
              <a:t> </a:t>
            </a:r>
            <a:r>
              <a:rPr sz="1600" dirty="0">
                <a:latin typeface="Corbel"/>
                <a:cs typeface="Corbel"/>
              </a:rPr>
              <a:t>variation</a:t>
            </a:r>
            <a:r>
              <a:rPr sz="1600" spc="-25" dirty="0">
                <a:latin typeface="Corbel"/>
                <a:cs typeface="Corbel"/>
              </a:rPr>
              <a:t> </a:t>
            </a:r>
            <a:r>
              <a:rPr sz="1600" dirty="0">
                <a:latin typeface="Corbel"/>
                <a:cs typeface="Corbel"/>
              </a:rPr>
              <a:t>with</a:t>
            </a:r>
            <a:r>
              <a:rPr sz="1600" spc="-30" dirty="0">
                <a:latin typeface="Corbel"/>
                <a:cs typeface="Corbel"/>
              </a:rPr>
              <a:t> </a:t>
            </a:r>
            <a:r>
              <a:rPr sz="1600" dirty="0">
                <a:latin typeface="Corbel"/>
                <a:cs typeface="Corbel"/>
              </a:rPr>
              <a:t>time</a:t>
            </a:r>
            <a:r>
              <a:rPr sz="1600" spc="-25" dirty="0">
                <a:latin typeface="Corbel"/>
                <a:cs typeface="Corbel"/>
              </a:rPr>
              <a:t> </a:t>
            </a:r>
            <a:r>
              <a:rPr sz="1600" dirty="0">
                <a:latin typeface="Corbel"/>
                <a:cs typeface="Corbel"/>
              </a:rPr>
              <a:t>and</a:t>
            </a:r>
            <a:r>
              <a:rPr sz="1600" spc="-25" dirty="0">
                <a:latin typeface="Corbel"/>
                <a:cs typeface="Corbel"/>
              </a:rPr>
              <a:t> </a:t>
            </a:r>
            <a:r>
              <a:rPr sz="1600" dirty="0">
                <a:latin typeface="Corbel"/>
                <a:cs typeface="Corbel"/>
              </a:rPr>
              <a:t>user</a:t>
            </a:r>
            <a:r>
              <a:rPr sz="1600" spc="-25" dirty="0">
                <a:latin typeface="Corbel"/>
                <a:cs typeface="Corbel"/>
              </a:rPr>
              <a:t> </a:t>
            </a:r>
            <a:r>
              <a:rPr sz="1600" dirty="0">
                <a:latin typeface="Corbel"/>
                <a:cs typeface="Corbel"/>
              </a:rPr>
              <a:t>position</a:t>
            </a:r>
            <a:r>
              <a:rPr sz="1600" spc="-20" dirty="0">
                <a:latin typeface="Corbel"/>
                <a:cs typeface="Corbel"/>
              </a:rPr>
              <a:t> </a:t>
            </a:r>
            <a:r>
              <a:rPr sz="1600" dirty="0">
                <a:latin typeface="Corbel"/>
                <a:cs typeface="Corbel"/>
              </a:rPr>
              <a:t>of</a:t>
            </a:r>
            <a:r>
              <a:rPr sz="1600" spc="-25"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errors</a:t>
            </a:r>
            <a:r>
              <a:rPr sz="1600" spc="-25" dirty="0">
                <a:latin typeface="Corbel"/>
                <a:cs typeface="Corbel"/>
              </a:rPr>
              <a:t> </a:t>
            </a:r>
            <a:r>
              <a:rPr sz="1600" dirty="0">
                <a:latin typeface="Corbel"/>
                <a:cs typeface="Corbel"/>
              </a:rPr>
              <a:t>due</a:t>
            </a:r>
            <a:r>
              <a:rPr sz="1600" spc="-20" dirty="0">
                <a:latin typeface="Corbel"/>
                <a:cs typeface="Corbel"/>
              </a:rPr>
              <a:t> </a:t>
            </a:r>
            <a:r>
              <a:rPr sz="1600" dirty="0">
                <a:latin typeface="Corbel"/>
                <a:cs typeface="Corbel"/>
              </a:rPr>
              <a:t>to</a:t>
            </a:r>
            <a:r>
              <a:rPr sz="1600" spc="-35" dirty="0">
                <a:latin typeface="Corbel"/>
                <a:cs typeface="Corbel"/>
              </a:rPr>
              <a:t> </a:t>
            </a:r>
            <a:r>
              <a:rPr sz="1600" spc="-10" dirty="0">
                <a:latin typeface="Corbel"/>
                <a:cs typeface="Corbel"/>
              </a:rPr>
              <a:t>ephemeris </a:t>
            </a:r>
            <a:r>
              <a:rPr sz="1600" dirty="0">
                <a:latin typeface="Corbel"/>
                <a:cs typeface="Corbel"/>
              </a:rPr>
              <a:t>prediction,</a:t>
            </a:r>
            <a:r>
              <a:rPr sz="1600" spc="-50" dirty="0">
                <a:latin typeface="Corbel"/>
                <a:cs typeface="Corbel"/>
              </a:rPr>
              <a:t> </a:t>
            </a:r>
            <a:r>
              <a:rPr sz="1600" dirty="0">
                <a:latin typeface="Corbel"/>
                <a:cs typeface="Corbel"/>
              </a:rPr>
              <a:t>residual</a:t>
            </a:r>
            <a:r>
              <a:rPr sz="1600" spc="-50" dirty="0">
                <a:latin typeface="Corbel"/>
                <a:cs typeface="Corbel"/>
              </a:rPr>
              <a:t> </a:t>
            </a:r>
            <a:r>
              <a:rPr sz="1600" dirty="0">
                <a:latin typeface="Corbel"/>
                <a:cs typeface="Corbel"/>
              </a:rPr>
              <a:t>satellite</a:t>
            </a:r>
            <a:r>
              <a:rPr sz="1600" spc="-45" dirty="0">
                <a:latin typeface="Corbel"/>
                <a:cs typeface="Corbel"/>
              </a:rPr>
              <a:t> </a:t>
            </a:r>
            <a:r>
              <a:rPr sz="1600" dirty="0">
                <a:latin typeface="Corbel"/>
                <a:cs typeface="Corbel"/>
              </a:rPr>
              <a:t>clocks,</a:t>
            </a:r>
            <a:r>
              <a:rPr sz="1600" spc="-55" dirty="0">
                <a:latin typeface="Corbel"/>
                <a:cs typeface="Corbel"/>
              </a:rPr>
              <a:t> </a:t>
            </a:r>
            <a:r>
              <a:rPr sz="1600" dirty="0">
                <a:latin typeface="Corbel"/>
                <a:cs typeface="Corbel"/>
              </a:rPr>
              <a:t>ionospheric</a:t>
            </a:r>
            <a:r>
              <a:rPr sz="1600" spc="-50" dirty="0">
                <a:latin typeface="Corbel"/>
                <a:cs typeface="Corbel"/>
              </a:rPr>
              <a:t> </a:t>
            </a:r>
            <a:r>
              <a:rPr sz="1600" dirty="0">
                <a:latin typeface="Corbel"/>
                <a:cs typeface="Corbel"/>
              </a:rPr>
              <a:t>and</a:t>
            </a:r>
            <a:r>
              <a:rPr sz="1600" spc="-45" dirty="0">
                <a:latin typeface="Corbel"/>
                <a:cs typeface="Corbel"/>
              </a:rPr>
              <a:t> </a:t>
            </a:r>
            <a:r>
              <a:rPr sz="1600" dirty="0">
                <a:latin typeface="Corbel"/>
                <a:cs typeface="Corbel"/>
              </a:rPr>
              <a:t>tropospheric</a:t>
            </a:r>
            <a:r>
              <a:rPr sz="1600" spc="-55" dirty="0">
                <a:latin typeface="Corbel"/>
                <a:cs typeface="Corbel"/>
              </a:rPr>
              <a:t> </a:t>
            </a:r>
            <a:r>
              <a:rPr sz="1600" spc="-10" dirty="0">
                <a:latin typeface="Corbel"/>
                <a:cs typeface="Corbel"/>
              </a:rPr>
              <a:t>delays.</a:t>
            </a:r>
            <a:endParaRPr sz="1600" dirty="0">
              <a:latin typeface="Corbel"/>
              <a:cs typeface="Corbel"/>
            </a:endParaRPr>
          </a:p>
          <a:p>
            <a:pPr marL="755650" marR="5715" lvl="1" indent="-285750" algn="just">
              <a:lnSpc>
                <a:spcPct val="100800"/>
              </a:lnSpc>
              <a:spcBef>
                <a:spcPts val="944"/>
              </a:spcBef>
              <a:buFont typeface="Arial MT"/>
              <a:buChar char="•"/>
              <a:tabLst>
                <a:tab pos="755650" algn="l"/>
                <a:tab pos="758190" algn="l"/>
              </a:tabLst>
            </a:pPr>
            <a:r>
              <a:rPr sz="1600" dirty="0">
                <a:latin typeface="Corbel"/>
                <a:cs typeface="Corbel"/>
              </a:rPr>
              <a:t>	Starting</a:t>
            </a:r>
            <a:r>
              <a:rPr sz="1600" spc="165" dirty="0">
                <a:latin typeface="Corbel"/>
                <a:cs typeface="Corbel"/>
              </a:rPr>
              <a:t> </a:t>
            </a:r>
            <a:r>
              <a:rPr sz="1600" dirty="0">
                <a:latin typeface="Corbel"/>
                <a:cs typeface="Corbel"/>
              </a:rPr>
              <a:t>from</a:t>
            </a:r>
            <a:r>
              <a:rPr sz="1600" spc="165" dirty="0">
                <a:latin typeface="Corbel"/>
                <a:cs typeface="Corbel"/>
              </a:rPr>
              <a:t> </a:t>
            </a:r>
            <a:r>
              <a:rPr sz="1600" dirty="0">
                <a:latin typeface="Corbel"/>
                <a:cs typeface="Corbel"/>
              </a:rPr>
              <a:t>the</a:t>
            </a:r>
            <a:r>
              <a:rPr sz="1600" spc="170" dirty="0">
                <a:latin typeface="Corbel"/>
                <a:cs typeface="Corbel"/>
              </a:rPr>
              <a:t> </a:t>
            </a:r>
            <a:r>
              <a:rPr sz="1600" dirty="0">
                <a:latin typeface="Corbel"/>
                <a:cs typeface="Corbel"/>
              </a:rPr>
              <a:t>reference</a:t>
            </a:r>
            <a:r>
              <a:rPr sz="1600" spc="170" dirty="0">
                <a:latin typeface="Corbel"/>
                <a:cs typeface="Corbel"/>
              </a:rPr>
              <a:t> </a:t>
            </a:r>
            <a:r>
              <a:rPr sz="1600" dirty="0">
                <a:latin typeface="Corbel"/>
                <a:cs typeface="Corbel"/>
              </a:rPr>
              <a:t>station,</a:t>
            </a:r>
            <a:r>
              <a:rPr sz="1600" spc="170" dirty="0">
                <a:latin typeface="Corbel"/>
                <a:cs typeface="Corbel"/>
              </a:rPr>
              <a:t> </a:t>
            </a:r>
            <a:r>
              <a:rPr sz="1600" dirty="0">
                <a:latin typeface="Corbel"/>
                <a:cs typeface="Corbel"/>
              </a:rPr>
              <a:t>the</a:t>
            </a:r>
            <a:r>
              <a:rPr sz="1600" spc="170" dirty="0">
                <a:latin typeface="Corbel"/>
                <a:cs typeface="Corbel"/>
              </a:rPr>
              <a:t> </a:t>
            </a:r>
            <a:r>
              <a:rPr sz="1600" dirty="0">
                <a:latin typeface="Corbel"/>
                <a:cs typeface="Corbel"/>
              </a:rPr>
              <a:t>system</a:t>
            </a:r>
            <a:r>
              <a:rPr sz="1600" spc="170" dirty="0">
                <a:latin typeface="Corbel"/>
                <a:cs typeface="Corbel"/>
              </a:rPr>
              <a:t> </a:t>
            </a:r>
            <a:r>
              <a:rPr sz="1600" dirty="0">
                <a:latin typeface="Corbel"/>
                <a:cs typeface="Corbel"/>
              </a:rPr>
              <a:t>computes</a:t>
            </a:r>
            <a:r>
              <a:rPr sz="1600" spc="165" dirty="0">
                <a:latin typeface="Corbel"/>
                <a:cs typeface="Corbel"/>
              </a:rPr>
              <a:t> </a:t>
            </a:r>
            <a:r>
              <a:rPr sz="1600" dirty="0">
                <a:latin typeface="Corbel"/>
                <a:cs typeface="Corbel"/>
              </a:rPr>
              <a:t>and</a:t>
            </a:r>
            <a:r>
              <a:rPr sz="1600" spc="175" dirty="0">
                <a:latin typeface="Corbel"/>
                <a:cs typeface="Corbel"/>
              </a:rPr>
              <a:t> </a:t>
            </a:r>
            <a:r>
              <a:rPr sz="1600" dirty="0">
                <a:latin typeface="Corbel"/>
                <a:cs typeface="Corbel"/>
              </a:rPr>
              <a:t>broadcasts</a:t>
            </a:r>
            <a:r>
              <a:rPr sz="1600" spc="170" dirty="0">
                <a:latin typeface="Corbel"/>
                <a:cs typeface="Corbel"/>
              </a:rPr>
              <a:t> </a:t>
            </a:r>
            <a:r>
              <a:rPr sz="1600" dirty="0">
                <a:latin typeface="Corbel"/>
                <a:cs typeface="Corbel"/>
              </a:rPr>
              <a:t>either</a:t>
            </a:r>
            <a:r>
              <a:rPr sz="1600" spc="175" dirty="0">
                <a:latin typeface="Corbel"/>
                <a:cs typeface="Corbel"/>
              </a:rPr>
              <a:t> </a:t>
            </a:r>
            <a:r>
              <a:rPr sz="1600" dirty="0">
                <a:latin typeface="Corbel"/>
                <a:cs typeface="Corbel"/>
              </a:rPr>
              <a:t>corrections</a:t>
            </a:r>
            <a:r>
              <a:rPr sz="1600" spc="165" dirty="0">
                <a:latin typeface="Corbel"/>
                <a:cs typeface="Corbel"/>
              </a:rPr>
              <a:t> </a:t>
            </a:r>
            <a:r>
              <a:rPr sz="1600" dirty="0">
                <a:latin typeface="Corbel"/>
                <a:cs typeface="Corbel"/>
              </a:rPr>
              <a:t>to</a:t>
            </a:r>
            <a:r>
              <a:rPr sz="1600" spc="165" dirty="0">
                <a:latin typeface="Corbel"/>
                <a:cs typeface="Corbel"/>
              </a:rPr>
              <a:t> </a:t>
            </a:r>
            <a:r>
              <a:rPr sz="1600" dirty="0">
                <a:latin typeface="Corbel"/>
                <a:cs typeface="Corbel"/>
              </a:rPr>
              <a:t>the</a:t>
            </a:r>
            <a:r>
              <a:rPr sz="1600" spc="170" dirty="0">
                <a:latin typeface="Corbel"/>
                <a:cs typeface="Corbel"/>
              </a:rPr>
              <a:t> </a:t>
            </a:r>
            <a:r>
              <a:rPr sz="1600" spc="-20" dirty="0">
                <a:latin typeface="Corbel"/>
                <a:cs typeface="Corbel"/>
              </a:rPr>
              <a:t>GNSS </a:t>
            </a:r>
            <a:r>
              <a:rPr sz="1600" dirty="0">
                <a:latin typeface="Corbel"/>
                <a:cs typeface="Corbel"/>
              </a:rPr>
              <a:t>position</a:t>
            </a:r>
            <a:r>
              <a:rPr sz="1600" spc="295" dirty="0">
                <a:latin typeface="Corbel"/>
                <a:cs typeface="Corbel"/>
              </a:rPr>
              <a:t> </a:t>
            </a:r>
            <a:r>
              <a:rPr sz="1600" dirty="0">
                <a:latin typeface="Corbel"/>
                <a:cs typeface="Corbel"/>
              </a:rPr>
              <a:t>or</a:t>
            </a:r>
            <a:r>
              <a:rPr sz="1600" spc="285" dirty="0">
                <a:latin typeface="Corbel"/>
                <a:cs typeface="Corbel"/>
              </a:rPr>
              <a:t> </a:t>
            </a:r>
            <a:r>
              <a:rPr sz="1600" dirty="0">
                <a:latin typeface="Corbel"/>
                <a:cs typeface="Corbel"/>
              </a:rPr>
              <a:t>to</a:t>
            </a:r>
            <a:r>
              <a:rPr sz="1600" spc="285" dirty="0">
                <a:latin typeface="Corbel"/>
                <a:cs typeface="Corbel"/>
              </a:rPr>
              <a:t> </a:t>
            </a:r>
            <a:r>
              <a:rPr sz="1600" dirty="0">
                <a:latin typeface="Corbel"/>
                <a:cs typeface="Corbel"/>
              </a:rPr>
              <a:t>the</a:t>
            </a:r>
            <a:r>
              <a:rPr sz="1600" spc="290" dirty="0">
                <a:latin typeface="Corbel"/>
                <a:cs typeface="Corbel"/>
              </a:rPr>
              <a:t> </a:t>
            </a:r>
            <a:r>
              <a:rPr sz="1600" dirty="0">
                <a:latin typeface="Corbel"/>
                <a:cs typeface="Corbel"/>
              </a:rPr>
              <a:t>pseudorange</a:t>
            </a:r>
            <a:r>
              <a:rPr sz="1600" spc="290" dirty="0">
                <a:latin typeface="Corbel"/>
                <a:cs typeface="Corbel"/>
              </a:rPr>
              <a:t> </a:t>
            </a:r>
            <a:r>
              <a:rPr sz="1600" dirty="0">
                <a:latin typeface="Corbel"/>
                <a:cs typeface="Corbel"/>
              </a:rPr>
              <a:t>measurements</a:t>
            </a:r>
            <a:r>
              <a:rPr sz="1600" spc="295" dirty="0">
                <a:latin typeface="Corbel"/>
                <a:cs typeface="Corbel"/>
              </a:rPr>
              <a:t> </a:t>
            </a:r>
            <a:r>
              <a:rPr sz="1600" dirty="0">
                <a:latin typeface="Corbel"/>
                <a:cs typeface="Corbel"/>
              </a:rPr>
              <a:t>to</a:t>
            </a:r>
            <a:r>
              <a:rPr sz="1600" spc="285" dirty="0">
                <a:latin typeface="Corbel"/>
                <a:cs typeface="Corbel"/>
              </a:rPr>
              <a:t> </a:t>
            </a:r>
            <a:r>
              <a:rPr sz="1600" dirty="0">
                <a:latin typeface="Corbel"/>
                <a:cs typeface="Corbel"/>
              </a:rPr>
              <a:t>the</a:t>
            </a:r>
            <a:r>
              <a:rPr sz="1600" spc="290" dirty="0">
                <a:latin typeface="Corbel"/>
                <a:cs typeface="Corbel"/>
              </a:rPr>
              <a:t> </a:t>
            </a:r>
            <a:r>
              <a:rPr sz="1600" dirty="0">
                <a:latin typeface="Corbel"/>
                <a:cs typeface="Corbel"/>
              </a:rPr>
              <a:t>DGNSS</a:t>
            </a:r>
            <a:r>
              <a:rPr sz="1600" spc="295" dirty="0">
                <a:latin typeface="Corbel"/>
                <a:cs typeface="Corbel"/>
              </a:rPr>
              <a:t> </a:t>
            </a:r>
            <a:r>
              <a:rPr sz="1600" dirty="0">
                <a:latin typeface="Corbel"/>
                <a:cs typeface="Corbel"/>
              </a:rPr>
              <a:t>users.</a:t>
            </a:r>
            <a:r>
              <a:rPr sz="1600" spc="290" dirty="0">
                <a:latin typeface="Corbel"/>
                <a:cs typeface="Corbel"/>
              </a:rPr>
              <a:t> </a:t>
            </a:r>
            <a:r>
              <a:rPr sz="1600" dirty="0">
                <a:latin typeface="Corbel"/>
                <a:cs typeface="Corbel"/>
              </a:rPr>
              <a:t>In</a:t>
            </a:r>
            <a:r>
              <a:rPr sz="1600" spc="295" dirty="0">
                <a:latin typeface="Corbel"/>
                <a:cs typeface="Corbel"/>
              </a:rPr>
              <a:t> </a:t>
            </a:r>
            <a:r>
              <a:rPr sz="1600" dirty="0">
                <a:latin typeface="Corbel"/>
                <a:cs typeface="Corbel"/>
              </a:rPr>
              <a:t>order</a:t>
            </a:r>
            <a:r>
              <a:rPr sz="1600" spc="290" dirty="0">
                <a:latin typeface="Corbel"/>
                <a:cs typeface="Corbel"/>
              </a:rPr>
              <a:t> </a:t>
            </a:r>
            <a:r>
              <a:rPr sz="1600" dirty="0">
                <a:latin typeface="Corbel"/>
                <a:cs typeface="Corbel"/>
              </a:rPr>
              <a:t>to</a:t>
            </a:r>
            <a:r>
              <a:rPr sz="1600" spc="285" dirty="0">
                <a:latin typeface="Corbel"/>
                <a:cs typeface="Corbel"/>
              </a:rPr>
              <a:t> </a:t>
            </a:r>
            <a:r>
              <a:rPr sz="1600" dirty="0">
                <a:latin typeface="Corbel"/>
                <a:cs typeface="Corbel"/>
              </a:rPr>
              <a:t>be</a:t>
            </a:r>
            <a:r>
              <a:rPr sz="1600" spc="295" dirty="0">
                <a:latin typeface="Corbel"/>
                <a:cs typeface="Corbel"/>
              </a:rPr>
              <a:t> </a:t>
            </a:r>
            <a:r>
              <a:rPr sz="1600" dirty="0">
                <a:latin typeface="Corbel"/>
                <a:cs typeface="Corbel"/>
              </a:rPr>
              <a:t>able</a:t>
            </a:r>
            <a:r>
              <a:rPr sz="1600" spc="290" dirty="0">
                <a:latin typeface="Corbel"/>
                <a:cs typeface="Corbel"/>
              </a:rPr>
              <a:t> </a:t>
            </a:r>
            <a:r>
              <a:rPr sz="1600" dirty="0">
                <a:latin typeface="Corbel"/>
                <a:cs typeface="Corbel"/>
              </a:rPr>
              <a:t>to</a:t>
            </a:r>
            <a:r>
              <a:rPr sz="1600" spc="285" dirty="0">
                <a:latin typeface="Corbel"/>
                <a:cs typeface="Corbel"/>
              </a:rPr>
              <a:t> </a:t>
            </a:r>
            <a:r>
              <a:rPr sz="1600" dirty="0">
                <a:latin typeface="Corbel"/>
                <a:cs typeface="Corbel"/>
              </a:rPr>
              <a:t>apply</a:t>
            </a:r>
            <a:r>
              <a:rPr sz="1600" spc="290" dirty="0">
                <a:latin typeface="Corbel"/>
                <a:cs typeface="Corbel"/>
              </a:rPr>
              <a:t> </a:t>
            </a:r>
            <a:r>
              <a:rPr sz="1600" spc="-10" dirty="0">
                <a:latin typeface="Corbel"/>
                <a:cs typeface="Corbel"/>
              </a:rPr>
              <a:t>these </a:t>
            </a:r>
            <a:r>
              <a:rPr sz="1600" dirty="0">
                <a:latin typeface="Corbel"/>
                <a:cs typeface="Corbel"/>
              </a:rPr>
              <a:t>corrections,</a:t>
            </a:r>
            <a:r>
              <a:rPr sz="1600" spc="165" dirty="0">
                <a:latin typeface="Corbel"/>
                <a:cs typeface="Corbel"/>
              </a:rPr>
              <a:t> </a:t>
            </a:r>
            <a:r>
              <a:rPr sz="1600" dirty="0">
                <a:latin typeface="Corbel"/>
                <a:cs typeface="Corbel"/>
              </a:rPr>
              <a:t>the</a:t>
            </a:r>
            <a:r>
              <a:rPr sz="1600" spc="175" dirty="0">
                <a:latin typeface="Corbel"/>
                <a:cs typeface="Corbel"/>
              </a:rPr>
              <a:t> </a:t>
            </a:r>
            <a:r>
              <a:rPr sz="1600" dirty="0">
                <a:latin typeface="Corbel"/>
                <a:cs typeface="Corbel"/>
              </a:rPr>
              <a:t>receiver</a:t>
            </a:r>
            <a:r>
              <a:rPr sz="1600" spc="170" dirty="0">
                <a:latin typeface="Corbel"/>
                <a:cs typeface="Corbel"/>
              </a:rPr>
              <a:t> </a:t>
            </a:r>
            <a:r>
              <a:rPr sz="1600" dirty="0">
                <a:latin typeface="Corbel"/>
                <a:cs typeface="Corbel"/>
              </a:rPr>
              <a:t>has</a:t>
            </a:r>
            <a:r>
              <a:rPr sz="1600" spc="175" dirty="0">
                <a:latin typeface="Corbel"/>
                <a:cs typeface="Corbel"/>
              </a:rPr>
              <a:t> </a:t>
            </a:r>
            <a:r>
              <a:rPr sz="1600" dirty="0">
                <a:latin typeface="Corbel"/>
                <a:cs typeface="Corbel"/>
              </a:rPr>
              <a:t>to</a:t>
            </a:r>
            <a:r>
              <a:rPr sz="1600" spc="165" dirty="0">
                <a:latin typeface="Corbel"/>
                <a:cs typeface="Corbel"/>
              </a:rPr>
              <a:t> </a:t>
            </a:r>
            <a:r>
              <a:rPr sz="1600" dirty="0">
                <a:latin typeface="Corbel"/>
                <a:cs typeface="Corbel"/>
              </a:rPr>
              <a:t>be</a:t>
            </a:r>
            <a:r>
              <a:rPr sz="1600" spc="175" dirty="0">
                <a:latin typeface="Corbel"/>
                <a:cs typeface="Corbel"/>
              </a:rPr>
              <a:t> </a:t>
            </a:r>
            <a:r>
              <a:rPr sz="1600" dirty="0">
                <a:latin typeface="Corbel"/>
                <a:cs typeface="Corbel"/>
              </a:rPr>
              <a:t>enabled</a:t>
            </a:r>
            <a:r>
              <a:rPr sz="1600" spc="180" dirty="0">
                <a:latin typeface="Corbel"/>
                <a:cs typeface="Corbel"/>
              </a:rPr>
              <a:t> </a:t>
            </a:r>
            <a:r>
              <a:rPr sz="1600" dirty="0">
                <a:latin typeface="Corbel"/>
                <a:cs typeface="Corbel"/>
              </a:rPr>
              <a:t>for</a:t>
            </a:r>
            <a:r>
              <a:rPr sz="1600" spc="170" dirty="0">
                <a:latin typeface="Corbel"/>
                <a:cs typeface="Corbel"/>
              </a:rPr>
              <a:t> </a:t>
            </a:r>
            <a:r>
              <a:rPr sz="1600" dirty="0">
                <a:latin typeface="Corbel"/>
                <a:cs typeface="Corbel"/>
              </a:rPr>
              <a:t>DGNSS</a:t>
            </a:r>
            <a:r>
              <a:rPr sz="1600" spc="175" dirty="0">
                <a:latin typeface="Corbel"/>
                <a:cs typeface="Corbel"/>
              </a:rPr>
              <a:t> </a:t>
            </a:r>
            <a:r>
              <a:rPr sz="1600" dirty="0">
                <a:latin typeface="Corbel"/>
                <a:cs typeface="Corbel"/>
              </a:rPr>
              <a:t>and</a:t>
            </a:r>
            <a:r>
              <a:rPr sz="1600" spc="175" dirty="0">
                <a:latin typeface="Corbel"/>
                <a:cs typeface="Corbel"/>
              </a:rPr>
              <a:t> </a:t>
            </a:r>
            <a:r>
              <a:rPr sz="1600" dirty="0">
                <a:latin typeface="Corbel"/>
                <a:cs typeface="Corbel"/>
              </a:rPr>
              <a:t>stay</a:t>
            </a:r>
            <a:r>
              <a:rPr sz="1600" spc="165" dirty="0">
                <a:latin typeface="Corbel"/>
                <a:cs typeface="Corbel"/>
              </a:rPr>
              <a:t> </a:t>
            </a:r>
            <a:r>
              <a:rPr sz="1600" dirty="0">
                <a:latin typeface="Corbel"/>
                <a:cs typeface="Corbel"/>
              </a:rPr>
              <a:t>in</a:t>
            </a:r>
            <a:r>
              <a:rPr sz="1600" spc="180" dirty="0">
                <a:latin typeface="Corbel"/>
                <a:cs typeface="Corbel"/>
              </a:rPr>
              <a:t> </a:t>
            </a:r>
            <a:r>
              <a:rPr sz="1600" dirty="0">
                <a:latin typeface="Corbel"/>
                <a:cs typeface="Corbel"/>
              </a:rPr>
              <a:t>the</a:t>
            </a:r>
            <a:r>
              <a:rPr sz="1600" spc="175" dirty="0">
                <a:latin typeface="Corbel"/>
                <a:cs typeface="Corbel"/>
              </a:rPr>
              <a:t> </a:t>
            </a:r>
            <a:r>
              <a:rPr sz="1600" dirty="0">
                <a:latin typeface="Corbel"/>
                <a:cs typeface="Corbel"/>
              </a:rPr>
              <a:t>vicinity</a:t>
            </a:r>
            <a:r>
              <a:rPr sz="1600" spc="165" dirty="0">
                <a:latin typeface="Corbel"/>
                <a:cs typeface="Corbel"/>
              </a:rPr>
              <a:t> </a:t>
            </a:r>
            <a:r>
              <a:rPr sz="1600" dirty="0">
                <a:latin typeface="Corbel"/>
                <a:cs typeface="Corbel"/>
              </a:rPr>
              <a:t>of</a:t>
            </a:r>
            <a:r>
              <a:rPr sz="1600" spc="175" dirty="0">
                <a:latin typeface="Corbel"/>
                <a:cs typeface="Corbel"/>
              </a:rPr>
              <a:t> </a:t>
            </a:r>
            <a:r>
              <a:rPr sz="1600" dirty="0">
                <a:latin typeface="Corbel"/>
                <a:cs typeface="Corbel"/>
              </a:rPr>
              <a:t>the</a:t>
            </a:r>
            <a:r>
              <a:rPr sz="1600" spc="175" dirty="0">
                <a:latin typeface="Corbel"/>
                <a:cs typeface="Corbel"/>
              </a:rPr>
              <a:t> </a:t>
            </a:r>
            <a:r>
              <a:rPr sz="1600" dirty="0">
                <a:latin typeface="Corbel"/>
                <a:cs typeface="Corbel"/>
              </a:rPr>
              <a:t>reference</a:t>
            </a:r>
            <a:r>
              <a:rPr sz="1600" spc="175" dirty="0">
                <a:latin typeface="Corbel"/>
                <a:cs typeface="Corbel"/>
              </a:rPr>
              <a:t> </a:t>
            </a:r>
            <a:r>
              <a:rPr sz="1600" dirty="0">
                <a:latin typeface="Corbel"/>
                <a:cs typeface="Corbel"/>
              </a:rPr>
              <a:t>station</a:t>
            </a:r>
            <a:r>
              <a:rPr sz="1600" spc="175" dirty="0">
                <a:latin typeface="Corbel"/>
                <a:cs typeface="Corbel"/>
              </a:rPr>
              <a:t> </a:t>
            </a:r>
            <a:r>
              <a:rPr sz="1600" spc="-25" dirty="0">
                <a:latin typeface="Corbel"/>
                <a:cs typeface="Corbel"/>
              </a:rPr>
              <a:t>to </a:t>
            </a:r>
            <a:r>
              <a:rPr sz="1600" dirty="0">
                <a:latin typeface="Corbel"/>
                <a:cs typeface="Corbel"/>
              </a:rPr>
              <a:t>ensure</a:t>
            </a:r>
            <a:r>
              <a:rPr sz="1600" spc="-35" dirty="0">
                <a:latin typeface="Corbel"/>
                <a:cs typeface="Corbel"/>
              </a:rPr>
              <a:t> </a:t>
            </a:r>
            <a:r>
              <a:rPr sz="1600" dirty="0">
                <a:latin typeface="Corbel"/>
                <a:cs typeface="Corbel"/>
              </a:rPr>
              <a:t>that</a:t>
            </a:r>
            <a:r>
              <a:rPr sz="1600" spc="-30" dirty="0">
                <a:latin typeface="Corbel"/>
                <a:cs typeface="Corbel"/>
              </a:rPr>
              <a:t> </a:t>
            </a:r>
            <a:r>
              <a:rPr sz="1600" dirty="0">
                <a:latin typeface="Corbel"/>
                <a:cs typeface="Corbel"/>
              </a:rPr>
              <a:t>the</a:t>
            </a:r>
            <a:r>
              <a:rPr sz="1600" spc="-20" dirty="0">
                <a:latin typeface="Corbel"/>
                <a:cs typeface="Corbel"/>
              </a:rPr>
              <a:t> </a:t>
            </a:r>
            <a:r>
              <a:rPr sz="1600" dirty="0">
                <a:latin typeface="Corbel"/>
                <a:cs typeface="Corbel"/>
              </a:rPr>
              <a:t>two</a:t>
            </a:r>
            <a:r>
              <a:rPr sz="1600" spc="-25" dirty="0">
                <a:latin typeface="Corbel"/>
                <a:cs typeface="Corbel"/>
              </a:rPr>
              <a:t> </a:t>
            </a:r>
            <a:r>
              <a:rPr sz="1600" dirty="0">
                <a:latin typeface="Corbel"/>
                <a:cs typeface="Corbel"/>
              </a:rPr>
              <a:t>receivers</a:t>
            </a:r>
            <a:r>
              <a:rPr sz="1600" spc="-25" dirty="0">
                <a:latin typeface="Corbel"/>
                <a:cs typeface="Corbel"/>
              </a:rPr>
              <a:t> </a:t>
            </a:r>
            <a:r>
              <a:rPr sz="1600" dirty="0">
                <a:latin typeface="Corbel"/>
                <a:cs typeface="Corbel"/>
              </a:rPr>
              <a:t>(station</a:t>
            </a:r>
            <a:r>
              <a:rPr sz="1600" spc="-20" dirty="0">
                <a:latin typeface="Corbel"/>
                <a:cs typeface="Corbel"/>
              </a:rPr>
              <a:t> </a:t>
            </a:r>
            <a:r>
              <a:rPr sz="1600" dirty="0">
                <a:latin typeface="Corbel"/>
                <a:cs typeface="Corbel"/>
              </a:rPr>
              <a:t>and</a:t>
            </a:r>
            <a:r>
              <a:rPr sz="1600" spc="-15" dirty="0">
                <a:latin typeface="Corbel"/>
                <a:cs typeface="Corbel"/>
              </a:rPr>
              <a:t> </a:t>
            </a:r>
            <a:r>
              <a:rPr sz="1600" dirty="0">
                <a:latin typeface="Corbel"/>
                <a:cs typeface="Corbel"/>
              </a:rPr>
              <a:t>rover)</a:t>
            </a:r>
            <a:r>
              <a:rPr sz="1600" spc="-30" dirty="0">
                <a:latin typeface="Corbel"/>
                <a:cs typeface="Corbel"/>
              </a:rPr>
              <a:t> </a:t>
            </a:r>
            <a:r>
              <a:rPr sz="1600" dirty="0">
                <a:latin typeface="Corbel"/>
                <a:cs typeface="Corbel"/>
              </a:rPr>
              <a:t>observe</a:t>
            </a:r>
            <a:r>
              <a:rPr sz="1600" spc="-20" dirty="0">
                <a:latin typeface="Corbel"/>
                <a:cs typeface="Corbel"/>
              </a:rPr>
              <a:t> </a:t>
            </a:r>
            <a:r>
              <a:rPr sz="1600" dirty="0">
                <a:latin typeface="Corbel"/>
                <a:cs typeface="Corbel"/>
              </a:rPr>
              <a:t>the</a:t>
            </a:r>
            <a:r>
              <a:rPr sz="1600" spc="-25" dirty="0">
                <a:latin typeface="Corbel"/>
                <a:cs typeface="Corbel"/>
              </a:rPr>
              <a:t> </a:t>
            </a:r>
            <a:r>
              <a:rPr sz="1600" spc="-10" dirty="0">
                <a:latin typeface="Corbel"/>
                <a:cs typeface="Corbel"/>
              </a:rPr>
              <a:t>same</a:t>
            </a:r>
            <a:r>
              <a:rPr sz="1600" spc="-70" dirty="0">
                <a:latin typeface="Corbel"/>
                <a:cs typeface="Corbel"/>
              </a:rPr>
              <a:t> </a:t>
            </a:r>
            <a:r>
              <a:rPr sz="1600" dirty="0">
                <a:latin typeface="Corbel"/>
                <a:cs typeface="Corbel"/>
              </a:rPr>
              <a:t>GNSS</a:t>
            </a:r>
            <a:r>
              <a:rPr sz="1600" spc="-15" dirty="0">
                <a:latin typeface="Corbel"/>
                <a:cs typeface="Corbel"/>
              </a:rPr>
              <a:t> </a:t>
            </a:r>
            <a:r>
              <a:rPr sz="1600" spc="-10" dirty="0">
                <a:latin typeface="Corbel"/>
                <a:cs typeface="Corbel"/>
              </a:rPr>
              <a:t>satellite.</a:t>
            </a:r>
            <a:endParaRPr sz="1600" dirty="0">
              <a:latin typeface="Corbel"/>
              <a:cs typeface="Corbel"/>
            </a:endParaRPr>
          </a:p>
          <a:p>
            <a:pPr marL="755650" marR="5715" lvl="1" indent="-285750" algn="just">
              <a:lnSpc>
                <a:spcPts val="1900"/>
              </a:lnSpc>
              <a:spcBef>
                <a:spcPts val="1065"/>
              </a:spcBef>
              <a:buFont typeface="Arial MT"/>
              <a:buChar char="•"/>
              <a:tabLst>
                <a:tab pos="755650" algn="l"/>
                <a:tab pos="758190" algn="l"/>
              </a:tabLst>
            </a:pPr>
            <a:r>
              <a:rPr sz="1600" dirty="0">
                <a:latin typeface="Corbel"/>
                <a:cs typeface="Corbel"/>
              </a:rPr>
              <a:t>	Other</a:t>
            </a:r>
            <a:r>
              <a:rPr sz="1600" spc="35" dirty="0">
                <a:latin typeface="Corbel"/>
                <a:cs typeface="Corbel"/>
              </a:rPr>
              <a:t> </a:t>
            </a:r>
            <a:r>
              <a:rPr sz="1600" dirty="0">
                <a:latin typeface="Corbel"/>
                <a:cs typeface="Corbel"/>
              </a:rPr>
              <a:t>uncorrelated</a:t>
            </a:r>
            <a:r>
              <a:rPr sz="1600" spc="45" dirty="0">
                <a:latin typeface="Corbel"/>
                <a:cs typeface="Corbel"/>
              </a:rPr>
              <a:t> </a:t>
            </a:r>
            <a:r>
              <a:rPr sz="1600" dirty="0">
                <a:latin typeface="Corbel"/>
                <a:cs typeface="Corbel"/>
              </a:rPr>
              <a:t>errors</a:t>
            </a:r>
            <a:r>
              <a:rPr sz="1600" spc="40" dirty="0">
                <a:latin typeface="Corbel"/>
                <a:cs typeface="Corbel"/>
              </a:rPr>
              <a:t> </a:t>
            </a:r>
            <a:r>
              <a:rPr sz="1600" dirty="0">
                <a:latin typeface="Corbel"/>
                <a:cs typeface="Corbel"/>
              </a:rPr>
              <a:t>(e.g.</a:t>
            </a:r>
            <a:r>
              <a:rPr sz="1600" spc="40" dirty="0">
                <a:latin typeface="Corbel"/>
                <a:cs typeface="Corbel"/>
              </a:rPr>
              <a:t> </a:t>
            </a:r>
            <a:r>
              <a:rPr sz="1600" dirty="0">
                <a:latin typeface="Corbel"/>
                <a:cs typeface="Corbel"/>
              </a:rPr>
              <a:t>multipath)</a:t>
            </a:r>
            <a:r>
              <a:rPr sz="1600" spc="35" dirty="0">
                <a:latin typeface="Corbel"/>
                <a:cs typeface="Corbel"/>
              </a:rPr>
              <a:t> </a:t>
            </a:r>
            <a:r>
              <a:rPr sz="1600" dirty="0">
                <a:latin typeface="Corbel"/>
                <a:cs typeface="Corbel"/>
              </a:rPr>
              <a:t>cannot</a:t>
            </a:r>
            <a:r>
              <a:rPr sz="1600" spc="30" dirty="0">
                <a:latin typeface="Corbel"/>
                <a:cs typeface="Corbel"/>
              </a:rPr>
              <a:t> </a:t>
            </a:r>
            <a:r>
              <a:rPr sz="1600" dirty="0">
                <a:latin typeface="Corbel"/>
                <a:cs typeface="Corbel"/>
              </a:rPr>
              <a:t>be</a:t>
            </a:r>
            <a:r>
              <a:rPr sz="1600" spc="40" dirty="0">
                <a:latin typeface="Corbel"/>
                <a:cs typeface="Corbel"/>
              </a:rPr>
              <a:t> </a:t>
            </a:r>
            <a:r>
              <a:rPr sz="1600" dirty="0">
                <a:latin typeface="Corbel"/>
                <a:cs typeface="Corbel"/>
              </a:rPr>
              <a:t>corrected</a:t>
            </a:r>
            <a:r>
              <a:rPr sz="1600" spc="40" dirty="0">
                <a:latin typeface="Corbel"/>
                <a:cs typeface="Corbel"/>
              </a:rPr>
              <a:t> </a:t>
            </a:r>
            <a:r>
              <a:rPr sz="1600" dirty="0">
                <a:latin typeface="Corbel"/>
                <a:cs typeface="Corbel"/>
              </a:rPr>
              <a:t>by</a:t>
            </a:r>
            <a:r>
              <a:rPr sz="1600" spc="35" dirty="0">
                <a:latin typeface="Corbel"/>
                <a:cs typeface="Corbel"/>
              </a:rPr>
              <a:t> </a:t>
            </a:r>
            <a:r>
              <a:rPr sz="1600" dirty="0">
                <a:latin typeface="Corbel"/>
                <a:cs typeface="Corbel"/>
              </a:rPr>
              <a:t>this</a:t>
            </a:r>
            <a:r>
              <a:rPr sz="1600" spc="40" dirty="0">
                <a:latin typeface="Corbel"/>
                <a:cs typeface="Corbel"/>
              </a:rPr>
              <a:t> </a:t>
            </a:r>
            <a:r>
              <a:rPr sz="1600" dirty="0">
                <a:latin typeface="Corbel"/>
                <a:cs typeface="Corbel"/>
              </a:rPr>
              <a:t>method</a:t>
            </a:r>
            <a:r>
              <a:rPr sz="1600" spc="40" dirty="0">
                <a:latin typeface="Corbel"/>
                <a:cs typeface="Corbel"/>
              </a:rPr>
              <a:t> </a:t>
            </a:r>
            <a:r>
              <a:rPr sz="1600" dirty="0">
                <a:latin typeface="Corbel"/>
                <a:cs typeface="Corbel"/>
              </a:rPr>
              <a:t>and</a:t>
            </a:r>
            <a:r>
              <a:rPr sz="1600" spc="45" dirty="0">
                <a:latin typeface="Corbel"/>
                <a:cs typeface="Corbel"/>
              </a:rPr>
              <a:t> </a:t>
            </a:r>
            <a:r>
              <a:rPr sz="1600" dirty="0">
                <a:latin typeface="Corbel"/>
                <a:cs typeface="Corbel"/>
              </a:rPr>
              <a:t>specific</a:t>
            </a:r>
            <a:r>
              <a:rPr sz="1600" spc="40" dirty="0">
                <a:latin typeface="Corbel"/>
                <a:cs typeface="Corbel"/>
              </a:rPr>
              <a:t> </a:t>
            </a:r>
            <a:r>
              <a:rPr sz="1600" dirty="0">
                <a:latin typeface="Corbel"/>
                <a:cs typeface="Corbel"/>
              </a:rPr>
              <a:t>techniques</a:t>
            </a:r>
            <a:r>
              <a:rPr sz="1600" spc="35" dirty="0">
                <a:latin typeface="Corbel"/>
                <a:cs typeface="Corbel"/>
              </a:rPr>
              <a:t> </a:t>
            </a:r>
            <a:r>
              <a:rPr sz="1600" spc="-20" dirty="0">
                <a:latin typeface="Corbel"/>
                <a:cs typeface="Corbel"/>
              </a:rPr>
              <a:t>have </a:t>
            </a:r>
            <a:r>
              <a:rPr sz="1600" dirty="0">
                <a:latin typeface="Corbel"/>
                <a:cs typeface="Corbel"/>
              </a:rPr>
              <a:t>to</a:t>
            </a:r>
            <a:r>
              <a:rPr sz="1600" spc="-30" dirty="0">
                <a:latin typeface="Corbel"/>
                <a:cs typeface="Corbel"/>
              </a:rPr>
              <a:t> </a:t>
            </a:r>
            <a:r>
              <a:rPr sz="1600" dirty="0">
                <a:latin typeface="Corbel"/>
                <a:cs typeface="Corbel"/>
              </a:rPr>
              <a:t>be</a:t>
            </a:r>
            <a:r>
              <a:rPr sz="1600" spc="-25" dirty="0">
                <a:latin typeface="Corbel"/>
                <a:cs typeface="Corbel"/>
              </a:rPr>
              <a:t> </a:t>
            </a:r>
            <a:r>
              <a:rPr sz="1600" dirty="0">
                <a:latin typeface="Corbel"/>
                <a:cs typeface="Corbel"/>
              </a:rPr>
              <a:t>applied</a:t>
            </a:r>
            <a:r>
              <a:rPr sz="1600" spc="-25" dirty="0">
                <a:latin typeface="Corbel"/>
                <a:cs typeface="Corbel"/>
              </a:rPr>
              <a:t> </a:t>
            </a:r>
            <a:r>
              <a:rPr sz="1600" dirty="0">
                <a:latin typeface="Corbel"/>
                <a:cs typeface="Corbel"/>
              </a:rPr>
              <a:t>to</a:t>
            </a:r>
            <a:r>
              <a:rPr sz="1600" spc="-30" dirty="0">
                <a:latin typeface="Corbel"/>
                <a:cs typeface="Corbel"/>
              </a:rPr>
              <a:t> </a:t>
            </a:r>
            <a:r>
              <a:rPr sz="1600" dirty="0">
                <a:latin typeface="Corbel"/>
                <a:cs typeface="Corbel"/>
              </a:rPr>
              <a:t>mitigate</a:t>
            </a:r>
            <a:r>
              <a:rPr sz="1600" spc="-20" dirty="0">
                <a:latin typeface="Corbel"/>
                <a:cs typeface="Corbel"/>
              </a:rPr>
              <a:t> them.</a:t>
            </a:r>
            <a:endParaRPr sz="1600" dirty="0">
              <a:latin typeface="Corbel"/>
              <a:cs typeface="Corbel"/>
            </a:endParaRPr>
          </a:p>
          <a:p>
            <a:pPr marL="755650" marR="5715" lvl="1" indent="-285750" algn="just">
              <a:lnSpc>
                <a:spcPts val="1900"/>
              </a:lnSpc>
              <a:spcBef>
                <a:spcPts val="1000"/>
              </a:spcBef>
              <a:buFont typeface="Arial MT"/>
              <a:buChar char="•"/>
              <a:tabLst>
                <a:tab pos="755650" algn="l"/>
                <a:tab pos="758190" algn="l"/>
              </a:tabLst>
            </a:pPr>
            <a:r>
              <a:rPr sz="1600" dirty="0">
                <a:latin typeface="Corbel"/>
                <a:cs typeface="Corbel"/>
              </a:rPr>
              <a:t>	DGNSS</a:t>
            </a:r>
            <a:r>
              <a:rPr sz="1600" spc="145" dirty="0">
                <a:latin typeface="Corbel"/>
                <a:cs typeface="Corbel"/>
              </a:rPr>
              <a:t> </a:t>
            </a:r>
            <a:r>
              <a:rPr sz="1600" dirty="0">
                <a:latin typeface="Corbel"/>
                <a:cs typeface="Corbel"/>
              </a:rPr>
              <a:t>accuracy</a:t>
            </a:r>
            <a:r>
              <a:rPr sz="1600" spc="135" dirty="0">
                <a:latin typeface="Corbel"/>
                <a:cs typeface="Corbel"/>
              </a:rPr>
              <a:t> </a:t>
            </a:r>
            <a:r>
              <a:rPr sz="1600" dirty="0">
                <a:latin typeface="Corbel"/>
                <a:cs typeface="Corbel"/>
              </a:rPr>
              <a:t>is</a:t>
            </a:r>
            <a:r>
              <a:rPr sz="1600" spc="140" dirty="0">
                <a:latin typeface="Corbel"/>
                <a:cs typeface="Corbel"/>
              </a:rPr>
              <a:t> </a:t>
            </a:r>
            <a:r>
              <a:rPr sz="1600" dirty="0">
                <a:latin typeface="Corbel"/>
                <a:cs typeface="Corbel"/>
              </a:rPr>
              <a:t>in</a:t>
            </a:r>
            <a:r>
              <a:rPr sz="1600" spc="145" dirty="0">
                <a:latin typeface="Corbel"/>
                <a:cs typeface="Corbel"/>
              </a:rPr>
              <a:t> </a:t>
            </a:r>
            <a:r>
              <a:rPr sz="1600" dirty="0">
                <a:latin typeface="Corbel"/>
                <a:cs typeface="Corbel"/>
              </a:rPr>
              <a:t>the</a:t>
            </a:r>
            <a:r>
              <a:rPr sz="1600" spc="150" dirty="0">
                <a:latin typeface="Corbel"/>
                <a:cs typeface="Corbel"/>
              </a:rPr>
              <a:t> </a:t>
            </a:r>
            <a:r>
              <a:rPr sz="1600" dirty="0">
                <a:latin typeface="Corbel"/>
                <a:cs typeface="Corbel"/>
              </a:rPr>
              <a:t>order</a:t>
            </a:r>
            <a:r>
              <a:rPr sz="1600" spc="140" dirty="0">
                <a:latin typeface="Corbel"/>
                <a:cs typeface="Corbel"/>
              </a:rPr>
              <a:t> </a:t>
            </a:r>
            <a:r>
              <a:rPr sz="1600" dirty="0">
                <a:latin typeface="Corbel"/>
                <a:cs typeface="Corbel"/>
              </a:rPr>
              <a:t>of</a:t>
            </a:r>
            <a:r>
              <a:rPr sz="1600" spc="145" dirty="0">
                <a:latin typeface="Corbel"/>
                <a:cs typeface="Corbel"/>
              </a:rPr>
              <a:t> </a:t>
            </a:r>
            <a:r>
              <a:rPr sz="1600" dirty="0">
                <a:latin typeface="Corbel"/>
                <a:cs typeface="Corbel"/>
              </a:rPr>
              <a:t>1</a:t>
            </a:r>
            <a:r>
              <a:rPr sz="1600" spc="130" dirty="0">
                <a:latin typeface="Corbel"/>
                <a:cs typeface="Corbel"/>
              </a:rPr>
              <a:t> </a:t>
            </a:r>
            <a:r>
              <a:rPr sz="1600" dirty="0">
                <a:latin typeface="Corbel"/>
                <a:cs typeface="Corbel"/>
              </a:rPr>
              <a:t>m</a:t>
            </a:r>
            <a:r>
              <a:rPr sz="1600" spc="135" dirty="0">
                <a:latin typeface="Corbel"/>
                <a:cs typeface="Corbel"/>
              </a:rPr>
              <a:t> </a:t>
            </a:r>
            <a:r>
              <a:rPr sz="1600" dirty="0">
                <a:latin typeface="Corbel"/>
                <a:cs typeface="Corbel"/>
              </a:rPr>
              <a:t>(1</a:t>
            </a:r>
            <a:r>
              <a:rPr sz="1600" spc="135" dirty="0">
                <a:latin typeface="Corbel"/>
                <a:cs typeface="Corbel"/>
              </a:rPr>
              <a:t> </a:t>
            </a:r>
            <a:r>
              <a:rPr sz="1600" dirty="0">
                <a:latin typeface="Corbel"/>
                <a:cs typeface="Corbel"/>
              </a:rPr>
              <a:t>sigma)</a:t>
            </a:r>
            <a:r>
              <a:rPr sz="1600" spc="130" dirty="0">
                <a:latin typeface="Corbel"/>
                <a:cs typeface="Corbel"/>
              </a:rPr>
              <a:t> </a:t>
            </a:r>
            <a:r>
              <a:rPr sz="1600" dirty="0">
                <a:latin typeface="Corbel"/>
                <a:cs typeface="Corbel"/>
              </a:rPr>
              <a:t>for</a:t>
            </a:r>
            <a:r>
              <a:rPr sz="1600" spc="145" dirty="0">
                <a:latin typeface="Corbel"/>
                <a:cs typeface="Corbel"/>
              </a:rPr>
              <a:t> </a:t>
            </a:r>
            <a:r>
              <a:rPr sz="1600" dirty="0">
                <a:latin typeface="Corbel"/>
                <a:cs typeface="Corbel"/>
              </a:rPr>
              <a:t>users</a:t>
            </a:r>
            <a:r>
              <a:rPr sz="1600" spc="145" dirty="0">
                <a:latin typeface="Corbel"/>
                <a:cs typeface="Corbel"/>
              </a:rPr>
              <a:t> </a:t>
            </a:r>
            <a:r>
              <a:rPr sz="1600" dirty="0">
                <a:latin typeface="Corbel"/>
                <a:cs typeface="Corbel"/>
              </a:rPr>
              <a:t>in</a:t>
            </a:r>
            <a:r>
              <a:rPr sz="1600" spc="150" dirty="0">
                <a:latin typeface="Corbel"/>
                <a:cs typeface="Corbel"/>
              </a:rPr>
              <a:t> </a:t>
            </a:r>
            <a:r>
              <a:rPr sz="1600" dirty="0">
                <a:latin typeface="Corbel"/>
                <a:cs typeface="Corbel"/>
              </a:rPr>
              <a:t>the</a:t>
            </a:r>
            <a:r>
              <a:rPr sz="1600" spc="145" dirty="0">
                <a:latin typeface="Corbel"/>
                <a:cs typeface="Corbel"/>
              </a:rPr>
              <a:t> </a:t>
            </a:r>
            <a:r>
              <a:rPr sz="1600" dirty="0">
                <a:latin typeface="Corbel"/>
                <a:cs typeface="Corbel"/>
              </a:rPr>
              <a:t>range</a:t>
            </a:r>
            <a:r>
              <a:rPr sz="1600" spc="150" dirty="0">
                <a:latin typeface="Corbel"/>
                <a:cs typeface="Corbel"/>
              </a:rPr>
              <a:t> </a:t>
            </a:r>
            <a:r>
              <a:rPr sz="1600" dirty="0">
                <a:latin typeface="Corbel"/>
                <a:cs typeface="Corbel"/>
              </a:rPr>
              <a:t>of</a:t>
            </a:r>
            <a:r>
              <a:rPr sz="1600" spc="140" dirty="0">
                <a:latin typeface="Corbel"/>
                <a:cs typeface="Corbel"/>
              </a:rPr>
              <a:t> </a:t>
            </a:r>
            <a:r>
              <a:rPr sz="1600" dirty="0">
                <a:latin typeface="Corbel"/>
                <a:cs typeface="Corbel"/>
              </a:rPr>
              <a:t>few</a:t>
            </a:r>
            <a:r>
              <a:rPr sz="1600" spc="135" dirty="0">
                <a:latin typeface="Corbel"/>
                <a:cs typeface="Corbel"/>
              </a:rPr>
              <a:t> </a:t>
            </a:r>
            <a:r>
              <a:rPr sz="1600" dirty="0">
                <a:latin typeface="Corbel"/>
                <a:cs typeface="Corbel"/>
              </a:rPr>
              <a:t>tens</a:t>
            </a:r>
            <a:r>
              <a:rPr sz="1600" spc="140" dirty="0">
                <a:latin typeface="Corbel"/>
                <a:cs typeface="Corbel"/>
              </a:rPr>
              <a:t> </a:t>
            </a:r>
            <a:r>
              <a:rPr sz="1600" dirty="0">
                <a:latin typeface="Corbel"/>
                <a:cs typeface="Corbel"/>
              </a:rPr>
              <a:t>of</a:t>
            </a:r>
            <a:r>
              <a:rPr sz="1600" spc="145" dirty="0">
                <a:latin typeface="Corbel"/>
                <a:cs typeface="Corbel"/>
              </a:rPr>
              <a:t> </a:t>
            </a:r>
            <a:r>
              <a:rPr sz="1600" dirty="0">
                <a:latin typeface="Corbel"/>
                <a:cs typeface="Corbel"/>
              </a:rPr>
              <a:t>kilometers</a:t>
            </a:r>
            <a:r>
              <a:rPr sz="1600" spc="140" dirty="0">
                <a:latin typeface="Corbel"/>
                <a:cs typeface="Corbel"/>
              </a:rPr>
              <a:t> </a:t>
            </a:r>
            <a:r>
              <a:rPr sz="1600" dirty="0">
                <a:latin typeface="Corbel"/>
                <a:cs typeface="Corbel"/>
              </a:rPr>
              <a:t>from</a:t>
            </a:r>
            <a:r>
              <a:rPr sz="1600" spc="135" dirty="0">
                <a:latin typeface="Corbel"/>
                <a:cs typeface="Corbel"/>
              </a:rPr>
              <a:t> </a:t>
            </a:r>
            <a:r>
              <a:rPr sz="1600" spc="-25" dirty="0">
                <a:latin typeface="Corbel"/>
                <a:cs typeface="Corbel"/>
              </a:rPr>
              <a:t>the </a:t>
            </a:r>
            <a:r>
              <a:rPr sz="1600" dirty="0">
                <a:latin typeface="Corbel"/>
                <a:cs typeface="Corbel"/>
              </a:rPr>
              <a:t>reference</a:t>
            </a:r>
            <a:r>
              <a:rPr sz="1600" spc="-20" dirty="0">
                <a:latin typeface="Corbel"/>
                <a:cs typeface="Corbel"/>
              </a:rPr>
              <a:t> </a:t>
            </a:r>
            <a:r>
              <a:rPr sz="1600" dirty="0">
                <a:latin typeface="Corbel"/>
                <a:cs typeface="Corbel"/>
              </a:rPr>
              <a:t>station,</a:t>
            </a:r>
            <a:r>
              <a:rPr sz="1600" spc="-20" dirty="0">
                <a:latin typeface="Corbel"/>
                <a:cs typeface="Corbel"/>
              </a:rPr>
              <a:t> </a:t>
            </a:r>
            <a:r>
              <a:rPr sz="1600" dirty="0">
                <a:latin typeface="Corbel"/>
                <a:cs typeface="Corbel"/>
              </a:rPr>
              <a:t>growing</a:t>
            </a:r>
            <a:r>
              <a:rPr sz="1600" spc="-20" dirty="0">
                <a:latin typeface="Corbel"/>
                <a:cs typeface="Corbel"/>
              </a:rPr>
              <a:t> </a:t>
            </a:r>
            <a:r>
              <a:rPr sz="1600" dirty="0">
                <a:latin typeface="Corbel"/>
                <a:cs typeface="Corbel"/>
              </a:rPr>
              <a:t>at</a:t>
            </a:r>
            <a:r>
              <a:rPr sz="1600" spc="-30" dirty="0">
                <a:latin typeface="Corbel"/>
                <a:cs typeface="Corbel"/>
              </a:rPr>
              <a:t> </a:t>
            </a:r>
            <a:r>
              <a:rPr sz="1600" dirty="0">
                <a:latin typeface="Corbel"/>
                <a:cs typeface="Corbel"/>
              </a:rPr>
              <a:t>the</a:t>
            </a:r>
            <a:r>
              <a:rPr sz="1600" spc="-15" dirty="0">
                <a:latin typeface="Corbel"/>
                <a:cs typeface="Corbel"/>
              </a:rPr>
              <a:t> </a:t>
            </a:r>
            <a:r>
              <a:rPr sz="1600" dirty="0">
                <a:latin typeface="Corbel"/>
                <a:cs typeface="Corbel"/>
              </a:rPr>
              <a:t>rate</a:t>
            </a:r>
            <a:r>
              <a:rPr sz="1600" spc="-20" dirty="0">
                <a:latin typeface="Corbel"/>
                <a:cs typeface="Corbel"/>
              </a:rPr>
              <a:t> </a:t>
            </a:r>
            <a:r>
              <a:rPr sz="1600" dirty="0">
                <a:latin typeface="Corbel"/>
                <a:cs typeface="Corbel"/>
              </a:rPr>
              <a:t>of</a:t>
            </a:r>
            <a:r>
              <a:rPr sz="1600" spc="-20" dirty="0">
                <a:latin typeface="Corbel"/>
                <a:cs typeface="Corbel"/>
              </a:rPr>
              <a:t> </a:t>
            </a:r>
            <a:r>
              <a:rPr sz="1600" dirty="0">
                <a:latin typeface="Corbel"/>
                <a:cs typeface="Corbel"/>
              </a:rPr>
              <a:t>1</a:t>
            </a:r>
            <a:r>
              <a:rPr sz="1600" spc="-25" dirty="0">
                <a:latin typeface="Corbel"/>
                <a:cs typeface="Corbel"/>
              </a:rPr>
              <a:t> </a:t>
            </a:r>
            <a:r>
              <a:rPr sz="1600" dirty="0">
                <a:latin typeface="Corbel"/>
                <a:cs typeface="Corbel"/>
              </a:rPr>
              <a:t>m</a:t>
            </a:r>
            <a:r>
              <a:rPr sz="1600" spc="-25" dirty="0">
                <a:latin typeface="Corbel"/>
                <a:cs typeface="Corbel"/>
              </a:rPr>
              <a:t> </a:t>
            </a:r>
            <a:r>
              <a:rPr sz="1600" dirty="0">
                <a:latin typeface="Corbel"/>
                <a:cs typeface="Corbel"/>
              </a:rPr>
              <a:t>per</a:t>
            </a:r>
            <a:r>
              <a:rPr sz="1600" spc="-15" dirty="0">
                <a:latin typeface="Corbel"/>
                <a:cs typeface="Corbel"/>
              </a:rPr>
              <a:t> </a:t>
            </a:r>
            <a:r>
              <a:rPr sz="1600" dirty="0">
                <a:latin typeface="Corbel"/>
                <a:cs typeface="Corbel"/>
              </a:rPr>
              <a:t>150</a:t>
            </a:r>
            <a:r>
              <a:rPr sz="1600" spc="-20" dirty="0">
                <a:latin typeface="Corbel"/>
                <a:cs typeface="Corbel"/>
              </a:rPr>
              <a:t> </a:t>
            </a:r>
            <a:r>
              <a:rPr sz="1600" dirty="0">
                <a:latin typeface="Corbel"/>
                <a:cs typeface="Corbel"/>
              </a:rPr>
              <a:t>km</a:t>
            </a:r>
            <a:r>
              <a:rPr sz="1600" spc="-25" dirty="0">
                <a:latin typeface="Corbel"/>
                <a:cs typeface="Corbel"/>
              </a:rPr>
              <a:t> </a:t>
            </a:r>
            <a:r>
              <a:rPr sz="1600" dirty="0">
                <a:latin typeface="Corbel"/>
                <a:cs typeface="Corbel"/>
              </a:rPr>
              <a:t>of</a:t>
            </a:r>
            <a:r>
              <a:rPr sz="1600" spc="-20" dirty="0">
                <a:latin typeface="Corbel"/>
                <a:cs typeface="Corbel"/>
              </a:rPr>
              <a:t> </a:t>
            </a:r>
            <a:r>
              <a:rPr sz="1600" spc="-10" dirty="0">
                <a:latin typeface="Corbel"/>
                <a:cs typeface="Corbel"/>
              </a:rPr>
              <a:t>separation.</a:t>
            </a:r>
            <a:endParaRPr sz="1600" dirty="0">
              <a:latin typeface="Corbel"/>
              <a:cs typeface="Corbel"/>
            </a:endParaRPr>
          </a:p>
        </p:txBody>
      </p:sp>
      <p:grpSp>
        <p:nvGrpSpPr>
          <p:cNvPr id="3" name="object 3"/>
          <p:cNvGrpSpPr/>
          <p:nvPr/>
        </p:nvGrpSpPr>
        <p:grpSpPr>
          <a:xfrm>
            <a:off x="43542" y="6462030"/>
            <a:ext cx="758190" cy="360045"/>
            <a:chOff x="43542" y="6462030"/>
            <a:chExt cx="758190" cy="360045"/>
          </a:xfrm>
        </p:grpSpPr>
        <p:sp>
          <p:nvSpPr>
            <p:cNvPr id="4" name="object 4"/>
            <p:cNvSpPr/>
            <p:nvPr/>
          </p:nvSpPr>
          <p:spPr>
            <a:xfrm>
              <a:off x="43542" y="6462030"/>
              <a:ext cx="360045" cy="360045"/>
            </a:xfrm>
            <a:custGeom>
              <a:avLst/>
              <a:gdLst/>
              <a:ahLst/>
              <a:cxnLst/>
              <a:rect l="l" t="t" r="r" b="b"/>
              <a:pathLst>
                <a:path w="360045" h="360045">
                  <a:moveTo>
                    <a:pt x="359999" y="0"/>
                  </a:moveTo>
                  <a:lnTo>
                    <a:pt x="0" y="0"/>
                  </a:lnTo>
                  <a:lnTo>
                    <a:pt x="0" y="359999"/>
                  </a:lnTo>
                  <a:lnTo>
                    <a:pt x="359999" y="359999"/>
                  </a:lnTo>
                  <a:lnTo>
                    <a:pt x="359999" y="314999"/>
                  </a:lnTo>
                  <a:lnTo>
                    <a:pt x="179999" y="314999"/>
                  </a:lnTo>
                  <a:lnTo>
                    <a:pt x="137329" y="308117"/>
                  </a:lnTo>
                  <a:lnTo>
                    <a:pt x="100270" y="288952"/>
                  </a:lnTo>
                  <a:lnTo>
                    <a:pt x="71047" y="259729"/>
                  </a:lnTo>
                  <a:lnTo>
                    <a:pt x="51882" y="222670"/>
                  </a:lnTo>
                  <a:lnTo>
                    <a:pt x="44999" y="179999"/>
                  </a:lnTo>
                  <a:lnTo>
                    <a:pt x="51882" y="137329"/>
                  </a:lnTo>
                  <a:lnTo>
                    <a:pt x="71047" y="100270"/>
                  </a:lnTo>
                  <a:lnTo>
                    <a:pt x="100270" y="71047"/>
                  </a:lnTo>
                  <a:lnTo>
                    <a:pt x="137329" y="51882"/>
                  </a:lnTo>
                  <a:lnTo>
                    <a:pt x="179999" y="44999"/>
                  </a:lnTo>
                  <a:lnTo>
                    <a:pt x="359999" y="44999"/>
                  </a:lnTo>
                  <a:lnTo>
                    <a:pt x="359999" y="0"/>
                  </a:lnTo>
                  <a:close/>
                </a:path>
                <a:path w="360045" h="360045">
                  <a:moveTo>
                    <a:pt x="359999" y="44999"/>
                  </a:moveTo>
                  <a:lnTo>
                    <a:pt x="179999" y="44999"/>
                  </a:lnTo>
                  <a:lnTo>
                    <a:pt x="222670" y="51882"/>
                  </a:lnTo>
                  <a:lnTo>
                    <a:pt x="259729" y="71047"/>
                  </a:lnTo>
                  <a:lnTo>
                    <a:pt x="288952" y="100270"/>
                  </a:lnTo>
                  <a:lnTo>
                    <a:pt x="308117" y="137329"/>
                  </a:lnTo>
                  <a:lnTo>
                    <a:pt x="314999" y="179999"/>
                  </a:lnTo>
                  <a:lnTo>
                    <a:pt x="308117" y="222670"/>
                  </a:lnTo>
                  <a:lnTo>
                    <a:pt x="288952" y="259729"/>
                  </a:lnTo>
                  <a:lnTo>
                    <a:pt x="259729" y="288952"/>
                  </a:lnTo>
                  <a:lnTo>
                    <a:pt x="222670" y="308117"/>
                  </a:lnTo>
                  <a:lnTo>
                    <a:pt x="179999" y="314999"/>
                  </a:lnTo>
                  <a:lnTo>
                    <a:pt x="359999" y="314999"/>
                  </a:lnTo>
                  <a:lnTo>
                    <a:pt x="359999" y="44999"/>
                  </a:lnTo>
                  <a:close/>
                </a:path>
              </a:pathLst>
            </a:custGeom>
            <a:solidFill>
              <a:srgbClr val="1CADE4"/>
            </a:solidFill>
          </p:spPr>
          <p:txBody>
            <a:bodyPr wrap="square" lIns="0" tIns="0" rIns="0" bIns="0" rtlCol="0"/>
            <a:lstStyle/>
            <a:p>
              <a:endParaRPr/>
            </a:p>
          </p:txBody>
        </p:sp>
        <p:sp>
          <p:nvSpPr>
            <p:cNvPr id="5" name="object 5"/>
            <p:cNvSpPr/>
            <p:nvPr/>
          </p:nvSpPr>
          <p:spPr>
            <a:xfrm>
              <a:off x="88542" y="6507030"/>
              <a:ext cx="270510" cy="270510"/>
            </a:xfrm>
            <a:custGeom>
              <a:avLst/>
              <a:gdLst/>
              <a:ahLst/>
              <a:cxnLst/>
              <a:rect l="l" t="t" r="r" b="b"/>
              <a:pathLst>
                <a:path w="270510"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10" h="270509">
                  <a:moveTo>
                    <a:pt x="259004" y="84375"/>
                  </a:moveTo>
                  <a:lnTo>
                    <a:pt x="160312" y="84375"/>
                  </a:lnTo>
                  <a:lnTo>
                    <a:pt x="160312" y="219375"/>
                  </a:lnTo>
                  <a:lnTo>
                    <a:pt x="185625" y="219375"/>
                  </a:lnTo>
                  <a:lnTo>
                    <a:pt x="185625" y="236250"/>
                  </a:lnTo>
                  <a:lnTo>
                    <a:pt x="222432" y="236250"/>
                  </a:lnTo>
                  <a:lnTo>
                    <a:pt x="243952" y="214729"/>
                  </a:lnTo>
                  <a:lnTo>
                    <a:pt x="263117" y="177670"/>
                  </a:lnTo>
                  <a:lnTo>
                    <a:pt x="269999" y="134999"/>
                  </a:lnTo>
                  <a:lnTo>
                    <a:pt x="263117" y="92329"/>
                  </a:lnTo>
                  <a:lnTo>
                    <a:pt x="259004" y="84375"/>
                  </a:lnTo>
                  <a:close/>
                </a:path>
                <a:path w="270510"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6" name="object 6"/>
            <p:cNvPicPr/>
            <p:nvPr/>
          </p:nvPicPr>
          <p:blipFill>
            <a:blip r:embed="rId3" cstate="print"/>
            <a:stretch>
              <a:fillRect/>
            </a:stretch>
          </p:blipFill>
          <p:spPr>
            <a:xfrm>
              <a:off x="172917" y="6515468"/>
              <a:ext cx="101249" cy="227812"/>
            </a:xfrm>
            <a:prstGeom prst="rect">
              <a:avLst/>
            </a:prstGeom>
          </p:spPr>
        </p:pic>
        <p:sp>
          <p:nvSpPr>
            <p:cNvPr id="7" name="object 7"/>
            <p:cNvSpPr/>
            <p:nvPr/>
          </p:nvSpPr>
          <p:spPr>
            <a:xfrm>
              <a:off x="441641" y="6462030"/>
              <a:ext cx="360045" cy="360045"/>
            </a:xfrm>
            <a:custGeom>
              <a:avLst/>
              <a:gdLst/>
              <a:ahLst/>
              <a:cxnLst/>
              <a:rect l="l" t="t" r="r" b="b"/>
              <a:pathLst>
                <a:path w="360045" h="360045">
                  <a:moveTo>
                    <a:pt x="360000" y="0"/>
                  </a:moveTo>
                  <a:lnTo>
                    <a:pt x="0" y="0"/>
                  </a:lnTo>
                  <a:lnTo>
                    <a:pt x="0" y="359999"/>
                  </a:lnTo>
                  <a:lnTo>
                    <a:pt x="360000" y="359999"/>
                  </a:lnTo>
                  <a:lnTo>
                    <a:pt x="360000" y="314999"/>
                  </a:lnTo>
                  <a:lnTo>
                    <a:pt x="180000" y="314999"/>
                  </a:lnTo>
                  <a:lnTo>
                    <a:pt x="137329" y="308117"/>
                  </a:lnTo>
                  <a:lnTo>
                    <a:pt x="100270" y="288952"/>
                  </a:lnTo>
                  <a:lnTo>
                    <a:pt x="71047" y="259729"/>
                  </a:lnTo>
                  <a:lnTo>
                    <a:pt x="51882" y="222670"/>
                  </a:lnTo>
                  <a:lnTo>
                    <a:pt x="45000" y="179999"/>
                  </a:lnTo>
                  <a:lnTo>
                    <a:pt x="51882" y="137329"/>
                  </a:lnTo>
                  <a:lnTo>
                    <a:pt x="71047" y="100270"/>
                  </a:lnTo>
                  <a:lnTo>
                    <a:pt x="100270" y="71047"/>
                  </a:lnTo>
                  <a:lnTo>
                    <a:pt x="137329" y="51882"/>
                  </a:lnTo>
                  <a:lnTo>
                    <a:pt x="180000" y="44999"/>
                  </a:lnTo>
                  <a:lnTo>
                    <a:pt x="360000" y="44999"/>
                  </a:lnTo>
                  <a:lnTo>
                    <a:pt x="360000" y="0"/>
                  </a:lnTo>
                  <a:close/>
                </a:path>
                <a:path w="360045" h="360045">
                  <a:moveTo>
                    <a:pt x="360000" y="44999"/>
                  </a:moveTo>
                  <a:lnTo>
                    <a:pt x="180000" y="44999"/>
                  </a:lnTo>
                  <a:lnTo>
                    <a:pt x="222670" y="51882"/>
                  </a:lnTo>
                  <a:lnTo>
                    <a:pt x="259729" y="71047"/>
                  </a:lnTo>
                  <a:lnTo>
                    <a:pt x="288952" y="100270"/>
                  </a:lnTo>
                  <a:lnTo>
                    <a:pt x="308117" y="137329"/>
                  </a:lnTo>
                  <a:lnTo>
                    <a:pt x="315000" y="179999"/>
                  </a:lnTo>
                  <a:lnTo>
                    <a:pt x="308117" y="222670"/>
                  </a:lnTo>
                  <a:lnTo>
                    <a:pt x="288952" y="259729"/>
                  </a:lnTo>
                  <a:lnTo>
                    <a:pt x="259729" y="288952"/>
                  </a:lnTo>
                  <a:lnTo>
                    <a:pt x="222670" y="308117"/>
                  </a:lnTo>
                  <a:lnTo>
                    <a:pt x="180000" y="314999"/>
                  </a:lnTo>
                  <a:lnTo>
                    <a:pt x="360000" y="314999"/>
                  </a:lnTo>
                  <a:lnTo>
                    <a:pt x="360000" y="44999"/>
                  </a:lnTo>
                  <a:close/>
                </a:path>
              </a:pathLst>
            </a:custGeom>
            <a:solidFill>
              <a:srgbClr val="1CADE4"/>
            </a:solidFill>
          </p:spPr>
          <p:txBody>
            <a:bodyPr wrap="square" lIns="0" tIns="0" rIns="0" bIns="0" rtlCol="0"/>
            <a:lstStyle/>
            <a:p>
              <a:endParaRPr/>
            </a:p>
          </p:txBody>
        </p:sp>
        <p:sp>
          <p:nvSpPr>
            <p:cNvPr id="8" name="object 8"/>
            <p:cNvSpPr/>
            <p:nvPr/>
          </p:nvSpPr>
          <p:spPr>
            <a:xfrm>
              <a:off x="486642" y="6507030"/>
              <a:ext cx="270510" cy="270510"/>
            </a:xfrm>
            <a:custGeom>
              <a:avLst/>
              <a:gdLst/>
              <a:ahLst/>
              <a:cxnLst/>
              <a:rect l="l" t="t" r="r" b="b"/>
              <a:pathLst>
                <a:path w="270509"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09" h="270509">
                  <a:moveTo>
                    <a:pt x="259004" y="84375"/>
                  </a:moveTo>
                  <a:lnTo>
                    <a:pt x="160312" y="84375"/>
                  </a:lnTo>
                  <a:lnTo>
                    <a:pt x="160312" y="219375"/>
                  </a:lnTo>
                  <a:lnTo>
                    <a:pt x="185625" y="219375"/>
                  </a:lnTo>
                  <a:lnTo>
                    <a:pt x="185625" y="236250"/>
                  </a:lnTo>
                  <a:lnTo>
                    <a:pt x="222432" y="236250"/>
                  </a:lnTo>
                  <a:lnTo>
                    <a:pt x="243952" y="214729"/>
                  </a:lnTo>
                  <a:lnTo>
                    <a:pt x="263117" y="177670"/>
                  </a:lnTo>
                  <a:lnTo>
                    <a:pt x="269999" y="134999"/>
                  </a:lnTo>
                  <a:lnTo>
                    <a:pt x="263117" y="92329"/>
                  </a:lnTo>
                  <a:lnTo>
                    <a:pt x="259004" y="84375"/>
                  </a:lnTo>
                  <a:close/>
                </a:path>
                <a:path w="270509"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9" name="object 9"/>
            <p:cNvPicPr/>
            <p:nvPr/>
          </p:nvPicPr>
          <p:blipFill>
            <a:blip r:embed="rId4" cstate="print"/>
            <a:stretch>
              <a:fillRect/>
            </a:stretch>
          </p:blipFill>
          <p:spPr>
            <a:xfrm>
              <a:off x="571017" y="6515468"/>
              <a:ext cx="101249" cy="227812"/>
            </a:xfrm>
            <a:prstGeom prst="rect">
              <a:avLst/>
            </a:prstGeom>
          </p:spPr>
        </p:pic>
      </p:grpSp>
      <p:sp>
        <p:nvSpPr>
          <p:cNvPr id="10" name="object 10"/>
          <p:cNvSpPr txBox="1">
            <a:spLocks noGrp="1"/>
          </p:cNvSpPr>
          <p:nvPr>
            <p:ph type="title"/>
          </p:nvPr>
        </p:nvSpPr>
        <p:spPr>
          <a:xfrm>
            <a:off x="1563049" y="371347"/>
            <a:ext cx="3435350" cy="299720"/>
          </a:xfrm>
          <a:prstGeom prst="rect">
            <a:avLst/>
          </a:prstGeom>
        </p:spPr>
        <p:txBody>
          <a:bodyPr vert="horz" wrap="square" lIns="0" tIns="12700" rIns="0" bIns="0" rtlCol="0">
            <a:spAutoFit/>
          </a:bodyPr>
          <a:lstStyle/>
          <a:p>
            <a:pPr marL="12700">
              <a:lnSpc>
                <a:spcPct val="100000"/>
              </a:lnSpc>
              <a:spcBef>
                <a:spcPts val="100"/>
              </a:spcBef>
            </a:pPr>
            <a:r>
              <a:rPr sz="1800" b="1" u="sng" dirty="0">
                <a:uFill>
                  <a:solidFill>
                    <a:srgbClr val="000000"/>
                  </a:solidFill>
                </a:uFill>
                <a:latin typeface="Corbel"/>
                <a:cs typeface="Corbel"/>
              </a:rPr>
              <a:t>Other</a:t>
            </a:r>
            <a:r>
              <a:rPr sz="1800" b="1" u="sng" spc="-45" dirty="0">
                <a:uFill>
                  <a:solidFill>
                    <a:srgbClr val="000000"/>
                  </a:solidFill>
                </a:uFill>
                <a:latin typeface="Corbel"/>
                <a:cs typeface="Corbel"/>
              </a:rPr>
              <a:t> </a:t>
            </a:r>
            <a:r>
              <a:rPr sz="1800" b="1" u="sng" dirty="0">
                <a:uFill>
                  <a:solidFill>
                    <a:srgbClr val="000000"/>
                  </a:solidFill>
                </a:uFill>
                <a:latin typeface="Corbel"/>
                <a:cs typeface="Corbel"/>
              </a:rPr>
              <a:t>forms</a:t>
            </a:r>
            <a:r>
              <a:rPr sz="1800" b="1" u="sng" spc="-40" dirty="0">
                <a:uFill>
                  <a:solidFill>
                    <a:srgbClr val="000000"/>
                  </a:solidFill>
                </a:uFill>
                <a:latin typeface="Corbel"/>
                <a:cs typeface="Corbel"/>
              </a:rPr>
              <a:t> </a:t>
            </a:r>
            <a:r>
              <a:rPr sz="1800" b="1" u="sng" dirty="0">
                <a:uFill>
                  <a:solidFill>
                    <a:srgbClr val="000000"/>
                  </a:solidFill>
                </a:uFill>
                <a:latin typeface="Corbel"/>
                <a:cs typeface="Corbel"/>
              </a:rPr>
              <a:t>of</a:t>
            </a:r>
            <a:r>
              <a:rPr sz="1800" b="1" u="sng" spc="-40" dirty="0">
                <a:uFill>
                  <a:solidFill>
                    <a:srgbClr val="000000"/>
                  </a:solidFill>
                </a:uFill>
                <a:latin typeface="Corbel"/>
                <a:cs typeface="Corbel"/>
              </a:rPr>
              <a:t> </a:t>
            </a:r>
            <a:r>
              <a:rPr sz="1800" b="1" u="sng" dirty="0">
                <a:uFill>
                  <a:solidFill>
                    <a:srgbClr val="000000"/>
                  </a:solidFill>
                </a:uFill>
                <a:latin typeface="Corbel"/>
                <a:cs typeface="Corbel"/>
              </a:rPr>
              <a:t>navigation</a:t>
            </a:r>
            <a:r>
              <a:rPr sz="1800" b="1" u="sng" spc="-35" dirty="0">
                <a:uFill>
                  <a:solidFill>
                    <a:srgbClr val="000000"/>
                  </a:solidFill>
                </a:uFill>
                <a:latin typeface="Corbel"/>
                <a:cs typeface="Corbel"/>
              </a:rPr>
              <a:t> </a:t>
            </a:r>
            <a:r>
              <a:rPr sz="1800" b="1" u="sng" spc="-10" dirty="0">
                <a:uFill>
                  <a:solidFill>
                    <a:srgbClr val="000000"/>
                  </a:solidFill>
                </a:uFill>
                <a:latin typeface="Corbel"/>
                <a:cs typeface="Corbel"/>
              </a:rPr>
              <a:t>systems</a:t>
            </a:r>
            <a:endParaRPr sz="1800" dirty="0">
              <a:latin typeface="Corbel"/>
              <a:cs typeface="Corbel"/>
            </a:endParaRPr>
          </a:p>
        </p:txBody>
      </p:sp>
      <p:sp>
        <p:nvSpPr>
          <p:cNvPr id="11" name="object 11"/>
          <p:cNvSpPr txBox="1"/>
          <p:nvPr/>
        </p:nvSpPr>
        <p:spPr>
          <a:xfrm>
            <a:off x="11971985" y="6575044"/>
            <a:ext cx="140970" cy="177800"/>
          </a:xfrm>
          <a:prstGeom prst="rect">
            <a:avLst/>
          </a:prstGeom>
        </p:spPr>
        <p:txBody>
          <a:bodyPr vert="horz" wrap="square" lIns="0" tIns="12700" rIns="0" bIns="0" rtlCol="0">
            <a:spAutoFit/>
          </a:bodyPr>
          <a:lstStyle/>
          <a:p>
            <a:pPr marL="12700">
              <a:lnSpc>
                <a:spcPct val="100000"/>
              </a:lnSpc>
              <a:spcBef>
                <a:spcPts val="100"/>
              </a:spcBef>
            </a:pPr>
            <a:r>
              <a:rPr sz="1000" spc="-25" dirty="0">
                <a:latin typeface="Corbel"/>
                <a:cs typeface="Corbel"/>
              </a:rPr>
              <a:t>13</a:t>
            </a:r>
            <a:endParaRPr sz="1000">
              <a:latin typeface="Corbel"/>
              <a:cs typeface="Corbe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77451" y="4270755"/>
            <a:ext cx="6296025" cy="2476500"/>
          </a:xfrm>
          <a:prstGeom prst="rect">
            <a:avLst/>
          </a:prstGeom>
        </p:spPr>
        <p:txBody>
          <a:bodyPr vert="horz" wrap="square" lIns="0" tIns="137795" rIns="0" bIns="0" rtlCol="0">
            <a:spAutoFit/>
          </a:bodyPr>
          <a:lstStyle/>
          <a:p>
            <a:pPr marL="297815" indent="-285115">
              <a:lnSpc>
                <a:spcPct val="100000"/>
              </a:lnSpc>
              <a:spcBef>
                <a:spcPts val="1085"/>
              </a:spcBef>
              <a:buFont typeface="Arial MT"/>
              <a:buChar char="•"/>
              <a:tabLst>
                <a:tab pos="297815" algn="l"/>
              </a:tabLst>
            </a:pPr>
            <a:r>
              <a:rPr sz="1600" dirty="0">
                <a:latin typeface="Corbel"/>
                <a:cs typeface="Corbel"/>
              </a:rPr>
              <a:t>Limited</a:t>
            </a:r>
            <a:r>
              <a:rPr sz="1600" spc="-30" dirty="0">
                <a:latin typeface="Corbel"/>
                <a:cs typeface="Corbel"/>
              </a:rPr>
              <a:t> </a:t>
            </a:r>
            <a:r>
              <a:rPr sz="1600" dirty="0">
                <a:latin typeface="Corbel"/>
                <a:cs typeface="Corbel"/>
              </a:rPr>
              <a:t>range</a:t>
            </a:r>
            <a:r>
              <a:rPr sz="1600" spc="-25" dirty="0">
                <a:latin typeface="Corbel"/>
                <a:cs typeface="Corbel"/>
              </a:rPr>
              <a:t> </a:t>
            </a:r>
            <a:r>
              <a:rPr sz="1600" dirty="0">
                <a:latin typeface="Corbel"/>
                <a:cs typeface="Corbel"/>
              </a:rPr>
              <a:t>with</a:t>
            </a:r>
            <a:r>
              <a:rPr sz="1600" spc="-30" dirty="0">
                <a:latin typeface="Corbel"/>
                <a:cs typeface="Corbel"/>
              </a:rPr>
              <a:t> </a:t>
            </a:r>
            <a:r>
              <a:rPr sz="1600" dirty="0">
                <a:latin typeface="Corbel"/>
                <a:cs typeface="Corbel"/>
              </a:rPr>
              <a:t>respect</a:t>
            </a:r>
            <a:r>
              <a:rPr sz="1600" spc="-40" dirty="0">
                <a:latin typeface="Corbel"/>
                <a:cs typeface="Corbel"/>
              </a:rPr>
              <a:t> </a:t>
            </a:r>
            <a:r>
              <a:rPr sz="1600" dirty="0">
                <a:latin typeface="Corbel"/>
                <a:cs typeface="Corbel"/>
              </a:rPr>
              <a:t>to</a:t>
            </a:r>
            <a:r>
              <a:rPr sz="1600" spc="-30"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base</a:t>
            </a:r>
            <a:r>
              <a:rPr sz="1600" spc="-30" dirty="0">
                <a:latin typeface="Corbel"/>
                <a:cs typeface="Corbel"/>
              </a:rPr>
              <a:t> </a:t>
            </a:r>
            <a:r>
              <a:rPr sz="1600" spc="-10" dirty="0">
                <a:latin typeface="Corbel"/>
                <a:cs typeface="Corbel"/>
              </a:rPr>
              <a:t>location.</a:t>
            </a:r>
            <a:endParaRPr sz="1600" dirty="0">
              <a:latin typeface="Corbel"/>
              <a:cs typeface="Corbel"/>
            </a:endParaRPr>
          </a:p>
          <a:p>
            <a:pPr marL="297815" indent="-285115">
              <a:lnSpc>
                <a:spcPct val="100000"/>
              </a:lnSpc>
              <a:spcBef>
                <a:spcPts val="980"/>
              </a:spcBef>
              <a:buFont typeface="Arial MT"/>
              <a:buChar char="•"/>
              <a:tabLst>
                <a:tab pos="297815" algn="l"/>
              </a:tabLst>
            </a:pPr>
            <a:r>
              <a:rPr sz="1600" dirty="0">
                <a:latin typeface="Corbel"/>
                <a:cs typeface="Corbel"/>
              </a:rPr>
              <a:t>The</a:t>
            </a:r>
            <a:r>
              <a:rPr sz="1600" spc="-15" dirty="0">
                <a:latin typeface="Corbel"/>
                <a:cs typeface="Corbel"/>
              </a:rPr>
              <a:t> </a:t>
            </a:r>
            <a:r>
              <a:rPr sz="1600" dirty="0">
                <a:latin typeface="Corbel"/>
                <a:cs typeface="Corbel"/>
              </a:rPr>
              <a:t>need</a:t>
            </a:r>
            <a:r>
              <a:rPr sz="1600" spc="-10" dirty="0">
                <a:latin typeface="Corbel"/>
                <a:cs typeface="Corbel"/>
              </a:rPr>
              <a:t> </a:t>
            </a:r>
            <a:r>
              <a:rPr sz="1600" dirty="0">
                <a:latin typeface="Corbel"/>
                <a:cs typeface="Corbel"/>
              </a:rPr>
              <a:t>of</a:t>
            </a:r>
            <a:r>
              <a:rPr sz="1600" spc="-15" dirty="0">
                <a:latin typeface="Corbel"/>
                <a:cs typeface="Corbel"/>
              </a:rPr>
              <a:t> </a:t>
            </a:r>
            <a:r>
              <a:rPr sz="1600" dirty="0">
                <a:latin typeface="Corbel"/>
                <a:cs typeface="Corbel"/>
              </a:rPr>
              <a:t>a</a:t>
            </a:r>
            <a:r>
              <a:rPr sz="1600" spc="-10" dirty="0">
                <a:latin typeface="Corbel"/>
                <a:cs typeface="Corbel"/>
              </a:rPr>
              <a:t> communication</a:t>
            </a:r>
            <a:r>
              <a:rPr sz="1600" spc="-15" dirty="0">
                <a:latin typeface="Corbel"/>
                <a:cs typeface="Corbel"/>
              </a:rPr>
              <a:t> </a:t>
            </a:r>
            <a:r>
              <a:rPr sz="1600" dirty="0">
                <a:latin typeface="Corbel"/>
                <a:cs typeface="Corbel"/>
              </a:rPr>
              <a:t>channel</a:t>
            </a:r>
            <a:r>
              <a:rPr sz="1600" spc="-15" dirty="0">
                <a:latin typeface="Corbel"/>
                <a:cs typeface="Corbel"/>
              </a:rPr>
              <a:t> </a:t>
            </a:r>
            <a:r>
              <a:rPr sz="1600" dirty="0">
                <a:latin typeface="Corbel"/>
                <a:cs typeface="Corbel"/>
              </a:rPr>
              <a:t>for</a:t>
            </a:r>
            <a:r>
              <a:rPr sz="1600" spc="-15" dirty="0">
                <a:latin typeface="Corbel"/>
                <a:cs typeface="Corbel"/>
              </a:rPr>
              <a:t> </a:t>
            </a:r>
            <a:r>
              <a:rPr sz="1600" dirty="0">
                <a:latin typeface="Corbel"/>
                <a:cs typeface="Corbel"/>
              </a:rPr>
              <a:t>real</a:t>
            </a:r>
            <a:r>
              <a:rPr sz="1600" spc="-10" dirty="0">
                <a:latin typeface="Corbel"/>
                <a:cs typeface="Corbel"/>
              </a:rPr>
              <a:t> </a:t>
            </a:r>
            <a:r>
              <a:rPr sz="1600" dirty="0">
                <a:latin typeface="Corbel"/>
                <a:cs typeface="Corbel"/>
              </a:rPr>
              <a:t>time</a:t>
            </a:r>
            <a:r>
              <a:rPr sz="1600" spc="-15" dirty="0">
                <a:latin typeface="Corbel"/>
                <a:cs typeface="Corbel"/>
              </a:rPr>
              <a:t> </a:t>
            </a:r>
            <a:r>
              <a:rPr sz="1600" spc="-10" dirty="0">
                <a:latin typeface="Corbel"/>
                <a:cs typeface="Corbel"/>
              </a:rPr>
              <a:t>applications.</a:t>
            </a:r>
            <a:endParaRPr sz="1600" dirty="0">
              <a:latin typeface="Corbel"/>
              <a:cs typeface="Corbel"/>
            </a:endParaRPr>
          </a:p>
          <a:p>
            <a:pPr marL="298450" marR="5080" indent="-285750" algn="just">
              <a:lnSpc>
                <a:spcPct val="99400"/>
              </a:lnSpc>
              <a:spcBef>
                <a:spcPts val="975"/>
              </a:spcBef>
              <a:buFont typeface="Arial MT"/>
              <a:buChar char="•"/>
              <a:tabLst>
                <a:tab pos="298450" algn="l"/>
                <a:tab pos="300990" algn="l"/>
              </a:tabLst>
            </a:pPr>
            <a:r>
              <a:rPr sz="1600" dirty="0">
                <a:latin typeface="Corbel"/>
                <a:cs typeface="Corbel"/>
              </a:rPr>
              <a:t>	Some</a:t>
            </a:r>
            <a:r>
              <a:rPr sz="1600" spc="215" dirty="0">
                <a:latin typeface="Corbel"/>
                <a:cs typeface="Corbel"/>
              </a:rPr>
              <a:t> </a:t>
            </a:r>
            <a:r>
              <a:rPr sz="1600" dirty="0">
                <a:latin typeface="Corbel"/>
                <a:cs typeface="Corbel"/>
              </a:rPr>
              <a:t>convergence</a:t>
            </a:r>
            <a:r>
              <a:rPr sz="1600" spc="215" dirty="0">
                <a:latin typeface="Corbel"/>
                <a:cs typeface="Corbel"/>
              </a:rPr>
              <a:t> </a:t>
            </a:r>
            <a:r>
              <a:rPr sz="1600" dirty="0">
                <a:latin typeface="Corbel"/>
                <a:cs typeface="Corbel"/>
              </a:rPr>
              <a:t>time</a:t>
            </a:r>
            <a:r>
              <a:rPr sz="1600" spc="215" dirty="0">
                <a:latin typeface="Corbel"/>
                <a:cs typeface="Corbel"/>
              </a:rPr>
              <a:t> </a:t>
            </a:r>
            <a:r>
              <a:rPr sz="1600" dirty="0">
                <a:latin typeface="Corbel"/>
                <a:cs typeface="Corbel"/>
              </a:rPr>
              <a:t>is</a:t>
            </a:r>
            <a:r>
              <a:rPr sz="1600" spc="220" dirty="0">
                <a:latin typeface="Corbel"/>
                <a:cs typeface="Corbel"/>
              </a:rPr>
              <a:t> </a:t>
            </a:r>
            <a:r>
              <a:rPr sz="1600" dirty="0">
                <a:latin typeface="Corbel"/>
                <a:cs typeface="Corbel"/>
              </a:rPr>
              <a:t>needed</a:t>
            </a:r>
            <a:r>
              <a:rPr sz="1600" spc="215" dirty="0">
                <a:latin typeface="Corbel"/>
                <a:cs typeface="Corbel"/>
              </a:rPr>
              <a:t> </a:t>
            </a:r>
            <a:r>
              <a:rPr sz="1600" dirty="0">
                <a:latin typeface="Corbel"/>
                <a:cs typeface="Corbel"/>
              </a:rPr>
              <a:t>to</a:t>
            </a:r>
            <a:r>
              <a:rPr sz="1600" spc="210" dirty="0">
                <a:latin typeface="Corbel"/>
                <a:cs typeface="Corbel"/>
              </a:rPr>
              <a:t> </a:t>
            </a:r>
            <a:r>
              <a:rPr sz="1600" dirty="0">
                <a:latin typeface="Corbel"/>
                <a:cs typeface="Corbel"/>
              </a:rPr>
              <a:t>fix</a:t>
            </a:r>
            <a:r>
              <a:rPr sz="1600" spc="210" dirty="0">
                <a:latin typeface="Corbel"/>
                <a:cs typeface="Corbel"/>
              </a:rPr>
              <a:t> </a:t>
            </a:r>
            <a:r>
              <a:rPr sz="1600" dirty="0">
                <a:latin typeface="Corbel"/>
                <a:cs typeface="Corbel"/>
              </a:rPr>
              <a:t>the</a:t>
            </a:r>
            <a:r>
              <a:rPr sz="1600" spc="215" dirty="0">
                <a:latin typeface="Corbel"/>
                <a:cs typeface="Corbel"/>
              </a:rPr>
              <a:t> </a:t>
            </a:r>
            <a:r>
              <a:rPr sz="1600" dirty="0">
                <a:latin typeface="Corbel"/>
                <a:cs typeface="Corbel"/>
              </a:rPr>
              <a:t>phase</a:t>
            </a:r>
            <a:r>
              <a:rPr sz="1600" spc="220" dirty="0">
                <a:latin typeface="Corbel"/>
                <a:cs typeface="Corbel"/>
              </a:rPr>
              <a:t> </a:t>
            </a:r>
            <a:r>
              <a:rPr sz="1600" dirty="0">
                <a:latin typeface="Corbel"/>
                <a:cs typeface="Corbel"/>
              </a:rPr>
              <a:t>ambiguities.</a:t>
            </a:r>
            <a:r>
              <a:rPr sz="1600" spc="210" dirty="0">
                <a:latin typeface="Corbel"/>
                <a:cs typeface="Corbel"/>
              </a:rPr>
              <a:t> </a:t>
            </a:r>
            <a:r>
              <a:rPr sz="1600" spc="-20" dirty="0">
                <a:latin typeface="Corbel"/>
                <a:cs typeface="Corbel"/>
              </a:rPr>
              <a:t>This </a:t>
            </a:r>
            <a:r>
              <a:rPr sz="1600" dirty="0">
                <a:latin typeface="Corbel"/>
                <a:cs typeface="Corbel"/>
              </a:rPr>
              <a:t>time</a:t>
            </a:r>
            <a:r>
              <a:rPr sz="1600" spc="185" dirty="0">
                <a:latin typeface="Corbel"/>
                <a:cs typeface="Corbel"/>
              </a:rPr>
              <a:t> </a:t>
            </a:r>
            <a:r>
              <a:rPr sz="1600" dirty="0">
                <a:latin typeface="Corbel"/>
                <a:cs typeface="Corbel"/>
              </a:rPr>
              <a:t>depends</a:t>
            </a:r>
            <a:r>
              <a:rPr sz="1600" spc="185" dirty="0">
                <a:latin typeface="Corbel"/>
                <a:cs typeface="Corbel"/>
              </a:rPr>
              <a:t> </a:t>
            </a:r>
            <a:r>
              <a:rPr sz="1600" dirty="0">
                <a:latin typeface="Corbel"/>
                <a:cs typeface="Corbel"/>
              </a:rPr>
              <a:t>on</a:t>
            </a:r>
            <a:r>
              <a:rPr sz="1600" spc="190" dirty="0">
                <a:latin typeface="Corbel"/>
                <a:cs typeface="Corbel"/>
              </a:rPr>
              <a:t> </a:t>
            </a:r>
            <a:r>
              <a:rPr sz="1600" dirty="0">
                <a:latin typeface="Corbel"/>
                <a:cs typeface="Corbel"/>
              </a:rPr>
              <a:t>the</a:t>
            </a:r>
            <a:r>
              <a:rPr sz="1600" spc="190" dirty="0">
                <a:latin typeface="Corbel"/>
                <a:cs typeface="Corbel"/>
              </a:rPr>
              <a:t> </a:t>
            </a:r>
            <a:r>
              <a:rPr sz="1600" dirty="0">
                <a:latin typeface="Corbel"/>
                <a:cs typeface="Corbel"/>
              </a:rPr>
              <a:t>processing</a:t>
            </a:r>
            <a:r>
              <a:rPr sz="1600" spc="185" dirty="0">
                <a:latin typeface="Corbel"/>
                <a:cs typeface="Corbel"/>
              </a:rPr>
              <a:t> </a:t>
            </a:r>
            <a:r>
              <a:rPr sz="1600" dirty="0">
                <a:latin typeface="Corbel"/>
                <a:cs typeface="Corbel"/>
              </a:rPr>
              <a:t>algorithm</a:t>
            </a:r>
            <a:r>
              <a:rPr sz="1600" spc="180" dirty="0">
                <a:latin typeface="Corbel"/>
                <a:cs typeface="Corbel"/>
              </a:rPr>
              <a:t> </a:t>
            </a:r>
            <a:r>
              <a:rPr sz="1600" dirty="0">
                <a:latin typeface="Corbel"/>
                <a:cs typeface="Corbel"/>
              </a:rPr>
              <a:t>and</a:t>
            </a:r>
            <a:r>
              <a:rPr sz="1600" spc="195" dirty="0">
                <a:latin typeface="Corbel"/>
                <a:cs typeface="Corbel"/>
              </a:rPr>
              <a:t> </a:t>
            </a:r>
            <a:r>
              <a:rPr sz="1600" dirty="0">
                <a:latin typeface="Corbel"/>
                <a:cs typeface="Corbel"/>
              </a:rPr>
              <a:t>the</a:t>
            </a:r>
            <a:r>
              <a:rPr sz="1600" spc="185" dirty="0">
                <a:latin typeface="Corbel"/>
                <a:cs typeface="Corbel"/>
              </a:rPr>
              <a:t> </a:t>
            </a:r>
            <a:r>
              <a:rPr sz="1600" dirty="0">
                <a:latin typeface="Corbel"/>
                <a:cs typeface="Corbel"/>
              </a:rPr>
              <a:t>distance</a:t>
            </a:r>
            <a:r>
              <a:rPr sz="1600" spc="185" dirty="0">
                <a:latin typeface="Corbel"/>
                <a:cs typeface="Corbel"/>
              </a:rPr>
              <a:t> </a:t>
            </a:r>
            <a:r>
              <a:rPr sz="1600" spc="-10" dirty="0">
                <a:latin typeface="Corbel"/>
                <a:cs typeface="Corbel"/>
              </a:rPr>
              <a:t>between </a:t>
            </a:r>
            <a:r>
              <a:rPr sz="1600" dirty="0">
                <a:latin typeface="Corbel"/>
                <a:cs typeface="Corbel"/>
              </a:rPr>
              <a:t>base</a:t>
            </a:r>
            <a:r>
              <a:rPr sz="1600" spc="-20" dirty="0">
                <a:latin typeface="Corbel"/>
                <a:cs typeface="Corbel"/>
              </a:rPr>
              <a:t> </a:t>
            </a:r>
            <a:r>
              <a:rPr sz="1600" dirty="0">
                <a:latin typeface="Corbel"/>
                <a:cs typeface="Corbel"/>
              </a:rPr>
              <a:t>and</a:t>
            </a:r>
            <a:r>
              <a:rPr sz="1600" spc="-15" dirty="0">
                <a:latin typeface="Corbel"/>
                <a:cs typeface="Corbel"/>
              </a:rPr>
              <a:t> </a:t>
            </a:r>
            <a:r>
              <a:rPr sz="1600" spc="-10" dirty="0">
                <a:latin typeface="Corbel"/>
                <a:cs typeface="Corbel"/>
              </a:rPr>
              <a:t>rover,</a:t>
            </a:r>
            <a:r>
              <a:rPr sz="1600" spc="-20" dirty="0">
                <a:latin typeface="Corbel"/>
                <a:cs typeface="Corbel"/>
              </a:rPr>
              <a:t> </a:t>
            </a:r>
            <a:r>
              <a:rPr sz="1600" dirty="0">
                <a:latin typeface="Corbel"/>
                <a:cs typeface="Corbel"/>
              </a:rPr>
              <a:t>and</a:t>
            </a:r>
            <a:r>
              <a:rPr sz="1600" spc="-15" dirty="0">
                <a:latin typeface="Corbel"/>
                <a:cs typeface="Corbel"/>
              </a:rPr>
              <a:t> </a:t>
            </a:r>
            <a:r>
              <a:rPr sz="1600" dirty="0">
                <a:latin typeface="Corbel"/>
                <a:cs typeface="Corbel"/>
              </a:rPr>
              <a:t>ranges</a:t>
            </a:r>
            <a:r>
              <a:rPr sz="1600" spc="-20" dirty="0">
                <a:latin typeface="Corbel"/>
                <a:cs typeface="Corbel"/>
              </a:rPr>
              <a:t> </a:t>
            </a:r>
            <a:r>
              <a:rPr sz="1600" dirty="0">
                <a:latin typeface="Corbel"/>
                <a:cs typeface="Corbel"/>
              </a:rPr>
              <a:t>from</a:t>
            </a:r>
            <a:r>
              <a:rPr sz="1600" spc="-25" dirty="0">
                <a:latin typeface="Corbel"/>
                <a:cs typeface="Corbel"/>
              </a:rPr>
              <a:t> </a:t>
            </a:r>
            <a:r>
              <a:rPr sz="1600" dirty="0">
                <a:latin typeface="Corbel"/>
                <a:cs typeface="Corbel"/>
              </a:rPr>
              <a:t>a</a:t>
            </a:r>
            <a:r>
              <a:rPr sz="1600" spc="-15" dirty="0">
                <a:latin typeface="Corbel"/>
                <a:cs typeface="Corbel"/>
              </a:rPr>
              <a:t> </a:t>
            </a:r>
            <a:r>
              <a:rPr sz="1600" dirty="0">
                <a:latin typeface="Corbel"/>
                <a:cs typeface="Corbel"/>
              </a:rPr>
              <a:t>few</a:t>
            </a:r>
            <a:r>
              <a:rPr sz="1600" spc="-25" dirty="0">
                <a:latin typeface="Corbel"/>
                <a:cs typeface="Corbel"/>
              </a:rPr>
              <a:t> </a:t>
            </a:r>
            <a:r>
              <a:rPr sz="1600" dirty="0">
                <a:latin typeface="Corbel"/>
                <a:cs typeface="Corbel"/>
              </a:rPr>
              <a:t>seconds</a:t>
            </a:r>
            <a:r>
              <a:rPr sz="1600" spc="-20" dirty="0">
                <a:latin typeface="Corbel"/>
                <a:cs typeface="Corbel"/>
              </a:rPr>
              <a:t> </a:t>
            </a:r>
            <a:r>
              <a:rPr sz="1600" dirty="0">
                <a:latin typeface="Corbel"/>
                <a:cs typeface="Corbel"/>
              </a:rPr>
              <a:t>to</a:t>
            </a:r>
            <a:r>
              <a:rPr sz="1600" spc="-25" dirty="0">
                <a:latin typeface="Corbel"/>
                <a:cs typeface="Corbel"/>
              </a:rPr>
              <a:t> </a:t>
            </a:r>
            <a:r>
              <a:rPr sz="1600" dirty="0">
                <a:latin typeface="Corbel"/>
                <a:cs typeface="Corbel"/>
              </a:rPr>
              <a:t>a</a:t>
            </a:r>
            <a:r>
              <a:rPr sz="1600" spc="-15" dirty="0">
                <a:latin typeface="Corbel"/>
                <a:cs typeface="Corbel"/>
              </a:rPr>
              <a:t> </a:t>
            </a:r>
            <a:r>
              <a:rPr sz="1600" dirty="0">
                <a:latin typeface="Corbel"/>
                <a:cs typeface="Corbel"/>
              </a:rPr>
              <a:t>few</a:t>
            </a:r>
            <a:r>
              <a:rPr sz="1600" spc="-25" dirty="0">
                <a:latin typeface="Corbel"/>
                <a:cs typeface="Corbel"/>
              </a:rPr>
              <a:t> </a:t>
            </a:r>
            <a:r>
              <a:rPr sz="1600" spc="-10" dirty="0">
                <a:latin typeface="Corbel"/>
                <a:cs typeface="Corbel"/>
              </a:rPr>
              <a:t>minutes.</a:t>
            </a:r>
            <a:endParaRPr sz="1600" dirty="0">
              <a:latin typeface="Corbel"/>
              <a:cs typeface="Corbel"/>
            </a:endParaRPr>
          </a:p>
          <a:p>
            <a:pPr marL="298450" marR="5080" indent="-285750" algn="just">
              <a:lnSpc>
                <a:spcPct val="101299"/>
              </a:lnSpc>
              <a:spcBef>
                <a:spcPts val="955"/>
              </a:spcBef>
              <a:buFont typeface="Arial MT"/>
              <a:buChar char="•"/>
              <a:tabLst>
                <a:tab pos="298450" algn="l"/>
                <a:tab pos="300990" algn="l"/>
              </a:tabLst>
            </a:pPr>
            <a:r>
              <a:rPr sz="1600" dirty="0">
                <a:latin typeface="Corbel"/>
                <a:cs typeface="Corbel"/>
              </a:rPr>
              <a:t>	In</a:t>
            </a:r>
            <a:r>
              <a:rPr sz="1600" spc="270" dirty="0">
                <a:latin typeface="Corbel"/>
                <a:cs typeface="Corbel"/>
              </a:rPr>
              <a:t> </a:t>
            </a:r>
            <a:r>
              <a:rPr sz="1600" dirty="0">
                <a:latin typeface="Corbel"/>
                <a:cs typeface="Corbel"/>
              </a:rPr>
              <a:t>order</a:t>
            </a:r>
            <a:r>
              <a:rPr sz="1600" spc="270" dirty="0">
                <a:latin typeface="Corbel"/>
                <a:cs typeface="Corbel"/>
              </a:rPr>
              <a:t> </a:t>
            </a:r>
            <a:r>
              <a:rPr sz="1600" dirty="0">
                <a:latin typeface="Corbel"/>
                <a:cs typeface="Corbel"/>
              </a:rPr>
              <a:t>to</a:t>
            </a:r>
            <a:r>
              <a:rPr sz="1600" spc="265" dirty="0">
                <a:latin typeface="Corbel"/>
                <a:cs typeface="Corbel"/>
              </a:rPr>
              <a:t> </a:t>
            </a:r>
            <a:r>
              <a:rPr sz="1600" dirty="0">
                <a:latin typeface="Corbel"/>
                <a:cs typeface="Corbel"/>
              </a:rPr>
              <a:t>avoid</a:t>
            </a:r>
            <a:r>
              <a:rPr sz="1600" spc="270" dirty="0">
                <a:latin typeface="Corbel"/>
                <a:cs typeface="Corbel"/>
              </a:rPr>
              <a:t> </a:t>
            </a:r>
            <a:r>
              <a:rPr sz="1600" spc="-10" dirty="0">
                <a:latin typeface="Corbel"/>
                <a:cs typeface="Corbel"/>
              </a:rPr>
              <a:t>re-</a:t>
            </a:r>
            <a:r>
              <a:rPr sz="1600" dirty="0">
                <a:latin typeface="Corbel"/>
                <a:cs typeface="Corbel"/>
              </a:rPr>
              <a:t>initialization</a:t>
            </a:r>
            <a:r>
              <a:rPr sz="1600" spc="280" dirty="0">
                <a:latin typeface="Corbel"/>
                <a:cs typeface="Corbel"/>
              </a:rPr>
              <a:t> </a:t>
            </a:r>
            <a:r>
              <a:rPr sz="1600" dirty="0">
                <a:latin typeface="Corbel"/>
                <a:cs typeface="Corbel"/>
              </a:rPr>
              <a:t>of</a:t>
            </a:r>
            <a:r>
              <a:rPr sz="1600" spc="270" dirty="0">
                <a:latin typeface="Corbel"/>
                <a:cs typeface="Corbel"/>
              </a:rPr>
              <a:t> </a:t>
            </a:r>
            <a:r>
              <a:rPr sz="1600" dirty="0">
                <a:latin typeface="Corbel"/>
                <a:cs typeface="Corbel"/>
              </a:rPr>
              <a:t>the</a:t>
            </a:r>
            <a:r>
              <a:rPr sz="1600" spc="275" dirty="0">
                <a:latin typeface="Corbel"/>
                <a:cs typeface="Corbel"/>
              </a:rPr>
              <a:t> </a:t>
            </a:r>
            <a:r>
              <a:rPr sz="1600" dirty="0">
                <a:latin typeface="Corbel"/>
                <a:cs typeface="Corbel"/>
              </a:rPr>
              <a:t>processing,</a:t>
            </a:r>
            <a:r>
              <a:rPr sz="1600" spc="265" dirty="0">
                <a:latin typeface="Corbel"/>
                <a:cs typeface="Corbel"/>
              </a:rPr>
              <a:t> </a:t>
            </a:r>
            <a:r>
              <a:rPr sz="1600" dirty="0">
                <a:latin typeface="Corbel"/>
                <a:cs typeface="Corbel"/>
              </a:rPr>
              <a:t>the</a:t>
            </a:r>
            <a:r>
              <a:rPr sz="1600" spc="275" dirty="0">
                <a:latin typeface="Corbel"/>
                <a:cs typeface="Corbel"/>
              </a:rPr>
              <a:t> </a:t>
            </a:r>
            <a:r>
              <a:rPr sz="1600" dirty="0">
                <a:latin typeface="Corbel"/>
                <a:cs typeface="Corbel"/>
              </a:rPr>
              <a:t>rover</a:t>
            </a:r>
            <a:r>
              <a:rPr sz="1600" spc="270" dirty="0">
                <a:latin typeface="Corbel"/>
                <a:cs typeface="Corbel"/>
              </a:rPr>
              <a:t> </a:t>
            </a:r>
            <a:r>
              <a:rPr sz="1600" dirty="0">
                <a:latin typeface="Corbel"/>
                <a:cs typeface="Corbel"/>
              </a:rPr>
              <a:t>has</a:t>
            </a:r>
            <a:r>
              <a:rPr sz="1600" spc="270" dirty="0">
                <a:latin typeface="Corbel"/>
                <a:cs typeface="Corbel"/>
              </a:rPr>
              <a:t> </a:t>
            </a:r>
            <a:r>
              <a:rPr sz="1600" spc="-25" dirty="0">
                <a:latin typeface="Corbel"/>
                <a:cs typeface="Corbel"/>
              </a:rPr>
              <a:t>to </a:t>
            </a:r>
            <a:r>
              <a:rPr sz="1600" dirty="0">
                <a:latin typeface="Corbel"/>
                <a:cs typeface="Corbel"/>
              </a:rPr>
              <a:t>track</a:t>
            </a:r>
            <a:r>
              <a:rPr sz="1600" spc="100" dirty="0">
                <a:latin typeface="Corbel"/>
                <a:cs typeface="Corbel"/>
              </a:rPr>
              <a:t> </a:t>
            </a:r>
            <a:r>
              <a:rPr sz="1600" dirty="0">
                <a:latin typeface="Corbel"/>
                <a:cs typeface="Corbel"/>
              </a:rPr>
              <a:t>the</a:t>
            </a:r>
            <a:r>
              <a:rPr sz="1600" spc="110" dirty="0">
                <a:latin typeface="Corbel"/>
                <a:cs typeface="Corbel"/>
              </a:rPr>
              <a:t> </a:t>
            </a:r>
            <a:r>
              <a:rPr sz="1600" dirty="0">
                <a:latin typeface="Corbel"/>
                <a:cs typeface="Corbel"/>
              </a:rPr>
              <a:t>GNSS</a:t>
            </a:r>
            <a:r>
              <a:rPr sz="1600" spc="110" dirty="0">
                <a:latin typeface="Corbel"/>
                <a:cs typeface="Corbel"/>
              </a:rPr>
              <a:t> </a:t>
            </a:r>
            <a:r>
              <a:rPr sz="1600" dirty="0">
                <a:latin typeface="Corbel"/>
                <a:cs typeface="Corbel"/>
              </a:rPr>
              <a:t>signals</a:t>
            </a:r>
            <a:r>
              <a:rPr sz="1600" spc="110" dirty="0">
                <a:latin typeface="Corbel"/>
                <a:cs typeface="Corbel"/>
              </a:rPr>
              <a:t> </a:t>
            </a:r>
            <a:r>
              <a:rPr sz="1600" dirty="0">
                <a:latin typeface="Corbel"/>
                <a:cs typeface="Corbel"/>
              </a:rPr>
              <a:t>continuously.</a:t>
            </a:r>
            <a:r>
              <a:rPr sz="1600" spc="110" dirty="0">
                <a:latin typeface="Corbel"/>
                <a:cs typeface="Corbel"/>
              </a:rPr>
              <a:t> </a:t>
            </a:r>
            <a:r>
              <a:rPr sz="1600" dirty="0">
                <a:latin typeface="Corbel"/>
                <a:cs typeface="Corbel"/>
              </a:rPr>
              <a:t>This</a:t>
            </a:r>
            <a:r>
              <a:rPr sz="1600" spc="110" dirty="0">
                <a:latin typeface="Corbel"/>
                <a:cs typeface="Corbel"/>
              </a:rPr>
              <a:t> </a:t>
            </a:r>
            <a:r>
              <a:rPr sz="1600" dirty="0">
                <a:latin typeface="Corbel"/>
                <a:cs typeface="Corbel"/>
              </a:rPr>
              <a:t>makes</a:t>
            </a:r>
            <a:r>
              <a:rPr sz="1600" spc="105" dirty="0">
                <a:latin typeface="Corbel"/>
                <a:cs typeface="Corbel"/>
              </a:rPr>
              <a:t> </a:t>
            </a:r>
            <a:r>
              <a:rPr sz="1600" dirty="0">
                <a:latin typeface="Corbel"/>
                <a:cs typeface="Corbel"/>
              </a:rPr>
              <a:t>the</a:t>
            </a:r>
            <a:r>
              <a:rPr sz="1600" spc="110" dirty="0">
                <a:latin typeface="Corbel"/>
                <a:cs typeface="Corbel"/>
              </a:rPr>
              <a:t> </a:t>
            </a:r>
            <a:r>
              <a:rPr sz="1600" dirty="0">
                <a:latin typeface="Corbel"/>
                <a:cs typeface="Corbel"/>
              </a:rPr>
              <a:t>RTK</a:t>
            </a:r>
            <a:r>
              <a:rPr sz="1600" spc="105" dirty="0">
                <a:latin typeface="Corbel"/>
                <a:cs typeface="Corbel"/>
              </a:rPr>
              <a:t> </a:t>
            </a:r>
            <a:r>
              <a:rPr sz="1600" dirty="0">
                <a:latin typeface="Corbel"/>
                <a:cs typeface="Corbel"/>
              </a:rPr>
              <a:t>not</a:t>
            </a:r>
            <a:r>
              <a:rPr sz="1600" spc="100" dirty="0">
                <a:latin typeface="Corbel"/>
                <a:cs typeface="Corbel"/>
              </a:rPr>
              <a:t> </a:t>
            </a:r>
            <a:r>
              <a:rPr sz="1600" spc="-10" dirty="0">
                <a:latin typeface="Corbel"/>
                <a:cs typeface="Corbel"/>
              </a:rPr>
              <a:t>suitable </a:t>
            </a:r>
            <a:r>
              <a:rPr sz="1600" dirty="0">
                <a:latin typeface="Corbel"/>
                <a:cs typeface="Corbel"/>
              </a:rPr>
              <a:t>for</a:t>
            </a:r>
            <a:r>
              <a:rPr sz="1600" spc="-20" dirty="0">
                <a:latin typeface="Corbel"/>
                <a:cs typeface="Corbel"/>
              </a:rPr>
              <a:t> </a:t>
            </a:r>
            <a:r>
              <a:rPr sz="1600" dirty="0">
                <a:latin typeface="Corbel"/>
                <a:cs typeface="Corbel"/>
              </a:rPr>
              <a:t>urban</a:t>
            </a:r>
            <a:r>
              <a:rPr sz="1600" spc="-15" dirty="0">
                <a:latin typeface="Corbel"/>
                <a:cs typeface="Corbel"/>
              </a:rPr>
              <a:t> </a:t>
            </a:r>
            <a:r>
              <a:rPr sz="1600" spc="-10" dirty="0">
                <a:latin typeface="Corbel"/>
                <a:cs typeface="Corbel"/>
              </a:rPr>
              <a:t>applications.</a:t>
            </a:r>
            <a:endParaRPr sz="1600" dirty="0">
              <a:latin typeface="Corbel"/>
              <a:cs typeface="Corbel"/>
            </a:endParaRPr>
          </a:p>
        </p:txBody>
      </p:sp>
      <p:grpSp>
        <p:nvGrpSpPr>
          <p:cNvPr id="3" name="object 3"/>
          <p:cNvGrpSpPr/>
          <p:nvPr/>
        </p:nvGrpSpPr>
        <p:grpSpPr>
          <a:xfrm>
            <a:off x="43542" y="6462030"/>
            <a:ext cx="360045" cy="360045"/>
            <a:chOff x="43542" y="6462030"/>
            <a:chExt cx="360045" cy="360045"/>
          </a:xfrm>
        </p:grpSpPr>
        <p:sp>
          <p:nvSpPr>
            <p:cNvPr id="4" name="object 4"/>
            <p:cNvSpPr/>
            <p:nvPr/>
          </p:nvSpPr>
          <p:spPr>
            <a:xfrm>
              <a:off x="43542" y="6462030"/>
              <a:ext cx="360045" cy="360045"/>
            </a:xfrm>
            <a:custGeom>
              <a:avLst/>
              <a:gdLst/>
              <a:ahLst/>
              <a:cxnLst/>
              <a:rect l="l" t="t" r="r" b="b"/>
              <a:pathLst>
                <a:path w="360045" h="360045">
                  <a:moveTo>
                    <a:pt x="359999" y="0"/>
                  </a:moveTo>
                  <a:lnTo>
                    <a:pt x="0" y="0"/>
                  </a:lnTo>
                  <a:lnTo>
                    <a:pt x="0" y="359999"/>
                  </a:lnTo>
                  <a:lnTo>
                    <a:pt x="359999" y="359999"/>
                  </a:lnTo>
                  <a:lnTo>
                    <a:pt x="359999" y="314999"/>
                  </a:lnTo>
                  <a:lnTo>
                    <a:pt x="179999" y="314999"/>
                  </a:lnTo>
                  <a:lnTo>
                    <a:pt x="137329" y="308117"/>
                  </a:lnTo>
                  <a:lnTo>
                    <a:pt x="100270" y="288952"/>
                  </a:lnTo>
                  <a:lnTo>
                    <a:pt x="71047" y="259729"/>
                  </a:lnTo>
                  <a:lnTo>
                    <a:pt x="51882" y="222670"/>
                  </a:lnTo>
                  <a:lnTo>
                    <a:pt x="44999" y="179999"/>
                  </a:lnTo>
                  <a:lnTo>
                    <a:pt x="51882" y="137329"/>
                  </a:lnTo>
                  <a:lnTo>
                    <a:pt x="71047" y="100270"/>
                  </a:lnTo>
                  <a:lnTo>
                    <a:pt x="100270" y="71047"/>
                  </a:lnTo>
                  <a:lnTo>
                    <a:pt x="137329" y="51882"/>
                  </a:lnTo>
                  <a:lnTo>
                    <a:pt x="179999" y="44999"/>
                  </a:lnTo>
                  <a:lnTo>
                    <a:pt x="359999" y="44999"/>
                  </a:lnTo>
                  <a:lnTo>
                    <a:pt x="359999" y="0"/>
                  </a:lnTo>
                  <a:close/>
                </a:path>
                <a:path w="360045" h="360045">
                  <a:moveTo>
                    <a:pt x="359999" y="44999"/>
                  </a:moveTo>
                  <a:lnTo>
                    <a:pt x="179999" y="44999"/>
                  </a:lnTo>
                  <a:lnTo>
                    <a:pt x="222670" y="51882"/>
                  </a:lnTo>
                  <a:lnTo>
                    <a:pt x="259729" y="71047"/>
                  </a:lnTo>
                  <a:lnTo>
                    <a:pt x="288952" y="100270"/>
                  </a:lnTo>
                  <a:lnTo>
                    <a:pt x="308117" y="137329"/>
                  </a:lnTo>
                  <a:lnTo>
                    <a:pt x="314999" y="179999"/>
                  </a:lnTo>
                  <a:lnTo>
                    <a:pt x="308117" y="222670"/>
                  </a:lnTo>
                  <a:lnTo>
                    <a:pt x="288952" y="259729"/>
                  </a:lnTo>
                  <a:lnTo>
                    <a:pt x="259729" y="288952"/>
                  </a:lnTo>
                  <a:lnTo>
                    <a:pt x="222670" y="308117"/>
                  </a:lnTo>
                  <a:lnTo>
                    <a:pt x="179999" y="314999"/>
                  </a:lnTo>
                  <a:lnTo>
                    <a:pt x="359999" y="314999"/>
                  </a:lnTo>
                  <a:lnTo>
                    <a:pt x="359999" y="44999"/>
                  </a:lnTo>
                  <a:close/>
                </a:path>
              </a:pathLst>
            </a:custGeom>
            <a:solidFill>
              <a:srgbClr val="1CADE4"/>
            </a:solidFill>
          </p:spPr>
          <p:txBody>
            <a:bodyPr wrap="square" lIns="0" tIns="0" rIns="0" bIns="0" rtlCol="0"/>
            <a:lstStyle/>
            <a:p>
              <a:endParaRPr/>
            </a:p>
          </p:txBody>
        </p:sp>
        <p:sp>
          <p:nvSpPr>
            <p:cNvPr id="5" name="object 5"/>
            <p:cNvSpPr/>
            <p:nvPr/>
          </p:nvSpPr>
          <p:spPr>
            <a:xfrm>
              <a:off x="88542" y="6507030"/>
              <a:ext cx="270510" cy="270510"/>
            </a:xfrm>
            <a:custGeom>
              <a:avLst/>
              <a:gdLst/>
              <a:ahLst/>
              <a:cxnLst/>
              <a:rect l="l" t="t" r="r" b="b"/>
              <a:pathLst>
                <a:path w="270510"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10" h="270509">
                  <a:moveTo>
                    <a:pt x="259004" y="84375"/>
                  </a:moveTo>
                  <a:lnTo>
                    <a:pt x="160312" y="84375"/>
                  </a:lnTo>
                  <a:lnTo>
                    <a:pt x="160312" y="219375"/>
                  </a:lnTo>
                  <a:lnTo>
                    <a:pt x="185625" y="219375"/>
                  </a:lnTo>
                  <a:lnTo>
                    <a:pt x="185625" y="236250"/>
                  </a:lnTo>
                  <a:lnTo>
                    <a:pt x="222432" y="236250"/>
                  </a:lnTo>
                  <a:lnTo>
                    <a:pt x="243952" y="214729"/>
                  </a:lnTo>
                  <a:lnTo>
                    <a:pt x="263117" y="177670"/>
                  </a:lnTo>
                  <a:lnTo>
                    <a:pt x="269999" y="134999"/>
                  </a:lnTo>
                  <a:lnTo>
                    <a:pt x="263117" y="92329"/>
                  </a:lnTo>
                  <a:lnTo>
                    <a:pt x="259004" y="84375"/>
                  </a:lnTo>
                  <a:close/>
                </a:path>
                <a:path w="270510"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6" name="object 6"/>
            <p:cNvPicPr/>
            <p:nvPr/>
          </p:nvPicPr>
          <p:blipFill>
            <a:blip r:embed="rId3" cstate="print"/>
            <a:stretch>
              <a:fillRect/>
            </a:stretch>
          </p:blipFill>
          <p:spPr>
            <a:xfrm>
              <a:off x="172917" y="6515468"/>
              <a:ext cx="101249" cy="227812"/>
            </a:xfrm>
            <a:prstGeom prst="rect">
              <a:avLst/>
            </a:prstGeom>
          </p:spPr>
        </p:pic>
      </p:grpSp>
      <p:sp>
        <p:nvSpPr>
          <p:cNvPr id="7" name="object 7"/>
          <p:cNvSpPr txBox="1"/>
          <p:nvPr/>
        </p:nvSpPr>
        <p:spPr>
          <a:xfrm>
            <a:off x="1563051" y="616203"/>
            <a:ext cx="7210425" cy="3680460"/>
          </a:xfrm>
          <a:prstGeom prst="rect">
            <a:avLst/>
          </a:prstGeom>
        </p:spPr>
        <p:txBody>
          <a:bodyPr vert="horz" wrap="square" lIns="0" tIns="128270" rIns="0" bIns="0" rtlCol="0">
            <a:spAutoFit/>
          </a:bodyPr>
          <a:lstStyle/>
          <a:p>
            <a:pPr marL="144145" indent="-131445" algn="just">
              <a:lnSpc>
                <a:spcPct val="100000"/>
              </a:lnSpc>
              <a:spcBef>
                <a:spcPts val="1010"/>
              </a:spcBef>
              <a:buFont typeface="Corbel"/>
              <a:buChar char="•"/>
              <a:tabLst>
                <a:tab pos="144145" algn="l"/>
              </a:tabLst>
            </a:pPr>
            <a:r>
              <a:rPr sz="1600" b="1" u="sng" spc="-20" dirty="0">
                <a:uFill>
                  <a:solidFill>
                    <a:srgbClr val="000000"/>
                  </a:solidFill>
                </a:uFill>
                <a:latin typeface="Corbel"/>
                <a:cs typeface="Corbel"/>
              </a:rPr>
              <a:t>Real</a:t>
            </a:r>
            <a:r>
              <a:rPr sz="1600" b="1" u="sng" spc="-120" dirty="0">
                <a:uFill>
                  <a:solidFill>
                    <a:srgbClr val="000000"/>
                  </a:solidFill>
                </a:uFill>
                <a:latin typeface="Corbel"/>
                <a:cs typeface="Corbel"/>
              </a:rPr>
              <a:t> </a:t>
            </a:r>
            <a:r>
              <a:rPr sz="1600" b="1" u="sng" dirty="0">
                <a:uFill>
                  <a:solidFill>
                    <a:srgbClr val="000000"/>
                  </a:solidFill>
                </a:uFill>
                <a:latin typeface="Corbel"/>
                <a:cs typeface="Corbel"/>
              </a:rPr>
              <a:t>Time</a:t>
            </a:r>
            <a:r>
              <a:rPr sz="1600" b="1" u="sng" spc="-35" dirty="0">
                <a:uFill>
                  <a:solidFill>
                    <a:srgbClr val="000000"/>
                  </a:solidFill>
                </a:uFill>
                <a:latin typeface="Corbel"/>
                <a:cs typeface="Corbel"/>
              </a:rPr>
              <a:t> </a:t>
            </a:r>
            <a:r>
              <a:rPr sz="1600" b="1" u="sng" dirty="0">
                <a:uFill>
                  <a:solidFill>
                    <a:srgbClr val="000000"/>
                  </a:solidFill>
                </a:uFill>
                <a:latin typeface="Corbel"/>
                <a:cs typeface="Corbel"/>
              </a:rPr>
              <a:t>Kinematics</a:t>
            </a:r>
            <a:r>
              <a:rPr sz="1600" b="1" u="sng" spc="-25" dirty="0">
                <a:uFill>
                  <a:solidFill>
                    <a:srgbClr val="000000"/>
                  </a:solidFill>
                </a:uFill>
                <a:latin typeface="Corbel"/>
                <a:cs typeface="Corbel"/>
              </a:rPr>
              <a:t> </a:t>
            </a:r>
            <a:r>
              <a:rPr sz="1600" b="1" u="sng" spc="-20" dirty="0">
                <a:uFill>
                  <a:solidFill>
                    <a:srgbClr val="000000"/>
                  </a:solidFill>
                </a:uFill>
                <a:latin typeface="Corbel"/>
                <a:cs typeface="Corbel"/>
              </a:rPr>
              <a:t>(RTK)</a:t>
            </a:r>
            <a:endParaRPr sz="1600" dirty="0">
              <a:latin typeface="Corbel"/>
              <a:cs typeface="Corbel"/>
            </a:endParaRPr>
          </a:p>
          <a:p>
            <a:pPr marL="755650" marR="5080" lvl="1" indent="-285750" algn="just">
              <a:lnSpc>
                <a:spcPct val="99400"/>
              </a:lnSpc>
              <a:spcBef>
                <a:spcPts val="925"/>
              </a:spcBef>
              <a:buFont typeface="Arial MT"/>
              <a:buChar char="•"/>
              <a:tabLst>
                <a:tab pos="755650" algn="l"/>
                <a:tab pos="758190" algn="l"/>
              </a:tabLst>
            </a:pPr>
            <a:r>
              <a:rPr sz="1600" dirty="0">
                <a:latin typeface="Corbel"/>
                <a:cs typeface="Corbel"/>
              </a:rPr>
              <a:t>	Real</a:t>
            </a:r>
            <a:r>
              <a:rPr sz="1600" spc="200" dirty="0">
                <a:latin typeface="Corbel"/>
                <a:cs typeface="Corbel"/>
              </a:rPr>
              <a:t> </a:t>
            </a:r>
            <a:r>
              <a:rPr sz="1600" dirty="0">
                <a:latin typeface="Corbel"/>
                <a:cs typeface="Corbel"/>
              </a:rPr>
              <a:t>Time</a:t>
            </a:r>
            <a:r>
              <a:rPr sz="1600" spc="200" dirty="0">
                <a:latin typeface="Corbel"/>
                <a:cs typeface="Corbel"/>
              </a:rPr>
              <a:t> </a:t>
            </a:r>
            <a:r>
              <a:rPr sz="1600" dirty="0">
                <a:latin typeface="Corbel"/>
                <a:cs typeface="Corbel"/>
              </a:rPr>
              <a:t>Kinematics</a:t>
            </a:r>
            <a:r>
              <a:rPr sz="1600" spc="204" dirty="0">
                <a:latin typeface="Corbel"/>
                <a:cs typeface="Corbel"/>
              </a:rPr>
              <a:t> </a:t>
            </a:r>
            <a:r>
              <a:rPr sz="1600" dirty="0">
                <a:latin typeface="Corbel"/>
                <a:cs typeface="Corbel"/>
              </a:rPr>
              <a:t>(RTK)</a:t>
            </a:r>
            <a:r>
              <a:rPr sz="1600" spc="195" dirty="0">
                <a:latin typeface="Corbel"/>
                <a:cs typeface="Corbel"/>
              </a:rPr>
              <a:t> </a:t>
            </a:r>
            <a:r>
              <a:rPr sz="1600" dirty="0">
                <a:latin typeface="Corbel"/>
                <a:cs typeface="Corbel"/>
              </a:rPr>
              <a:t>is</a:t>
            </a:r>
            <a:r>
              <a:rPr sz="1600" spc="204" dirty="0">
                <a:latin typeface="Corbel"/>
                <a:cs typeface="Corbel"/>
              </a:rPr>
              <a:t> </a:t>
            </a:r>
            <a:r>
              <a:rPr sz="1600" dirty="0">
                <a:latin typeface="Corbel"/>
                <a:cs typeface="Corbel"/>
              </a:rPr>
              <a:t>a</a:t>
            </a:r>
            <a:r>
              <a:rPr sz="1600" spc="210" dirty="0">
                <a:latin typeface="Corbel"/>
                <a:cs typeface="Corbel"/>
              </a:rPr>
              <a:t> </a:t>
            </a:r>
            <a:r>
              <a:rPr sz="1600" dirty="0">
                <a:latin typeface="Corbel"/>
                <a:cs typeface="Corbel"/>
              </a:rPr>
              <a:t>differential</a:t>
            </a:r>
            <a:r>
              <a:rPr sz="1600" spc="204" dirty="0">
                <a:latin typeface="Corbel"/>
                <a:cs typeface="Corbel"/>
              </a:rPr>
              <a:t> </a:t>
            </a:r>
            <a:r>
              <a:rPr sz="1600" dirty="0">
                <a:latin typeface="Corbel"/>
                <a:cs typeface="Corbel"/>
              </a:rPr>
              <a:t>GNSS</a:t>
            </a:r>
            <a:r>
              <a:rPr sz="1600" spc="204" dirty="0">
                <a:latin typeface="Corbel"/>
                <a:cs typeface="Corbel"/>
              </a:rPr>
              <a:t> </a:t>
            </a:r>
            <a:r>
              <a:rPr sz="1600" dirty="0">
                <a:latin typeface="Corbel"/>
                <a:cs typeface="Corbel"/>
              </a:rPr>
              <a:t>technique</a:t>
            </a:r>
            <a:r>
              <a:rPr sz="1600" spc="204" dirty="0">
                <a:latin typeface="Corbel"/>
                <a:cs typeface="Corbel"/>
              </a:rPr>
              <a:t> </a:t>
            </a:r>
            <a:r>
              <a:rPr sz="1600" dirty="0">
                <a:latin typeface="Corbel"/>
                <a:cs typeface="Corbel"/>
              </a:rPr>
              <a:t>originated</a:t>
            </a:r>
            <a:r>
              <a:rPr sz="1600" spc="204" dirty="0">
                <a:latin typeface="Corbel"/>
                <a:cs typeface="Corbel"/>
              </a:rPr>
              <a:t> </a:t>
            </a:r>
            <a:r>
              <a:rPr sz="1600" spc="-25" dirty="0">
                <a:latin typeface="Corbel"/>
                <a:cs typeface="Corbel"/>
              </a:rPr>
              <a:t>in </a:t>
            </a:r>
            <a:r>
              <a:rPr sz="1600" dirty="0">
                <a:latin typeface="Corbel"/>
                <a:cs typeface="Corbel"/>
              </a:rPr>
              <a:t>the</a:t>
            </a:r>
            <a:r>
              <a:rPr sz="1600" spc="5" dirty="0">
                <a:latin typeface="Corbel"/>
                <a:cs typeface="Corbel"/>
              </a:rPr>
              <a:t> </a:t>
            </a:r>
            <a:r>
              <a:rPr sz="1600" spc="-10" dirty="0">
                <a:latin typeface="Corbel"/>
                <a:cs typeface="Corbel"/>
              </a:rPr>
              <a:t>mid-</a:t>
            </a:r>
            <a:r>
              <a:rPr sz="1600" dirty="0">
                <a:latin typeface="Corbel"/>
                <a:cs typeface="Corbel"/>
              </a:rPr>
              <a:t>1990s</a:t>
            </a:r>
            <a:r>
              <a:rPr sz="1600" spc="5" dirty="0">
                <a:latin typeface="Corbel"/>
                <a:cs typeface="Corbel"/>
              </a:rPr>
              <a:t> </a:t>
            </a:r>
            <a:r>
              <a:rPr sz="1600" dirty="0">
                <a:latin typeface="Corbel"/>
                <a:cs typeface="Corbel"/>
              </a:rPr>
              <a:t>that provides</a:t>
            </a:r>
            <a:r>
              <a:rPr sz="1600" spc="5" dirty="0">
                <a:latin typeface="Corbel"/>
                <a:cs typeface="Corbel"/>
              </a:rPr>
              <a:t> </a:t>
            </a:r>
            <a:r>
              <a:rPr sz="1600" dirty="0">
                <a:latin typeface="Corbel"/>
                <a:cs typeface="Corbel"/>
              </a:rPr>
              <a:t>high</a:t>
            </a:r>
            <a:r>
              <a:rPr sz="1600" spc="5" dirty="0">
                <a:latin typeface="Corbel"/>
                <a:cs typeface="Corbel"/>
              </a:rPr>
              <a:t> </a:t>
            </a:r>
            <a:r>
              <a:rPr sz="1600" dirty="0">
                <a:latin typeface="Corbel"/>
                <a:cs typeface="Corbel"/>
              </a:rPr>
              <a:t>performance</a:t>
            </a:r>
            <a:r>
              <a:rPr sz="1600" spc="5" dirty="0">
                <a:latin typeface="Corbel"/>
                <a:cs typeface="Corbel"/>
              </a:rPr>
              <a:t> </a:t>
            </a:r>
            <a:r>
              <a:rPr sz="1600" dirty="0">
                <a:latin typeface="Corbel"/>
                <a:cs typeface="Corbel"/>
              </a:rPr>
              <a:t>positioning</a:t>
            </a:r>
            <a:r>
              <a:rPr sz="1600" spc="5" dirty="0">
                <a:latin typeface="Corbel"/>
                <a:cs typeface="Corbel"/>
              </a:rPr>
              <a:t> </a:t>
            </a:r>
            <a:r>
              <a:rPr sz="1600" dirty="0">
                <a:latin typeface="Corbel"/>
                <a:cs typeface="Corbel"/>
              </a:rPr>
              <a:t>in</a:t>
            </a:r>
            <a:r>
              <a:rPr sz="1600" spc="10" dirty="0">
                <a:latin typeface="Corbel"/>
                <a:cs typeface="Corbel"/>
              </a:rPr>
              <a:t> </a:t>
            </a:r>
            <a:r>
              <a:rPr sz="1600" dirty="0">
                <a:latin typeface="Corbel"/>
                <a:cs typeface="Corbel"/>
              </a:rPr>
              <a:t>the</a:t>
            </a:r>
            <a:r>
              <a:rPr sz="1600" spc="10" dirty="0">
                <a:latin typeface="Corbel"/>
                <a:cs typeface="Corbel"/>
              </a:rPr>
              <a:t> </a:t>
            </a:r>
            <a:r>
              <a:rPr sz="1600" dirty="0">
                <a:latin typeface="Corbel"/>
                <a:cs typeface="Corbel"/>
              </a:rPr>
              <a:t>vicinity</a:t>
            </a:r>
            <a:r>
              <a:rPr sz="1600" spc="-5" dirty="0">
                <a:latin typeface="Corbel"/>
                <a:cs typeface="Corbel"/>
              </a:rPr>
              <a:t> </a:t>
            </a:r>
            <a:r>
              <a:rPr sz="1600" dirty="0">
                <a:latin typeface="Corbel"/>
                <a:cs typeface="Corbel"/>
              </a:rPr>
              <a:t>of</a:t>
            </a:r>
            <a:r>
              <a:rPr sz="1600" spc="5" dirty="0">
                <a:latin typeface="Corbel"/>
                <a:cs typeface="Corbel"/>
              </a:rPr>
              <a:t> </a:t>
            </a:r>
            <a:r>
              <a:rPr sz="1600" spc="-50" dirty="0">
                <a:latin typeface="Corbel"/>
                <a:cs typeface="Corbel"/>
              </a:rPr>
              <a:t>a </a:t>
            </a:r>
            <a:r>
              <a:rPr sz="1600" dirty="0">
                <a:latin typeface="Corbel"/>
                <a:cs typeface="Corbel"/>
              </a:rPr>
              <a:t>base</a:t>
            </a:r>
            <a:r>
              <a:rPr sz="1600" spc="-25" dirty="0">
                <a:latin typeface="Corbel"/>
                <a:cs typeface="Corbel"/>
              </a:rPr>
              <a:t> </a:t>
            </a:r>
            <a:r>
              <a:rPr sz="1600" spc="-10" dirty="0">
                <a:latin typeface="Corbel"/>
                <a:cs typeface="Corbel"/>
              </a:rPr>
              <a:t>station.</a:t>
            </a:r>
            <a:endParaRPr sz="1600" dirty="0">
              <a:latin typeface="Corbel"/>
              <a:cs typeface="Corbel"/>
            </a:endParaRPr>
          </a:p>
          <a:p>
            <a:pPr marL="755650" marR="5080" lvl="1" indent="-285750" algn="just">
              <a:lnSpc>
                <a:spcPct val="100400"/>
              </a:lnSpc>
              <a:spcBef>
                <a:spcPts val="975"/>
              </a:spcBef>
              <a:buFont typeface="Arial MT"/>
              <a:buChar char="•"/>
              <a:tabLst>
                <a:tab pos="755650" algn="l"/>
                <a:tab pos="758190" algn="l"/>
              </a:tabLst>
            </a:pPr>
            <a:r>
              <a:rPr sz="1600" dirty="0">
                <a:latin typeface="Corbel"/>
                <a:cs typeface="Corbel"/>
              </a:rPr>
              <a:t>	he</a:t>
            </a:r>
            <a:r>
              <a:rPr sz="1600" spc="170" dirty="0">
                <a:latin typeface="Corbel"/>
                <a:cs typeface="Corbel"/>
              </a:rPr>
              <a:t>  </a:t>
            </a:r>
            <a:r>
              <a:rPr sz="1600" dirty="0">
                <a:latin typeface="Corbel"/>
                <a:cs typeface="Corbel"/>
              </a:rPr>
              <a:t>technique</a:t>
            </a:r>
            <a:r>
              <a:rPr sz="1600" spc="170" dirty="0">
                <a:latin typeface="Corbel"/>
                <a:cs typeface="Corbel"/>
              </a:rPr>
              <a:t>  </a:t>
            </a:r>
            <a:r>
              <a:rPr sz="1600" dirty="0">
                <a:latin typeface="Corbel"/>
                <a:cs typeface="Corbel"/>
              </a:rPr>
              <a:t>is</a:t>
            </a:r>
            <a:r>
              <a:rPr sz="1600" spc="170" dirty="0">
                <a:latin typeface="Corbel"/>
                <a:cs typeface="Corbel"/>
              </a:rPr>
              <a:t>  </a:t>
            </a:r>
            <a:r>
              <a:rPr sz="1600" dirty="0">
                <a:latin typeface="Corbel"/>
                <a:cs typeface="Corbel"/>
              </a:rPr>
              <a:t>based</a:t>
            </a:r>
            <a:r>
              <a:rPr sz="1600" spc="170" dirty="0">
                <a:latin typeface="Corbel"/>
                <a:cs typeface="Corbel"/>
              </a:rPr>
              <a:t>  </a:t>
            </a:r>
            <a:r>
              <a:rPr sz="1600" dirty="0">
                <a:latin typeface="Corbel"/>
                <a:cs typeface="Corbel"/>
              </a:rPr>
              <a:t>on</a:t>
            </a:r>
            <a:r>
              <a:rPr sz="1600" spc="170" dirty="0">
                <a:latin typeface="Corbel"/>
                <a:cs typeface="Corbel"/>
              </a:rPr>
              <a:t>  </a:t>
            </a:r>
            <a:r>
              <a:rPr sz="1600" dirty="0">
                <a:latin typeface="Corbel"/>
                <a:cs typeface="Corbel"/>
              </a:rPr>
              <a:t>the</a:t>
            </a:r>
            <a:r>
              <a:rPr sz="1600" spc="175" dirty="0">
                <a:latin typeface="Corbel"/>
                <a:cs typeface="Corbel"/>
              </a:rPr>
              <a:t>  </a:t>
            </a:r>
            <a:r>
              <a:rPr sz="1600" dirty="0">
                <a:latin typeface="Corbel"/>
                <a:cs typeface="Corbel"/>
              </a:rPr>
              <a:t>use</a:t>
            </a:r>
            <a:r>
              <a:rPr sz="1600" spc="170" dirty="0">
                <a:latin typeface="Corbel"/>
                <a:cs typeface="Corbel"/>
              </a:rPr>
              <a:t>  </a:t>
            </a:r>
            <a:r>
              <a:rPr sz="1600" dirty="0">
                <a:latin typeface="Corbel"/>
                <a:cs typeface="Corbel"/>
              </a:rPr>
              <a:t>of</a:t>
            </a:r>
            <a:r>
              <a:rPr sz="1600" spc="170" dirty="0">
                <a:latin typeface="Corbel"/>
                <a:cs typeface="Corbel"/>
              </a:rPr>
              <a:t>  </a:t>
            </a:r>
            <a:r>
              <a:rPr sz="1600" dirty="0">
                <a:latin typeface="Corbel"/>
                <a:cs typeface="Corbel"/>
              </a:rPr>
              <a:t>carrier</a:t>
            </a:r>
            <a:r>
              <a:rPr sz="1600" spc="170" dirty="0">
                <a:latin typeface="Corbel"/>
                <a:cs typeface="Corbel"/>
              </a:rPr>
              <a:t>  </a:t>
            </a:r>
            <a:r>
              <a:rPr sz="1600" dirty="0">
                <a:latin typeface="Corbel"/>
                <a:cs typeface="Corbel"/>
              </a:rPr>
              <a:t>measurements</a:t>
            </a:r>
            <a:r>
              <a:rPr sz="1600" spc="170" dirty="0">
                <a:latin typeface="Corbel"/>
                <a:cs typeface="Corbel"/>
              </a:rPr>
              <a:t>  </a:t>
            </a:r>
            <a:r>
              <a:rPr sz="1600" dirty="0">
                <a:latin typeface="Corbel"/>
                <a:cs typeface="Corbel"/>
              </a:rPr>
              <a:t>and</a:t>
            </a:r>
            <a:r>
              <a:rPr sz="1600" spc="175" dirty="0">
                <a:latin typeface="Corbel"/>
                <a:cs typeface="Corbel"/>
              </a:rPr>
              <a:t>  </a:t>
            </a:r>
            <a:r>
              <a:rPr sz="1600" spc="-25" dirty="0">
                <a:latin typeface="Corbel"/>
                <a:cs typeface="Corbel"/>
              </a:rPr>
              <a:t>the </a:t>
            </a:r>
            <a:r>
              <a:rPr sz="1600" dirty="0">
                <a:latin typeface="Corbel"/>
                <a:cs typeface="Corbel"/>
              </a:rPr>
              <a:t>transmission</a:t>
            </a:r>
            <a:r>
              <a:rPr sz="1600" spc="310" dirty="0">
                <a:latin typeface="Corbel"/>
                <a:cs typeface="Corbel"/>
              </a:rPr>
              <a:t> </a:t>
            </a:r>
            <a:r>
              <a:rPr sz="1600" dirty="0">
                <a:latin typeface="Corbel"/>
                <a:cs typeface="Corbel"/>
              </a:rPr>
              <a:t>of</a:t>
            </a:r>
            <a:r>
              <a:rPr sz="1600" spc="310" dirty="0">
                <a:latin typeface="Corbel"/>
                <a:cs typeface="Corbel"/>
              </a:rPr>
              <a:t> </a:t>
            </a:r>
            <a:r>
              <a:rPr sz="1600" dirty="0">
                <a:latin typeface="Corbel"/>
                <a:cs typeface="Corbel"/>
              </a:rPr>
              <a:t>corrections</a:t>
            </a:r>
            <a:r>
              <a:rPr sz="1600" spc="310" dirty="0">
                <a:latin typeface="Corbel"/>
                <a:cs typeface="Corbel"/>
              </a:rPr>
              <a:t> </a:t>
            </a:r>
            <a:r>
              <a:rPr sz="1600" dirty="0">
                <a:latin typeface="Corbel"/>
                <a:cs typeface="Corbel"/>
              </a:rPr>
              <a:t>from</a:t>
            </a:r>
            <a:r>
              <a:rPr sz="1600" spc="305" dirty="0">
                <a:latin typeface="Corbel"/>
                <a:cs typeface="Corbel"/>
              </a:rPr>
              <a:t> </a:t>
            </a:r>
            <a:r>
              <a:rPr sz="1600" dirty="0">
                <a:latin typeface="Corbel"/>
                <a:cs typeface="Corbel"/>
              </a:rPr>
              <a:t>the</a:t>
            </a:r>
            <a:r>
              <a:rPr sz="1600" spc="310" dirty="0">
                <a:latin typeface="Corbel"/>
                <a:cs typeface="Corbel"/>
              </a:rPr>
              <a:t> </a:t>
            </a:r>
            <a:r>
              <a:rPr sz="1600" dirty="0">
                <a:latin typeface="Corbel"/>
                <a:cs typeface="Corbel"/>
              </a:rPr>
              <a:t>base</a:t>
            </a:r>
            <a:r>
              <a:rPr sz="1600" spc="315" dirty="0">
                <a:latin typeface="Corbel"/>
                <a:cs typeface="Corbel"/>
              </a:rPr>
              <a:t> </a:t>
            </a:r>
            <a:r>
              <a:rPr sz="1600" dirty="0">
                <a:latin typeface="Corbel"/>
                <a:cs typeface="Corbel"/>
              </a:rPr>
              <a:t>station,</a:t>
            </a:r>
            <a:r>
              <a:rPr sz="1600" spc="315" dirty="0">
                <a:latin typeface="Corbel"/>
                <a:cs typeface="Corbel"/>
              </a:rPr>
              <a:t> </a:t>
            </a:r>
            <a:r>
              <a:rPr sz="1600" dirty="0">
                <a:latin typeface="Corbel"/>
                <a:cs typeface="Corbel"/>
              </a:rPr>
              <a:t>whose</a:t>
            </a:r>
            <a:r>
              <a:rPr sz="1600" spc="315" dirty="0">
                <a:latin typeface="Corbel"/>
                <a:cs typeface="Corbel"/>
              </a:rPr>
              <a:t> </a:t>
            </a:r>
            <a:r>
              <a:rPr sz="1600" dirty="0">
                <a:latin typeface="Corbel"/>
                <a:cs typeface="Corbel"/>
              </a:rPr>
              <a:t>location</a:t>
            </a:r>
            <a:r>
              <a:rPr sz="1600" spc="310" dirty="0">
                <a:latin typeface="Corbel"/>
                <a:cs typeface="Corbel"/>
              </a:rPr>
              <a:t> </a:t>
            </a:r>
            <a:r>
              <a:rPr sz="1600" dirty="0">
                <a:latin typeface="Corbel"/>
                <a:cs typeface="Corbel"/>
              </a:rPr>
              <a:t>is</a:t>
            </a:r>
            <a:r>
              <a:rPr sz="1600" spc="310" dirty="0">
                <a:latin typeface="Corbel"/>
                <a:cs typeface="Corbel"/>
              </a:rPr>
              <a:t> </a:t>
            </a:r>
            <a:r>
              <a:rPr sz="1600" spc="-20" dirty="0">
                <a:latin typeface="Corbel"/>
                <a:cs typeface="Corbel"/>
              </a:rPr>
              <a:t>well </a:t>
            </a:r>
            <a:r>
              <a:rPr sz="1600" dirty="0">
                <a:latin typeface="Corbel"/>
                <a:cs typeface="Corbel"/>
              </a:rPr>
              <a:t>known,</a:t>
            </a:r>
            <a:r>
              <a:rPr sz="1600" spc="370" dirty="0">
                <a:latin typeface="Corbel"/>
                <a:cs typeface="Corbel"/>
              </a:rPr>
              <a:t> </a:t>
            </a:r>
            <a:r>
              <a:rPr sz="1600" dirty="0">
                <a:latin typeface="Corbel"/>
                <a:cs typeface="Corbel"/>
              </a:rPr>
              <a:t>to</a:t>
            </a:r>
            <a:r>
              <a:rPr sz="1600" spc="365" dirty="0">
                <a:latin typeface="Corbel"/>
                <a:cs typeface="Corbel"/>
              </a:rPr>
              <a:t> </a:t>
            </a:r>
            <a:r>
              <a:rPr sz="1600" dirty="0">
                <a:latin typeface="Corbel"/>
                <a:cs typeface="Corbel"/>
              </a:rPr>
              <a:t>the</a:t>
            </a:r>
            <a:r>
              <a:rPr sz="1600" spc="375" dirty="0">
                <a:latin typeface="Corbel"/>
                <a:cs typeface="Corbel"/>
              </a:rPr>
              <a:t> </a:t>
            </a:r>
            <a:r>
              <a:rPr sz="1600" dirty="0">
                <a:latin typeface="Corbel"/>
                <a:cs typeface="Corbel"/>
              </a:rPr>
              <a:t>rover,</a:t>
            </a:r>
            <a:r>
              <a:rPr sz="1600" spc="375" dirty="0">
                <a:latin typeface="Corbel"/>
                <a:cs typeface="Corbel"/>
              </a:rPr>
              <a:t> </a:t>
            </a:r>
            <a:r>
              <a:rPr sz="1600" dirty="0">
                <a:latin typeface="Corbel"/>
                <a:cs typeface="Corbel"/>
              </a:rPr>
              <a:t>so</a:t>
            </a:r>
            <a:r>
              <a:rPr sz="1600" spc="365" dirty="0">
                <a:latin typeface="Corbel"/>
                <a:cs typeface="Corbel"/>
              </a:rPr>
              <a:t> </a:t>
            </a:r>
            <a:r>
              <a:rPr sz="1600" dirty="0">
                <a:latin typeface="Corbel"/>
                <a:cs typeface="Corbel"/>
              </a:rPr>
              <a:t>that</a:t>
            </a:r>
            <a:r>
              <a:rPr sz="1600" spc="370" dirty="0">
                <a:latin typeface="Corbel"/>
                <a:cs typeface="Corbel"/>
              </a:rPr>
              <a:t> </a:t>
            </a:r>
            <a:r>
              <a:rPr sz="1600" dirty="0">
                <a:latin typeface="Corbel"/>
                <a:cs typeface="Corbel"/>
              </a:rPr>
              <a:t>the</a:t>
            </a:r>
            <a:r>
              <a:rPr sz="1600" spc="375" dirty="0">
                <a:latin typeface="Corbel"/>
                <a:cs typeface="Corbel"/>
              </a:rPr>
              <a:t> </a:t>
            </a:r>
            <a:r>
              <a:rPr sz="1600" dirty="0">
                <a:latin typeface="Corbel"/>
                <a:cs typeface="Corbel"/>
              </a:rPr>
              <a:t>main</a:t>
            </a:r>
            <a:r>
              <a:rPr sz="1600" spc="375" dirty="0">
                <a:latin typeface="Corbel"/>
                <a:cs typeface="Corbel"/>
              </a:rPr>
              <a:t> </a:t>
            </a:r>
            <a:r>
              <a:rPr sz="1600" dirty="0">
                <a:latin typeface="Corbel"/>
                <a:cs typeface="Corbel"/>
              </a:rPr>
              <a:t>errors</a:t>
            </a:r>
            <a:r>
              <a:rPr sz="1600" spc="375" dirty="0">
                <a:latin typeface="Corbel"/>
                <a:cs typeface="Corbel"/>
              </a:rPr>
              <a:t> </a:t>
            </a:r>
            <a:r>
              <a:rPr sz="1600" dirty="0">
                <a:latin typeface="Corbel"/>
                <a:cs typeface="Corbel"/>
              </a:rPr>
              <a:t>that</a:t>
            </a:r>
            <a:r>
              <a:rPr sz="1600" spc="365" dirty="0">
                <a:latin typeface="Corbel"/>
                <a:cs typeface="Corbel"/>
              </a:rPr>
              <a:t> </a:t>
            </a:r>
            <a:r>
              <a:rPr sz="1600" dirty="0">
                <a:latin typeface="Corbel"/>
                <a:cs typeface="Corbel"/>
              </a:rPr>
              <a:t>drive</a:t>
            </a:r>
            <a:r>
              <a:rPr sz="1600" spc="370" dirty="0">
                <a:latin typeface="Corbel"/>
                <a:cs typeface="Corbel"/>
              </a:rPr>
              <a:t> </a:t>
            </a:r>
            <a:r>
              <a:rPr sz="1600" dirty="0">
                <a:latin typeface="Corbel"/>
                <a:cs typeface="Corbel"/>
              </a:rPr>
              <a:t>the</a:t>
            </a:r>
            <a:r>
              <a:rPr sz="1600" spc="380" dirty="0">
                <a:latin typeface="Corbel"/>
                <a:cs typeface="Corbel"/>
              </a:rPr>
              <a:t> </a:t>
            </a:r>
            <a:r>
              <a:rPr sz="1600" spc="-10" dirty="0">
                <a:latin typeface="Corbel"/>
                <a:cs typeface="Corbel"/>
              </a:rPr>
              <a:t>stand-alone </a:t>
            </a:r>
            <a:r>
              <a:rPr sz="1600" dirty="0">
                <a:latin typeface="Corbel"/>
                <a:cs typeface="Corbel"/>
              </a:rPr>
              <a:t>positioning</a:t>
            </a:r>
            <a:r>
              <a:rPr sz="1600" spc="175" dirty="0">
                <a:latin typeface="Corbel"/>
                <a:cs typeface="Corbel"/>
              </a:rPr>
              <a:t> </a:t>
            </a:r>
            <a:r>
              <a:rPr sz="1600" dirty="0">
                <a:latin typeface="Corbel"/>
                <a:cs typeface="Corbel"/>
              </a:rPr>
              <a:t>cancel</a:t>
            </a:r>
            <a:r>
              <a:rPr sz="1600" spc="175" dirty="0">
                <a:latin typeface="Corbel"/>
                <a:cs typeface="Corbel"/>
              </a:rPr>
              <a:t> </a:t>
            </a:r>
            <a:r>
              <a:rPr sz="1600" dirty="0">
                <a:latin typeface="Corbel"/>
                <a:cs typeface="Corbel"/>
              </a:rPr>
              <a:t>out.</a:t>
            </a:r>
            <a:r>
              <a:rPr sz="1600" spc="180" dirty="0">
                <a:latin typeface="Corbel"/>
                <a:cs typeface="Corbel"/>
              </a:rPr>
              <a:t> </a:t>
            </a:r>
            <a:r>
              <a:rPr sz="1600" dirty="0">
                <a:latin typeface="Corbel"/>
                <a:cs typeface="Corbel"/>
              </a:rPr>
              <a:t>A</a:t>
            </a:r>
            <a:r>
              <a:rPr sz="1600" spc="170" dirty="0">
                <a:latin typeface="Corbel"/>
                <a:cs typeface="Corbel"/>
              </a:rPr>
              <a:t> </a:t>
            </a:r>
            <a:r>
              <a:rPr sz="1600" dirty="0">
                <a:latin typeface="Corbel"/>
                <a:cs typeface="Corbel"/>
              </a:rPr>
              <a:t>RTK</a:t>
            </a:r>
            <a:r>
              <a:rPr sz="1600" spc="170" dirty="0">
                <a:latin typeface="Corbel"/>
                <a:cs typeface="Corbel"/>
              </a:rPr>
              <a:t> </a:t>
            </a:r>
            <a:r>
              <a:rPr sz="1600" dirty="0">
                <a:latin typeface="Corbel"/>
                <a:cs typeface="Corbel"/>
              </a:rPr>
              <a:t>base</a:t>
            </a:r>
            <a:r>
              <a:rPr sz="1600" spc="180" dirty="0">
                <a:latin typeface="Corbel"/>
                <a:cs typeface="Corbel"/>
              </a:rPr>
              <a:t> </a:t>
            </a:r>
            <a:r>
              <a:rPr sz="1600" dirty="0">
                <a:latin typeface="Corbel"/>
                <a:cs typeface="Corbel"/>
              </a:rPr>
              <a:t>station</a:t>
            </a:r>
            <a:r>
              <a:rPr sz="1600" spc="185" dirty="0">
                <a:latin typeface="Corbel"/>
                <a:cs typeface="Corbel"/>
              </a:rPr>
              <a:t> </a:t>
            </a:r>
            <a:r>
              <a:rPr sz="1600" dirty="0">
                <a:latin typeface="Corbel"/>
                <a:cs typeface="Corbel"/>
              </a:rPr>
              <a:t>covers</a:t>
            </a:r>
            <a:r>
              <a:rPr sz="1600" spc="175" dirty="0">
                <a:latin typeface="Corbel"/>
                <a:cs typeface="Corbel"/>
              </a:rPr>
              <a:t> </a:t>
            </a:r>
            <a:r>
              <a:rPr sz="1600" dirty="0">
                <a:latin typeface="Corbel"/>
                <a:cs typeface="Corbel"/>
              </a:rPr>
              <a:t>a</a:t>
            </a:r>
            <a:r>
              <a:rPr sz="1600" spc="180" dirty="0">
                <a:latin typeface="Corbel"/>
                <a:cs typeface="Corbel"/>
              </a:rPr>
              <a:t> </a:t>
            </a:r>
            <a:r>
              <a:rPr sz="1600" dirty="0">
                <a:latin typeface="Corbel"/>
                <a:cs typeface="Corbel"/>
              </a:rPr>
              <a:t>service</a:t>
            </a:r>
            <a:r>
              <a:rPr sz="1600" spc="180" dirty="0">
                <a:latin typeface="Corbel"/>
                <a:cs typeface="Corbel"/>
              </a:rPr>
              <a:t> </a:t>
            </a:r>
            <a:r>
              <a:rPr sz="1600" dirty="0">
                <a:latin typeface="Corbel"/>
                <a:cs typeface="Corbel"/>
              </a:rPr>
              <a:t>area</a:t>
            </a:r>
            <a:r>
              <a:rPr sz="1600" spc="175" dirty="0">
                <a:latin typeface="Corbel"/>
                <a:cs typeface="Corbel"/>
              </a:rPr>
              <a:t> </a:t>
            </a:r>
            <a:r>
              <a:rPr sz="1600" spc="-10" dirty="0">
                <a:latin typeface="Corbel"/>
                <a:cs typeface="Corbel"/>
              </a:rPr>
              <a:t>spreading </a:t>
            </a:r>
            <a:r>
              <a:rPr sz="1600" dirty="0">
                <a:latin typeface="Corbel"/>
                <a:cs typeface="Corbel"/>
              </a:rPr>
              <a:t>about</a:t>
            </a:r>
            <a:r>
              <a:rPr sz="1600" spc="-30" dirty="0">
                <a:latin typeface="Corbel"/>
                <a:cs typeface="Corbel"/>
              </a:rPr>
              <a:t> </a:t>
            </a:r>
            <a:r>
              <a:rPr sz="1600" b="1" u="sng" dirty="0">
                <a:uFill>
                  <a:solidFill>
                    <a:srgbClr val="000000"/>
                  </a:solidFill>
                </a:uFill>
                <a:latin typeface="Corbel"/>
                <a:cs typeface="Corbel"/>
              </a:rPr>
              <a:t>10</a:t>
            </a:r>
            <a:r>
              <a:rPr sz="1600" b="1" u="sng" spc="-35" dirty="0">
                <a:uFill>
                  <a:solidFill>
                    <a:srgbClr val="000000"/>
                  </a:solidFill>
                </a:uFill>
                <a:latin typeface="Corbel"/>
                <a:cs typeface="Corbel"/>
              </a:rPr>
              <a:t> </a:t>
            </a:r>
            <a:r>
              <a:rPr sz="1600" b="1" u="sng" dirty="0">
                <a:uFill>
                  <a:solidFill>
                    <a:srgbClr val="000000"/>
                  </a:solidFill>
                </a:uFill>
                <a:latin typeface="Corbel"/>
                <a:cs typeface="Corbel"/>
              </a:rPr>
              <a:t>or</a:t>
            </a:r>
            <a:r>
              <a:rPr sz="1600" b="1" u="sng" spc="-30" dirty="0">
                <a:uFill>
                  <a:solidFill>
                    <a:srgbClr val="000000"/>
                  </a:solidFill>
                </a:uFill>
                <a:latin typeface="Corbel"/>
                <a:cs typeface="Corbel"/>
              </a:rPr>
              <a:t> </a:t>
            </a:r>
            <a:r>
              <a:rPr sz="1600" b="1" u="sng" dirty="0">
                <a:uFill>
                  <a:solidFill>
                    <a:srgbClr val="000000"/>
                  </a:solidFill>
                </a:uFill>
                <a:latin typeface="Corbel"/>
                <a:cs typeface="Corbel"/>
              </a:rPr>
              <a:t>20</a:t>
            </a:r>
            <a:r>
              <a:rPr sz="1600" b="1" u="sng" spc="-35" dirty="0">
                <a:uFill>
                  <a:solidFill>
                    <a:srgbClr val="000000"/>
                  </a:solidFill>
                </a:uFill>
                <a:latin typeface="Corbel"/>
                <a:cs typeface="Corbel"/>
              </a:rPr>
              <a:t> </a:t>
            </a:r>
            <a:r>
              <a:rPr sz="1600" b="1" u="sng" dirty="0">
                <a:uFill>
                  <a:solidFill>
                    <a:srgbClr val="000000"/>
                  </a:solidFill>
                </a:uFill>
                <a:latin typeface="Corbel"/>
                <a:cs typeface="Corbel"/>
              </a:rPr>
              <a:t>kilometres</a:t>
            </a:r>
            <a:r>
              <a:rPr sz="1600" dirty="0">
                <a:latin typeface="Corbel"/>
                <a:cs typeface="Corbel"/>
              </a:rPr>
              <a:t>,</a:t>
            </a:r>
            <a:r>
              <a:rPr sz="1600" spc="-25" dirty="0">
                <a:latin typeface="Corbel"/>
                <a:cs typeface="Corbel"/>
              </a:rPr>
              <a:t> </a:t>
            </a:r>
            <a:r>
              <a:rPr sz="1600" dirty="0">
                <a:latin typeface="Corbel"/>
                <a:cs typeface="Corbel"/>
              </a:rPr>
              <a:t>and</a:t>
            </a:r>
            <a:r>
              <a:rPr sz="1600" spc="-20" dirty="0">
                <a:latin typeface="Corbel"/>
                <a:cs typeface="Corbel"/>
              </a:rPr>
              <a:t> </a:t>
            </a:r>
            <a:r>
              <a:rPr sz="1600" dirty="0">
                <a:latin typeface="Corbel"/>
                <a:cs typeface="Corbel"/>
              </a:rPr>
              <a:t>a</a:t>
            </a:r>
            <a:r>
              <a:rPr sz="1600" spc="-15" dirty="0">
                <a:latin typeface="Corbel"/>
                <a:cs typeface="Corbel"/>
              </a:rPr>
              <a:t> </a:t>
            </a:r>
            <a:r>
              <a:rPr sz="1600" dirty="0">
                <a:latin typeface="Corbel"/>
                <a:cs typeface="Corbel"/>
              </a:rPr>
              <a:t>real</a:t>
            </a:r>
            <a:r>
              <a:rPr sz="1600" spc="-20" dirty="0">
                <a:latin typeface="Corbel"/>
                <a:cs typeface="Corbel"/>
              </a:rPr>
              <a:t> </a:t>
            </a:r>
            <a:r>
              <a:rPr sz="1600" dirty="0">
                <a:latin typeface="Corbel"/>
                <a:cs typeface="Corbel"/>
              </a:rPr>
              <a:t>time</a:t>
            </a:r>
            <a:r>
              <a:rPr sz="1600" spc="-20" dirty="0">
                <a:latin typeface="Corbel"/>
                <a:cs typeface="Corbel"/>
              </a:rPr>
              <a:t> </a:t>
            </a:r>
            <a:r>
              <a:rPr sz="1600" dirty="0">
                <a:latin typeface="Corbel"/>
                <a:cs typeface="Corbel"/>
              </a:rPr>
              <a:t>communication</a:t>
            </a:r>
            <a:r>
              <a:rPr sz="1600" spc="-25" dirty="0">
                <a:latin typeface="Corbel"/>
                <a:cs typeface="Corbel"/>
              </a:rPr>
              <a:t> </a:t>
            </a:r>
            <a:r>
              <a:rPr sz="1600" dirty="0">
                <a:latin typeface="Corbel"/>
                <a:cs typeface="Corbel"/>
              </a:rPr>
              <a:t>channel</a:t>
            </a:r>
            <a:r>
              <a:rPr sz="1600" spc="-25" dirty="0">
                <a:latin typeface="Corbel"/>
                <a:cs typeface="Corbel"/>
              </a:rPr>
              <a:t> </a:t>
            </a:r>
            <a:r>
              <a:rPr sz="1600" dirty="0">
                <a:latin typeface="Corbel"/>
                <a:cs typeface="Corbel"/>
              </a:rPr>
              <a:t>is</a:t>
            </a:r>
            <a:r>
              <a:rPr sz="1600" spc="-20" dirty="0">
                <a:latin typeface="Corbel"/>
                <a:cs typeface="Corbel"/>
              </a:rPr>
              <a:t> </a:t>
            </a:r>
            <a:r>
              <a:rPr sz="1600" spc="-10" dirty="0">
                <a:latin typeface="Corbel"/>
                <a:cs typeface="Corbel"/>
              </a:rPr>
              <a:t>needed </a:t>
            </a:r>
            <a:r>
              <a:rPr sz="1600" dirty="0">
                <a:latin typeface="Corbel"/>
                <a:cs typeface="Corbel"/>
              </a:rPr>
              <a:t>connecting</a:t>
            </a:r>
            <a:r>
              <a:rPr sz="1600" spc="5" dirty="0">
                <a:latin typeface="Corbel"/>
                <a:cs typeface="Corbel"/>
              </a:rPr>
              <a:t> </a:t>
            </a:r>
            <a:r>
              <a:rPr sz="1600" dirty="0">
                <a:latin typeface="Corbel"/>
                <a:cs typeface="Corbel"/>
              </a:rPr>
              <a:t>base</a:t>
            </a:r>
            <a:r>
              <a:rPr sz="1600" spc="20" dirty="0">
                <a:latin typeface="Corbel"/>
                <a:cs typeface="Corbel"/>
              </a:rPr>
              <a:t> </a:t>
            </a:r>
            <a:r>
              <a:rPr sz="1600" dirty="0">
                <a:latin typeface="Corbel"/>
                <a:cs typeface="Corbel"/>
              </a:rPr>
              <a:t>and</a:t>
            </a:r>
            <a:r>
              <a:rPr sz="1600" spc="20" dirty="0">
                <a:latin typeface="Corbel"/>
                <a:cs typeface="Corbel"/>
              </a:rPr>
              <a:t> </a:t>
            </a:r>
            <a:r>
              <a:rPr sz="1600" dirty="0">
                <a:latin typeface="Corbel"/>
                <a:cs typeface="Corbel"/>
              </a:rPr>
              <a:t>rover.</a:t>
            </a:r>
            <a:r>
              <a:rPr sz="1600" spc="15" dirty="0">
                <a:latin typeface="Corbel"/>
                <a:cs typeface="Corbel"/>
              </a:rPr>
              <a:t> </a:t>
            </a:r>
            <a:r>
              <a:rPr sz="1600" dirty="0">
                <a:latin typeface="Corbel"/>
                <a:cs typeface="Corbel"/>
              </a:rPr>
              <a:t>RTK,</a:t>
            </a:r>
            <a:r>
              <a:rPr sz="1600" spc="15" dirty="0">
                <a:latin typeface="Corbel"/>
                <a:cs typeface="Corbel"/>
              </a:rPr>
              <a:t> </a:t>
            </a:r>
            <a:r>
              <a:rPr sz="1600" dirty="0">
                <a:latin typeface="Corbel"/>
                <a:cs typeface="Corbel"/>
              </a:rPr>
              <a:t>which</a:t>
            </a:r>
            <a:r>
              <a:rPr sz="1600" spc="10" dirty="0">
                <a:latin typeface="Corbel"/>
                <a:cs typeface="Corbel"/>
              </a:rPr>
              <a:t> </a:t>
            </a:r>
            <a:r>
              <a:rPr sz="1600" b="1" u="sng" dirty="0">
                <a:uFill>
                  <a:solidFill>
                    <a:srgbClr val="000000"/>
                  </a:solidFill>
                </a:uFill>
                <a:latin typeface="Corbel"/>
                <a:cs typeface="Corbel"/>
              </a:rPr>
              <a:t>achieves performances</a:t>
            </a:r>
            <a:r>
              <a:rPr sz="1600" b="1" u="sng" spc="-5" dirty="0">
                <a:uFill>
                  <a:solidFill>
                    <a:srgbClr val="000000"/>
                  </a:solidFill>
                </a:uFill>
                <a:latin typeface="Corbel"/>
                <a:cs typeface="Corbel"/>
              </a:rPr>
              <a:t> </a:t>
            </a:r>
            <a:r>
              <a:rPr sz="1600" b="1" u="sng" dirty="0">
                <a:uFill>
                  <a:solidFill>
                    <a:srgbClr val="000000"/>
                  </a:solidFill>
                </a:uFill>
                <a:latin typeface="Corbel"/>
                <a:cs typeface="Corbel"/>
              </a:rPr>
              <a:t>in</a:t>
            </a:r>
            <a:r>
              <a:rPr sz="1600" b="1" u="sng" spc="5" dirty="0">
                <a:uFill>
                  <a:solidFill>
                    <a:srgbClr val="000000"/>
                  </a:solidFill>
                </a:uFill>
                <a:latin typeface="Corbel"/>
                <a:cs typeface="Corbel"/>
              </a:rPr>
              <a:t> </a:t>
            </a:r>
            <a:r>
              <a:rPr sz="1600" b="1" u="sng" dirty="0">
                <a:uFill>
                  <a:solidFill>
                    <a:srgbClr val="000000"/>
                  </a:solidFill>
                </a:uFill>
                <a:latin typeface="Corbel"/>
                <a:cs typeface="Corbel"/>
              </a:rPr>
              <a:t>the</a:t>
            </a:r>
            <a:r>
              <a:rPr sz="1600" b="1" u="sng" spc="10" dirty="0">
                <a:uFill>
                  <a:solidFill>
                    <a:srgbClr val="000000"/>
                  </a:solidFill>
                </a:uFill>
                <a:latin typeface="Corbel"/>
                <a:cs typeface="Corbel"/>
              </a:rPr>
              <a:t> </a:t>
            </a:r>
            <a:r>
              <a:rPr sz="1600" b="1" u="sng" spc="-10" dirty="0">
                <a:uFill>
                  <a:solidFill>
                    <a:srgbClr val="000000"/>
                  </a:solidFill>
                </a:uFill>
                <a:latin typeface="Corbel"/>
                <a:cs typeface="Corbel"/>
              </a:rPr>
              <a:t>range</a:t>
            </a:r>
            <a:r>
              <a:rPr sz="1600" b="1" spc="-10" dirty="0">
                <a:latin typeface="Corbel"/>
                <a:cs typeface="Corbel"/>
              </a:rPr>
              <a:t> </a:t>
            </a:r>
            <a:r>
              <a:rPr sz="1600" b="1" u="sng" dirty="0">
                <a:uFill>
                  <a:solidFill>
                    <a:srgbClr val="000000"/>
                  </a:solidFill>
                </a:uFill>
                <a:latin typeface="Corbel"/>
                <a:cs typeface="Corbel"/>
              </a:rPr>
              <a:t>of</a:t>
            </a:r>
            <a:r>
              <a:rPr sz="1600" b="1" u="sng" spc="204" dirty="0">
                <a:uFill>
                  <a:solidFill>
                    <a:srgbClr val="000000"/>
                  </a:solidFill>
                </a:uFill>
                <a:latin typeface="Corbel"/>
                <a:cs typeface="Corbel"/>
              </a:rPr>
              <a:t>  </a:t>
            </a:r>
            <a:r>
              <a:rPr sz="1600" b="1" u="sng" dirty="0">
                <a:uFill>
                  <a:solidFill>
                    <a:srgbClr val="000000"/>
                  </a:solidFill>
                </a:uFill>
                <a:latin typeface="Corbel"/>
                <a:cs typeface="Corbel"/>
              </a:rPr>
              <a:t>a</a:t>
            </a:r>
            <a:r>
              <a:rPr sz="1600" b="1" u="sng" spc="210" dirty="0">
                <a:uFill>
                  <a:solidFill>
                    <a:srgbClr val="000000"/>
                  </a:solidFill>
                </a:uFill>
                <a:latin typeface="Corbel"/>
                <a:cs typeface="Corbel"/>
              </a:rPr>
              <a:t>  </a:t>
            </a:r>
            <a:r>
              <a:rPr sz="1600" b="1" u="sng" dirty="0">
                <a:uFill>
                  <a:solidFill>
                    <a:srgbClr val="000000"/>
                  </a:solidFill>
                </a:uFill>
                <a:latin typeface="Corbel"/>
                <a:cs typeface="Corbel"/>
              </a:rPr>
              <a:t>few</a:t>
            </a:r>
            <a:r>
              <a:rPr sz="1600" b="1" u="sng" spc="210" dirty="0">
                <a:uFill>
                  <a:solidFill>
                    <a:srgbClr val="000000"/>
                  </a:solidFill>
                </a:uFill>
                <a:latin typeface="Corbel"/>
                <a:cs typeface="Corbel"/>
              </a:rPr>
              <a:t>  </a:t>
            </a:r>
            <a:r>
              <a:rPr sz="1600" b="1" u="sng" dirty="0">
                <a:uFill>
                  <a:solidFill>
                    <a:srgbClr val="000000"/>
                  </a:solidFill>
                </a:uFill>
                <a:latin typeface="Corbel"/>
                <a:cs typeface="Corbel"/>
              </a:rPr>
              <a:t>centimetres</a:t>
            </a:r>
            <a:r>
              <a:rPr sz="1600" dirty="0">
                <a:latin typeface="Corbel"/>
                <a:cs typeface="Corbel"/>
              </a:rPr>
              <a:t>,</a:t>
            </a:r>
            <a:r>
              <a:rPr sz="1600" spc="225" dirty="0">
                <a:latin typeface="Corbel"/>
                <a:cs typeface="Corbel"/>
              </a:rPr>
              <a:t>  </a:t>
            </a:r>
            <a:r>
              <a:rPr sz="1600" dirty="0">
                <a:latin typeface="Corbel"/>
                <a:cs typeface="Corbel"/>
              </a:rPr>
              <a:t>is</a:t>
            </a:r>
            <a:r>
              <a:rPr sz="1600" spc="220" dirty="0">
                <a:latin typeface="Corbel"/>
                <a:cs typeface="Corbel"/>
              </a:rPr>
              <a:t>  </a:t>
            </a:r>
            <a:r>
              <a:rPr sz="1600" dirty="0">
                <a:latin typeface="Corbel"/>
                <a:cs typeface="Corbel"/>
              </a:rPr>
              <a:t>a</a:t>
            </a:r>
            <a:r>
              <a:rPr sz="1600" spc="225" dirty="0">
                <a:latin typeface="Corbel"/>
                <a:cs typeface="Corbel"/>
              </a:rPr>
              <a:t>  </a:t>
            </a:r>
            <a:r>
              <a:rPr sz="1600" dirty="0">
                <a:latin typeface="Corbel"/>
                <a:cs typeface="Corbel"/>
              </a:rPr>
              <a:t>technique</a:t>
            </a:r>
            <a:r>
              <a:rPr sz="1600" spc="225" dirty="0">
                <a:latin typeface="Corbel"/>
                <a:cs typeface="Corbel"/>
              </a:rPr>
              <a:t>  </a:t>
            </a:r>
            <a:r>
              <a:rPr sz="1600" dirty="0">
                <a:latin typeface="Corbel"/>
                <a:cs typeface="Corbel"/>
              </a:rPr>
              <a:t>commonly</a:t>
            </a:r>
            <a:r>
              <a:rPr sz="1600" spc="215" dirty="0">
                <a:latin typeface="Corbel"/>
                <a:cs typeface="Corbel"/>
              </a:rPr>
              <a:t>  </a:t>
            </a:r>
            <a:r>
              <a:rPr sz="1600" dirty="0">
                <a:latin typeface="Corbel"/>
                <a:cs typeface="Corbel"/>
              </a:rPr>
              <a:t>used</a:t>
            </a:r>
            <a:r>
              <a:rPr sz="1600" spc="229" dirty="0">
                <a:latin typeface="Corbel"/>
                <a:cs typeface="Corbel"/>
              </a:rPr>
              <a:t>  </a:t>
            </a:r>
            <a:r>
              <a:rPr sz="1600" dirty="0">
                <a:latin typeface="Corbel"/>
                <a:cs typeface="Corbel"/>
              </a:rPr>
              <a:t>in</a:t>
            </a:r>
            <a:r>
              <a:rPr sz="1600" spc="225" dirty="0">
                <a:latin typeface="Corbel"/>
                <a:cs typeface="Corbel"/>
              </a:rPr>
              <a:t>  </a:t>
            </a:r>
            <a:r>
              <a:rPr sz="1600" spc="-10" dirty="0">
                <a:latin typeface="Corbel"/>
                <a:cs typeface="Corbel"/>
              </a:rPr>
              <a:t>surveying applications.</a:t>
            </a:r>
            <a:endParaRPr sz="1600" dirty="0">
              <a:latin typeface="Corbel"/>
              <a:cs typeface="Corbel"/>
            </a:endParaRPr>
          </a:p>
          <a:p>
            <a:pPr marL="755015" lvl="1" indent="-285115">
              <a:lnSpc>
                <a:spcPct val="100000"/>
              </a:lnSpc>
              <a:spcBef>
                <a:spcPts val="985"/>
              </a:spcBef>
              <a:buFont typeface="Arial MT"/>
              <a:buChar char="•"/>
              <a:tabLst>
                <a:tab pos="755015" algn="l"/>
              </a:tabLst>
            </a:pPr>
            <a:r>
              <a:rPr sz="1600" dirty="0">
                <a:latin typeface="Corbel"/>
                <a:cs typeface="Corbel"/>
              </a:rPr>
              <a:t>The</a:t>
            </a:r>
            <a:r>
              <a:rPr sz="1600" spc="-30" dirty="0">
                <a:latin typeface="Corbel"/>
                <a:cs typeface="Corbel"/>
              </a:rPr>
              <a:t> </a:t>
            </a:r>
            <a:r>
              <a:rPr sz="1600" dirty="0">
                <a:latin typeface="Corbel"/>
                <a:cs typeface="Corbel"/>
              </a:rPr>
              <a:t>main</a:t>
            </a:r>
            <a:r>
              <a:rPr sz="1600" spc="-20" dirty="0">
                <a:latin typeface="Corbel"/>
                <a:cs typeface="Corbel"/>
              </a:rPr>
              <a:t> </a:t>
            </a:r>
            <a:r>
              <a:rPr sz="1600" dirty="0">
                <a:latin typeface="Corbel"/>
                <a:cs typeface="Corbel"/>
              </a:rPr>
              <a:t>limitations</a:t>
            </a:r>
            <a:r>
              <a:rPr sz="1600" spc="-25" dirty="0">
                <a:latin typeface="Corbel"/>
                <a:cs typeface="Corbel"/>
              </a:rPr>
              <a:t> </a:t>
            </a:r>
            <a:r>
              <a:rPr sz="1600" dirty="0">
                <a:latin typeface="Corbel"/>
                <a:cs typeface="Corbel"/>
              </a:rPr>
              <a:t>of</a:t>
            </a:r>
            <a:r>
              <a:rPr sz="1600" spc="-25" dirty="0">
                <a:latin typeface="Corbel"/>
                <a:cs typeface="Corbel"/>
              </a:rPr>
              <a:t> </a:t>
            </a:r>
            <a:r>
              <a:rPr sz="1600" dirty="0">
                <a:latin typeface="Corbel"/>
                <a:cs typeface="Corbel"/>
              </a:rPr>
              <a:t>RTK</a:t>
            </a:r>
            <a:r>
              <a:rPr sz="1600" spc="-35" dirty="0">
                <a:latin typeface="Corbel"/>
                <a:cs typeface="Corbel"/>
              </a:rPr>
              <a:t> </a:t>
            </a:r>
            <a:r>
              <a:rPr sz="1600" dirty="0">
                <a:latin typeface="Corbel"/>
                <a:cs typeface="Corbel"/>
              </a:rPr>
              <a:t>are</a:t>
            </a:r>
            <a:r>
              <a:rPr sz="1600" spc="-25" dirty="0">
                <a:latin typeface="Corbel"/>
                <a:cs typeface="Corbel"/>
              </a:rPr>
              <a:t> </a:t>
            </a:r>
            <a:r>
              <a:rPr sz="1600" dirty="0">
                <a:latin typeface="Corbel"/>
                <a:cs typeface="Corbel"/>
              </a:rPr>
              <a:t>as</a:t>
            </a:r>
            <a:r>
              <a:rPr sz="1600" spc="-25" dirty="0">
                <a:latin typeface="Corbel"/>
                <a:cs typeface="Corbel"/>
              </a:rPr>
              <a:t> </a:t>
            </a:r>
            <a:r>
              <a:rPr sz="1600" spc="-10" dirty="0">
                <a:latin typeface="Corbel"/>
                <a:cs typeface="Corbel"/>
              </a:rPr>
              <a:t>follows:</a:t>
            </a:r>
            <a:endParaRPr sz="1600" dirty="0">
              <a:latin typeface="Corbel"/>
              <a:cs typeface="Corbel"/>
            </a:endParaRPr>
          </a:p>
        </p:txBody>
      </p:sp>
      <p:pic>
        <p:nvPicPr>
          <p:cNvPr id="8" name="object 8"/>
          <p:cNvPicPr/>
          <p:nvPr/>
        </p:nvPicPr>
        <p:blipFill>
          <a:blip r:embed="rId4" cstate="print"/>
          <a:stretch>
            <a:fillRect/>
          </a:stretch>
        </p:blipFill>
        <p:spPr>
          <a:xfrm>
            <a:off x="9087270" y="1321928"/>
            <a:ext cx="2639860" cy="2106050"/>
          </a:xfrm>
          <a:prstGeom prst="rect">
            <a:avLst/>
          </a:prstGeom>
        </p:spPr>
      </p:pic>
      <p:pic>
        <p:nvPicPr>
          <p:cNvPr id="9" name="object 9"/>
          <p:cNvPicPr/>
          <p:nvPr/>
        </p:nvPicPr>
        <p:blipFill>
          <a:blip r:embed="rId5" cstate="print"/>
          <a:stretch>
            <a:fillRect/>
          </a:stretch>
        </p:blipFill>
        <p:spPr>
          <a:xfrm>
            <a:off x="9207717" y="3980071"/>
            <a:ext cx="2481959" cy="2481959"/>
          </a:xfrm>
          <a:prstGeom prst="rect">
            <a:avLst/>
          </a:prstGeom>
        </p:spPr>
      </p:pic>
      <p:sp>
        <p:nvSpPr>
          <p:cNvPr id="10" name="object 10"/>
          <p:cNvSpPr txBox="1"/>
          <p:nvPr/>
        </p:nvSpPr>
        <p:spPr>
          <a:xfrm>
            <a:off x="11964048" y="6575044"/>
            <a:ext cx="148590" cy="177800"/>
          </a:xfrm>
          <a:prstGeom prst="rect">
            <a:avLst/>
          </a:prstGeom>
        </p:spPr>
        <p:txBody>
          <a:bodyPr vert="horz" wrap="square" lIns="0" tIns="12700" rIns="0" bIns="0" rtlCol="0">
            <a:spAutoFit/>
          </a:bodyPr>
          <a:lstStyle/>
          <a:p>
            <a:pPr marL="12700">
              <a:lnSpc>
                <a:spcPct val="100000"/>
              </a:lnSpc>
              <a:spcBef>
                <a:spcPts val="100"/>
              </a:spcBef>
            </a:pPr>
            <a:r>
              <a:rPr sz="1000" spc="-25" dirty="0">
                <a:latin typeface="Corbel"/>
                <a:cs typeface="Corbel"/>
              </a:rPr>
              <a:t>14</a:t>
            </a:r>
            <a:endParaRPr sz="1000">
              <a:latin typeface="Corbel"/>
              <a:cs typeface="Corbe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63049" y="607059"/>
            <a:ext cx="9621520" cy="1741805"/>
          </a:xfrm>
          <a:prstGeom prst="rect">
            <a:avLst/>
          </a:prstGeom>
        </p:spPr>
        <p:txBody>
          <a:bodyPr vert="horz" wrap="square" lIns="0" tIns="137795" rIns="0" bIns="0" rtlCol="0">
            <a:spAutoFit/>
          </a:bodyPr>
          <a:lstStyle/>
          <a:p>
            <a:pPr marL="144145" indent="-131445">
              <a:lnSpc>
                <a:spcPct val="100000"/>
              </a:lnSpc>
              <a:spcBef>
                <a:spcPts val="1085"/>
              </a:spcBef>
              <a:buFont typeface="Corbel"/>
              <a:buChar char="•"/>
              <a:tabLst>
                <a:tab pos="144145" algn="l"/>
              </a:tabLst>
            </a:pPr>
            <a:r>
              <a:rPr sz="1600" b="1" u="sng" spc="-10" dirty="0">
                <a:uFill>
                  <a:solidFill>
                    <a:srgbClr val="000000"/>
                  </a:solidFill>
                </a:uFill>
                <a:latin typeface="Corbel"/>
                <a:cs typeface="Corbel"/>
              </a:rPr>
              <a:t>Wide</a:t>
            </a:r>
            <a:r>
              <a:rPr sz="1600" b="1" u="sng" spc="-75" dirty="0">
                <a:uFill>
                  <a:solidFill>
                    <a:srgbClr val="000000"/>
                  </a:solidFill>
                </a:uFill>
                <a:latin typeface="Corbel"/>
                <a:cs typeface="Corbel"/>
              </a:rPr>
              <a:t> </a:t>
            </a:r>
            <a:r>
              <a:rPr sz="1600" b="1" u="sng" dirty="0">
                <a:uFill>
                  <a:solidFill>
                    <a:srgbClr val="000000"/>
                  </a:solidFill>
                </a:uFill>
                <a:latin typeface="Corbel"/>
                <a:cs typeface="Corbel"/>
              </a:rPr>
              <a:t>Area</a:t>
            </a:r>
            <a:r>
              <a:rPr sz="1600" b="1" u="sng" spc="-40" dirty="0">
                <a:uFill>
                  <a:solidFill>
                    <a:srgbClr val="000000"/>
                  </a:solidFill>
                </a:uFill>
                <a:latin typeface="Corbel"/>
                <a:cs typeface="Corbel"/>
              </a:rPr>
              <a:t> </a:t>
            </a:r>
            <a:r>
              <a:rPr sz="1600" b="1" u="sng" dirty="0">
                <a:uFill>
                  <a:solidFill>
                    <a:srgbClr val="000000"/>
                  </a:solidFill>
                </a:uFill>
                <a:latin typeface="Corbel"/>
                <a:cs typeface="Corbel"/>
              </a:rPr>
              <a:t>Kinematics</a:t>
            </a:r>
            <a:r>
              <a:rPr sz="1600" b="1" u="sng" spc="-25" dirty="0">
                <a:uFill>
                  <a:solidFill>
                    <a:srgbClr val="000000"/>
                  </a:solidFill>
                </a:uFill>
                <a:latin typeface="Corbel"/>
                <a:cs typeface="Corbel"/>
              </a:rPr>
              <a:t> </a:t>
            </a:r>
            <a:r>
              <a:rPr sz="1600" b="1" u="sng" spc="-10" dirty="0">
                <a:uFill>
                  <a:solidFill>
                    <a:srgbClr val="000000"/>
                  </a:solidFill>
                </a:uFill>
                <a:latin typeface="Corbel"/>
                <a:cs typeface="Corbel"/>
              </a:rPr>
              <a:t>(WARTK)</a:t>
            </a:r>
            <a:endParaRPr sz="1600">
              <a:latin typeface="Corbel"/>
              <a:cs typeface="Corbel"/>
            </a:endParaRPr>
          </a:p>
          <a:p>
            <a:pPr marL="755650" marR="5080" lvl="1" indent="-285750">
              <a:lnSpc>
                <a:spcPct val="100299"/>
              </a:lnSpc>
              <a:spcBef>
                <a:spcPts val="975"/>
              </a:spcBef>
              <a:buFont typeface="Arial MT"/>
              <a:buChar char="•"/>
              <a:tabLst>
                <a:tab pos="755650" algn="l"/>
              </a:tabLst>
            </a:pPr>
            <a:r>
              <a:rPr sz="1600" dirty="0">
                <a:latin typeface="Corbel"/>
                <a:cs typeface="Corbel"/>
              </a:rPr>
              <a:t>Starting</a:t>
            </a:r>
            <a:r>
              <a:rPr sz="1600" spc="-50" dirty="0">
                <a:latin typeface="Corbel"/>
                <a:cs typeface="Corbel"/>
              </a:rPr>
              <a:t> </a:t>
            </a:r>
            <a:r>
              <a:rPr sz="1600" dirty="0">
                <a:latin typeface="Corbel"/>
                <a:cs typeface="Corbel"/>
              </a:rPr>
              <a:t>in</a:t>
            </a:r>
            <a:r>
              <a:rPr sz="1600" spc="-20" dirty="0">
                <a:latin typeface="Corbel"/>
                <a:cs typeface="Corbel"/>
              </a:rPr>
              <a:t> </a:t>
            </a:r>
            <a:r>
              <a:rPr sz="1600" dirty="0">
                <a:latin typeface="Corbel"/>
                <a:cs typeface="Corbel"/>
              </a:rPr>
              <a:t>late</a:t>
            </a:r>
            <a:r>
              <a:rPr sz="1600" spc="-25" dirty="0">
                <a:latin typeface="Corbel"/>
                <a:cs typeface="Corbel"/>
              </a:rPr>
              <a:t> </a:t>
            </a:r>
            <a:r>
              <a:rPr sz="1600" dirty="0">
                <a:latin typeface="Corbel"/>
                <a:cs typeface="Corbel"/>
              </a:rPr>
              <a:t>90's</a:t>
            </a:r>
            <a:r>
              <a:rPr sz="1600" spc="-20" dirty="0">
                <a:latin typeface="Corbel"/>
                <a:cs typeface="Corbel"/>
              </a:rPr>
              <a:t> </a:t>
            </a:r>
            <a:r>
              <a:rPr sz="1600" dirty="0">
                <a:latin typeface="Corbel"/>
                <a:cs typeface="Corbel"/>
              </a:rPr>
              <a:t>until</a:t>
            </a:r>
            <a:r>
              <a:rPr sz="1600" spc="-25" dirty="0">
                <a:latin typeface="Corbel"/>
                <a:cs typeface="Corbel"/>
              </a:rPr>
              <a:t> </a:t>
            </a:r>
            <a:r>
              <a:rPr sz="1600" dirty="0">
                <a:latin typeface="Corbel"/>
                <a:cs typeface="Corbel"/>
              </a:rPr>
              <a:t>nowadays,</a:t>
            </a:r>
            <a:r>
              <a:rPr sz="1600" spc="-25"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group</a:t>
            </a:r>
            <a:r>
              <a:rPr sz="1600" spc="-15" dirty="0">
                <a:latin typeface="Corbel"/>
                <a:cs typeface="Corbel"/>
              </a:rPr>
              <a:t> </a:t>
            </a:r>
            <a:r>
              <a:rPr sz="1600" dirty="0">
                <a:latin typeface="Corbel"/>
                <a:cs typeface="Corbel"/>
              </a:rPr>
              <a:t>gAGE/UPC</a:t>
            </a:r>
            <a:r>
              <a:rPr sz="1600" spc="-35" dirty="0">
                <a:latin typeface="Corbel"/>
                <a:cs typeface="Corbel"/>
              </a:rPr>
              <a:t> </a:t>
            </a:r>
            <a:r>
              <a:rPr sz="1600" dirty="0">
                <a:latin typeface="Corbel"/>
                <a:cs typeface="Corbel"/>
              </a:rPr>
              <a:t>has</a:t>
            </a:r>
            <a:r>
              <a:rPr sz="1600" spc="-25" dirty="0">
                <a:latin typeface="Corbel"/>
                <a:cs typeface="Corbel"/>
              </a:rPr>
              <a:t> </a:t>
            </a:r>
            <a:r>
              <a:rPr sz="1600" dirty="0">
                <a:latin typeface="Corbel"/>
                <a:cs typeface="Corbel"/>
              </a:rPr>
              <a:t>developed</a:t>
            </a:r>
            <a:r>
              <a:rPr sz="1600" spc="-15" dirty="0">
                <a:latin typeface="Corbel"/>
                <a:cs typeface="Corbel"/>
              </a:rPr>
              <a:t> </a:t>
            </a:r>
            <a:r>
              <a:rPr sz="1600" spc="-10" dirty="0">
                <a:latin typeface="Corbel"/>
                <a:cs typeface="Corbel"/>
              </a:rPr>
              <a:t>the</a:t>
            </a:r>
            <a:r>
              <a:rPr sz="1600" spc="-80" dirty="0">
                <a:latin typeface="Corbel"/>
                <a:cs typeface="Corbel"/>
              </a:rPr>
              <a:t> </a:t>
            </a:r>
            <a:r>
              <a:rPr sz="1600" spc="-10" dirty="0">
                <a:latin typeface="Corbel"/>
                <a:cs typeface="Corbel"/>
              </a:rPr>
              <a:t>Wide-</a:t>
            </a:r>
            <a:r>
              <a:rPr sz="1600" dirty="0">
                <a:latin typeface="Corbel"/>
                <a:cs typeface="Corbel"/>
              </a:rPr>
              <a:t>Area</a:t>
            </a:r>
            <a:r>
              <a:rPr sz="1600" spc="-25" dirty="0">
                <a:latin typeface="Corbel"/>
                <a:cs typeface="Corbel"/>
              </a:rPr>
              <a:t> </a:t>
            </a:r>
            <a:r>
              <a:rPr sz="1600" spc="-40" dirty="0">
                <a:latin typeface="Corbel"/>
                <a:cs typeface="Corbel"/>
              </a:rPr>
              <a:t>Real-</a:t>
            </a:r>
            <a:r>
              <a:rPr sz="1600" spc="-20" dirty="0">
                <a:latin typeface="Corbel"/>
                <a:cs typeface="Corbel"/>
              </a:rPr>
              <a:t>Time </a:t>
            </a:r>
            <a:r>
              <a:rPr sz="1600" dirty="0">
                <a:latin typeface="Corbel"/>
                <a:cs typeface="Corbel"/>
              </a:rPr>
              <a:t>Kinematics</a:t>
            </a:r>
            <a:r>
              <a:rPr sz="1600" spc="-25" dirty="0">
                <a:latin typeface="Corbel"/>
                <a:cs typeface="Corbel"/>
              </a:rPr>
              <a:t> </a:t>
            </a:r>
            <a:r>
              <a:rPr sz="1600" spc="-10" dirty="0">
                <a:latin typeface="Corbel"/>
                <a:cs typeface="Corbel"/>
              </a:rPr>
              <a:t>(WARTK)</a:t>
            </a:r>
            <a:r>
              <a:rPr sz="1600" spc="-30" dirty="0">
                <a:latin typeface="Corbel"/>
                <a:cs typeface="Corbel"/>
              </a:rPr>
              <a:t> </a:t>
            </a:r>
            <a:r>
              <a:rPr sz="1600" dirty="0">
                <a:latin typeface="Corbel"/>
                <a:cs typeface="Corbel"/>
              </a:rPr>
              <a:t>technique,</a:t>
            </a:r>
            <a:r>
              <a:rPr sz="1600" spc="-25" dirty="0">
                <a:latin typeface="Corbel"/>
                <a:cs typeface="Corbel"/>
              </a:rPr>
              <a:t> </a:t>
            </a:r>
            <a:r>
              <a:rPr sz="1600" dirty="0">
                <a:latin typeface="Corbel"/>
                <a:cs typeface="Corbel"/>
              </a:rPr>
              <a:t>which</a:t>
            </a:r>
            <a:r>
              <a:rPr sz="1600" spc="-25" dirty="0">
                <a:latin typeface="Corbel"/>
                <a:cs typeface="Corbel"/>
              </a:rPr>
              <a:t> </a:t>
            </a:r>
            <a:r>
              <a:rPr sz="1600" dirty="0">
                <a:latin typeface="Corbel"/>
                <a:cs typeface="Corbel"/>
              </a:rPr>
              <a:t>allows</a:t>
            </a:r>
            <a:r>
              <a:rPr sz="1600" spc="-25"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extension</a:t>
            </a:r>
            <a:r>
              <a:rPr sz="1600" spc="-15" dirty="0">
                <a:latin typeface="Corbel"/>
                <a:cs typeface="Corbel"/>
              </a:rPr>
              <a:t> </a:t>
            </a:r>
            <a:r>
              <a:rPr sz="1600" dirty="0">
                <a:latin typeface="Corbel"/>
                <a:cs typeface="Corbel"/>
              </a:rPr>
              <a:t>of</a:t>
            </a:r>
            <a:r>
              <a:rPr sz="1600" spc="-25" dirty="0">
                <a:latin typeface="Corbel"/>
                <a:cs typeface="Corbel"/>
              </a:rPr>
              <a:t> </a:t>
            </a:r>
            <a:r>
              <a:rPr sz="1600" dirty="0">
                <a:latin typeface="Corbel"/>
                <a:cs typeface="Corbel"/>
              </a:rPr>
              <a:t>local</a:t>
            </a:r>
            <a:r>
              <a:rPr sz="1600" spc="-25" dirty="0">
                <a:latin typeface="Corbel"/>
                <a:cs typeface="Corbel"/>
              </a:rPr>
              <a:t> </a:t>
            </a:r>
            <a:r>
              <a:rPr sz="1600" dirty="0">
                <a:latin typeface="Corbel"/>
                <a:cs typeface="Corbel"/>
              </a:rPr>
              <a:t>services</a:t>
            </a:r>
            <a:r>
              <a:rPr sz="1600" spc="-25" dirty="0">
                <a:latin typeface="Corbel"/>
                <a:cs typeface="Corbel"/>
              </a:rPr>
              <a:t> </a:t>
            </a:r>
            <a:r>
              <a:rPr sz="1600" dirty="0">
                <a:latin typeface="Corbel"/>
                <a:cs typeface="Corbel"/>
              </a:rPr>
              <a:t>based</a:t>
            </a:r>
            <a:r>
              <a:rPr sz="1600" spc="-15" dirty="0">
                <a:latin typeface="Corbel"/>
                <a:cs typeface="Corbel"/>
              </a:rPr>
              <a:t> </a:t>
            </a:r>
            <a:r>
              <a:rPr sz="1600" dirty="0">
                <a:latin typeface="Corbel"/>
                <a:cs typeface="Corbel"/>
              </a:rPr>
              <a:t>on</a:t>
            </a:r>
            <a:r>
              <a:rPr sz="1600" spc="-20" dirty="0">
                <a:latin typeface="Corbel"/>
                <a:cs typeface="Corbel"/>
              </a:rPr>
              <a:t> </a:t>
            </a:r>
            <a:r>
              <a:rPr sz="1600" dirty="0">
                <a:latin typeface="Corbel"/>
                <a:cs typeface="Corbel"/>
              </a:rPr>
              <a:t>the</a:t>
            </a:r>
            <a:r>
              <a:rPr sz="1600" spc="-25" dirty="0">
                <a:latin typeface="Corbel"/>
                <a:cs typeface="Corbel"/>
              </a:rPr>
              <a:t> </a:t>
            </a:r>
            <a:r>
              <a:rPr sz="1600" spc="-20" dirty="0">
                <a:latin typeface="Corbel"/>
                <a:cs typeface="Corbel"/>
              </a:rPr>
              <a:t>real-</a:t>
            </a:r>
            <a:r>
              <a:rPr sz="1600" dirty="0">
                <a:latin typeface="Corbel"/>
                <a:cs typeface="Corbel"/>
              </a:rPr>
              <a:t>time</a:t>
            </a:r>
            <a:r>
              <a:rPr sz="1600" spc="-25" dirty="0">
                <a:latin typeface="Corbel"/>
                <a:cs typeface="Corbel"/>
              </a:rPr>
              <a:t> </a:t>
            </a:r>
            <a:r>
              <a:rPr sz="1600" spc="-10" dirty="0">
                <a:latin typeface="Corbel"/>
                <a:cs typeface="Corbel"/>
              </a:rPr>
              <a:t>carrier </a:t>
            </a:r>
            <a:r>
              <a:rPr sz="1600" dirty="0">
                <a:latin typeface="Corbel"/>
                <a:cs typeface="Corbel"/>
              </a:rPr>
              <a:t>phase</a:t>
            </a:r>
            <a:r>
              <a:rPr sz="1600" spc="-30" dirty="0">
                <a:latin typeface="Corbel"/>
                <a:cs typeface="Corbel"/>
              </a:rPr>
              <a:t> </a:t>
            </a:r>
            <a:r>
              <a:rPr sz="1600" dirty="0">
                <a:latin typeface="Corbel"/>
                <a:cs typeface="Corbel"/>
              </a:rPr>
              <a:t>ambiguity</a:t>
            </a:r>
            <a:r>
              <a:rPr sz="1600" spc="-35" dirty="0">
                <a:latin typeface="Corbel"/>
                <a:cs typeface="Corbel"/>
              </a:rPr>
              <a:t> </a:t>
            </a:r>
            <a:r>
              <a:rPr sz="1600" dirty="0">
                <a:latin typeface="Corbel"/>
                <a:cs typeface="Corbel"/>
              </a:rPr>
              <a:t>resolution</a:t>
            </a:r>
            <a:r>
              <a:rPr sz="1600" spc="-25" dirty="0">
                <a:latin typeface="Corbel"/>
                <a:cs typeface="Corbel"/>
              </a:rPr>
              <a:t> </a:t>
            </a:r>
            <a:r>
              <a:rPr sz="1600" dirty="0">
                <a:latin typeface="Corbel"/>
                <a:cs typeface="Corbel"/>
              </a:rPr>
              <a:t>to</a:t>
            </a:r>
            <a:r>
              <a:rPr sz="1600" spc="-30" dirty="0">
                <a:latin typeface="Corbel"/>
                <a:cs typeface="Corbel"/>
              </a:rPr>
              <a:t> </a:t>
            </a:r>
            <a:r>
              <a:rPr sz="1600" spc="-10" dirty="0">
                <a:latin typeface="Corbel"/>
                <a:cs typeface="Corbel"/>
              </a:rPr>
              <a:t>wide-</a:t>
            </a:r>
            <a:r>
              <a:rPr sz="1600" dirty="0">
                <a:latin typeface="Corbel"/>
                <a:cs typeface="Corbel"/>
              </a:rPr>
              <a:t>area</a:t>
            </a:r>
            <a:r>
              <a:rPr sz="1600" spc="-30" dirty="0">
                <a:latin typeface="Corbel"/>
                <a:cs typeface="Corbel"/>
              </a:rPr>
              <a:t> </a:t>
            </a:r>
            <a:r>
              <a:rPr sz="1600" dirty="0">
                <a:latin typeface="Corbel"/>
                <a:cs typeface="Corbel"/>
              </a:rPr>
              <a:t>scale</a:t>
            </a:r>
            <a:r>
              <a:rPr sz="1600" spc="-25" dirty="0">
                <a:latin typeface="Corbel"/>
                <a:cs typeface="Corbel"/>
              </a:rPr>
              <a:t> </a:t>
            </a:r>
            <a:r>
              <a:rPr sz="1600" dirty="0">
                <a:latin typeface="Corbel"/>
                <a:cs typeface="Corbel"/>
              </a:rPr>
              <a:t>(i.e.</a:t>
            </a:r>
            <a:r>
              <a:rPr sz="1600" spc="-30" dirty="0">
                <a:latin typeface="Corbel"/>
                <a:cs typeface="Corbel"/>
              </a:rPr>
              <a:t> </a:t>
            </a:r>
            <a:r>
              <a:rPr sz="1600" dirty="0">
                <a:latin typeface="Corbel"/>
                <a:cs typeface="Corbel"/>
              </a:rPr>
              <a:t>baselines</a:t>
            </a:r>
            <a:r>
              <a:rPr sz="1600" spc="-25" dirty="0">
                <a:latin typeface="Corbel"/>
                <a:cs typeface="Corbel"/>
              </a:rPr>
              <a:t> </a:t>
            </a:r>
            <a:r>
              <a:rPr sz="1600" dirty="0">
                <a:latin typeface="Corbel"/>
                <a:cs typeface="Corbel"/>
              </a:rPr>
              <a:t>between</a:t>
            </a:r>
            <a:r>
              <a:rPr sz="1600" spc="-25"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rover</a:t>
            </a:r>
            <a:r>
              <a:rPr sz="1600" spc="-30" dirty="0">
                <a:latin typeface="Corbel"/>
                <a:cs typeface="Corbel"/>
              </a:rPr>
              <a:t> </a:t>
            </a:r>
            <a:r>
              <a:rPr sz="1600" dirty="0">
                <a:latin typeface="Corbel"/>
                <a:cs typeface="Corbel"/>
              </a:rPr>
              <a:t>and</a:t>
            </a:r>
            <a:r>
              <a:rPr sz="1600" spc="-20" dirty="0">
                <a:latin typeface="Corbel"/>
                <a:cs typeface="Corbel"/>
              </a:rPr>
              <a:t> </a:t>
            </a:r>
            <a:r>
              <a:rPr sz="1600" dirty="0">
                <a:latin typeface="Corbel"/>
                <a:cs typeface="Corbel"/>
              </a:rPr>
              <a:t>reference</a:t>
            </a:r>
            <a:r>
              <a:rPr sz="1600" spc="-30" dirty="0">
                <a:latin typeface="Corbel"/>
                <a:cs typeface="Corbel"/>
              </a:rPr>
              <a:t> </a:t>
            </a:r>
            <a:r>
              <a:rPr sz="1600" spc="-10" dirty="0">
                <a:latin typeface="Corbel"/>
                <a:cs typeface="Corbel"/>
              </a:rPr>
              <a:t>stations </a:t>
            </a:r>
            <a:r>
              <a:rPr sz="1600" dirty="0">
                <a:latin typeface="Corbel"/>
                <a:cs typeface="Corbel"/>
              </a:rPr>
              <a:t>greater</a:t>
            </a:r>
            <a:r>
              <a:rPr sz="1600" spc="-50" dirty="0">
                <a:latin typeface="Corbel"/>
                <a:cs typeface="Corbel"/>
              </a:rPr>
              <a:t> </a:t>
            </a:r>
            <a:r>
              <a:rPr sz="1600" dirty="0">
                <a:latin typeface="Corbel"/>
                <a:cs typeface="Corbel"/>
              </a:rPr>
              <a:t>than</a:t>
            </a:r>
            <a:r>
              <a:rPr sz="1600" spc="-20" dirty="0">
                <a:latin typeface="Corbel"/>
                <a:cs typeface="Corbel"/>
              </a:rPr>
              <a:t> </a:t>
            </a:r>
            <a:r>
              <a:rPr sz="1600" dirty="0">
                <a:latin typeface="Corbel"/>
                <a:cs typeface="Corbel"/>
              </a:rPr>
              <a:t>100</a:t>
            </a:r>
            <a:r>
              <a:rPr sz="1600" spc="-25" dirty="0">
                <a:latin typeface="Corbel"/>
                <a:cs typeface="Corbel"/>
              </a:rPr>
              <a:t> </a:t>
            </a:r>
            <a:r>
              <a:rPr sz="1600" dirty="0">
                <a:latin typeface="Corbel"/>
                <a:cs typeface="Corbel"/>
              </a:rPr>
              <a:t>km),</a:t>
            </a:r>
            <a:r>
              <a:rPr sz="1600" spc="-25" dirty="0">
                <a:latin typeface="Corbel"/>
                <a:cs typeface="Corbel"/>
              </a:rPr>
              <a:t> </a:t>
            </a:r>
            <a:r>
              <a:rPr sz="1600" dirty="0">
                <a:latin typeface="Corbel"/>
                <a:cs typeface="Corbel"/>
              </a:rPr>
              <a:t>for</a:t>
            </a:r>
            <a:r>
              <a:rPr sz="1600" spc="-25" dirty="0">
                <a:latin typeface="Corbel"/>
                <a:cs typeface="Corbel"/>
              </a:rPr>
              <a:t> </a:t>
            </a:r>
            <a:r>
              <a:rPr sz="1600" dirty="0">
                <a:latin typeface="Corbel"/>
                <a:cs typeface="Corbel"/>
              </a:rPr>
              <a:t>both</a:t>
            </a:r>
            <a:r>
              <a:rPr sz="1600" spc="-30" dirty="0">
                <a:latin typeface="Corbel"/>
                <a:cs typeface="Corbel"/>
              </a:rPr>
              <a:t> </a:t>
            </a:r>
            <a:r>
              <a:rPr sz="1600" spc="-10" dirty="0">
                <a:latin typeface="Corbel"/>
                <a:cs typeface="Corbel"/>
              </a:rPr>
              <a:t>dual-</a:t>
            </a:r>
            <a:r>
              <a:rPr sz="1600" dirty="0">
                <a:latin typeface="Corbel"/>
                <a:cs typeface="Corbel"/>
              </a:rPr>
              <a:t>frequency</a:t>
            </a:r>
            <a:r>
              <a:rPr sz="1600" spc="-35" dirty="0">
                <a:latin typeface="Corbel"/>
                <a:cs typeface="Corbel"/>
              </a:rPr>
              <a:t> </a:t>
            </a:r>
            <a:r>
              <a:rPr sz="1600" spc="-10" dirty="0">
                <a:latin typeface="Corbel"/>
                <a:cs typeface="Corbel"/>
              </a:rPr>
              <a:t>(only</a:t>
            </a:r>
            <a:r>
              <a:rPr sz="1600" spc="-70" dirty="0">
                <a:latin typeface="Corbel"/>
                <a:cs typeface="Corbel"/>
              </a:rPr>
              <a:t> </a:t>
            </a:r>
            <a:r>
              <a:rPr sz="1600" dirty="0">
                <a:latin typeface="Corbel"/>
                <a:cs typeface="Corbel"/>
              </a:rPr>
              <a:t>GPS)</a:t>
            </a:r>
            <a:r>
              <a:rPr sz="1600" spc="-30" dirty="0">
                <a:latin typeface="Corbel"/>
                <a:cs typeface="Corbel"/>
              </a:rPr>
              <a:t> </a:t>
            </a:r>
            <a:r>
              <a:rPr sz="1600" dirty="0">
                <a:latin typeface="Corbel"/>
                <a:cs typeface="Corbel"/>
              </a:rPr>
              <a:t>and</a:t>
            </a:r>
            <a:r>
              <a:rPr sz="1600" spc="-20" dirty="0">
                <a:latin typeface="Corbel"/>
                <a:cs typeface="Corbel"/>
              </a:rPr>
              <a:t> </a:t>
            </a:r>
            <a:r>
              <a:rPr sz="1600" spc="-10" dirty="0">
                <a:latin typeface="Corbel"/>
                <a:cs typeface="Corbel"/>
              </a:rPr>
              <a:t>3-</a:t>
            </a:r>
            <a:r>
              <a:rPr sz="1600" dirty="0">
                <a:latin typeface="Corbel"/>
                <a:cs typeface="Corbel"/>
              </a:rPr>
              <a:t>frequency</a:t>
            </a:r>
            <a:r>
              <a:rPr sz="1600" spc="-35" dirty="0">
                <a:latin typeface="Corbel"/>
                <a:cs typeface="Corbel"/>
              </a:rPr>
              <a:t> </a:t>
            </a:r>
            <a:r>
              <a:rPr sz="1600" dirty="0">
                <a:latin typeface="Corbel"/>
                <a:cs typeface="Corbel"/>
              </a:rPr>
              <a:t>systems</a:t>
            </a:r>
            <a:r>
              <a:rPr sz="1600" spc="-25" dirty="0">
                <a:latin typeface="Corbel"/>
                <a:cs typeface="Corbel"/>
              </a:rPr>
              <a:t> </a:t>
            </a:r>
            <a:r>
              <a:rPr sz="1600" dirty="0">
                <a:latin typeface="Corbel"/>
                <a:cs typeface="Corbel"/>
              </a:rPr>
              <a:t>(also</a:t>
            </a:r>
            <a:r>
              <a:rPr sz="1600" spc="-30" dirty="0">
                <a:latin typeface="Corbel"/>
                <a:cs typeface="Corbel"/>
              </a:rPr>
              <a:t> </a:t>
            </a:r>
            <a:r>
              <a:rPr sz="1600" dirty="0">
                <a:latin typeface="Corbel"/>
                <a:cs typeface="Corbel"/>
              </a:rPr>
              <a:t>with</a:t>
            </a:r>
            <a:r>
              <a:rPr sz="1600" spc="-85" dirty="0">
                <a:latin typeface="Corbel"/>
                <a:cs typeface="Corbel"/>
              </a:rPr>
              <a:t> </a:t>
            </a:r>
            <a:r>
              <a:rPr sz="1600" dirty="0">
                <a:latin typeface="Corbel"/>
                <a:cs typeface="Corbel"/>
              </a:rPr>
              <a:t>Galileo</a:t>
            </a:r>
            <a:r>
              <a:rPr sz="1600" spc="-30" dirty="0">
                <a:latin typeface="Corbel"/>
                <a:cs typeface="Corbel"/>
              </a:rPr>
              <a:t> </a:t>
            </a:r>
            <a:r>
              <a:rPr sz="1600" spc="-25" dirty="0">
                <a:latin typeface="Corbel"/>
                <a:cs typeface="Corbel"/>
              </a:rPr>
              <a:t>and </a:t>
            </a:r>
            <a:r>
              <a:rPr sz="1600" spc="-10" dirty="0">
                <a:latin typeface="Corbel"/>
                <a:cs typeface="Corbel"/>
              </a:rPr>
              <a:t>modernized</a:t>
            </a:r>
            <a:r>
              <a:rPr sz="1600" spc="-20" dirty="0">
                <a:latin typeface="Corbel"/>
                <a:cs typeface="Corbel"/>
              </a:rPr>
              <a:t> GPS).</a:t>
            </a:r>
            <a:endParaRPr sz="1600">
              <a:latin typeface="Corbel"/>
              <a:cs typeface="Corbel"/>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15</a:t>
            </a:fld>
            <a:endParaRPr spc="-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3" cstate="print"/>
          <a:stretch>
            <a:fillRect/>
          </a:stretch>
        </p:blipFill>
        <p:spPr>
          <a:xfrm>
            <a:off x="1417319" y="566927"/>
            <a:ext cx="4925567" cy="573024"/>
          </a:xfrm>
          <a:prstGeom prst="rect">
            <a:avLst/>
          </a:prstGeom>
        </p:spPr>
      </p:pic>
      <p:sp>
        <p:nvSpPr>
          <p:cNvPr id="4" name="object 4"/>
          <p:cNvSpPr txBox="1">
            <a:spLocks noGrp="1"/>
          </p:cNvSpPr>
          <p:nvPr>
            <p:ph type="title"/>
          </p:nvPr>
        </p:nvSpPr>
        <p:spPr>
          <a:prstGeom prst="rect">
            <a:avLst/>
          </a:prstGeom>
        </p:spPr>
        <p:txBody>
          <a:bodyPr vert="horz" wrap="square" lIns="0" tIns="329691" rIns="0" bIns="0" rtlCol="0">
            <a:spAutoFit/>
          </a:bodyPr>
          <a:lstStyle/>
          <a:p>
            <a:pPr marL="640715">
              <a:lnSpc>
                <a:spcPct val="100000"/>
              </a:lnSpc>
              <a:spcBef>
                <a:spcPts val="100"/>
              </a:spcBef>
            </a:pPr>
            <a:r>
              <a:rPr dirty="0"/>
              <a:t>040</a:t>
            </a:r>
            <a:r>
              <a:rPr spc="-45" dirty="0"/>
              <a:t> </a:t>
            </a:r>
            <a:r>
              <a:rPr dirty="0"/>
              <a:t>01</a:t>
            </a:r>
            <a:r>
              <a:rPr spc="-25" dirty="0"/>
              <a:t> </a:t>
            </a:r>
            <a:r>
              <a:rPr spc="-10" dirty="0"/>
              <a:t>04:</a:t>
            </a:r>
            <a:r>
              <a:rPr spc="-90" dirty="0"/>
              <a:t> </a:t>
            </a:r>
            <a:r>
              <a:rPr dirty="0"/>
              <a:t>Other</a:t>
            </a:r>
            <a:r>
              <a:rPr spc="-20" dirty="0"/>
              <a:t> </a:t>
            </a:r>
            <a:r>
              <a:rPr dirty="0"/>
              <a:t>forms</a:t>
            </a:r>
            <a:r>
              <a:rPr spc="-25" dirty="0"/>
              <a:t> </a:t>
            </a:r>
            <a:r>
              <a:rPr dirty="0"/>
              <a:t>of</a:t>
            </a:r>
            <a:r>
              <a:rPr spc="-25" dirty="0"/>
              <a:t> </a:t>
            </a:r>
            <a:r>
              <a:rPr dirty="0"/>
              <a:t>guidance</a:t>
            </a:r>
            <a:r>
              <a:rPr spc="-20" dirty="0"/>
              <a:t> </a:t>
            </a:r>
            <a:r>
              <a:rPr spc="-10" dirty="0"/>
              <a:t>systems</a:t>
            </a:r>
          </a:p>
        </p:txBody>
      </p:sp>
      <p:sp>
        <p:nvSpPr>
          <p:cNvPr id="5" name="object 5"/>
          <p:cNvSpPr txBox="1"/>
          <p:nvPr/>
        </p:nvSpPr>
        <p:spPr>
          <a:xfrm>
            <a:off x="1563048" y="1124584"/>
            <a:ext cx="9860280" cy="2976880"/>
          </a:xfrm>
          <a:prstGeom prst="rect">
            <a:avLst/>
          </a:prstGeom>
        </p:spPr>
        <p:txBody>
          <a:bodyPr vert="horz" wrap="square" lIns="0" tIns="137160" rIns="0" bIns="0" rtlCol="0">
            <a:spAutoFit/>
          </a:bodyPr>
          <a:lstStyle/>
          <a:p>
            <a:pPr marL="12700">
              <a:lnSpc>
                <a:spcPct val="100000"/>
              </a:lnSpc>
              <a:spcBef>
                <a:spcPts val="1080"/>
              </a:spcBef>
            </a:pPr>
            <a:r>
              <a:rPr sz="1800" b="1" u="sng" spc="-10" dirty="0">
                <a:uFill>
                  <a:solidFill>
                    <a:srgbClr val="000000"/>
                  </a:solidFill>
                </a:uFill>
                <a:latin typeface="Corbel"/>
                <a:cs typeface="Corbel"/>
              </a:rPr>
              <a:t>Vision-</a:t>
            </a:r>
            <a:r>
              <a:rPr sz="1800" b="1" u="sng" dirty="0">
                <a:uFill>
                  <a:solidFill>
                    <a:srgbClr val="000000"/>
                  </a:solidFill>
                </a:uFill>
                <a:latin typeface="Corbel"/>
                <a:cs typeface="Corbel"/>
              </a:rPr>
              <a:t>based</a:t>
            </a:r>
            <a:r>
              <a:rPr sz="1800" b="1" u="sng" spc="-10" dirty="0">
                <a:uFill>
                  <a:solidFill>
                    <a:srgbClr val="000000"/>
                  </a:solidFill>
                </a:uFill>
                <a:latin typeface="Corbel"/>
                <a:cs typeface="Corbel"/>
              </a:rPr>
              <a:t> system</a:t>
            </a:r>
            <a:endParaRPr sz="1800" dirty="0">
              <a:latin typeface="Corbel"/>
              <a:cs typeface="Corbel"/>
            </a:endParaRPr>
          </a:p>
          <a:p>
            <a:pPr marL="298450" marR="5080" indent="-285750">
              <a:lnSpc>
                <a:spcPts val="1900"/>
              </a:lnSpc>
              <a:spcBef>
                <a:spcPts val="950"/>
              </a:spcBef>
              <a:buFont typeface="Arial MT"/>
              <a:buChar char="•"/>
              <a:tabLst>
                <a:tab pos="298450" algn="l"/>
              </a:tabLst>
            </a:pPr>
            <a:r>
              <a:rPr sz="1600" dirty="0">
                <a:latin typeface="Corbel"/>
                <a:cs typeface="Corbel"/>
              </a:rPr>
              <a:t>A</a:t>
            </a:r>
            <a:r>
              <a:rPr sz="1600" spc="80" dirty="0">
                <a:latin typeface="Corbel"/>
                <a:cs typeface="Corbel"/>
              </a:rPr>
              <a:t> </a:t>
            </a:r>
            <a:r>
              <a:rPr sz="1600" spc="-10" dirty="0">
                <a:latin typeface="Corbel"/>
                <a:cs typeface="Corbel"/>
              </a:rPr>
              <a:t>Vision-</a:t>
            </a:r>
            <a:r>
              <a:rPr sz="1600" dirty="0">
                <a:latin typeface="Corbel"/>
                <a:cs typeface="Corbel"/>
              </a:rPr>
              <a:t>based</a:t>
            </a:r>
            <a:r>
              <a:rPr sz="1600" spc="95" dirty="0">
                <a:latin typeface="Corbel"/>
                <a:cs typeface="Corbel"/>
              </a:rPr>
              <a:t> </a:t>
            </a:r>
            <a:r>
              <a:rPr sz="1600" dirty="0">
                <a:latin typeface="Corbel"/>
                <a:cs typeface="Corbel"/>
              </a:rPr>
              <a:t>system</a:t>
            </a:r>
            <a:r>
              <a:rPr sz="1600" spc="90" dirty="0">
                <a:latin typeface="Corbel"/>
                <a:cs typeface="Corbel"/>
              </a:rPr>
              <a:t> </a:t>
            </a:r>
            <a:r>
              <a:rPr sz="1600" dirty="0">
                <a:latin typeface="Corbel"/>
                <a:cs typeface="Corbel"/>
              </a:rPr>
              <a:t>is</a:t>
            </a:r>
            <a:r>
              <a:rPr sz="1600" spc="90" dirty="0">
                <a:latin typeface="Corbel"/>
                <a:cs typeface="Corbel"/>
              </a:rPr>
              <a:t> </a:t>
            </a:r>
            <a:r>
              <a:rPr sz="1600" dirty="0">
                <a:latin typeface="Corbel"/>
                <a:cs typeface="Corbel"/>
              </a:rPr>
              <a:t>a</a:t>
            </a:r>
            <a:r>
              <a:rPr sz="1600" spc="85" dirty="0">
                <a:latin typeface="Corbel"/>
                <a:cs typeface="Corbel"/>
              </a:rPr>
              <a:t> </a:t>
            </a:r>
            <a:r>
              <a:rPr sz="1600" dirty="0">
                <a:latin typeface="Corbel"/>
                <a:cs typeface="Corbel"/>
              </a:rPr>
              <a:t>vision</a:t>
            </a:r>
            <a:r>
              <a:rPr sz="1600" spc="95" dirty="0">
                <a:latin typeface="Corbel"/>
                <a:cs typeface="Corbel"/>
              </a:rPr>
              <a:t> </a:t>
            </a:r>
            <a:r>
              <a:rPr sz="1600" dirty="0">
                <a:latin typeface="Corbel"/>
                <a:cs typeface="Corbel"/>
              </a:rPr>
              <a:t>system</a:t>
            </a:r>
            <a:r>
              <a:rPr sz="1600" spc="90" dirty="0">
                <a:latin typeface="Corbel"/>
                <a:cs typeface="Corbel"/>
              </a:rPr>
              <a:t> </a:t>
            </a:r>
            <a:r>
              <a:rPr sz="1600" dirty="0">
                <a:latin typeface="Corbel"/>
                <a:cs typeface="Corbel"/>
              </a:rPr>
              <a:t>and,</a:t>
            </a:r>
            <a:r>
              <a:rPr sz="1600" spc="85" dirty="0">
                <a:latin typeface="Corbel"/>
                <a:cs typeface="Corbel"/>
              </a:rPr>
              <a:t> </a:t>
            </a:r>
            <a:r>
              <a:rPr sz="1600" dirty="0">
                <a:latin typeface="Corbel"/>
                <a:cs typeface="Corbel"/>
              </a:rPr>
              <a:t>in</a:t>
            </a:r>
            <a:r>
              <a:rPr sz="1600" spc="95" dirty="0">
                <a:latin typeface="Corbel"/>
                <a:cs typeface="Corbel"/>
              </a:rPr>
              <a:t> </a:t>
            </a:r>
            <a:r>
              <a:rPr sz="1600" dirty="0">
                <a:latin typeface="Corbel"/>
                <a:cs typeface="Corbel"/>
              </a:rPr>
              <a:t>most</a:t>
            </a:r>
            <a:r>
              <a:rPr sz="1600" spc="85" dirty="0">
                <a:latin typeface="Corbel"/>
                <a:cs typeface="Corbel"/>
              </a:rPr>
              <a:t> </a:t>
            </a:r>
            <a:r>
              <a:rPr sz="1600" dirty="0">
                <a:latin typeface="Corbel"/>
                <a:cs typeface="Corbel"/>
              </a:rPr>
              <a:t>cases,</a:t>
            </a:r>
            <a:r>
              <a:rPr sz="1600" spc="90" dirty="0">
                <a:latin typeface="Corbel"/>
                <a:cs typeface="Corbel"/>
              </a:rPr>
              <a:t> </a:t>
            </a:r>
            <a:r>
              <a:rPr sz="1600" dirty="0">
                <a:latin typeface="Corbel"/>
                <a:cs typeface="Corbel"/>
              </a:rPr>
              <a:t>consists</a:t>
            </a:r>
            <a:r>
              <a:rPr sz="1600" spc="90" dirty="0">
                <a:latin typeface="Corbel"/>
                <a:cs typeface="Corbel"/>
              </a:rPr>
              <a:t> </a:t>
            </a:r>
            <a:r>
              <a:rPr sz="1600" dirty="0">
                <a:latin typeface="Corbel"/>
                <a:cs typeface="Corbel"/>
              </a:rPr>
              <a:t>of</a:t>
            </a:r>
            <a:r>
              <a:rPr sz="1600" spc="85" dirty="0">
                <a:latin typeface="Corbel"/>
                <a:cs typeface="Corbel"/>
              </a:rPr>
              <a:t> </a:t>
            </a:r>
            <a:r>
              <a:rPr sz="1600" dirty="0">
                <a:latin typeface="Corbel"/>
                <a:cs typeface="Corbel"/>
              </a:rPr>
              <a:t>an</a:t>
            </a:r>
            <a:r>
              <a:rPr sz="1600" spc="95" dirty="0">
                <a:latin typeface="Corbel"/>
                <a:cs typeface="Corbel"/>
              </a:rPr>
              <a:t> </a:t>
            </a:r>
            <a:r>
              <a:rPr sz="1600" dirty="0">
                <a:latin typeface="Corbel"/>
                <a:cs typeface="Corbel"/>
              </a:rPr>
              <a:t>image</a:t>
            </a:r>
            <a:r>
              <a:rPr sz="1600" spc="90" dirty="0">
                <a:latin typeface="Corbel"/>
                <a:cs typeface="Corbel"/>
              </a:rPr>
              <a:t> </a:t>
            </a:r>
            <a:r>
              <a:rPr sz="1600" dirty="0">
                <a:latin typeface="Corbel"/>
                <a:cs typeface="Corbel"/>
              </a:rPr>
              <a:t>sensor,</a:t>
            </a:r>
            <a:r>
              <a:rPr sz="1600" spc="90" dirty="0">
                <a:latin typeface="Corbel"/>
                <a:cs typeface="Corbel"/>
              </a:rPr>
              <a:t> </a:t>
            </a:r>
            <a:r>
              <a:rPr sz="1600" dirty="0">
                <a:latin typeface="Corbel"/>
                <a:cs typeface="Corbel"/>
              </a:rPr>
              <a:t>a</a:t>
            </a:r>
            <a:r>
              <a:rPr sz="1600" spc="90" dirty="0">
                <a:latin typeface="Corbel"/>
                <a:cs typeface="Corbel"/>
              </a:rPr>
              <a:t> </a:t>
            </a:r>
            <a:r>
              <a:rPr sz="1600" dirty="0">
                <a:latin typeface="Corbel"/>
                <a:cs typeface="Corbel"/>
              </a:rPr>
              <a:t>processor</a:t>
            </a:r>
            <a:r>
              <a:rPr sz="1600" spc="90" dirty="0">
                <a:latin typeface="Corbel"/>
                <a:cs typeface="Corbel"/>
              </a:rPr>
              <a:t> </a:t>
            </a:r>
            <a:r>
              <a:rPr sz="1600" dirty="0">
                <a:latin typeface="Corbel"/>
                <a:cs typeface="Corbel"/>
              </a:rPr>
              <a:t>module,</a:t>
            </a:r>
            <a:r>
              <a:rPr sz="1600" spc="95" dirty="0">
                <a:latin typeface="Corbel"/>
                <a:cs typeface="Corbel"/>
              </a:rPr>
              <a:t> </a:t>
            </a:r>
            <a:r>
              <a:rPr sz="1600" spc="-50" dirty="0">
                <a:latin typeface="Corbel"/>
                <a:cs typeface="Corbel"/>
              </a:rPr>
              <a:t>a </a:t>
            </a:r>
            <a:r>
              <a:rPr sz="1600" dirty="0">
                <a:latin typeface="Corbel"/>
                <a:cs typeface="Corbel"/>
              </a:rPr>
              <a:t>lens</a:t>
            </a:r>
            <a:r>
              <a:rPr sz="1600" spc="-15" dirty="0">
                <a:latin typeface="Corbel"/>
                <a:cs typeface="Corbel"/>
              </a:rPr>
              <a:t> </a:t>
            </a:r>
            <a:r>
              <a:rPr sz="1600" dirty="0">
                <a:latin typeface="Corbel"/>
                <a:cs typeface="Corbel"/>
              </a:rPr>
              <a:t>mount</a:t>
            </a:r>
            <a:r>
              <a:rPr sz="1600" spc="-15" dirty="0">
                <a:latin typeface="Corbel"/>
                <a:cs typeface="Corbel"/>
              </a:rPr>
              <a:t> </a:t>
            </a:r>
            <a:r>
              <a:rPr sz="1600" dirty="0">
                <a:latin typeface="Corbel"/>
                <a:cs typeface="Corbel"/>
              </a:rPr>
              <a:t>and</a:t>
            </a:r>
            <a:r>
              <a:rPr sz="1600" spc="-10" dirty="0">
                <a:latin typeface="Corbel"/>
                <a:cs typeface="Corbel"/>
              </a:rPr>
              <a:t> </a:t>
            </a:r>
            <a:r>
              <a:rPr sz="1600" dirty="0">
                <a:latin typeface="Corbel"/>
                <a:cs typeface="Corbel"/>
              </a:rPr>
              <a:t>a</a:t>
            </a:r>
            <a:r>
              <a:rPr sz="1600" spc="-10" dirty="0">
                <a:latin typeface="Corbel"/>
                <a:cs typeface="Corbel"/>
              </a:rPr>
              <a:t> </a:t>
            </a:r>
            <a:r>
              <a:rPr sz="1600" spc="-20" dirty="0">
                <a:latin typeface="Corbel"/>
                <a:cs typeface="Corbel"/>
              </a:rPr>
              <a:t>lens</a:t>
            </a:r>
            <a:endParaRPr sz="1600" dirty="0">
              <a:latin typeface="Corbel"/>
              <a:cs typeface="Corbel"/>
            </a:endParaRPr>
          </a:p>
          <a:p>
            <a:pPr marL="297815" indent="-285115">
              <a:lnSpc>
                <a:spcPts val="1830"/>
              </a:lnSpc>
              <a:buFont typeface="Arial MT"/>
              <a:buChar char="•"/>
              <a:tabLst>
                <a:tab pos="297815" algn="l"/>
              </a:tabLst>
            </a:pPr>
            <a:r>
              <a:rPr sz="1600" dirty="0">
                <a:latin typeface="Corbel"/>
                <a:cs typeface="Corbel"/>
              </a:rPr>
              <a:t>Machine</a:t>
            </a:r>
            <a:r>
              <a:rPr sz="1600" spc="155" dirty="0">
                <a:latin typeface="Corbel"/>
                <a:cs typeface="Corbel"/>
              </a:rPr>
              <a:t> </a:t>
            </a:r>
            <a:r>
              <a:rPr sz="1600" dirty="0">
                <a:latin typeface="Corbel"/>
                <a:cs typeface="Corbel"/>
              </a:rPr>
              <a:t>vision</a:t>
            </a:r>
            <a:r>
              <a:rPr sz="1600" spc="165" dirty="0">
                <a:latin typeface="Corbel"/>
                <a:cs typeface="Corbel"/>
              </a:rPr>
              <a:t> </a:t>
            </a:r>
            <a:r>
              <a:rPr sz="1600" dirty="0">
                <a:latin typeface="Corbel"/>
                <a:cs typeface="Corbel"/>
              </a:rPr>
              <a:t>systems</a:t>
            </a:r>
            <a:r>
              <a:rPr sz="1600" spc="160" dirty="0">
                <a:latin typeface="Corbel"/>
                <a:cs typeface="Corbel"/>
              </a:rPr>
              <a:t> </a:t>
            </a:r>
            <a:r>
              <a:rPr sz="1600" dirty="0">
                <a:latin typeface="Corbel"/>
                <a:cs typeface="Corbel"/>
              </a:rPr>
              <a:t>and</a:t>
            </a:r>
            <a:r>
              <a:rPr sz="1600" spc="165" dirty="0">
                <a:latin typeface="Corbel"/>
                <a:cs typeface="Corbel"/>
              </a:rPr>
              <a:t> </a:t>
            </a:r>
            <a:r>
              <a:rPr sz="1600" dirty="0">
                <a:latin typeface="Corbel"/>
                <a:cs typeface="Corbel"/>
              </a:rPr>
              <a:t>algorithms</a:t>
            </a:r>
            <a:r>
              <a:rPr sz="1600" spc="160" dirty="0">
                <a:latin typeface="Corbel"/>
                <a:cs typeface="Corbel"/>
              </a:rPr>
              <a:t> </a:t>
            </a:r>
            <a:r>
              <a:rPr sz="1600" dirty="0">
                <a:latin typeface="Corbel"/>
                <a:cs typeface="Corbel"/>
              </a:rPr>
              <a:t>represent</a:t>
            </a:r>
            <a:r>
              <a:rPr sz="1600" spc="155" dirty="0">
                <a:latin typeface="Corbel"/>
                <a:cs typeface="Corbel"/>
              </a:rPr>
              <a:t> </a:t>
            </a:r>
            <a:r>
              <a:rPr sz="1600" dirty="0">
                <a:latin typeface="Corbel"/>
                <a:cs typeface="Corbel"/>
              </a:rPr>
              <a:t>an</a:t>
            </a:r>
            <a:r>
              <a:rPr sz="1600" spc="160" dirty="0">
                <a:latin typeface="Corbel"/>
                <a:cs typeface="Corbel"/>
              </a:rPr>
              <a:t> </a:t>
            </a:r>
            <a:r>
              <a:rPr sz="1600" dirty="0">
                <a:latin typeface="Corbel"/>
                <a:cs typeface="Corbel"/>
              </a:rPr>
              <a:t>essential</a:t>
            </a:r>
            <a:r>
              <a:rPr sz="1600" spc="165" dirty="0">
                <a:latin typeface="Corbel"/>
                <a:cs typeface="Corbel"/>
              </a:rPr>
              <a:t> </a:t>
            </a:r>
            <a:r>
              <a:rPr sz="1600" dirty="0">
                <a:latin typeface="Corbel"/>
                <a:cs typeface="Corbel"/>
              </a:rPr>
              <a:t>tool</a:t>
            </a:r>
            <a:r>
              <a:rPr sz="1600" spc="165" dirty="0">
                <a:latin typeface="Corbel"/>
                <a:cs typeface="Corbel"/>
              </a:rPr>
              <a:t> </a:t>
            </a:r>
            <a:r>
              <a:rPr sz="1600" dirty="0">
                <a:latin typeface="Corbel"/>
                <a:cs typeface="Corbel"/>
              </a:rPr>
              <a:t>for</a:t>
            </a:r>
            <a:r>
              <a:rPr sz="1600" spc="160" dirty="0">
                <a:latin typeface="Corbel"/>
                <a:cs typeface="Corbel"/>
              </a:rPr>
              <a:t> </a:t>
            </a:r>
            <a:r>
              <a:rPr sz="1600" dirty="0">
                <a:latin typeface="Corbel"/>
                <a:cs typeface="Corbel"/>
              </a:rPr>
              <a:t>several</a:t>
            </a:r>
            <a:r>
              <a:rPr sz="1600" spc="160" dirty="0">
                <a:latin typeface="Corbel"/>
                <a:cs typeface="Corbel"/>
              </a:rPr>
              <a:t> </a:t>
            </a:r>
            <a:r>
              <a:rPr sz="1600" dirty="0">
                <a:latin typeface="Corbel"/>
                <a:cs typeface="Corbel"/>
              </a:rPr>
              <a:t>applications</a:t>
            </a:r>
            <a:r>
              <a:rPr sz="1600" spc="160" dirty="0">
                <a:latin typeface="Corbel"/>
                <a:cs typeface="Corbel"/>
              </a:rPr>
              <a:t> </a:t>
            </a:r>
            <a:r>
              <a:rPr sz="1600" dirty="0">
                <a:latin typeface="Corbel"/>
                <a:cs typeface="Corbel"/>
              </a:rPr>
              <a:t>involving</a:t>
            </a:r>
            <a:r>
              <a:rPr sz="1600" spc="160" dirty="0">
                <a:latin typeface="Corbel"/>
                <a:cs typeface="Corbel"/>
              </a:rPr>
              <a:t> </a:t>
            </a:r>
            <a:r>
              <a:rPr sz="1600" dirty="0">
                <a:latin typeface="Corbel"/>
                <a:cs typeface="Corbel"/>
              </a:rPr>
              <a:t>the</a:t>
            </a:r>
            <a:r>
              <a:rPr sz="1600" spc="165" dirty="0">
                <a:latin typeface="Corbel"/>
                <a:cs typeface="Corbel"/>
              </a:rPr>
              <a:t> </a:t>
            </a:r>
            <a:r>
              <a:rPr sz="1600" dirty="0">
                <a:latin typeface="Corbel"/>
                <a:cs typeface="Corbel"/>
              </a:rPr>
              <a:t>use</a:t>
            </a:r>
            <a:r>
              <a:rPr sz="1600" spc="165" dirty="0">
                <a:latin typeface="Corbel"/>
                <a:cs typeface="Corbel"/>
              </a:rPr>
              <a:t> </a:t>
            </a:r>
            <a:r>
              <a:rPr sz="1600" spc="-25" dirty="0">
                <a:latin typeface="Corbel"/>
                <a:cs typeface="Corbel"/>
              </a:rPr>
              <a:t>of</a:t>
            </a:r>
            <a:endParaRPr sz="1600" dirty="0">
              <a:latin typeface="Corbel"/>
              <a:cs typeface="Corbel"/>
            </a:endParaRPr>
          </a:p>
          <a:p>
            <a:pPr marL="298450">
              <a:lnSpc>
                <a:spcPts val="1910"/>
              </a:lnSpc>
              <a:spcBef>
                <a:spcPts val="100"/>
              </a:spcBef>
            </a:pPr>
            <a:r>
              <a:rPr sz="1600" spc="-10" dirty="0">
                <a:latin typeface="Corbel"/>
                <a:cs typeface="Corbel"/>
              </a:rPr>
              <a:t>Unmanned</a:t>
            </a:r>
            <a:r>
              <a:rPr sz="1600" spc="-55" dirty="0">
                <a:latin typeface="Corbel"/>
                <a:cs typeface="Corbel"/>
              </a:rPr>
              <a:t> </a:t>
            </a:r>
            <a:r>
              <a:rPr sz="1600" spc="-10" dirty="0">
                <a:latin typeface="Corbel"/>
                <a:cs typeface="Corbel"/>
              </a:rPr>
              <a:t>Aerial</a:t>
            </a:r>
            <a:r>
              <a:rPr sz="1600" spc="-100" dirty="0">
                <a:latin typeface="Corbel"/>
                <a:cs typeface="Corbel"/>
              </a:rPr>
              <a:t> </a:t>
            </a:r>
            <a:r>
              <a:rPr sz="1600" spc="-10" dirty="0">
                <a:latin typeface="Corbel"/>
                <a:cs typeface="Corbel"/>
              </a:rPr>
              <a:t>Vehicles</a:t>
            </a:r>
            <a:r>
              <a:rPr sz="1600" spc="10" dirty="0">
                <a:latin typeface="Corbel"/>
                <a:cs typeface="Corbel"/>
              </a:rPr>
              <a:t> </a:t>
            </a:r>
            <a:r>
              <a:rPr sz="1600" spc="-10" dirty="0">
                <a:latin typeface="Corbel"/>
                <a:cs typeface="Corbel"/>
              </a:rPr>
              <a:t>(UAVs)</a:t>
            </a:r>
            <a:endParaRPr sz="1600" dirty="0">
              <a:latin typeface="Corbel"/>
              <a:cs typeface="Corbel"/>
            </a:endParaRPr>
          </a:p>
          <a:p>
            <a:pPr marL="298450" marR="5080" indent="-285750">
              <a:lnSpc>
                <a:spcPts val="1900"/>
              </a:lnSpc>
              <a:spcBef>
                <a:spcPts val="65"/>
              </a:spcBef>
              <a:buFont typeface="Arial MT"/>
              <a:buChar char="•"/>
              <a:tabLst>
                <a:tab pos="298450" algn="l"/>
              </a:tabLst>
            </a:pPr>
            <a:r>
              <a:rPr sz="1600" dirty="0">
                <a:latin typeface="Corbel"/>
                <a:cs typeface="Corbel"/>
              </a:rPr>
              <a:t>On</a:t>
            </a:r>
            <a:r>
              <a:rPr sz="1600" spc="60" dirty="0">
                <a:latin typeface="Corbel"/>
                <a:cs typeface="Corbel"/>
              </a:rPr>
              <a:t> </a:t>
            </a:r>
            <a:r>
              <a:rPr sz="1600" dirty="0">
                <a:latin typeface="Corbel"/>
                <a:cs typeface="Corbel"/>
              </a:rPr>
              <a:t>one</a:t>
            </a:r>
            <a:r>
              <a:rPr sz="1600" spc="60" dirty="0">
                <a:latin typeface="Corbel"/>
                <a:cs typeface="Corbel"/>
              </a:rPr>
              <a:t> </a:t>
            </a:r>
            <a:r>
              <a:rPr sz="1600" dirty="0">
                <a:latin typeface="Corbel"/>
                <a:cs typeface="Corbel"/>
              </a:rPr>
              <a:t>side,</a:t>
            </a:r>
            <a:r>
              <a:rPr sz="1600" spc="55" dirty="0">
                <a:latin typeface="Corbel"/>
                <a:cs typeface="Corbel"/>
              </a:rPr>
              <a:t> </a:t>
            </a:r>
            <a:r>
              <a:rPr sz="1600" dirty="0">
                <a:latin typeface="Corbel"/>
                <a:cs typeface="Corbel"/>
              </a:rPr>
              <a:t>these</a:t>
            </a:r>
            <a:r>
              <a:rPr sz="1600" spc="60" dirty="0">
                <a:latin typeface="Corbel"/>
                <a:cs typeface="Corbel"/>
              </a:rPr>
              <a:t> </a:t>
            </a:r>
            <a:r>
              <a:rPr sz="1600" dirty="0">
                <a:latin typeface="Corbel"/>
                <a:cs typeface="Corbel"/>
              </a:rPr>
              <a:t>techniques</a:t>
            </a:r>
            <a:r>
              <a:rPr sz="1600" spc="55" dirty="0">
                <a:latin typeface="Corbel"/>
                <a:cs typeface="Corbel"/>
              </a:rPr>
              <a:t> </a:t>
            </a:r>
            <a:r>
              <a:rPr sz="1600" dirty="0">
                <a:latin typeface="Corbel"/>
                <a:cs typeface="Corbel"/>
              </a:rPr>
              <a:t>are</a:t>
            </a:r>
            <a:r>
              <a:rPr sz="1600" spc="65" dirty="0">
                <a:latin typeface="Corbel"/>
                <a:cs typeface="Corbel"/>
              </a:rPr>
              <a:t> </a:t>
            </a:r>
            <a:r>
              <a:rPr sz="1600" dirty="0">
                <a:latin typeface="Corbel"/>
                <a:cs typeface="Corbel"/>
              </a:rPr>
              <a:t>frequently</a:t>
            </a:r>
            <a:r>
              <a:rPr sz="1600" spc="55" dirty="0">
                <a:latin typeface="Corbel"/>
                <a:cs typeface="Corbel"/>
              </a:rPr>
              <a:t> </a:t>
            </a:r>
            <a:r>
              <a:rPr sz="1600" dirty="0">
                <a:latin typeface="Corbel"/>
                <a:cs typeface="Corbel"/>
              </a:rPr>
              <a:t>used</a:t>
            </a:r>
            <a:r>
              <a:rPr sz="1600" spc="60" dirty="0">
                <a:latin typeface="Corbel"/>
                <a:cs typeface="Corbel"/>
              </a:rPr>
              <a:t> </a:t>
            </a:r>
            <a:r>
              <a:rPr sz="1600" dirty="0">
                <a:latin typeface="Corbel"/>
                <a:cs typeface="Corbel"/>
              </a:rPr>
              <a:t>to</a:t>
            </a:r>
            <a:r>
              <a:rPr sz="1600" spc="50" dirty="0">
                <a:latin typeface="Corbel"/>
                <a:cs typeface="Corbel"/>
              </a:rPr>
              <a:t> </a:t>
            </a:r>
            <a:r>
              <a:rPr sz="1600" dirty="0">
                <a:latin typeface="Corbel"/>
                <a:cs typeface="Corbel"/>
              </a:rPr>
              <a:t>recover</a:t>
            </a:r>
            <a:r>
              <a:rPr sz="1600" spc="60" dirty="0">
                <a:latin typeface="Corbel"/>
                <a:cs typeface="Corbel"/>
              </a:rPr>
              <a:t> </a:t>
            </a:r>
            <a:r>
              <a:rPr sz="1600" dirty="0">
                <a:latin typeface="Corbel"/>
                <a:cs typeface="Corbel"/>
              </a:rPr>
              <a:t>information</a:t>
            </a:r>
            <a:r>
              <a:rPr sz="1600" spc="60" dirty="0">
                <a:latin typeface="Corbel"/>
                <a:cs typeface="Corbel"/>
              </a:rPr>
              <a:t> </a:t>
            </a:r>
            <a:r>
              <a:rPr sz="1600" dirty="0">
                <a:latin typeface="Corbel"/>
                <a:cs typeface="Corbel"/>
              </a:rPr>
              <a:t>about</a:t>
            </a:r>
            <a:r>
              <a:rPr sz="1600" spc="50" dirty="0">
                <a:latin typeface="Corbel"/>
                <a:cs typeface="Corbel"/>
              </a:rPr>
              <a:t> </a:t>
            </a:r>
            <a:r>
              <a:rPr sz="1600" dirty="0">
                <a:latin typeface="Corbel"/>
                <a:cs typeface="Corbel"/>
              </a:rPr>
              <a:t>the</a:t>
            </a:r>
            <a:r>
              <a:rPr sz="1600" spc="60" dirty="0">
                <a:latin typeface="Corbel"/>
                <a:cs typeface="Corbel"/>
              </a:rPr>
              <a:t> </a:t>
            </a:r>
            <a:r>
              <a:rPr sz="1600" dirty="0">
                <a:latin typeface="Corbel"/>
                <a:cs typeface="Corbel"/>
              </a:rPr>
              <a:t>surrounding</a:t>
            </a:r>
            <a:r>
              <a:rPr sz="1600" spc="55" dirty="0">
                <a:latin typeface="Corbel"/>
                <a:cs typeface="Corbel"/>
              </a:rPr>
              <a:t> </a:t>
            </a:r>
            <a:r>
              <a:rPr sz="1600" dirty="0">
                <a:latin typeface="Corbel"/>
                <a:cs typeface="Corbel"/>
              </a:rPr>
              <a:t>scene,</a:t>
            </a:r>
            <a:r>
              <a:rPr sz="1600" spc="65" dirty="0">
                <a:latin typeface="Corbel"/>
                <a:cs typeface="Corbel"/>
              </a:rPr>
              <a:t> </a:t>
            </a:r>
            <a:r>
              <a:rPr sz="1600" spc="-10" dirty="0">
                <a:latin typeface="Corbel"/>
                <a:cs typeface="Corbel"/>
              </a:rPr>
              <a:t>meaning </a:t>
            </a:r>
            <a:r>
              <a:rPr sz="1600" dirty="0">
                <a:latin typeface="Corbel"/>
                <a:cs typeface="Corbel"/>
              </a:rPr>
              <a:t>that</a:t>
            </a:r>
            <a:r>
              <a:rPr sz="1600" spc="-45" dirty="0">
                <a:latin typeface="Corbel"/>
                <a:cs typeface="Corbel"/>
              </a:rPr>
              <a:t> </a:t>
            </a:r>
            <a:r>
              <a:rPr sz="1600" dirty="0">
                <a:latin typeface="Corbel"/>
                <a:cs typeface="Corbel"/>
              </a:rPr>
              <a:t>visual</a:t>
            </a:r>
            <a:r>
              <a:rPr sz="1600" spc="-40" dirty="0">
                <a:latin typeface="Corbel"/>
                <a:cs typeface="Corbel"/>
              </a:rPr>
              <a:t> </a:t>
            </a:r>
            <a:r>
              <a:rPr sz="1600" dirty="0">
                <a:latin typeface="Corbel"/>
                <a:cs typeface="Corbel"/>
              </a:rPr>
              <a:t>cameras</a:t>
            </a:r>
            <a:r>
              <a:rPr sz="1600" spc="-45" dirty="0">
                <a:latin typeface="Corbel"/>
                <a:cs typeface="Corbel"/>
              </a:rPr>
              <a:t> </a:t>
            </a:r>
            <a:r>
              <a:rPr sz="1600" dirty="0">
                <a:latin typeface="Corbel"/>
                <a:cs typeface="Corbel"/>
              </a:rPr>
              <a:t>are</a:t>
            </a:r>
            <a:r>
              <a:rPr sz="1600" spc="-35" dirty="0">
                <a:latin typeface="Corbel"/>
                <a:cs typeface="Corbel"/>
              </a:rPr>
              <a:t> </a:t>
            </a:r>
            <a:r>
              <a:rPr sz="1600" dirty="0">
                <a:latin typeface="Corbel"/>
                <a:cs typeface="Corbel"/>
              </a:rPr>
              <a:t>payloads</a:t>
            </a:r>
            <a:r>
              <a:rPr sz="1600" spc="-40" dirty="0">
                <a:latin typeface="Corbel"/>
                <a:cs typeface="Corbel"/>
              </a:rPr>
              <a:t> </a:t>
            </a:r>
            <a:r>
              <a:rPr sz="1600" dirty="0">
                <a:latin typeface="Corbel"/>
                <a:cs typeface="Corbel"/>
              </a:rPr>
              <a:t>required</a:t>
            </a:r>
            <a:r>
              <a:rPr sz="1600" spc="-40" dirty="0">
                <a:latin typeface="Corbel"/>
                <a:cs typeface="Corbel"/>
              </a:rPr>
              <a:t> </a:t>
            </a:r>
            <a:r>
              <a:rPr sz="1600" dirty="0">
                <a:latin typeface="Corbel"/>
                <a:cs typeface="Corbel"/>
              </a:rPr>
              <a:t>to</a:t>
            </a:r>
            <a:r>
              <a:rPr sz="1600" spc="-45" dirty="0">
                <a:latin typeface="Corbel"/>
                <a:cs typeface="Corbel"/>
              </a:rPr>
              <a:t> </a:t>
            </a:r>
            <a:r>
              <a:rPr sz="1600" dirty="0">
                <a:latin typeface="Corbel"/>
                <a:cs typeface="Corbel"/>
              </a:rPr>
              <a:t>accomplish</a:t>
            </a:r>
            <a:r>
              <a:rPr sz="1600" spc="-35" dirty="0">
                <a:latin typeface="Corbel"/>
                <a:cs typeface="Corbel"/>
              </a:rPr>
              <a:t> </a:t>
            </a:r>
            <a:r>
              <a:rPr sz="1600" dirty="0">
                <a:latin typeface="Corbel"/>
                <a:cs typeface="Corbel"/>
              </a:rPr>
              <a:t>the</a:t>
            </a:r>
            <a:r>
              <a:rPr sz="1600" spc="-40" dirty="0">
                <a:latin typeface="Corbel"/>
                <a:cs typeface="Corbel"/>
              </a:rPr>
              <a:t> </a:t>
            </a:r>
            <a:r>
              <a:rPr sz="1600" dirty="0">
                <a:latin typeface="Corbel"/>
                <a:cs typeface="Corbel"/>
              </a:rPr>
              <a:t>mission</a:t>
            </a:r>
            <a:r>
              <a:rPr sz="1600" spc="-35" dirty="0">
                <a:latin typeface="Corbel"/>
                <a:cs typeface="Corbel"/>
              </a:rPr>
              <a:t> </a:t>
            </a:r>
            <a:r>
              <a:rPr sz="1600" spc="-10" dirty="0">
                <a:latin typeface="Corbel"/>
                <a:cs typeface="Corbel"/>
              </a:rPr>
              <a:t>goal.</a:t>
            </a:r>
            <a:endParaRPr sz="1600" dirty="0">
              <a:latin typeface="Corbel"/>
              <a:cs typeface="Corbel"/>
            </a:endParaRPr>
          </a:p>
          <a:p>
            <a:pPr marL="297815" indent="-285115">
              <a:lnSpc>
                <a:spcPts val="1820"/>
              </a:lnSpc>
              <a:buFont typeface="Arial MT"/>
              <a:buChar char="•"/>
              <a:tabLst>
                <a:tab pos="297815" algn="l"/>
              </a:tabLst>
            </a:pPr>
            <a:r>
              <a:rPr sz="1600" dirty="0">
                <a:latin typeface="Corbel"/>
                <a:cs typeface="Corbel"/>
              </a:rPr>
              <a:t>This</a:t>
            </a:r>
            <a:r>
              <a:rPr sz="1600" spc="25" dirty="0">
                <a:latin typeface="Corbel"/>
                <a:cs typeface="Corbel"/>
              </a:rPr>
              <a:t> </a:t>
            </a:r>
            <a:r>
              <a:rPr sz="1600" dirty="0">
                <a:latin typeface="Corbel"/>
                <a:cs typeface="Corbel"/>
              </a:rPr>
              <a:t>is</a:t>
            </a:r>
            <a:r>
              <a:rPr sz="1600" spc="25"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case</a:t>
            </a:r>
            <a:r>
              <a:rPr sz="1600" spc="25" dirty="0">
                <a:latin typeface="Corbel"/>
                <a:cs typeface="Corbel"/>
              </a:rPr>
              <a:t> </a:t>
            </a:r>
            <a:r>
              <a:rPr sz="1600" dirty="0">
                <a:latin typeface="Corbel"/>
                <a:cs typeface="Corbel"/>
              </a:rPr>
              <a:t>of</a:t>
            </a:r>
            <a:r>
              <a:rPr sz="1600" spc="25" dirty="0">
                <a:latin typeface="Corbel"/>
                <a:cs typeface="Corbel"/>
              </a:rPr>
              <a:t> </a:t>
            </a:r>
            <a:r>
              <a:rPr sz="1600" dirty="0">
                <a:latin typeface="Corbel"/>
                <a:cs typeface="Corbel"/>
              </a:rPr>
              <a:t>several</a:t>
            </a:r>
            <a:r>
              <a:rPr sz="1600" spc="25" dirty="0">
                <a:latin typeface="Corbel"/>
                <a:cs typeface="Corbel"/>
              </a:rPr>
              <a:t> </a:t>
            </a:r>
            <a:r>
              <a:rPr sz="1600" dirty="0">
                <a:latin typeface="Corbel"/>
                <a:cs typeface="Corbel"/>
              </a:rPr>
              <a:t>civilian/military</a:t>
            </a:r>
            <a:r>
              <a:rPr sz="1600" spc="15" dirty="0">
                <a:latin typeface="Corbel"/>
                <a:cs typeface="Corbel"/>
              </a:rPr>
              <a:t> </a:t>
            </a:r>
            <a:r>
              <a:rPr sz="1600" dirty="0">
                <a:latin typeface="Corbel"/>
                <a:cs typeface="Corbel"/>
              </a:rPr>
              <a:t>applications</a:t>
            </a:r>
            <a:r>
              <a:rPr sz="1600" spc="30" dirty="0">
                <a:latin typeface="Corbel"/>
                <a:cs typeface="Corbel"/>
              </a:rPr>
              <a:t> </a:t>
            </a:r>
            <a:r>
              <a:rPr sz="1600" dirty="0">
                <a:latin typeface="Corbel"/>
                <a:cs typeface="Corbel"/>
              </a:rPr>
              <a:t>like</a:t>
            </a:r>
            <a:r>
              <a:rPr sz="1600" spc="25" dirty="0">
                <a:latin typeface="Corbel"/>
                <a:cs typeface="Corbel"/>
              </a:rPr>
              <a:t> </a:t>
            </a:r>
            <a:r>
              <a:rPr sz="1600" dirty="0">
                <a:latin typeface="Corbel"/>
                <a:cs typeface="Corbel"/>
              </a:rPr>
              <a:t>infrastructure</a:t>
            </a:r>
            <a:r>
              <a:rPr sz="1600" spc="30" dirty="0">
                <a:latin typeface="Corbel"/>
                <a:cs typeface="Corbel"/>
              </a:rPr>
              <a:t> </a:t>
            </a:r>
            <a:r>
              <a:rPr sz="1600" dirty="0">
                <a:latin typeface="Corbel"/>
                <a:cs typeface="Corbel"/>
              </a:rPr>
              <a:t>monitoring,</a:t>
            </a:r>
            <a:r>
              <a:rPr sz="1600" spc="25" dirty="0">
                <a:latin typeface="Corbel"/>
                <a:cs typeface="Corbel"/>
              </a:rPr>
              <a:t> </a:t>
            </a:r>
            <a:r>
              <a:rPr sz="1600" dirty="0">
                <a:latin typeface="Corbel"/>
                <a:cs typeface="Corbel"/>
              </a:rPr>
              <a:t>surveillance</a:t>
            </a:r>
            <a:r>
              <a:rPr sz="1600" spc="30" dirty="0">
                <a:latin typeface="Corbel"/>
                <a:cs typeface="Corbel"/>
              </a:rPr>
              <a:t> </a:t>
            </a:r>
            <a:r>
              <a:rPr sz="1600" dirty="0">
                <a:latin typeface="Corbel"/>
                <a:cs typeface="Corbel"/>
              </a:rPr>
              <a:t>of</a:t>
            </a:r>
            <a:r>
              <a:rPr sz="1600" spc="25" dirty="0">
                <a:latin typeface="Corbel"/>
                <a:cs typeface="Corbel"/>
              </a:rPr>
              <a:t> </a:t>
            </a:r>
            <a:r>
              <a:rPr sz="1600" dirty="0">
                <a:latin typeface="Corbel"/>
                <a:cs typeface="Corbel"/>
              </a:rPr>
              <a:t>coastal</a:t>
            </a:r>
            <a:r>
              <a:rPr sz="1600" spc="25" dirty="0">
                <a:latin typeface="Corbel"/>
                <a:cs typeface="Corbel"/>
              </a:rPr>
              <a:t> </a:t>
            </a:r>
            <a:r>
              <a:rPr sz="1600" spc="-10" dirty="0">
                <a:latin typeface="Corbel"/>
                <a:cs typeface="Corbel"/>
              </a:rPr>
              <a:t>areas</a:t>
            </a:r>
            <a:endParaRPr sz="1600" dirty="0">
              <a:latin typeface="Corbel"/>
              <a:cs typeface="Corbel"/>
            </a:endParaRPr>
          </a:p>
          <a:p>
            <a:pPr marL="298450">
              <a:lnSpc>
                <a:spcPts val="1910"/>
              </a:lnSpc>
            </a:pPr>
            <a:r>
              <a:rPr sz="1600" dirty="0">
                <a:latin typeface="Corbel"/>
                <a:cs typeface="Corbel"/>
              </a:rPr>
              <a:t>and</a:t>
            </a:r>
            <a:r>
              <a:rPr sz="1600" spc="-10" dirty="0">
                <a:latin typeface="Corbel"/>
                <a:cs typeface="Corbel"/>
              </a:rPr>
              <a:t> </a:t>
            </a:r>
            <a:r>
              <a:rPr sz="1600" dirty="0">
                <a:latin typeface="Corbel"/>
                <a:cs typeface="Corbel"/>
              </a:rPr>
              <a:t>3D</a:t>
            </a:r>
            <a:r>
              <a:rPr sz="1600" spc="-10" dirty="0">
                <a:latin typeface="Corbel"/>
                <a:cs typeface="Corbel"/>
              </a:rPr>
              <a:t> mapping</a:t>
            </a:r>
            <a:endParaRPr sz="1600" dirty="0">
              <a:latin typeface="Corbel"/>
              <a:cs typeface="Corbel"/>
            </a:endParaRPr>
          </a:p>
          <a:p>
            <a:pPr marL="298450" marR="5080" indent="-285750">
              <a:lnSpc>
                <a:spcPts val="1900"/>
              </a:lnSpc>
              <a:spcBef>
                <a:spcPts val="175"/>
              </a:spcBef>
              <a:buFont typeface="Arial MT"/>
              <a:buChar char="•"/>
              <a:tabLst>
                <a:tab pos="298450" algn="l"/>
              </a:tabLst>
            </a:pPr>
            <a:r>
              <a:rPr sz="1600" dirty="0">
                <a:latin typeface="Corbel"/>
                <a:cs typeface="Corbel"/>
              </a:rPr>
              <a:t>On</a:t>
            </a:r>
            <a:r>
              <a:rPr sz="1600" spc="20" dirty="0">
                <a:latin typeface="Corbel"/>
                <a:cs typeface="Corbel"/>
              </a:rPr>
              <a:t> </a:t>
            </a:r>
            <a:r>
              <a:rPr sz="1600" dirty="0">
                <a:latin typeface="Corbel"/>
                <a:cs typeface="Corbel"/>
              </a:rPr>
              <a:t>the</a:t>
            </a:r>
            <a:r>
              <a:rPr sz="1600" spc="20" dirty="0">
                <a:latin typeface="Corbel"/>
                <a:cs typeface="Corbel"/>
              </a:rPr>
              <a:t> </a:t>
            </a:r>
            <a:r>
              <a:rPr sz="1600" dirty="0">
                <a:latin typeface="Corbel"/>
                <a:cs typeface="Corbel"/>
              </a:rPr>
              <a:t>other</a:t>
            </a:r>
            <a:r>
              <a:rPr sz="1600" spc="15" dirty="0">
                <a:latin typeface="Corbel"/>
                <a:cs typeface="Corbel"/>
              </a:rPr>
              <a:t> </a:t>
            </a:r>
            <a:r>
              <a:rPr sz="1600" dirty="0">
                <a:latin typeface="Corbel"/>
                <a:cs typeface="Corbel"/>
              </a:rPr>
              <a:t>side,</a:t>
            </a:r>
            <a:r>
              <a:rPr sz="1600" spc="15" dirty="0">
                <a:latin typeface="Corbel"/>
                <a:cs typeface="Corbel"/>
              </a:rPr>
              <a:t> </a:t>
            </a:r>
            <a:r>
              <a:rPr sz="1600" dirty="0">
                <a:latin typeface="Corbel"/>
                <a:cs typeface="Corbel"/>
              </a:rPr>
              <a:t>visual</a:t>
            </a:r>
            <a:r>
              <a:rPr sz="1600" spc="20" dirty="0">
                <a:latin typeface="Corbel"/>
                <a:cs typeface="Corbel"/>
              </a:rPr>
              <a:t> </a:t>
            </a:r>
            <a:r>
              <a:rPr sz="1600" dirty="0">
                <a:latin typeface="Corbel"/>
                <a:cs typeface="Corbel"/>
              </a:rPr>
              <a:t>technologies</a:t>
            </a:r>
            <a:r>
              <a:rPr sz="1600" spc="15" dirty="0">
                <a:latin typeface="Corbel"/>
                <a:cs typeface="Corbel"/>
              </a:rPr>
              <a:t> </a:t>
            </a:r>
            <a:r>
              <a:rPr sz="1600" dirty="0">
                <a:latin typeface="Corbel"/>
                <a:cs typeface="Corbel"/>
              </a:rPr>
              <a:t>and</a:t>
            </a:r>
            <a:r>
              <a:rPr sz="1600" spc="20" dirty="0">
                <a:latin typeface="Corbel"/>
                <a:cs typeface="Corbel"/>
              </a:rPr>
              <a:t> </a:t>
            </a:r>
            <a:r>
              <a:rPr sz="1600" dirty="0">
                <a:latin typeface="Corbel"/>
                <a:cs typeface="Corbel"/>
              </a:rPr>
              <a:t>algorithms</a:t>
            </a:r>
            <a:r>
              <a:rPr sz="1600" spc="15" dirty="0">
                <a:latin typeface="Corbel"/>
                <a:cs typeface="Corbel"/>
              </a:rPr>
              <a:t> </a:t>
            </a:r>
            <a:r>
              <a:rPr sz="1600" dirty="0">
                <a:latin typeface="Corbel"/>
                <a:cs typeface="Corbel"/>
              </a:rPr>
              <a:t>play</a:t>
            </a:r>
            <a:r>
              <a:rPr sz="1600" spc="15" dirty="0">
                <a:latin typeface="Corbel"/>
                <a:cs typeface="Corbel"/>
              </a:rPr>
              <a:t> </a:t>
            </a:r>
            <a:r>
              <a:rPr sz="1600" dirty="0">
                <a:latin typeface="Corbel"/>
                <a:cs typeface="Corbel"/>
              </a:rPr>
              <a:t>a</a:t>
            </a:r>
            <a:r>
              <a:rPr sz="1600" spc="20" dirty="0">
                <a:latin typeface="Corbel"/>
                <a:cs typeface="Corbel"/>
              </a:rPr>
              <a:t> </a:t>
            </a:r>
            <a:r>
              <a:rPr sz="1600" dirty="0">
                <a:latin typeface="Corbel"/>
                <a:cs typeface="Corbel"/>
              </a:rPr>
              <a:t>key</a:t>
            </a:r>
            <a:r>
              <a:rPr sz="1600" spc="10" dirty="0">
                <a:latin typeface="Corbel"/>
                <a:cs typeface="Corbel"/>
              </a:rPr>
              <a:t> </a:t>
            </a:r>
            <a:r>
              <a:rPr sz="1600" dirty="0">
                <a:latin typeface="Corbel"/>
                <a:cs typeface="Corbel"/>
              </a:rPr>
              <a:t>role</a:t>
            </a:r>
            <a:r>
              <a:rPr sz="1600" spc="25" dirty="0">
                <a:latin typeface="Corbel"/>
                <a:cs typeface="Corbel"/>
              </a:rPr>
              <a:t> </a:t>
            </a:r>
            <a:r>
              <a:rPr sz="1600" dirty="0">
                <a:latin typeface="Corbel"/>
                <a:cs typeface="Corbel"/>
              </a:rPr>
              <a:t>in</a:t>
            </a:r>
            <a:r>
              <a:rPr sz="1600" spc="20" dirty="0">
                <a:latin typeface="Corbel"/>
                <a:cs typeface="Corbel"/>
              </a:rPr>
              <a:t> </a:t>
            </a:r>
            <a:r>
              <a:rPr sz="1600" dirty="0">
                <a:latin typeface="Corbel"/>
                <a:cs typeface="Corbel"/>
              </a:rPr>
              <a:t>improving</a:t>
            </a:r>
            <a:r>
              <a:rPr sz="1600" spc="15" dirty="0">
                <a:latin typeface="Corbel"/>
                <a:cs typeface="Corbel"/>
              </a:rPr>
              <a:t> </a:t>
            </a:r>
            <a:r>
              <a:rPr sz="1600" dirty="0">
                <a:latin typeface="Corbel"/>
                <a:cs typeface="Corbel"/>
              </a:rPr>
              <a:t>UAV</a:t>
            </a:r>
            <a:r>
              <a:rPr sz="1600" spc="20" dirty="0">
                <a:latin typeface="Corbel"/>
                <a:cs typeface="Corbel"/>
              </a:rPr>
              <a:t> </a:t>
            </a:r>
            <a:r>
              <a:rPr sz="1600" dirty="0">
                <a:latin typeface="Corbel"/>
                <a:cs typeface="Corbel"/>
              </a:rPr>
              <a:t>inner</a:t>
            </a:r>
            <a:r>
              <a:rPr sz="1600" spc="20" dirty="0">
                <a:latin typeface="Corbel"/>
                <a:cs typeface="Corbel"/>
              </a:rPr>
              <a:t> </a:t>
            </a:r>
            <a:r>
              <a:rPr sz="1600" spc="-10" dirty="0">
                <a:latin typeface="Corbel"/>
                <a:cs typeface="Corbel"/>
              </a:rPr>
              <a:t>functionality,</a:t>
            </a:r>
            <a:r>
              <a:rPr sz="1600" spc="20" dirty="0">
                <a:latin typeface="Corbel"/>
                <a:cs typeface="Corbel"/>
              </a:rPr>
              <a:t> </a:t>
            </a:r>
            <a:r>
              <a:rPr sz="1600" dirty="0">
                <a:latin typeface="Corbel"/>
                <a:cs typeface="Corbel"/>
              </a:rPr>
              <a:t>e.g.,</a:t>
            </a:r>
            <a:r>
              <a:rPr sz="1600" spc="15" dirty="0">
                <a:latin typeface="Corbel"/>
                <a:cs typeface="Corbel"/>
              </a:rPr>
              <a:t> </a:t>
            </a:r>
            <a:r>
              <a:rPr sz="1600" spc="-25" dirty="0">
                <a:latin typeface="Corbel"/>
                <a:cs typeface="Corbel"/>
              </a:rPr>
              <a:t>in </a:t>
            </a:r>
            <a:r>
              <a:rPr sz="1600" dirty="0">
                <a:latin typeface="Corbel"/>
                <a:cs typeface="Corbel"/>
              </a:rPr>
              <a:t>terms</a:t>
            </a:r>
            <a:r>
              <a:rPr sz="1600" spc="-35" dirty="0">
                <a:latin typeface="Corbel"/>
                <a:cs typeface="Corbel"/>
              </a:rPr>
              <a:t> </a:t>
            </a:r>
            <a:r>
              <a:rPr sz="1600" dirty="0">
                <a:latin typeface="Corbel"/>
                <a:cs typeface="Corbel"/>
              </a:rPr>
              <a:t>of</a:t>
            </a:r>
            <a:r>
              <a:rPr sz="1600" spc="-35" dirty="0">
                <a:latin typeface="Corbel"/>
                <a:cs typeface="Corbel"/>
              </a:rPr>
              <a:t> </a:t>
            </a:r>
            <a:r>
              <a:rPr sz="1600" dirty="0">
                <a:latin typeface="Corbel"/>
                <a:cs typeface="Corbel"/>
              </a:rPr>
              <a:t>autonomous</a:t>
            </a:r>
            <a:r>
              <a:rPr sz="1600" spc="-35" dirty="0">
                <a:latin typeface="Corbel"/>
                <a:cs typeface="Corbel"/>
              </a:rPr>
              <a:t> </a:t>
            </a:r>
            <a:r>
              <a:rPr sz="1600" dirty="0">
                <a:latin typeface="Corbel"/>
                <a:cs typeface="Corbel"/>
              </a:rPr>
              <a:t>guidance,</a:t>
            </a:r>
            <a:r>
              <a:rPr sz="1600" spc="-35" dirty="0">
                <a:latin typeface="Corbel"/>
                <a:cs typeface="Corbel"/>
              </a:rPr>
              <a:t> </a:t>
            </a:r>
            <a:r>
              <a:rPr sz="1600" dirty="0">
                <a:latin typeface="Corbel"/>
                <a:cs typeface="Corbel"/>
              </a:rPr>
              <a:t>navigation</a:t>
            </a:r>
            <a:r>
              <a:rPr sz="1600" spc="-35" dirty="0">
                <a:latin typeface="Corbel"/>
                <a:cs typeface="Corbel"/>
              </a:rPr>
              <a:t> </a:t>
            </a:r>
            <a:r>
              <a:rPr sz="1600" dirty="0">
                <a:latin typeface="Corbel"/>
                <a:cs typeface="Corbel"/>
              </a:rPr>
              <a:t>and</a:t>
            </a:r>
            <a:r>
              <a:rPr sz="1600" spc="-30" dirty="0">
                <a:latin typeface="Corbel"/>
                <a:cs typeface="Corbel"/>
              </a:rPr>
              <a:t> </a:t>
            </a:r>
            <a:r>
              <a:rPr sz="1600" dirty="0">
                <a:latin typeface="Corbel"/>
                <a:cs typeface="Corbel"/>
              </a:rPr>
              <a:t>control</a:t>
            </a:r>
            <a:r>
              <a:rPr sz="1600" spc="-35" dirty="0">
                <a:latin typeface="Corbel"/>
                <a:cs typeface="Corbel"/>
              </a:rPr>
              <a:t> </a:t>
            </a:r>
            <a:r>
              <a:rPr sz="1600" dirty="0">
                <a:latin typeface="Corbel"/>
                <a:cs typeface="Corbel"/>
              </a:rPr>
              <a:t>and</a:t>
            </a:r>
            <a:r>
              <a:rPr sz="1600" spc="-30" dirty="0">
                <a:latin typeface="Corbel"/>
                <a:cs typeface="Corbel"/>
              </a:rPr>
              <a:t> </a:t>
            </a:r>
            <a:r>
              <a:rPr sz="1600" dirty="0">
                <a:latin typeface="Corbel"/>
                <a:cs typeface="Corbel"/>
              </a:rPr>
              <a:t>situational</a:t>
            </a:r>
            <a:r>
              <a:rPr sz="1600" spc="-30" dirty="0">
                <a:latin typeface="Corbel"/>
                <a:cs typeface="Corbel"/>
              </a:rPr>
              <a:t> </a:t>
            </a:r>
            <a:r>
              <a:rPr sz="1600" spc="-10" dirty="0">
                <a:latin typeface="Corbel"/>
                <a:cs typeface="Corbel"/>
              </a:rPr>
              <a:t>awareness.</a:t>
            </a:r>
            <a:endParaRPr sz="1600" dirty="0">
              <a:latin typeface="Corbel"/>
              <a:cs typeface="Corbel"/>
            </a:endParaRPr>
          </a:p>
        </p:txBody>
      </p:sp>
      <p:pic>
        <p:nvPicPr>
          <p:cNvPr id="6" name="object 6"/>
          <p:cNvPicPr/>
          <p:nvPr/>
        </p:nvPicPr>
        <p:blipFill>
          <a:blip r:embed="rId4" cstate="print"/>
          <a:stretch>
            <a:fillRect/>
          </a:stretch>
        </p:blipFill>
        <p:spPr>
          <a:xfrm>
            <a:off x="3356255" y="4566409"/>
            <a:ext cx="2588230" cy="1355586"/>
          </a:xfrm>
          <a:prstGeom prst="rect">
            <a:avLst/>
          </a:prstGeom>
        </p:spPr>
      </p:pic>
      <p:grpSp>
        <p:nvGrpSpPr>
          <p:cNvPr id="7" name="object 7"/>
          <p:cNvGrpSpPr/>
          <p:nvPr/>
        </p:nvGrpSpPr>
        <p:grpSpPr>
          <a:xfrm>
            <a:off x="43542" y="6462030"/>
            <a:ext cx="745490" cy="360045"/>
            <a:chOff x="43542" y="6462030"/>
            <a:chExt cx="745490" cy="360045"/>
          </a:xfrm>
        </p:grpSpPr>
        <p:sp>
          <p:nvSpPr>
            <p:cNvPr id="8" name="object 8"/>
            <p:cNvSpPr/>
            <p:nvPr/>
          </p:nvSpPr>
          <p:spPr>
            <a:xfrm>
              <a:off x="43542" y="6462030"/>
              <a:ext cx="360045" cy="360045"/>
            </a:xfrm>
            <a:custGeom>
              <a:avLst/>
              <a:gdLst/>
              <a:ahLst/>
              <a:cxnLst/>
              <a:rect l="l" t="t" r="r" b="b"/>
              <a:pathLst>
                <a:path w="360045" h="360045">
                  <a:moveTo>
                    <a:pt x="359999" y="0"/>
                  </a:moveTo>
                  <a:lnTo>
                    <a:pt x="0" y="0"/>
                  </a:lnTo>
                  <a:lnTo>
                    <a:pt x="0" y="359999"/>
                  </a:lnTo>
                  <a:lnTo>
                    <a:pt x="359999" y="359999"/>
                  </a:lnTo>
                  <a:lnTo>
                    <a:pt x="359999" y="314999"/>
                  </a:lnTo>
                  <a:lnTo>
                    <a:pt x="179999" y="314999"/>
                  </a:lnTo>
                  <a:lnTo>
                    <a:pt x="137329" y="308117"/>
                  </a:lnTo>
                  <a:lnTo>
                    <a:pt x="100270" y="288952"/>
                  </a:lnTo>
                  <a:lnTo>
                    <a:pt x="71047" y="259729"/>
                  </a:lnTo>
                  <a:lnTo>
                    <a:pt x="51882" y="222670"/>
                  </a:lnTo>
                  <a:lnTo>
                    <a:pt x="44999" y="179999"/>
                  </a:lnTo>
                  <a:lnTo>
                    <a:pt x="51882" y="137329"/>
                  </a:lnTo>
                  <a:lnTo>
                    <a:pt x="71047" y="100270"/>
                  </a:lnTo>
                  <a:lnTo>
                    <a:pt x="100270" y="71047"/>
                  </a:lnTo>
                  <a:lnTo>
                    <a:pt x="137329" y="51882"/>
                  </a:lnTo>
                  <a:lnTo>
                    <a:pt x="179999" y="44999"/>
                  </a:lnTo>
                  <a:lnTo>
                    <a:pt x="359999" y="44999"/>
                  </a:lnTo>
                  <a:lnTo>
                    <a:pt x="359999" y="0"/>
                  </a:lnTo>
                  <a:close/>
                </a:path>
                <a:path w="360045" h="360045">
                  <a:moveTo>
                    <a:pt x="359999" y="44999"/>
                  </a:moveTo>
                  <a:lnTo>
                    <a:pt x="179999" y="44999"/>
                  </a:lnTo>
                  <a:lnTo>
                    <a:pt x="222670" y="51882"/>
                  </a:lnTo>
                  <a:lnTo>
                    <a:pt x="259729" y="71047"/>
                  </a:lnTo>
                  <a:lnTo>
                    <a:pt x="288952" y="100270"/>
                  </a:lnTo>
                  <a:lnTo>
                    <a:pt x="308117" y="137329"/>
                  </a:lnTo>
                  <a:lnTo>
                    <a:pt x="314999" y="179999"/>
                  </a:lnTo>
                  <a:lnTo>
                    <a:pt x="308117" y="222670"/>
                  </a:lnTo>
                  <a:lnTo>
                    <a:pt x="288952" y="259729"/>
                  </a:lnTo>
                  <a:lnTo>
                    <a:pt x="259729" y="288952"/>
                  </a:lnTo>
                  <a:lnTo>
                    <a:pt x="222670" y="308117"/>
                  </a:lnTo>
                  <a:lnTo>
                    <a:pt x="179999" y="314999"/>
                  </a:lnTo>
                  <a:lnTo>
                    <a:pt x="359999" y="314999"/>
                  </a:lnTo>
                  <a:lnTo>
                    <a:pt x="359999" y="44999"/>
                  </a:lnTo>
                  <a:close/>
                </a:path>
              </a:pathLst>
            </a:custGeom>
            <a:solidFill>
              <a:srgbClr val="1CADE4"/>
            </a:solidFill>
          </p:spPr>
          <p:txBody>
            <a:bodyPr wrap="square" lIns="0" tIns="0" rIns="0" bIns="0" rtlCol="0"/>
            <a:lstStyle/>
            <a:p>
              <a:endParaRPr/>
            </a:p>
          </p:txBody>
        </p:sp>
        <p:sp>
          <p:nvSpPr>
            <p:cNvPr id="9" name="object 9"/>
            <p:cNvSpPr/>
            <p:nvPr/>
          </p:nvSpPr>
          <p:spPr>
            <a:xfrm>
              <a:off x="88542" y="6507030"/>
              <a:ext cx="270510" cy="270510"/>
            </a:xfrm>
            <a:custGeom>
              <a:avLst/>
              <a:gdLst/>
              <a:ahLst/>
              <a:cxnLst/>
              <a:rect l="l" t="t" r="r" b="b"/>
              <a:pathLst>
                <a:path w="270510"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10" h="270509">
                  <a:moveTo>
                    <a:pt x="259004" y="84375"/>
                  </a:moveTo>
                  <a:lnTo>
                    <a:pt x="160312" y="84375"/>
                  </a:lnTo>
                  <a:lnTo>
                    <a:pt x="160312" y="219375"/>
                  </a:lnTo>
                  <a:lnTo>
                    <a:pt x="185625" y="219375"/>
                  </a:lnTo>
                  <a:lnTo>
                    <a:pt x="185625" y="236250"/>
                  </a:lnTo>
                  <a:lnTo>
                    <a:pt x="222432" y="236250"/>
                  </a:lnTo>
                  <a:lnTo>
                    <a:pt x="243952" y="214729"/>
                  </a:lnTo>
                  <a:lnTo>
                    <a:pt x="263117" y="177670"/>
                  </a:lnTo>
                  <a:lnTo>
                    <a:pt x="269999" y="134999"/>
                  </a:lnTo>
                  <a:lnTo>
                    <a:pt x="263117" y="92329"/>
                  </a:lnTo>
                  <a:lnTo>
                    <a:pt x="259004" y="84375"/>
                  </a:lnTo>
                  <a:close/>
                </a:path>
                <a:path w="270510"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10" name="object 10"/>
            <p:cNvPicPr/>
            <p:nvPr/>
          </p:nvPicPr>
          <p:blipFill>
            <a:blip r:embed="rId5" cstate="print"/>
            <a:stretch>
              <a:fillRect/>
            </a:stretch>
          </p:blipFill>
          <p:spPr>
            <a:xfrm>
              <a:off x="172917" y="6515468"/>
              <a:ext cx="101249" cy="227812"/>
            </a:xfrm>
            <a:prstGeom prst="rect">
              <a:avLst/>
            </a:prstGeom>
          </p:spPr>
        </p:pic>
        <p:pic>
          <p:nvPicPr>
            <p:cNvPr id="11" name="object 11"/>
            <p:cNvPicPr/>
            <p:nvPr/>
          </p:nvPicPr>
          <p:blipFill>
            <a:blip r:embed="rId6" cstate="print"/>
            <a:stretch>
              <a:fillRect/>
            </a:stretch>
          </p:blipFill>
          <p:spPr>
            <a:xfrm>
              <a:off x="428941" y="6462030"/>
              <a:ext cx="360000" cy="359999"/>
            </a:xfrm>
            <a:prstGeom prst="rect">
              <a:avLst/>
            </a:prstGeom>
          </p:spPr>
        </p:pic>
      </p:grpSp>
      <p:pic>
        <p:nvPicPr>
          <p:cNvPr id="12" name="object 12"/>
          <p:cNvPicPr/>
          <p:nvPr/>
        </p:nvPicPr>
        <p:blipFill>
          <a:blip r:embed="rId7" cstate="print"/>
          <a:stretch>
            <a:fillRect/>
          </a:stretch>
        </p:blipFill>
        <p:spPr>
          <a:xfrm>
            <a:off x="6247514" y="4165270"/>
            <a:ext cx="4460176" cy="2519999"/>
          </a:xfrm>
          <a:prstGeom prst="rect">
            <a:avLst/>
          </a:prstGeom>
        </p:spPr>
      </p:pic>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16</a:t>
            </a:fld>
            <a:endParaRPr spc="-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1451347" y="4078424"/>
            <a:ext cx="2588230" cy="1355586"/>
          </a:xfrm>
          <a:prstGeom prst="rect">
            <a:avLst/>
          </a:prstGeom>
        </p:spPr>
      </p:pic>
      <p:sp>
        <p:nvSpPr>
          <p:cNvPr id="3" name="object 3"/>
          <p:cNvSpPr txBox="1">
            <a:spLocks noGrp="1"/>
          </p:cNvSpPr>
          <p:nvPr>
            <p:ph type="title"/>
          </p:nvPr>
        </p:nvSpPr>
        <p:spPr>
          <a:xfrm>
            <a:off x="1563049" y="371347"/>
            <a:ext cx="2036445" cy="299720"/>
          </a:xfrm>
          <a:prstGeom prst="rect">
            <a:avLst/>
          </a:prstGeom>
        </p:spPr>
        <p:txBody>
          <a:bodyPr vert="horz" wrap="square" lIns="0" tIns="12700" rIns="0" bIns="0" rtlCol="0">
            <a:spAutoFit/>
          </a:bodyPr>
          <a:lstStyle/>
          <a:p>
            <a:pPr marL="12700">
              <a:lnSpc>
                <a:spcPct val="100000"/>
              </a:lnSpc>
              <a:spcBef>
                <a:spcPts val="100"/>
              </a:spcBef>
            </a:pPr>
            <a:r>
              <a:rPr sz="1800" b="1" u="sng" spc="-10" dirty="0">
                <a:uFill>
                  <a:solidFill>
                    <a:srgbClr val="000000"/>
                  </a:solidFill>
                </a:uFill>
                <a:latin typeface="Corbel"/>
                <a:cs typeface="Corbel"/>
              </a:rPr>
              <a:t>Infra-</a:t>
            </a:r>
            <a:r>
              <a:rPr sz="1800" b="1" u="sng" dirty="0">
                <a:uFill>
                  <a:solidFill>
                    <a:srgbClr val="000000"/>
                  </a:solidFill>
                </a:uFill>
                <a:latin typeface="Corbel"/>
                <a:cs typeface="Corbel"/>
              </a:rPr>
              <a:t>red</a:t>
            </a:r>
            <a:r>
              <a:rPr sz="1800" b="1" u="sng" spc="-25" dirty="0">
                <a:uFill>
                  <a:solidFill>
                    <a:srgbClr val="000000"/>
                  </a:solidFill>
                </a:uFill>
                <a:latin typeface="Corbel"/>
                <a:cs typeface="Corbel"/>
              </a:rPr>
              <a:t> </a:t>
            </a:r>
            <a:r>
              <a:rPr sz="1800" b="1" u="sng" dirty="0">
                <a:uFill>
                  <a:solidFill>
                    <a:srgbClr val="000000"/>
                  </a:solidFill>
                </a:uFill>
                <a:latin typeface="Corbel"/>
                <a:cs typeface="Corbel"/>
              </a:rPr>
              <a:t>(IR)</a:t>
            </a:r>
            <a:r>
              <a:rPr sz="1800" b="1" u="sng" spc="-15" dirty="0">
                <a:uFill>
                  <a:solidFill>
                    <a:srgbClr val="000000"/>
                  </a:solidFill>
                </a:uFill>
                <a:latin typeface="Corbel"/>
                <a:cs typeface="Corbel"/>
              </a:rPr>
              <a:t> </a:t>
            </a:r>
            <a:r>
              <a:rPr sz="1800" b="1" u="sng" spc="-10" dirty="0">
                <a:uFill>
                  <a:solidFill>
                    <a:srgbClr val="000000"/>
                  </a:solidFill>
                </a:uFill>
                <a:latin typeface="Corbel"/>
                <a:cs typeface="Corbel"/>
              </a:rPr>
              <a:t>system</a:t>
            </a:r>
            <a:endParaRPr sz="1800">
              <a:latin typeface="Corbel"/>
              <a:cs typeface="Corbel"/>
            </a:endParaRPr>
          </a:p>
        </p:txBody>
      </p:sp>
      <p:sp>
        <p:nvSpPr>
          <p:cNvPr id="4" name="object 4"/>
          <p:cNvSpPr txBox="1"/>
          <p:nvPr/>
        </p:nvSpPr>
        <p:spPr>
          <a:xfrm>
            <a:off x="1563049" y="732027"/>
            <a:ext cx="9860280" cy="2707640"/>
          </a:xfrm>
          <a:prstGeom prst="rect">
            <a:avLst/>
          </a:prstGeom>
        </p:spPr>
        <p:txBody>
          <a:bodyPr vert="horz" wrap="square" lIns="0" tIns="22860" rIns="0" bIns="0" rtlCol="0">
            <a:spAutoFit/>
          </a:bodyPr>
          <a:lstStyle/>
          <a:p>
            <a:pPr marL="298450" marR="6350" indent="-285750">
              <a:lnSpc>
                <a:spcPts val="1900"/>
              </a:lnSpc>
              <a:spcBef>
                <a:spcPts val="180"/>
              </a:spcBef>
              <a:buFont typeface="Arial MT"/>
              <a:buChar char="•"/>
              <a:tabLst>
                <a:tab pos="298450" algn="l"/>
              </a:tabLst>
            </a:pPr>
            <a:r>
              <a:rPr sz="1600" dirty="0">
                <a:latin typeface="Corbel"/>
                <a:cs typeface="Corbel"/>
              </a:rPr>
              <a:t>Infrared</a:t>
            </a:r>
            <a:r>
              <a:rPr sz="1600" spc="-20" dirty="0">
                <a:latin typeface="Corbel"/>
                <a:cs typeface="Corbel"/>
              </a:rPr>
              <a:t> </a:t>
            </a:r>
            <a:r>
              <a:rPr sz="1600" dirty="0">
                <a:latin typeface="Corbel"/>
                <a:cs typeface="Corbel"/>
              </a:rPr>
              <a:t>radiation,</a:t>
            </a:r>
            <a:r>
              <a:rPr sz="1600" spc="-20" dirty="0">
                <a:latin typeface="Corbel"/>
                <a:cs typeface="Corbel"/>
              </a:rPr>
              <a:t> </a:t>
            </a:r>
            <a:r>
              <a:rPr sz="1600" dirty="0">
                <a:latin typeface="Corbel"/>
                <a:cs typeface="Corbel"/>
              </a:rPr>
              <a:t>which</a:t>
            </a:r>
            <a:r>
              <a:rPr sz="1600" spc="-30" dirty="0">
                <a:latin typeface="Corbel"/>
                <a:cs typeface="Corbel"/>
              </a:rPr>
              <a:t> </a:t>
            </a:r>
            <a:r>
              <a:rPr sz="1600" dirty="0">
                <a:latin typeface="Corbel"/>
                <a:cs typeface="Corbel"/>
              </a:rPr>
              <a:t>is</a:t>
            </a:r>
            <a:r>
              <a:rPr sz="1600" spc="-20" dirty="0">
                <a:latin typeface="Corbel"/>
                <a:cs typeface="Corbel"/>
              </a:rPr>
              <a:t> </a:t>
            </a:r>
            <a:r>
              <a:rPr sz="1600" dirty="0">
                <a:latin typeface="Corbel"/>
                <a:cs typeface="Corbel"/>
              </a:rPr>
              <a:t>a</a:t>
            </a:r>
            <a:r>
              <a:rPr sz="1600" spc="-25" dirty="0">
                <a:latin typeface="Corbel"/>
                <a:cs typeface="Corbel"/>
              </a:rPr>
              <a:t> </a:t>
            </a:r>
            <a:r>
              <a:rPr sz="1600" dirty="0">
                <a:latin typeface="Corbel"/>
                <a:cs typeface="Corbel"/>
              </a:rPr>
              <a:t>portion</a:t>
            </a:r>
            <a:r>
              <a:rPr sz="1600" spc="-15" dirty="0">
                <a:latin typeface="Corbel"/>
                <a:cs typeface="Corbel"/>
              </a:rPr>
              <a:t> </a:t>
            </a:r>
            <a:r>
              <a:rPr sz="1600" dirty="0">
                <a:latin typeface="Corbel"/>
                <a:cs typeface="Corbel"/>
              </a:rPr>
              <a:t>of</a:t>
            </a:r>
            <a:r>
              <a:rPr sz="1600" spc="-20" dirty="0">
                <a:latin typeface="Corbel"/>
                <a:cs typeface="Corbel"/>
              </a:rPr>
              <a:t> </a:t>
            </a:r>
            <a:r>
              <a:rPr sz="1600" dirty="0">
                <a:latin typeface="Corbel"/>
                <a:cs typeface="Corbel"/>
              </a:rPr>
              <a:t>the</a:t>
            </a:r>
            <a:r>
              <a:rPr sz="1600" spc="-25" dirty="0">
                <a:latin typeface="Corbel"/>
                <a:cs typeface="Corbel"/>
              </a:rPr>
              <a:t> </a:t>
            </a:r>
            <a:r>
              <a:rPr sz="1600" spc="-10" dirty="0">
                <a:latin typeface="Corbel"/>
                <a:cs typeface="Corbel"/>
              </a:rPr>
              <a:t>electromagnetic</a:t>
            </a:r>
            <a:r>
              <a:rPr sz="1600" spc="-15" dirty="0">
                <a:latin typeface="Corbel"/>
                <a:cs typeface="Corbel"/>
              </a:rPr>
              <a:t> </a:t>
            </a:r>
            <a:r>
              <a:rPr sz="1600" dirty="0">
                <a:latin typeface="Corbel"/>
                <a:cs typeface="Corbel"/>
              </a:rPr>
              <a:t>spectrum,</a:t>
            </a:r>
            <a:r>
              <a:rPr sz="1600" spc="-20" dirty="0">
                <a:latin typeface="Corbel"/>
                <a:cs typeface="Corbel"/>
              </a:rPr>
              <a:t> </a:t>
            </a:r>
            <a:r>
              <a:rPr sz="1600" dirty="0">
                <a:latin typeface="Corbel"/>
                <a:cs typeface="Corbel"/>
              </a:rPr>
              <a:t>is</a:t>
            </a:r>
            <a:r>
              <a:rPr sz="1600" spc="-20" dirty="0">
                <a:latin typeface="Corbel"/>
                <a:cs typeface="Corbel"/>
              </a:rPr>
              <a:t> </a:t>
            </a:r>
            <a:r>
              <a:rPr sz="1600" dirty="0">
                <a:latin typeface="Corbel"/>
                <a:cs typeface="Corbel"/>
              </a:rPr>
              <a:t>emitted</a:t>
            </a:r>
            <a:r>
              <a:rPr sz="1600" spc="-20" dirty="0">
                <a:latin typeface="Corbel"/>
                <a:cs typeface="Corbel"/>
              </a:rPr>
              <a:t> </a:t>
            </a:r>
            <a:r>
              <a:rPr sz="1600" dirty="0">
                <a:latin typeface="Corbel"/>
                <a:cs typeface="Corbel"/>
              </a:rPr>
              <a:t>by</a:t>
            </a:r>
            <a:r>
              <a:rPr sz="1600" spc="-25" dirty="0">
                <a:latin typeface="Corbel"/>
                <a:cs typeface="Corbel"/>
              </a:rPr>
              <a:t> </a:t>
            </a:r>
            <a:r>
              <a:rPr sz="1600" dirty="0">
                <a:latin typeface="Corbel"/>
                <a:cs typeface="Corbel"/>
              </a:rPr>
              <a:t>all</a:t>
            </a:r>
            <a:r>
              <a:rPr sz="1600" spc="-15" dirty="0">
                <a:latin typeface="Corbel"/>
                <a:cs typeface="Corbel"/>
              </a:rPr>
              <a:t> </a:t>
            </a:r>
            <a:r>
              <a:rPr sz="1600" dirty="0">
                <a:latin typeface="Corbel"/>
                <a:cs typeface="Corbel"/>
              </a:rPr>
              <a:t>objects</a:t>
            </a:r>
            <a:r>
              <a:rPr sz="1600" spc="-25" dirty="0">
                <a:latin typeface="Corbel"/>
                <a:cs typeface="Corbel"/>
              </a:rPr>
              <a:t> </a:t>
            </a:r>
            <a:r>
              <a:rPr sz="1600" dirty="0">
                <a:latin typeface="Corbel"/>
                <a:cs typeface="Corbel"/>
              </a:rPr>
              <a:t>with</a:t>
            </a:r>
            <a:r>
              <a:rPr sz="1600" spc="-25" dirty="0">
                <a:latin typeface="Corbel"/>
                <a:cs typeface="Corbel"/>
              </a:rPr>
              <a:t> </a:t>
            </a:r>
            <a:r>
              <a:rPr sz="1600" dirty="0">
                <a:latin typeface="Corbel"/>
                <a:cs typeface="Corbel"/>
              </a:rPr>
              <a:t>a</a:t>
            </a:r>
            <a:r>
              <a:rPr sz="1600" spc="-25" dirty="0">
                <a:latin typeface="Corbel"/>
                <a:cs typeface="Corbel"/>
              </a:rPr>
              <a:t> </a:t>
            </a:r>
            <a:r>
              <a:rPr sz="1600" spc="-10" dirty="0">
                <a:latin typeface="Corbel"/>
                <a:cs typeface="Corbel"/>
              </a:rPr>
              <a:t>temperature </a:t>
            </a:r>
            <a:r>
              <a:rPr sz="1600" dirty="0">
                <a:latin typeface="Corbel"/>
                <a:cs typeface="Corbel"/>
              </a:rPr>
              <a:t>greater</a:t>
            </a:r>
            <a:r>
              <a:rPr sz="1600" spc="-45" dirty="0">
                <a:latin typeface="Corbel"/>
                <a:cs typeface="Corbel"/>
              </a:rPr>
              <a:t> </a:t>
            </a:r>
            <a:r>
              <a:rPr sz="1600" dirty="0">
                <a:latin typeface="Corbel"/>
                <a:cs typeface="Corbel"/>
              </a:rPr>
              <a:t>than</a:t>
            </a:r>
            <a:r>
              <a:rPr sz="1600" spc="-30" dirty="0">
                <a:latin typeface="Corbel"/>
                <a:cs typeface="Corbel"/>
              </a:rPr>
              <a:t> </a:t>
            </a:r>
            <a:r>
              <a:rPr sz="1600" dirty="0">
                <a:latin typeface="Corbel"/>
                <a:cs typeface="Corbel"/>
              </a:rPr>
              <a:t>absolute</a:t>
            </a:r>
            <a:r>
              <a:rPr sz="1600" spc="-40" dirty="0">
                <a:latin typeface="Corbel"/>
                <a:cs typeface="Corbel"/>
              </a:rPr>
              <a:t> </a:t>
            </a:r>
            <a:r>
              <a:rPr sz="1600" spc="-20" dirty="0">
                <a:latin typeface="Corbel"/>
                <a:cs typeface="Corbel"/>
              </a:rPr>
              <a:t>zero.</a:t>
            </a:r>
            <a:endParaRPr sz="1600" dirty="0">
              <a:latin typeface="Corbel"/>
              <a:cs typeface="Corbel"/>
            </a:endParaRPr>
          </a:p>
          <a:p>
            <a:pPr marL="297815" indent="-285115">
              <a:lnSpc>
                <a:spcPts val="1855"/>
              </a:lnSpc>
              <a:buFont typeface="Arial MT"/>
              <a:buChar char="•"/>
              <a:tabLst>
                <a:tab pos="297815" algn="l"/>
              </a:tabLst>
            </a:pPr>
            <a:r>
              <a:rPr sz="1600" dirty="0">
                <a:latin typeface="Corbel"/>
                <a:cs typeface="Corbel"/>
              </a:rPr>
              <a:t>The</a:t>
            </a:r>
            <a:r>
              <a:rPr sz="1600" spc="125" dirty="0">
                <a:latin typeface="Corbel"/>
                <a:cs typeface="Corbel"/>
              </a:rPr>
              <a:t> </a:t>
            </a:r>
            <a:r>
              <a:rPr sz="1600" dirty="0">
                <a:latin typeface="Corbel"/>
                <a:cs typeface="Corbel"/>
              </a:rPr>
              <a:t>amount</a:t>
            </a:r>
            <a:r>
              <a:rPr sz="1600" spc="120" dirty="0">
                <a:latin typeface="Corbel"/>
                <a:cs typeface="Corbel"/>
              </a:rPr>
              <a:t> </a:t>
            </a:r>
            <a:r>
              <a:rPr sz="1600" dirty="0">
                <a:latin typeface="Corbel"/>
                <a:cs typeface="Corbel"/>
              </a:rPr>
              <a:t>of</a:t>
            </a:r>
            <a:r>
              <a:rPr sz="1600" spc="130" dirty="0">
                <a:latin typeface="Corbel"/>
                <a:cs typeface="Corbel"/>
              </a:rPr>
              <a:t> </a:t>
            </a:r>
            <a:r>
              <a:rPr sz="1600" dirty="0">
                <a:latin typeface="Corbel"/>
                <a:cs typeface="Corbel"/>
              </a:rPr>
              <a:t>radiation</a:t>
            </a:r>
            <a:r>
              <a:rPr sz="1600" spc="125" dirty="0">
                <a:latin typeface="Corbel"/>
                <a:cs typeface="Corbel"/>
              </a:rPr>
              <a:t> </a:t>
            </a:r>
            <a:r>
              <a:rPr sz="1600" dirty="0">
                <a:latin typeface="Corbel"/>
                <a:cs typeface="Corbel"/>
              </a:rPr>
              <a:t>emitted</a:t>
            </a:r>
            <a:r>
              <a:rPr sz="1600" spc="130" dirty="0">
                <a:latin typeface="Corbel"/>
                <a:cs typeface="Corbel"/>
              </a:rPr>
              <a:t> </a:t>
            </a:r>
            <a:r>
              <a:rPr sz="1600" dirty="0">
                <a:latin typeface="Corbel"/>
                <a:cs typeface="Corbel"/>
              </a:rPr>
              <a:t>increases</a:t>
            </a:r>
            <a:r>
              <a:rPr sz="1600" spc="130" dirty="0">
                <a:latin typeface="Corbel"/>
                <a:cs typeface="Corbel"/>
              </a:rPr>
              <a:t> </a:t>
            </a:r>
            <a:r>
              <a:rPr sz="1600" dirty="0">
                <a:latin typeface="Corbel"/>
                <a:cs typeface="Corbel"/>
              </a:rPr>
              <a:t>with</a:t>
            </a:r>
            <a:r>
              <a:rPr sz="1600" spc="120" dirty="0">
                <a:latin typeface="Corbel"/>
                <a:cs typeface="Corbel"/>
              </a:rPr>
              <a:t> </a:t>
            </a:r>
            <a:r>
              <a:rPr sz="1600" dirty="0">
                <a:latin typeface="Corbel"/>
                <a:cs typeface="Corbel"/>
              </a:rPr>
              <a:t>the</a:t>
            </a:r>
            <a:r>
              <a:rPr sz="1600" spc="130" dirty="0">
                <a:latin typeface="Corbel"/>
                <a:cs typeface="Corbel"/>
              </a:rPr>
              <a:t> </a:t>
            </a:r>
            <a:r>
              <a:rPr sz="1600" dirty="0">
                <a:latin typeface="Corbel"/>
                <a:cs typeface="Corbel"/>
              </a:rPr>
              <a:t>temperature</a:t>
            </a:r>
            <a:r>
              <a:rPr sz="1600" spc="130" dirty="0">
                <a:latin typeface="Corbel"/>
                <a:cs typeface="Corbel"/>
              </a:rPr>
              <a:t> </a:t>
            </a:r>
            <a:r>
              <a:rPr sz="1600" dirty="0">
                <a:latin typeface="Corbel"/>
                <a:cs typeface="Corbel"/>
              </a:rPr>
              <a:t>of</a:t>
            </a:r>
            <a:r>
              <a:rPr sz="1600" spc="130" dirty="0">
                <a:latin typeface="Corbel"/>
                <a:cs typeface="Corbel"/>
              </a:rPr>
              <a:t> </a:t>
            </a:r>
            <a:r>
              <a:rPr sz="1600" dirty="0">
                <a:latin typeface="Corbel"/>
                <a:cs typeface="Corbel"/>
              </a:rPr>
              <a:t>the</a:t>
            </a:r>
            <a:r>
              <a:rPr sz="1600" spc="130" dirty="0">
                <a:latin typeface="Corbel"/>
                <a:cs typeface="Corbel"/>
              </a:rPr>
              <a:t> </a:t>
            </a:r>
            <a:r>
              <a:rPr sz="1600" dirty="0">
                <a:latin typeface="Corbel"/>
                <a:cs typeface="Corbel"/>
              </a:rPr>
              <a:t>object,</a:t>
            </a:r>
            <a:r>
              <a:rPr sz="1600" spc="125" dirty="0">
                <a:latin typeface="Corbel"/>
                <a:cs typeface="Corbel"/>
              </a:rPr>
              <a:t> </a:t>
            </a:r>
            <a:r>
              <a:rPr sz="1600" dirty="0">
                <a:latin typeface="Corbel"/>
                <a:cs typeface="Corbel"/>
              </a:rPr>
              <a:t>and</a:t>
            </a:r>
            <a:r>
              <a:rPr sz="1600" spc="130" dirty="0">
                <a:latin typeface="Corbel"/>
                <a:cs typeface="Corbel"/>
              </a:rPr>
              <a:t> </a:t>
            </a:r>
            <a:r>
              <a:rPr sz="1600" dirty="0">
                <a:latin typeface="Corbel"/>
                <a:cs typeface="Corbel"/>
              </a:rPr>
              <a:t>so</a:t>
            </a:r>
            <a:r>
              <a:rPr sz="1600" spc="120" dirty="0">
                <a:latin typeface="Corbel"/>
                <a:cs typeface="Corbel"/>
              </a:rPr>
              <a:t> </a:t>
            </a:r>
            <a:r>
              <a:rPr sz="1600" dirty="0">
                <a:latin typeface="Corbel"/>
                <a:cs typeface="Corbel"/>
              </a:rPr>
              <a:t>variation</a:t>
            </a:r>
            <a:r>
              <a:rPr sz="1600" spc="130" dirty="0">
                <a:latin typeface="Corbel"/>
                <a:cs typeface="Corbel"/>
              </a:rPr>
              <a:t> </a:t>
            </a:r>
            <a:r>
              <a:rPr sz="1600" dirty="0">
                <a:latin typeface="Corbel"/>
                <a:cs typeface="Corbel"/>
              </a:rPr>
              <a:t>in</a:t>
            </a:r>
            <a:r>
              <a:rPr sz="1600" spc="135" dirty="0">
                <a:latin typeface="Corbel"/>
                <a:cs typeface="Corbel"/>
              </a:rPr>
              <a:t> </a:t>
            </a:r>
            <a:r>
              <a:rPr sz="1600" spc="-10" dirty="0">
                <a:latin typeface="Corbel"/>
                <a:cs typeface="Corbel"/>
              </a:rPr>
              <a:t>temperature</a:t>
            </a:r>
            <a:endParaRPr sz="1600" dirty="0">
              <a:latin typeface="Corbel"/>
              <a:cs typeface="Corbel"/>
            </a:endParaRPr>
          </a:p>
          <a:p>
            <a:pPr marL="298450" marR="5715">
              <a:lnSpc>
                <a:spcPts val="1900"/>
              </a:lnSpc>
              <a:spcBef>
                <a:spcPts val="150"/>
              </a:spcBef>
            </a:pPr>
            <a:r>
              <a:rPr sz="1600" dirty="0">
                <a:latin typeface="Corbel"/>
                <a:cs typeface="Corbel"/>
              </a:rPr>
              <a:t>can</a:t>
            </a:r>
            <a:r>
              <a:rPr sz="1600" spc="-15" dirty="0">
                <a:latin typeface="Corbel"/>
                <a:cs typeface="Corbel"/>
              </a:rPr>
              <a:t> </a:t>
            </a:r>
            <a:r>
              <a:rPr sz="1600" dirty="0">
                <a:latin typeface="Corbel"/>
                <a:cs typeface="Corbel"/>
              </a:rPr>
              <a:t>be</a:t>
            </a:r>
            <a:r>
              <a:rPr sz="1600" spc="-10" dirty="0">
                <a:latin typeface="Corbel"/>
                <a:cs typeface="Corbel"/>
              </a:rPr>
              <a:t> </a:t>
            </a:r>
            <a:r>
              <a:rPr sz="1600" dirty="0">
                <a:latin typeface="Corbel"/>
                <a:cs typeface="Corbel"/>
              </a:rPr>
              <a:t>picked</a:t>
            </a:r>
            <a:r>
              <a:rPr sz="1600" spc="-15" dirty="0">
                <a:latin typeface="Corbel"/>
                <a:cs typeface="Corbel"/>
              </a:rPr>
              <a:t> </a:t>
            </a:r>
            <a:r>
              <a:rPr sz="1600" dirty="0">
                <a:latin typeface="Corbel"/>
                <a:cs typeface="Corbel"/>
              </a:rPr>
              <a:t>up</a:t>
            </a:r>
            <a:r>
              <a:rPr sz="1600" spc="-15" dirty="0">
                <a:latin typeface="Corbel"/>
                <a:cs typeface="Corbel"/>
              </a:rPr>
              <a:t> </a:t>
            </a:r>
            <a:r>
              <a:rPr sz="1600" dirty="0">
                <a:latin typeface="Corbel"/>
                <a:cs typeface="Corbel"/>
              </a:rPr>
              <a:t>by</a:t>
            </a:r>
            <a:r>
              <a:rPr sz="1600" spc="-20" dirty="0">
                <a:latin typeface="Corbel"/>
                <a:cs typeface="Corbel"/>
              </a:rPr>
              <a:t> </a:t>
            </a:r>
            <a:r>
              <a:rPr sz="1600" dirty="0">
                <a:latin typeface="Corbel"/>
                <a:cs typeface="Corbel"/>
              </a:rPr>
              <a:t>infrared</a:t>
            </a:r>
            <a:r>
              <a:rPr sz="1600" spc="-10" dirty="0">
                <a:latin typeface="Corbel"/>
                <a:cs typeface="Corbel"/>
              </a:rPr>
              <a:t> </a:t>
            </a:r>
            <a:r>
              <a:rPr sz="1600" dirty="0">
                <a:latin typeface="Corbel"/>
                <a:cs typeface="Corbel"/>
              </a:rPr>
              <a:t>sensors</a:t>
            </a:r>
            <a:r>
              <a:rPr sz="1600" spc="-15" dirty="0">
                <a:latin typeface="Corbel"/>
                <a:cs typeface="Corbel"/>
              </a:rPr>
              <a:t> </a:t>
            </a:r>
            <a:r>
              <a:rPr sz="1600" dirty="0">
                <a:latin typeface="Corbel"/>
                <a:cs typeface="Corbel"/>
              </a:rPr>
              <a:t>mounted</a:t>
            </a:r>
            <a:r>
              <a:rPr sz="1600" spc="-10" dirty="0">
                <a:latin typeface="Corbel"/>
                <a:cs typeface="Corbel"/>
              </a:rPr>
              <a:t> </a:t>
            </a:r>
            <a:r>
              <a:rPr sz="1600" dirty="0">
                <a:latin typeface="Corbel"/>
                <a:cs typeface="Corbel"/>
              </a:rPr>
              <a:t>to</a:t>
            </a:r>
            <a:r>
              <a:rPr sz="1600" spc="-20" dirty="0">
                <a:latin typeface="Corbel"/>
                <a:cs typeface="Corbel"/>
              </a:rPr>
              <a:t> </a:t>
            </a:r>
            <a:r>
              <a:rPr sz="1600" dirty="0">
                <a:latin typeface="Corbel"/>
                <a:cs typeface="Corbel"/>
              </a:rPr>
              <a:t>unmanned</a:t>
            </a:r>
            <a:r>
              <a:rPr sz="1600" spc="-15" dirty="0">
                <a:latin typeface="Corbel"/>
                <a:cs typeface="Corbel"/>
              </a:rPr>
              <a:t> </a:t>
            </a:r>
            <a:r>
              <a:rPr sz="1600" dirty="0">
                <a:latin typeface="Corbel"/>
                <a:cs typeface="Corbel"/>
              </a:rPr>
              <a:t>vehicles</a:t>
            </a:r>
            <a:r>
              <a:rPr sz="1600" spc="-15" dirty="0">
                <a:latin typeface="Corbel"/>
                <a:cs typeface="Corbel"/>
              </a:rPr>
              <a:t> </a:t>
            </a:r>
            <a:r>
              <a:rPr sz="1600" dirty="0">
                <a:latin typeface="Corbel"/>
                <a:cs typeface="Corbel"/>
              </a:rPr>
              <a:t>such</a:t>
            </a:r>
            <a:r>
              <a:rPr sz="1600" spc="-15" dirty="0">
                <a:latin typeface="Corbel"/>
                <a:cs typeface="Corbel"/>
              </a:rPr>
              <a:t> </a:t>
            </a:r>
            <a:r>
              <a:rPr sz="1600" dirty="0">
                <a:latin typeface="Corbel"/>
                <a:cs typeface="Corbel"/>
              </a:rPr>
              <a:t>as</a:t>
            </a:r>
            <a:r>
              <a:rPr sz="1600" spc="-15" dirty="0">
                <a:latin typeface="Corbel"/>
                <a:cs typeface="Corbel"/>
              </a:rPr>
              <a:t> </a:t>
            </a:r>
            <a:r>
              <a:rPr sz="1600" spc="-25" dirty="0">
                <a:latin typeface="Corbel"/>
                <a:cs typeface="Corbel"/>
              </a:rPr>
              <a:t>UAVs</a:t>
            </a:r>
            <a:r>
              <a:rPr sz="1600" spc="-10" dirty="0">
                <a:latin typeface="Corbel"/>
                <a:cs typeface="Corbel"/>
              </a:rPr>
              <a:t> </a:t>
            </a:r>
            <a:r>
              <a:rPr sz="1600" dirty="0">
                <a:latin typeface="Corbel"/>
                <a:cs typeface="Corbel"/>
              </a:rPr>
              <a:t>(unmanned</a:t>
            </a:r>
            <a:r>
              <a:rPr sz="1600" spc="-5" dirty="0">
                <a:latin typeface="Corbel"/>
                <a:cs typeface="Corbel"/>
              </a:rPr>
              <a:t> </a:t>
            </a:r>
            <a:r>
              <a:rPr sz="1600" dirty="0">
                <a:latin typeface="Corbel"/>
                <a:cs typeface="Corbel"/>
              </a:rPr>
              <a:t>aerial</a:t>
            </a:r>
            <a:r>
              <a:rPr sz="1600" spc="-15" dirty="0">
                <a:latin typeface="Corbel"/>
                <a:cs typeface="Corbel"/>
              </a:rPr>
              <a:t> </a:t>
            </a:r>
            <a:r>
              <a:rPr sz="1600" dirty="0">
                <a:latin typeface="Corbel"/>
                <a:cs typeface="Corbel"/>
              </a:rPr>
              <a:t>vehicles)</a:t>
            </a:r>
            <a:r>
              <a:rPr sz="1600" spc="-20" dirty="0">
                <a:latin typeface="Corbel"/>
                <a:cs typeface="Corbel"/>
              </a:rPr>
              <a:t> </a:t>
            </a:r>
            <a:r>
              <a:rPr sz="1600" spc="-25" dirty="0">
                <a:latin typeface="Corbel"/>
                <a:cs typeface="Corbel"/>
              </a:rPr>
              <a:t>and </a:t>
            </a:r>
            <a:r>
              <a:rPr sz="1600" dirty="0">
                <a:latin typeface="Corbel"/>
                <a:cs typeface="Corbel"/>
              </a:rPr>
              <a:t>used</a:t>
            </a:r>
            <a:r>
              <a:rPr sz="1600" spc="-20" dirty="0">
                <a:latin typeface="Corbel"/>
                <a:cs typeface="Corbel"/>
              </a:rPr>
              <a:t> </a:t>
            </a:r>
            <a:r>
              <a:rPr sz="1600" dirty="0">
                <a:latin typeface="Corbel"/>
                <a:cs typeface="Corbel"/>
              </a:rPr>
              <a:t>to</a:t>
            </a:r>
            <a:r>
              <a:rPr sz="1600" spc="-25" dirty="0">
                <a:latin typeface="Corbel"/>
                <a:cs typeface="Corbel"/>
              </a:rPr>
              <a:t> </a:t>
            </a:r>
            <a:r>
              <a:rPr sz="1600" dirty="0">
                <a:latin typeface="Corbel"/>
                <a:cs typeface="Corbel"/>
              </a:rPr>
              <a:t>build</a:t>
            </a:r>
            <a:r>
              <a:rPr sz="1600" spc="-20" dirty="0">
                <a:latin typeface="Corbel"/>
                <a:cs typeface="Corbel"/>
              </a:rPr>
              <a:t> </a:t>
            </a:r>
            <a:r>
              <a:rPr sz="1600" dirty="0">
                <a:latin typeface="Corbel"/>
                <a:cs typeface="Corbel"/>
              </a:rPr>
              <a:t>up</a:t>
            </a:r>
            <a:r>
              <a:rPr sz="1600" spc="-20" dirty="0">
                <a:latin typeface="Corbel"/>
                <a:cs typeface="Corbel"/>
              </a:rPr>
              <a:t> </a:t>
            </a:r>
            <a:r>
              <a:rPr sz="1600" dirty="0">
                <a:latin typeface="Corbel"/>
                <a:cs typeface="Corbel"/>
              </a:rPr>
              <a:t>an</a:t>
            </a:r>
            <a:r>
              <a:rPr sz="1600" spc="-20" dirty="0">
                <a:latin typeface="Corbel"/>
                <a:cs typeface="Corbel"/>
              </a:rPr>
              <a:t> </a:t>
            </a:r>
            <a:r>
              <a:rPr sz="1600" dirty="0">
                <a:latin typeface="Corbel"/>
                <a:cs typeface="Corbel"/>
              </a:rPr>
              <a:t>image.</a:t>
            </a:r>
            <a:r>
              <a:rPr sz="1600" spc="-20" dirty="0">
                <a:latin typeface="Corbel"/>
                <a:cs typeface="Corbel"/>
              </a:rPr>
              <a:t> </a:t>
            </a:r>
            <a:r>
              <a:rPr sz="1600" dirty="0">
                <a:latin typeface="Corbel"/>
                <a:cs typeface="Corbel"/>
              </a:rPr>
              <a:t>Humans,</a:t>
            </a:r>
            <a:r>
              <a:rPr sz="1600" spc="-25" dirty="0">
                <a:latin typeface="Corbel"/>
                <a:cs typeface="Corbel"/>
              </a:rPr>
              <a:t> </a:t>
            </a:r>
            <a:r>
              <a:rPr sz="1600" dirty="0">
                <a:latin typeface="Corbel"/>
                <a:cs typeface="Corbel"/>
              </a:rPr>
              <a:t>animals</a:t>
            </a:r>
            <a:r>
              <a:rPr sz="1600" spc="-15" dirty="0">
                <a:latin typeface="Corbel"/>
                <a:cs typeface="Corbel"/>
              </a:rPr>
              <a:t> </a:t>
            </a:r>
            <a:r>
              <a:rPr sz="1600" dirty="0">
                <a:latin typeface="Corbel"/>
                <a:cs typeface="Corbel"/>
              </a:rPr>
              <a:t>and</a:t>
            </a:r>
            <a:r>
              <a:rPr sz="1600" spc="-20" dirty="0">
                <a:latin typeface="Corbel"/>
                <a:cs typeface="Corbel"/>
              </a:rPr>
              <a:t> </a:t>
            </a:r>
            <a:r>
              <a:rPr sz="1600" dirty="0">
                <a:latin typeface="Corbel"/>
                <a:cs typeface="Corbel"/>
              </a:rPr>
              <a:t>other</a:t>
            </a:r>
            <a:r>
              <a:rPr sz="1600" spc="-20" dirty="0">
                <a:latin typeface="Corbel"/>
                <a:cs typeface="Corbel"/>
              </a:rPr>
              <a:t> </a:t>
            </a:r>
            <a:r>
              <a:rPr sz="1600" dirty="0">
                <a:latin typeface="Corbel"/>
                <a:cs typeface="Corbel"/>
              </a:rPr>
              <a:t>heat</a:t>
            </a:r>
            <a:r>
              <a:rPr sz="1600" spc="-35" dirty="0">
                <a:latin typeface="Corbel"/>
                <a:cs typeface="Corbel"/>
              </a:rPr>
              <a:t> </a:t>
            </a:r>
            <a:r>
              <a:rPr sz="1600" dirty="0">
                <a:latin typeface="Corbel"/>
                <a:cs typeface="Corbel"/>
              </a:rPr>
              <a:t>sources</a:t>
            </a:r>
            <a:r>
              <a:rPr sz="1600" spc="-20" dirty="0">
                <a:latin typeface="Corbel"/>
                <a:cs typeface="Corbel"/>
              </a:rPr>
              <a:t> </a:t>
            </a:r>
            <a:r>
              <a:rPr sz="1600" dirty="0">
                <a:latin typeface="Corbel"/>
                <a:cs typeface="Corbel"/>
              </a:rPr>
              <a:t>will</a:t>
            </a:r>
            <a:r>
              <a:rPr sz="1600" spc="-25" dirty="0">
                <a:latin typeface="Corbel"/>
                <a:cs typeface="Corbel"/>
              </a:rPr>
              <a:t> </a:t>
            </a:r>
            <a:r>
              <a:rPr sz="1600" dirty="0">
                <a:latin typeface="Corbel"/>
                <a:cs typeface="Corbel"/>
              </a:rPr>
              <a:t>stand</a:t>
            </a:r>
            <a:r>
              <a:rPr sz="1600" spc="-15" dirty="0">
                <a:latin typeface="Corbel"/>
                <a:cs typeface="Corbel"/>
              </a:rPr>
              <a:t> </a:t>
            </a:r>
            <a:r>
              <a:rPr sz="1600" dirty="0">
                <a:latin typeface="Corbel"/>
                <a:cs typeface="Corbel"/>
              </a:rPr>
              <a:t>out</a:t>
            </a:r>
            <a:r>
              <a:rPr sz="1600" spc="-30" dirty="0">
                <a:latin typeface="Corbel"/>
                <a:cs typeface="Corbel"/>
              </a:rPr>
              <a:t> </a:t>
            </a:r>
            <a:r>
              <a:rPr sz="1600" dirty="0">
                <a:latin typeface="Corbel"/>
                <a:cs typeface="Corbel"/>
              </a:rPr>
              <a:t>against</a:t>
            </a:r>
            <a:r>
              <a:rPr sz="1600" spc="-30" dirty="0">
                <a:latin typeface="Corbel"/>
                <a:cs typeface="Corbel"/>
              </a:rPr>
              <a:t> </a:t>
            </a:r>
            <a:r>
              <a:rPr sz="1600" dirty="0">
                <a:latin typeface="Corbel"/>
                <a:cs typeface="Corbel"/>
              </a:rPr>
              <a:t>a</a:t>
            </a:r>
            <a:r>
              <a:rPr sz="1600" spc="-20" dirty="0">
                <a:latin typeface="Corbel"/>
                <a:cs typeface="Corbel"/>
              </a:rPr>
              <a:t> </a:t>
            </a:r>
            <a:r>
              <a:rPr sz="1600" dirty="0">
                <a:latin typeface="Corbel"/>
                <a:cs typeface="Corbel"/>
              </a:rPr>
              <a:t>cooler</a:t>
            </a:r>
            <a:r>
              <a:rPr sz="1600" spc="-30" dirty="0">
                <a:latin typeface="Corbel"/>
                <a:cs typeface="Corbel"/>
              </a:rPr>
              <a:t> </a:t>
            </a:r>
            <a:r>
              <a:rPr sz="1600" spc="-10" dirty="0">
                <a:latin typeface="Corbel"/>
                <a:cs typeface="Corbel"/>
              </a:rPr>
              <a:t>background.</a:t>
            </a:r>
            <a:endParaRPr sz="1600" dirty="0">
              <a:latin typeface="Corbel"/>
              <a:cs typeface="Corbel"/>
            </a:endParaRPr>
          </a:p>
          <a:p>
            <a:pPr marL="297815" indent="-285115">
              <a:lnSpc>
                <a:spcPts val="1820"/>
              </a:lnSpc>
              <a:buFont typeface="Arial MT"/>
              <a:buChar char="•"/>
              <a:tabLst>
                <a:tab pos="297815" algn="l"/>
              </a:tabLst>
            </a:pPr>
            <a:r>
              <a:rPr sz="1600" dirty="0">
                <a:latin typeface="Corbel"/>
                <a:cs typeface="Corbel"/>
              </a:rPr>
              <a:t>Applications</a:t>
            </a:r>
            <a:r>
              <a:rPr sz="1600" spc="105" dirty="0">
                <a:latin typeface="Corbel"/>
                <a:cs typeface="Corbel"/>
              </a:rPr>
              <a:t> </a:t>
            </a:r>
            <a:r>
              <a:rPr sz="1600" dirty="0">
                <a:latin typeface="Corbel"/>
                <a:cs typeface="Corbel"/>
              </a:rPr>
              <a:t>for</a:t>
            </a:r>
            <a:r>
              <a:rPr sz="1600" spc="105" dirty="0">
                <a:latin typeface="Corbel"/>
                <a:cs typeface="Corbel"/>
              </a:rPr>
              <a:t> </a:t>
            </a:r>
            <a:r>
              <a:rPr sz="1600" dirty="0">
                <a:latin typeface="Corbel"/>
                <a:cs typeface="Corbel"/>
              </a:rPr>
              <a:t>unmanned</a:t>
            </a:r>
            <a:r>
              <a:rPr sz="1600" spc="110" dirty="0">
                <a:latin typeface="Corbel"/>
                <a:cs typeface="Corbel"/>
              </a:rPr>
              <a:t> </a:t>
            </a:r>
            <a:r>
              <a:rPr sz="1600" dirty="0">
                <a:latin typeface="Corbel"/>
                <a:cs typeface="Corbel"/>
              </a:rPr>
              <a:t>thermal</a:t>
            </a:r>
            <a:r>
              <a:rPr sz="1600" spc="114" dirty="0">
                <a:latin typeface="Corbel"/>
                <a:cs typeface="Corbel"/>
              </a:rPr>
              <a:t> </a:t>
            </a:r>
            <a:r>
              <a:rPr sz="1600" dirty="0">
                <a:latin typeface="Corbel"/>
                <a:cs typeface="Corbel"/>
              </a:rPr>
              <a:t>imaging</a:t>
            </a:r>
            <a:r>
              <a:rPr sz="1600" spc="105" dirty="0">
                <a:latin typeface="Corbel"/>
                <a:cs typeface="Corbel"/>
              </a:rPr>
              <a:t> </a:t>
            </a:r>
            <a:r>
              <a:rPr sz="1600" dirty="0">
                <a:latin typeface="Corbel"/>
                <a:cs typeface="Corbel"/>
              </a:rPr>
              <a:t>systems</a:t>
            </a:r>
            <a:r>
              <a:rPr sz="1600" spc="110" dirty="0">
                <a:latin typeface="Corbel"/>
                <a:cs typeface="Corbel"/>
              </a:rPr>
              <a:t> </a:t>
            </a:r>
            <a:r>
              <a:rPr sz="1600" dirty="0">
                <a:latin typeface="Corbel"/>
                <a:cs typeface="Corbel"/>
              </a:rPr>
              <a:t>include</a:t>
            </a:r>
            <a:r>
              <a:rPr sz="1600" spc="105" dirty="0">
                <a:latin typeface="Corbel"/>
                <a:cs typeface="Corbel"/>
              </a:rPr>
              <a:t> </a:t>
            </a:r>
            <a:r>
              <a:rPr sz="1600" dirty="0">
                <a:latin typeface="Corbel"/>
                <a:cs typeface="Corbel"/>
              </a:rPr>
              <a:t>searching</a:t>
            </a:r>
            <a:r>
              <a:rPr sz="1600" spc="110" dirty="0">
                <a:latin typeface="Corbel"/>
                <a:cs typeface="Corbel"/>
              </a:rPr>
              <a:t> </a:t>
            </a:r>
            <a:r>
              <a:rPr sz="1600" dirty="0">
                <a:latin typeface="Corbel"/>
                <a:cs typeface="Corbel"/>
              </a:rPr>
              <a:t>for</a:t>
            </a:r>
            <a:r>
              <a:rPr sz="1600" spc="105" dirty="0">
                <a:latin typeface="Corbel"/>
                <a:cs typeface="Corbel"/>
              </a:rPr>
              <a:t> </a:t>
            </a:r>
            <a:r>
              <a:rPr sz="1600" dirty="0">
                <a:latin typeface="Corbel"/>
                <a:cs typeface="Corbel"/>
              </a:rPr>
              <a:t>and</a:t>
            </a:r>
            <a:r>
              <a:rPr sz="1600" spc="110" dirty="0">
                <a:latin typeface="Corbel"/>
                <a:cs typeface="Corbel"/>
              </a:rPr>
              <a:t> </a:t>
            </a:r>
            <a:r>
              <a:rPr sz="1600" dirty="0">
                <a:latin typeface="Corbel"/>
                <a:cs typeface="Corbel"/>
              </a:rPr>
              <a:t>monitoring</a:t>
            </a:r>
            <a:r>
              <a:rPr sz="1600" spc="110" dirty="0">
                <a:latin typeface="Corbel"/>
                <a:cs typeface="Corbel"/>
              </a:rPr>
              <a:t> </a:t>
            </a:r>
            <a:r>
              <a:rPr sz="1600" dirty="0">
                <a:latin typeface="Corbel"/>
                <a:cs typeface="Corbel"/>
              </a:rPr>
              <a:t>humans</a:t>
            </a:r>
            <a:r>
              <a:rPr sz="1600" spc="105" dirty="0">
                <a:latin typeface="Corbel"/>
                <a:cs typeface="Corbel"/>
              </a:rPr>
              <a:t> </a:t>
            </a:r>
            <a:r>
              <a:rPr sz="1600" dirty="0">
                <a:latin typeface="Corbel"/>
                <a:cs typeface="Corbel"/>
              </a:rPr>
              <a:t>for</a:t>
            </a:r>
            <a:r>
              <a:rPr sz="1600" spc="105" dirty="0">
                <a:latin typeface="Corbel"/>
                <a:cs typeface="Corbel"/>
              </a:rPr>
              <a:t> </a:t>
            </a:r>
            <a:r>
              <a:rPr sz="1600" spc="-10" dirty="0">
                <a:latin typeface="Corbel"/>
                <a:cs typeface="Corbel"/>
              </a:rPr>
              <a:t>security,</a:t>
            </a:r>
            <a:endParaRPr sz="1600" dirty="0">
              <a:latin typeface="Corbel"/>
              <a:cs typeface="Corbel"/>
            </a:endParaRPr>
          </a:p>
          <a:p>
            <a:pPr marL="298450">
              <a:lnSpc>
                <a:spcPts val="1910"/>
              </a:lnSpc>
            </a:pPr>
            <a:r>
              <a:rPr sz="1600" dirty="0">
                <a:latin typeface="Corbel"/>
                <a:cs typeface="Corbel"/>
              </a:rPr>
              <a:t>search</a:t>
            </a:r>
            <a:r>
              <a:rPr sz="1600" spc="-30" dirty="0">
                <a:latin typeface="Corbel"/>
                <a:cs typeface="Corbel"/>
              </a:rPr>
              <a:t> </a:t>
            </a:r>
            <a:r>
              <a:rPr sz="1600" dirty="0">
                <a:latin typeface="Corbel"/>
                <a:cs typeface="Corbel"/>
              </a:rPr>
              <a:t>and</a:t>
            </a:r>
            <a:r>
              <a:rPr sz="1600" spc="-15" dirty="0">
                <a:latin typeface="Corbel"/>
                <a:cs typeface="Corbel"/>
              </a:rPr>
              <a:t> </a:t>
            </a:r>
            <a:r>
              <a:rPr sz="1600" dirty="0">
                <a:latin typeface="Corbel"/>
                <a:cs typeface="Corbel"/>
              </a:rPr>
              <a:t>rescue,</a:t>
            </a:r>
            <a:r>
              <a:rPr sz="1600" spc="-20" dirty="0">
                <a:latin typeface="Corbel"/>
                <a:cs typeface="Corbel"/>
              </a:rPr>
              <a:t> </a:t>
            </a:r>
            <a:r>
              <a:rPr sz="1600" dirty="0">
                <a:latin typeface="Corbel"/>
                <a:cs typeface="Corbel"/>
              </a:rPr>
              <a:t>and</a:t>
            </a:r>
            <a:r>
              <a:rPr sz="1600" spc="-15" dirty="0">
                <a:latin typeface="Corbel"/>
                <a:cs typeface="Corbel"/>
              </a:rPr>
              <a:t> </a:t>
            </a:r>
            <a:r>
              <a:rPr sz="1600" dirty="0">
                <a:latin typeface="Corbel"/>
                <a:cs typeface="Corbel"/>
              </a:rPr>
              <a:t>law</a:t>
            </a:r>
            <a:r>
              <a:rPr sz="1600" spc="-30" dirty="0">
                <a:latin typeface="Corbel"/>
                <a:cs typeface="Corbel"/>
              </a:rPr>
              <a:t> </a:t>
            </a:r>
            <a:r>
              <a:rPr sz="1600" spc="-10" dirty="0">
                <a:latin typeface="Corbel"/>
                <a:cs typeface="Corbel"/>
              </a:rPr>
              <a:t>enforcement,</a:t>
            </a:r>
            <a:r>
              <a:rPr sz="1600" spc="-15" dirty="0">
                <a:latin typeface="Corbel"/>
                <a:cs typeface="Corbel"/>
              </a:rPr>
              <a:t> </a:t>
            </a:r>
            <a:r>
              <a:rPr sz="1600" dirty="0">
                <a:latin typeface="Corbel"/>
                <a:cs typeface="Corbel"/>
              </a:rPr>
              <a:t>as</a:t>
            </a:r>
            <a:r>
              <a:rPr sz="1600" spc="-20" dirty="0">
                <a:latin typeface="Corbel"/>
                <a:cs typeface="Corbel"/>
              </a:rPr>
              <a:t> </a:t>
            </a:r>
            <a:r>
              <a:rPr sz="1600" dirty="0">
                <a:latin typeface="Corbel"/>
                <a:cs typeface="Corbel"/>
              </a:rPr>
              <a:t>well</a:t>
            </a:r>
            <a:r>
              <a:rPr sz="1600" spc="-20" dirty="0">
                <a:latin typeface="Corbel"/>
                <a:cs typeface="Corbel"/>
              </a:rPr>
              <a:t> </a:t>
            </a:r>
            <a:r>
              <a:rPr sz="1600" dirty="0">
                <a:latin typeface="Corbel"/>
                <a:cs typeface="Corbel"/>
              </a:rPr>
              <a:t>as</a:t>
            </a:r>
            <a:r>
              <a:rPr sz="1600" spc="-20" dirty="0">
                <a:latin typeface="Corbel"/>
                <a:cs typeface="Corbel"/>
              </a:rPr>
              <a:t> </a:t>
            </a:r>
            <a:r>
              <a:rPr sz="1600" dirty="0">
                <a:latin typeface="Corbel"/>
                <a:cs typeface="Corbel"/>
              </a:rPr>
              <a:t>animals</a:t>
            </a:r>
            <a:r>
              <a:rPr sz="1600" spc="-20" dirty="0">
                <a:latin typeface="Corbel"/>
                <a:cs typeface="Corbel"/>
              </a:rPr>
              <a:t> </a:t>
            </a:r>
            <a:r>
              <a:rPr sz="1600" dirty="0">
                <a:latin typeface="Corbel"/>
                <a:cs typeface="Corbel"/>
              </a:rPr>
              <a:t>for</a:t>
            </a:r>
            <a:r>
              <a:rPr sz="1600" spc="-20" dirty="0">
                <a:latin typeface="Corbel"/>
                <a:cs typeface="Corbel"/>
              </a:rPr>
              <a:t> </a:t>
            </a:r>
            <a:r>
              <a:rPr sz="1600" dirty="0">
                <a:latin typeface="Corbel"/>
                <a:cs typeface="Corbel"/>
              </a:rPr>
              <a:t>wildlife</a:t>
            </a:r>
            <a:r>
              <a:rPr sz="1600" spc="-20" dirty="0">
                <a:latin typeface="Corbel"/>
                <a:cs typeface="Corbel"/>
              </a:rPr>
              <a:t> </a:t>
            </a:r>
            <a:r>
              <a:rPr sz="1600" spc="-10" dirty="0">
                <a:latin typeface="Corbel"/>
                <a:cs typeface="Corbel"/>
              </a:rPr>
              <a:t>conservation.</a:t>
            </a:r>
            <a:endParaRPr sz="1600" dirty="0">
              <a:latin typeface="Corbel"/>
              <a:cs typeface="Corbel"/>
            </a:endParaRPr>
          </a:p>
          <a:p>
            <a:pPr marL="298450" marR="5080" indent="-285750">
              <a:lnSpc>
                <a:spcPts val="1989"/>
              </a:lnSpc>
              <a:spcBef>
                <a:spcPts val="10"/>
              </a:spcBef>
              <a:buFont typeface="Arial MT"/>
              <a:buChar char="•"/>
              <a:tabLst>
                <a:tab pos="298450" algn="l"/>
              </a:tabLst>
            </a:pPr>
            <a:r>
              <a:rPr sz="1600" dirty="0">
                <a:latin typeface="Corbel"/>
                <a:cs typeface="Corbel"/>
              </a:rPr>
              <a:t>Thermal</a:t>
            </a:r>
            <a:r>
              <a:rPr sz="1600" spc="35" dirty="0">
                <a:latin typeface="Corbel"/>
                <a:cs typeface="Corbel"/>
              </a:rPr>
              <a:t> </a:t>
            </a:r>
            <a:r>
              <a:rPr sz="1600" dirty="0">
                <a:latin typeface="Corbel"/>
                <a:cs typeface="Corbel"/>
              </a:rPr>
              <a:t>imaging</a:t>
            </a:r>
            <a:r>
              <a:rPr sz="1600" spc="35" dirty="0">
                <a:latin typeface="Corbel"/>
                <a:cs typeface="Corbel"/>
              </a:rPr>
              <a:t> </a:t>
            </a:r>
            <a:r>
              <a:rPr sz="1600" dirty="0">
                <a:latin typeface="Corbel"/>
                <a:cs typeface="Corbel"/>
              </a:rPr>
              <a:t>can</a:t>
            </a:r>
            <a:r>
              <a:rPr sz="1600" spc="40" dirty="0">
                <a:latin typeface="Corbel"/>
                <a:cs typeface="Corbel"/>
              </a:rPr>
              <a:t> </a:t>
            </a:r>
            <a:r>
              <a:rPr sz="1600" dirty="0">
                <a:latin typeface="Corbel"/>
                <a:cs typeface="Corbel"/>
              </a:rPr>
              <a:t>also</a:t>
            </a:r>
            <a:r>
              <a:rPr sz="1600" spc="35" dirty="0">
                <a:latin typeface="Corbel"/>
                <a:cs typeface="Corbel"/>
              </a:rPr>
              <a:t> </a:t>
            </a:r>
            <a:r>
              <a:rPr sz="1600" dirty="0">
                <a:latin typeface="Corbel"/>
                <a:cs typeface="Corbel"/>
              </a:rPr>
              <a:t>be</a:t>
            </a:r>
            <a:r>
              <a:rPr sz="1600" spc="40" dirty="0">
                <a:latin typeface="Corbel"/>
                <a:cs typeface="Corbel"/>
              </a:rPr>
              <a:t> </a:t>
            </a:r>
            <a:r>
              <a:rPr sz="1600" dirty="0">
                <a:latin typeface="Corbel"/>
                <a:cs typeface="Corbel"/>
              </a:rPr>
              <a:t>used</a:t>
            </a:r>
            <a:r>
              <a:rPr sz="1600" spc="40" dirty="0">
                <a:latin typeface="Corbel"/>
                <a:cs typeface="Corbel"/>
              </a:rPr>
              <a:t> </a:t>
            </a:r>
            <a:r>
              <a:rPr sz="1600" dirty="0">
                <a:latin typeface="Corbel"/>
                <a:cs typeface="Corbel"/>
              </a:rPr>
              <a:t>to</a:t>
            </a:r>
            <a:r>
              <a:rPr sz="1600" spc="30" dirty="0">
                <a:latin typeface="Corbel"/>
                <a:cs typeface="Corbel"/>
              </a:rPr>
              <a:t> </a:t>
            </a:r>
            <a:r>
              <a:rPr sz="1600" dirty="0">
                <a:latin typeface="Corbel"/>
                <a:cs typeface="Corbel"/>
              </a:rPr>
              <a:t>detect</a:t>
            </a:r>
            <a:r>
              <a:rPr sz="1600" spc="30" dirty="0">
                <a:latin typeface="Corbel"/>
                <a:cs typeface="Corbel"/>
              </a:rPr>
              <a:t> </a:t>
            </a:r>
            <a:r>
              <a:rPr sz="1600" dirty="0">
                <a:latin typeface="Corbel"/>
                <a:cs typeface="Corbel"/>
              </a:rPr>
              <a:t>gas</a:t>
            </a:r>
            <a:r>
              <a:rPr sz="1600" spc="40" dirty="0">
                <a:latin typeface="Corbel"/>
                <a:cs typeface="Corbel"/>
              </a:rPr>
              <a:t> </a:t>
            </a:r>
            <a:r>
              <a:rPr sz="1600" dirty="0">
                <a:latin typeface="Corbel"/>
                <a:cs typeface="Corbel"/>
              </a:rPr>
              <a:t>leaks</a:t>
            </a:r>
            <a:r>
              <a:rPr sz="1600" spc="35" dirty="0">
                <a:latin typeface="Corbel"/>
                <a:cs typeface="Corbel"/>
              </a:rPr>
              <a:t> </a:t>
            </a:r>
            <a:r>
              <a:rPr sz="1600" dirty="0">
                <a:latin typeface="Corbel"/>
                <a:cs typeface="Corbel"/>
              </a:rPr>
              <a:t>and</a:t>
            </a:r>
            <a:r>
              <a:rPr sz="1600" spc="40" dirty="0">
                <a:latin typeface="Corbel"/>
                <a:cs typeface="Corbel"/>
              </a:rPr>
              <a:t> </a:t>
            </a:r>
            <a:r>
              <a:rPr sz="1600" dirty="0">
                <a:latin typeface="Corbel"/>
                <a:cs typeface="Corbel"/>
              </a:rPr>
              <a:t>insulation</a:t>
            </a:r>
            <a:r>
              <a:rPr sz="1600" spc="40" dirty="0">
                <a:latin typeface="Corbel"/>
                <a:cs typeface="Corbel"/>
              </a:rPr>
              <a:t> </a:t>
            </a:r>
            <a:r>
              <a:rPr sz="1600" dirty="0">
                <a:latin typeface="Corbel"/>
                <a:cs typeface="Corbel"/>
              </a:rPr>
              <a:t>failures</a:t>
            </a:r>
            <a:r>
              <a:rPr sz="1600" spc="35" dirty="0">
                <a:latin typeface="Corbel"/>
                <a:cs typeface="Corbel"/>
              </a:rPr>
              <a:t> </a:t>
            </a:r>
            <a:r>
              <a:rPr sz="1600" dirty="0">
                <a:latin typeface="Corbel"/>
                <a:cs typeface="Corbel"/>
              </a:rPr>
              <a:t>and</a:t>
            </a:r>
            <a:r>
              <a:rPr sz="1600" spc="40" dirty="0">
                <a:latin typeface="Corbel"/>
                <a:cs typeface="Corbel"/>
              </a:rPr>
              <a:t> </a:t>
            </a:r>
            <a:r>
              <a:rPr sz="1600" dirty="0">
                <a:latin typeface="Corbel"/>
                <a:cs typeface="Corbel"/>
              </a:rPr>
              <a:t>monitor</a:t>
            </a:r>
            <a:r>
              <a:rPr sz="1600" spc="40" dirty="0">
                <a:latin typeface="Corbel"/>
                <a:cs typeface="Corbel"/>
              </a:rPr>
              <a:t> </a:t>
            </a:r>
            <a:r>
              <a:rPr sz="1600" dirty="0">
                <a:latin typeface="Corbel"/>
                <a:cs typeface="Corbel"/>
              </a:rPr>
              <a:t>the</a:t>
            </a:r>
            <a:r>
              <a:rPr sz="1600" spc="35" dirty="0">
                <a:latin typeface="Corbel"/>
                <a:cs typeface="Corbel"/>
              </a:rPr>
              <a:t> </a:t>
            </a:r>
            <a:r>
              <a:rPr sz="1600" dirty="0">
                <a:latin typeface="Corbel"/>
                <a:cs typeface="Corbel"/>
              </a:rPr>
              <a:t>flow</a:t>
            </a:r>
            <a:r>
              <a:rPr sz="1600" spc="35" dirty="0">
                <a:latin typeface="Corbel"/>
                <a:cs typeface="Corbel"/>
              </a:rPr>
              <a:t> </a:t>
            </a:r>
            <a:r>
              <a:rPr sz="1600" dirty="0">
                <a:latin typeface="Corbel"/>
                <a:cs typeface="Corbel"/>
              </a:rPr>
              <a:t>of</a:t>
            </a:r>
            <a:r>
              <a:rPr sz="1600" spc="40" dirty="0">
                <a:latin typeface="Corbel"/>
                <a:cs typeface="Corbel"/>
              </a:rPr>
              <a:t> </a:t>
            </a:r>
            <a:r>
              <a:rPr sz="1600" dirty="0">
                <a:latin typeface="Corbel"/>
                <a:cs typeface="Corbel"/>
              </a:rPr>
              <a:t>heat</a:t>
            </a:r>
            <a:r>
              <a:rPr sz="1600" spc="30" dirty="0">
                <a:latin typeface="Corbel"/>
                <a:cs typeface="Corbel"/>
              </a:rPr>
              <a:t> </a:t>
            </a:r>
            <a:r>
              <a:rPr sz="1600" spc="-10" dirty="0">
                <a:latin typeface="Corbel"/>
                <a:cs typeface="Corbel"/>
              </a:rPr>
              <a:t>energy </a:t>
            </a:r>
            <a:r>
              <a:rPr sz="1600" dirty="0">
                <a:latin typeface="Corbel"/>
                <a:cs typeface="Corbel"/>
              </a:rPr>
              <a:t>for</a:t>
            </a:r>
            <a:r>
              <a:rPr sz="1600" spc="-25" dirty="0">
                <a:latin typeface="Corbel"/>
                <a:cs typeface="Corbel"/>
              </a:rPr>
              <a:t> </a:t>
            </a:r>
            <a:r>
              <a:rPr sz="1600" dirty="0">
                <a:latin typeface="Corbel"/>
                <a:cs typeface="Corbel"/>
              </a:rPr>
              <a:t>homes</a:t>
            </a:r>
            <a:r>
              <a:rPr sz="1600" spc="-25" dirty="0">
                <a:latin typeface="Corbel"/>
                <a:cs typeface="Corbel"/>
              </a:rPr>
              <a:t> </a:t>
            </a:r>
            <a:r>
              <a:rPr sz="1600" dirty="0">
                <a:latin typeface="Corbel"/>
                <a:cs typeface="Corbel"/>
              </a:rPr>
              <a:t>or</a:t>
            </a:r>
            <a:r>
              <a:rPr sz="1600" spc="-25" dirty="0">
                <a:latin typeface="Corbel"/>
                <a:cs typeface="Corbel"/>
              </a:rPr>
              <a:t> </a:t>
            </a:r>
            <a:r>
              <a:rPr sz="1600" dirty="0">
                <a:latin typeface="Corbel"/>
                <a:cs typeface="Corbel"/>
              </a:rPr>
              <a:t>industrial</a:t>
            </a:r>
            <a:r>
              <a:rPr sz="1600" spc="-25" dirty="0">
                <a:latin typeface="Corbel"/>
                <a:cs typeface="Corbel"/>
              </a:rPr>
              <a:t> </a:t>
            </a:r>
            <a:r>
              <a:rPr sz="1600" spc="-10" dirty="0">
                <a:latin typeface="Corbel"/>
                <a:cs typeface="Corbel"/>
              </a:rPr>
              <a:t>premises.</a:t>
            </a:r>
            <a:endParaRPr sz="1600" dirty="0">
              <a:latin typeface="Corbel"/>
              <a:cs typeface="Corbel"/>
            </a:endParaRPr>
          </a:p>
          <a:p>
            <a:pPr marL="297815" indent="-285115">
              <a:lnSpc>
                <a:spcPts val="1810"/>
              </a:lnSpc>
              <a:buFont typeface="Arial MT"/>
              <a:buChar char="•"/>
              <a:tabLst>
                <a:tab pos="297815" algn="l"/>
              </a:tabLst>
            </a:pPr>
            <a:r>
              <a:rPr sz="1600" dirty="0">
                <a:latin typeface="Corbel"/>
                <a:cs typeface="Corbel"/>
              </a:rPr>
              <a:t>Large</a:t>
            </a:r>
            <a:r>
              <a:rPr sz="1600" spc="210" dirty="0">
                <a:latin typeface="Corbel"/>
                <a:cs typeface="Corbel"/>
              </a:rPr>
              <a:t> </a:t>
            </a:r>
            <a:r>
              <a:rPr sz="1600" dirty="0">
                <a:latin typeface="Corbel"/>
                <a:cs typeface="Corbel"/>
              </a:rPr>
              <a:t>banks</a:t>
            </a:r>
            <a:r>
              <a:rPr sz="1600" spc="210" dirty="0">
                <a:latin typeface="Corbel"/>
                <a:cs typeface="Corbel"/>
              </a:rPr>
              <a:t> </a:t>
            </a:r>
            <a:r>
              <a:rPr sz="1600" dirty="0">
                <a:latin typeface="Corbel"/>
                <a:cs typeface="Corbel"/>
              </a:rPr>
              <a:t>of</a:t>
            </a:r>
            <a:r>
              <a:rPr sz="1600" spc="204" dirty="0">
                <a:latin typeface="Corbel"/>
                <a:cs typeface="Corbel"/>
              </a:rPr>
              <a:t> </a:t>
            </a:r>
            <a:r>
              <a:rPr sz="1600" dirty="0">
                <a:latin typeface="Corbel"/>
                <a:cs typeface="Corbel"/>
              </a:rPr>
              <a:t>solar</a:t>
            </a:r>
            <a:r>
              <a:rPr sz="1600" spc="204" dirty="0">
                <a:latin typeface="Corbel"/>
                <a:cs typeface="Corbel"/>
              </a:rPr>
              <a:t> </a:t>
            </a:r>
            <a:r>
              <a:rPr sz="1600" dirty="0">
                <a:latin typeface="Corbel"/>
                <a:cs typeface="Corbel"/>
              </a:rPr>
              <a:t>panels</a:t>
            </a:r>
            <a:r>
              <a:rPr sz="1600" spc="204" dirty="0">
                <a:latin typeface="Corbel"/>
                <a:cs typeface="Corbel"/>
              </a:rPr>
              <a:t> </a:t>
            </a:r>
            <a:r>
              <a:rPr sz="1600" dirty="0">
                <a:latin typeface="Corbel"/>
                <a:cs typeface="Corbel"/>
              </a:rPr>
              <a:t>can</a:t>
            </a:r>
            <a:r>
              <a:rPr sz="1600" spc="210" dirty="0">
                <a:latin typeface="Corbel"/>
                <a:cs typeface="Corbel"/>
              </a:rPr>
              <a:t> </a:t>
            </a:r>
            <a:r>
              <a:rPr sz="1600" dirty="0">
                <a:latin typeface="Corbel"/>
                <a:cs typeface="Corbel"/>
              </a:rPr>
              <a:t>also</a:t>
            </a:r>
            <a:r>
              <a:rPr sz="1600" spc="200" dirty="0">
                <a:latin typeface="Corbel"/>
                <a:cs typeface="Corbel"/>
              </a:rPr>
              <a:t> </a:t>
            </a:r>
            <a:r>
              <a:rPr sz="1600" dirty="0">
                <a:latin typeface="Corbel"/>
                <a:cs typeface="Corbel"/>
              </a:rPr>
              <a:t>be</a:t>
            </a:r>
            <a:r>
              <a:rPr sz="1600" spc="210" dirty="0">
                <a:latin typeface="Corbel"/>
                <a:cs typeface="Corbel"/>
              </a:rPr>
              <a:t> </a:t>
            </a:r>
            <a:r>
              <a:rPr sz="1600" dirty="0">
                <a:latin typeface="Corbel"/>
                <a:cs typeface="Corbel"/>
              </a:rPr>
              <a:t>scanned</a:t>
            </a:r>
            <a:r>
              <a:rPr sz="1600" spc="210" dirty="0">
                <a:latin typeface="Corbel"/>
                <a:cs typeface="Corbel"/>
              </a:rPr>
              <a:t> </a:t>
            </a:r>
            <a:r>
              <a:rPr sz="1600" dirty="0">
                <a:latin typeface="Corbel"/>
                <a:cs typeface="Corbel"/>
              </a:rPr>
              <a:t>quickly</a:t>
            </a:r>
            <a:r>
              <a:rPr sz="1600" spc="200" dirty="0">
                <a:latin typeface="Corbel"/>
                <a:cs typeface="Corbel"/>
              </a:rPr>
              <a:t> </a:t>
            </a:r>
            <a:r>
              <a:rPr sz="1600" dirty="0">
                <a:latin typeface="Corbel"/>
                <a:cs typeface="Corbel"/>
              </a:rPr>
              <a:t>and</a:t>
            </a:r>
            <a:r>
              <a:rPr sz="1600" spc="210" dirty="0">
                <a:latin typeface="Corbel"/>
                <a:cs typeface="Corbel"/>
              </a:rPr>
              <a:t> </a:t>
            </a:r>
            <a:r>
              <a:rPr sz="1600" dirty="0">
                <a:latin typeface="Corbel"/>
                <a:cs typeface="Corbel"/>
              </a:rPr>
              <a:t>efficiently</a:t>
            </a:r>
            <a:r>
              <a:rPr sz="1600" spc="210" dirty="0">
                <a:latin typeface="Corbel"/>
                <a:cs typeface="Corbel"/>
              </a:rPr>
              <a:t> </a:t>
            </a:r>
            <a:r>
              <a:rPr sz="1600" dirty="0">
                <a:latin typeface="Corbel"/>
                <a:cs typeface="Corbel"/>
              </a:rPr>
              <a:t>for</a:t>
            </a:r>
            <a:r>
              <a:rPr sz="1600" spc="204" dirty="0">
                <a:latin typeface="Corbel"/>
                <a:cs typeface="Corbel"/>
              </a:rPr>
              <a:t> </a:t>
            </a:r>
            <a:r>
              <a:rPr sz="1600" dirty="0">
                <a:latin typeface="Corbel"/>
                <a:cs typeface="Corbel"/>
              </a:rPr>
              <a:t>defects</a:t>
            </a:r>
            <a:r>
              <a:rPr sz="1600" spc="204" dirty="0">
                <a:latin typeface="Corbel"/>
                <a:cs typeface="Corbel"/>
              </a:rPr>
              <a:t> </a:t>
            </a:r>
            <a:r>
              <a:rPr sz="1600" dirty="0">
                <a:latin typeface="Corbel"/>
                <a:cs typeface="Corbel"/>
              </a:rPr>
              <a:t>by</a:t>
            </a:r>
            <a:r>
              <a:rPr sz="1600" spc="200" dirty="0">
                <a:latin typeface="Corbel"/>
                <a:cs typeface="Corbel"/>
              </a:rPr>
              <a:t> </a:t>
            </a:r>
            <a:r>
              <a:rPr sz="1600" dirty="0">
                <a:latin typeface="Corbel"/>
                <a:cs typeface="Corbel"/>
              </a:rPr>
              <a:t>a</a:t>
            </a:r>
            <a:r>
              <a:rPr sz="1600" spc="210" dirty="0">
                <a:latin typeface="Corbel"/>
                <a:cs typeface="Corbel"/>
              </a:rPr>
              <a:t> </a:t>
            </a:r>
            <a:r>
              <a:rPr sz="1600" dirty="0">
                <a:latin typeface="Corbel"/>
                <a:cs typeface="Corbel"/>
              </a:rPr>
              <a:t>UAV</a:t>
            </a:r>
            <a:r>
              <a:rPr sz="1600" spc="210" dirty="0">
                <a:latin typeface="Corbel"/>
                <a:cs typeface="Corbel"/>
              </a:rPr>
              <a:t> </a:t>
            </a:r>
            <a:r>
              <a:rPr sz="1600" dirty="0">
                <a:latin typeface="Corbel"/>
                <a:cs typeface="Corbel"/>
              </a:rPr>
              <a:t>equipped</a:t>
            </a:r>
            <a:r>
              <a:rPr sz="1600" spc="215" dirty="0">
                <a:latin typeface="Corbel"/>
                <a:cs typeface="Corbel"/>
              </a:rPr>
              <a:t> </a:t>
            </a:r>
            <a:r>
              <a:rPr sz="1600" dirty="0">
                <a:latin typeface="Corbel"/>
                <a:cs typeface="Corbel"/>
              </a:rPr>
              <a:t>with</a:t>
            </a:r>
            <a:r>
              <a:rPr sz="1600" spc="200" dirty="0">
                <a:latin typeface="Corbel"/>
                <a:cs typeface="Corbel"/>
              </a:rPr>
              <a:t> </a:t>
            </a:r>
            <a:r>
              <a:rPr sz="1600" spc="-50" dirty="0">
                <a:latin typeface="Corbel"/>
                <a:cs typeface="Corbel"/>
              </a:rPr>
              <a:t>a</a:t>
            </a:r>
            <a:endParaRPr sz="1600" dirty="0">
              <a:latin typeface="Corbel"/>
              <a:cs typeface="Corbel"/>
            </a:endParaRPr>
          </a:p>
          <a:p>
            <a:pPr marL="298450">
              <a:lnSpc>
                <a:spcPts val="1910"/>
              </a:lnSpc>
            </a:pPr>
            <a:r>
              <a:rPr sz="1600" dirty="0">
                <a:latin typeface="Corbel"/>
                <a:cs typeface="Corbel"/>
              </a:rPr>
              <a:t>thermal</a:t>
            </a:r>
            <a:r>
              <a:rPr sz="1600" spc="-45" dirty="0">
                <a:latin typeface="Corbel"/>
                <a:cs typeface="Corbel"/>
              </a:rPr>
              <a:t> </a:t>
            </a:r>
            <a:r>
              <a:rPr sz="1600" dirty="0">
                <a:latin typeface="Corbel"/>
                <a:cs typeface="Corbel"/>
              </a:rPr>
              <a:t>imaging</a:t>
            </a:r>
            <a:r>
              <a:rPr sz="1600" spc="-55" dirty="0">
                <a:latin typeface="Corbel"/>
                <a:cs typeface="Corbel"/>
              </a:rPr>
              <a:t> </a:t>
            </a:r>
            <a:r>
              <a:rPr sz="1600" dirty="0">
                <a:latin typeface="Corbel"/>
                <a:cs typeface="Corbel"/>
              </a:rPr>
              <a:t>camera</a:t>
            </a:r>
            <a:r>
              <a:rPr sz="1600" spc="-50" dirty="0">
                <a:latin typeface="Corbel"/>
                <a:cs typeface="Corbel"/>
              </a:rPr>
              <a:t> </a:t>
            </a:r>
            <a:r>
              <a:rPr sz="1600" spc="-10" dirty="0">
                <a:latin typeface="Corbel"/>
                <a:cs typeface="Corbel"/>
              </a:rPr>
              <a:t>payload.</a:t>
            </a:r>
            <a:endParaRPr sz="1600" dirty="0">
              <a:latin typeface="Corbel"/>
              <a:cs typeface="Corbel"/>
            </a:endParaRPr>
          </a:p>
        </p:txBody>
      </p:sp>
      <p:grpSp>
        <p:nvGrpSpPr>
          <p:cNvPr id="5" name="object 5"/>
          <p:cNvGrpSpPr/>
          <p:nvPr/>
        </p:nvGrpSpPr>
        <p:grpSpPr>
          <a:xfrm>
            <a:off x="43542" y="6462030"/>
            <a:ext cx="1513840" cy="360045"/>
            <a:chOff x="43542" y="6462030"/>
            <a:chExt cx="1513840" cy="360045"/>
          </a:xfrm>
        </p:grpSpPr>
        <p:sp>
          <p:nvSpPr>
            <p:cNvPr id="6" name="object 6"/>
            <p:cNvSpPr/>
            <p:nvPr/>
          </p:nvSpPr>
          <p:spPr>
            <a:xfrm>
              <a:off x="43542" y="6462030"/>
              <a:ext cx="360045" cy="360045"/>
            </a:xfrm>
            <a:custGeom>
              <a:avLst/>
              <a:gdLst/>
              <a:ahLst/>
              <a:cxnLst/>
              <a:rect l="l" t="t" r="r" b="b"/>
              <a:pathLst>
                <a:path w="360045" h="360045">
                  <a:moveTo>
                    <a:pt x="359999" y="0"/>
                  </a:moveTo>
                  <a:lnTo>
                    <a:pt x="0" y="0"/>
                  </a:lnTo>
                  <a:lnTo>
                    <a:pt x="0" y="359999"/>
                  </a:lnTo>
                  <a:lnTo>
                    <a:pt x="359999" y="359999"/>
                  </a:lnTo>
                  <a:lnTo>
                    <a:pt x="359999" y="314999"/>
                  </a:lnTo>
                  <a:lnTo>
                    <a:pt x="179999" y="314999"/>
                  </a:lnTo>
                  <a:lnTo>
                    <a:pt x="137329" y="308117"/>
                  </a:lnTo>
                  <a:lnTo>
                    <a:pt x="100270" y="288952"/>
                  </a:lnTo>
                  <a:lnTo>
                    <a:pt x="71047" y="259729"/>
                  </a:lnTo>
                  <a:lnTo>
                    <a:pt x="51882" y="222670"/>
                  </a:lnTo>
                  <a:lnTo>
                    <a:pt x="44999" y="179999"/>
                  </a:lnTo>
                  <a:lnTo>
                    <a:pt x="51882" y="137329"/>
                  </a:lnTo>
                  <a:lnTo>
                    <a:pt x="71047" y="100270"/>
                  </a:lnTo>
                  <a:lnTo>
                    <a:pt x="100270" y="71047"/>
                  </a:lnTo>
                  <a:lnTo>
                    <a:pt x="137329" y="51882"/>
                  </a:lnTo>
                  <a:lnTo>
                    <a:pt x="179999" y="44999"/>
                  </a:lnTo>
                  <a:lnTo>
                    <a:pt x="359999" y="44999"/>
                  </a:lnTo>
                  <a:lnTo>
                    <a:pt x="359999" y="0"/>
                  </a:lnTo>
                  <a:close/>
                </a:path>
                <a:path w="360045" h="360045">
                  <a:moveTo>
                    <a:pt x="359999" y="44999"/>
                  </a:moveTo>
                  <a:lnTo>
                    <a:pt x="179999" y="44999"/>
                  </a:lnTo>
                  <a:lnTo>
                    <a:pt x="222670" y="51882"/>
                  </a:lnTo>
                  <a:lnTo>
                    <a:pt x="259729" y="71047"/>
                  </a:lnTo>
                  <a:lnTo>
                    <a:pt x="288952" y="100270"/>
                  </a:lnTo>
                  <a:lnTo>
                    <a:pt x="308117" y="137329"/>
                  </a:lnTo>
                  <a:lnTo>
                    <a:pt x="314999" y="179999"/>
                  </a:lnTo>
                  <a:lnTo>
                    <a:pt x="308117" y="222670"/>
                  </a:lnTo>
                  <a:lnTo>
                    <a:pt x="288952" y="259729"/>
                  </a:lnTo>
                  <a:lnTo>
                    <a:pt x="259729" y="288952"/>
                  </a:lnTo>
                  <a:lnTo>
                    <a:pt x="222670" y="308117"/>
                  </a:lnTo>
                  <a:lnTo>
                    <a:pt x="179999" y="314999"/>
                  </a:lnTo>
                  <a:lnTo>
                    <a:pt x="359999" y="314999"/>
                  </a:lnTo>
                  <a:lnTo>
                    <a:pt x="359999" y="44999"/>
                  </a:lnTo>
                  <a:close/>
                </a:path>
              </a:pathLst>
            </a:custGeom>
            <a:solidFill>
              <a:srgbClr val="1CADE4"/>
            </a:solidFill>
          </p:spPr>
          <p:txBody>
            <a:bodyPr wrap="square" lIns="0" tIns="0" rIns="0" bIns="0" rtlCol="0"/>
            <a:lstStyle/>
            <a:p>
              <a:endParaRPr/>
            </a:p>
          </p:txBody>
        </p:sp>
        <p:sp>
          <p:nvSpPr>
            <p:cNvPr id="7" name="object 7"/>
            <p:cNvSpPr/>
            <p:nvPr/>
          </p:nvSpPr>
          <p:spPr>
            <a:xfrm>
              <a:off x="88542" y="6507030"/>
              <a:ext cx="270510" cy="270510"/>
            </a:xfrm>
            <a:custGeom>
              <a:avLst/>
              <a:gdLst/>
              <a:ahLst/>
              <a:cxnLst/>
              <a:rect l="l" t="t" r="r" b="b"/>
              <a:pathLst>
                <a:path w="270510"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10" h="270509">
                  <a:moveTo>
                    <a:pt x="259004" y="84375"/>
                  </a:moveTo>
                  <a:lnTo>
                    <a:pt x="160312" y="84375"/>
                  </a:lnTo>
                  <a:lnTo>
                    <a:pt x="160312" y="219375"/>
                  </a:lnTo>
                  <a:lnTo>
                    <a:pt x="185625" y="219375"/>
                  </a:lnTo>
                  <a:lnTo>
                    <a:pt x="185625" y="236250"/>
                  </a:lnTo>
                  <a:lnTo>
                    <a:pt x="222432" y="236250"/>
                  </a:lnTo>
                  <a:lnTo>
                    <a:pt x="243952" y="214729"/>
                  </a:lnTo>
                  <a:lnTo>
                    <a:pt x="263117" y="177670"/>
                  </a:lnTo>
                  <a:lnTo>
                    <a:pt x="269999" y="134999"/>
                  </a:lnTo>
                  <a:lnTo>
                    <a:pt x="263117" y="92329"/>
                  </a:lnTo>
                  <a:lnTo>
                    <a:pt x="259004" y="84375"/>
                  </a:lnTo>
                  <a:close/>
                </a:path>
                <a:path w="270510"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8" name="object 8"/>
            <p:cNvPicPr/>
            <p:nvPr/>
          </p:nvPicPr>
          <p:blipFill>
            <a:blip r:embed="rId4" cstate="print"/>
            <a:stretch>
              <a:fillRect/>
            </a:stretch>
          </p:blipFill>
          <p:spPr>
            <a:xfrm>
              <a:off x="172917" y="6515468"/>
              <a:ext cx="101249" cy="227812"/>
            </a:xfrm>
            <a:prstGeom prst="rect">
              <a:avLst/>
            </a:prstGeom>
          </p:spPr>
        </p:pic>
        <p:sp>
          <p:nvSpPr>
            <p:cNvPr id="9" name="object 9"/>
            <p:cNvSpPr/>
            <p:nvPr/>
          </p:nvSpPr>
          <p:spPr>
            <a:xfrm>
              <a:off x="432116" y="6462030"/>
              <a:ext cx="360045" cy="360045"/>
            </a:xfrm>
            <a:custGeom>
              <a:avLst/>
              <a:gdLst/>
              <a:ahLst/>
              <a:cxnLst/>
              <a:rect l="l" t="t" r="r" b="b"/>
              <a:pathLst>
                <a:path w="360045" h="360045">
                  <a:moveTo>
                    <a:pt x="360000" y="0"/>
                  </a:moveTo>
                  <a:lnTo>
                    <a:pt x="0" y="0"/>
                  </a:lnTo>
                  <a:lnTo>
                    <a:pt x="0" y="359999"/>
                  </a:lnTo>
                  <a:lnTo>
                    <a:pt x="360000" y="359999"/>
                  </a:lnTo>
                  <a:lnTo>
                    <a:pt x="360000" y="314999"/>
                  </a:lnTo>
                  <a:lnTo>
                    <a:pt x="180000" y="314999"/>
                  </a:lnTo>
                  <a:lnTo>
                    <a:pt x="137329" y="308117"/>
                  </a:lnTo>
                  <a:lnTo>
                    <a:pt x="100270" y="288952"/>
                  </a:lnTo>
                  <a:lnTo>
                    <a:pt x="71047" y="259729"/>
                  </a:lnTo>
                  <a:lnTo>
                    <a:pt x="51882" y="222670"/>
                  </a:lnTo>
                  <a:lnTo>
                    <a:pt x="45000" y="179999"/>
                  </a:lnTo>
                  <a:lnTo>
                    <a:pt x="51882" y="137329"/>
                  </a:lnTo>
                  <a:lnTo>
                    <a:pt x="71047" y="100270"/>
                  </a:lnTo>
                  <a:lnTo>
                    <a:pt x="100270" y="71047"/>
                  </a:lnTo>
                  <a:lnTo>
                    <a:pt x="137329" y="51882"/>
                  </a:lnTo>
                  <a:lnTo>
                    <a:pt x="180000" y="44999"/>
                  </a:lnTo>
                  <a:lnTo>
                    <a:pt x="360000" y="44999"/>
                  </a:lnTo>
                  <a:lnTo>
                    <a:pt x="360000" y="0"/>
                  </a:lnTo>
                  <a:close/>
                </a:path>
                <a:path w="360045" h="360045">
                  <a:moveTo>
                    <a:pt x="360000" y="44999"/>
                  </a:moveTo>
                  <a:lnTo>
                    <a:pt x="180000" y="44999"/>
                  </a:lnTo>
                  <a:lnTo>
                    <a:pt x="222670" y="51882"/>
                  </a:lnTo>
                  <a:lnTo>
                    <a:pt x="259729" y="71047"/>
                  </a:lnTo>
                  <a:lnTo>
                    <a:pt x="288952" y="100270"/>
                  </a:lnTo>
                  <a:lnTo>
                    <a:pt x="308117" y="137329"/>
                  </a:lnTo>
                  <a:lnTo>
                    <a:pt x="315000" y="179999"/>
                  </a:lnTo>
                  <a:lnTo>
                    <a:pt x="308117" y="222670"/>
                  </a:lnTo>
                  <a:lnTo>
                    <a:pt x="288952" y="259729"/>
                  </a:lnTo>
                  <a:lnTo>
                    <a:pt x="259729" y="288952"/>
                  </a:lnTo>
                  <a:lnTo>
                    <a:pt x="222670" y="308117"/>
                  </a:lnTo>
                  <a:lnTo>
                    <a:pt x="180000" y="314999"/>
                  </a:lnTo>
                  <a:lnTo>
                    <a:pt x="360000" y="314999"/>
                  </a:lnTo>
                  <a:lnTo>
                    <a:pt x="360000" y="44999"/>
                  </a:lnTo>
                  <a:close/>
                </a:path>
              </a:pathLst>
            </a:custGeom>
            <a:solidFill>
              <a:srgbClr val="1CADE4"/>
            </a:solidFill>
          </p:spPr>
          <p:txBody>
            <a:bodyPr wrap="square" lIns="0" tIns="0" rIns="0" bIns="0" rtlCol="0"/>
            <a:lstStyle/>
            <a:p>
              <a:endParaRPr/>
            </a:p>
          </p:txBody>
        </p:sp>
        <p:sp>
          <p:nvSpPr>
            <p:cNvPr id="10" name="object 10"/>
            <p:cNvSpPr/>
            <p:nvPr/>
          </p:nvSpPr>
          <p:spPr>
            <a:xfrm>
              <a:off x="477117" y="6507030"/>
              <a:ext cx="270510" cy="270510"/>
            </a:xfrm>
            <a:custGeom>
              <a:avLst/>
              <a:gdLst/>
              <a:ahLst/>
              <a:cxnLst/>
              <a:rect l="l" t="t" r="r" b="b"/>
              <a:pathLst>
                <a:path w="270509"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09" h="270509">
                  <a:moveTo>
                    <a:pt x="259004" y="84375"/>
                  </a:moveTo>
                  <a:lnTo>
                    <a:pt x="160312" y="84375"/>
                  </a:lnTo>
                  <a:lnTo>
                    <a:pt x="160312" y="219375"/>
                  </a:lnTo>
                  <a:lnTo>
                    <a:pt x="185625" y="219375"/>
                  </a:lnTo>
                  <a:lnTo>
                    <a:pt x="185625" y="236250"/>
                  </a:lnTo>
                  <a:lnTo>
                    <a:pt x="222432" y="236250"/>
                  </a:lnTo>
                  <a:lnTo>
                    <a:pt x="243952" y="214729"/>
                  </a:lnTo>
                  <a:lnTo>
                    <a:pt x="263117" y="177670"/>
                  </a:lnTo>
                  <a:lnTo>
                    <a:pt x="269999" y="134999"/>
                  </a:lnTo>
                  <a:lnTo>
                    <a:pt x="263117" y="92329"/>
                  </a:lnTo>
                  <a:lnTo>
                    <a:pt x="259004" y="84375"/>
                  </a:lnTo>
                  <a:close/>
                </a:path>
                <a:path w="270509"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11" name="object 11"/>
            <p:cNvPicPr/>
            <p:nvPr/>
          </p:nvPicPr>
          <p:blipFill>
            <a:blip r:embed="rId5" cstate="print"/>
            <a:stretch>
              <a:fillRect/>
            </a:stretch>
          </p:blipFill>
          <p:spPr>
            <a:xfrm>
              <a:off x="561492" y="6515468"/>
              <a:ext cx="101249" cy="227812"/>
            </a:xfrm>
            <a:prstGeom prst="rect">
              <a:avLst/>
            </a:prstGeom>
          </p:spPr>
        </p:pic>
        <p:sp>
          <p:nvSpPr>
            <p:cNvPr id="12" name="object 12"/>
            <p:cNvSpPr/>
            <p:nvPr/>
          </p:nvSpPr>
          <p:spPr>
            <a:xfrm>
              <a:off x="819011" y="6462030"/>
              <a:ext cx="360045" cy="360045"/>
            </a:xfrm>
            <a:custGeom>
              <a:avLst/>
              <a:gdLst/>
              <a:ahLst/>
              <a:cxnLst/>
              <a:rect l="l" t="t" r="r" b="b"/>
              <a:pathLst>
                <a:path w="360044" h="360045">
                  <a:moveTo>
                    <a:pt x="359999" y="0"/>
                  </a:moveTo>
                  <a:lnTo>
                    <a:pt x="0" y="0"/>
                  </a:lnTo>
                  <a:lnTo>
                    <a:pt x="0" y="359999"/>
                  </a:lnTo>
                  <a:lnTo>
                    <a:pt x="359999" y="359999"/>
                  </a:lnTo>
                  <a:lnTo>
                    <a:pt x="359999" y="314999"/>
                  </a:lnTo>
                  <a:lnTo>
                    <a:pt x="180000" y="314999"/>
                  </a:lnTo>
                  <a:lnTo>
                    <a:pt x="137329" y="308117"/>
                  </a:lnTo>
                  <a:lnTo>
                    <a:pt x="100270" y="288952"/>
                  </a:lnTo>
                  <a:lnTo>
                    <a:pt x="71047" y="259729"/>
                  </a:lnTo>
                  <a:lnTo>
                    <a:pt x="51882" y="222670"/>
                  </a:lnTo>
                  <a:lnTo>
                    <a:pt x="45000" y="179999"/>
                  </a:lnTo>
                  <a:lnTo>
                    <a:pt x="51882" y="137329"/>
                  </a:lnTo>
                  <a:lnTo>
                    <a:pt x="71047" y="100270"/>
                  </a:lnTo>
                  <a:lnTo>
                    <a:pt x="100270" y="71047"/>
                  </a:lnTo>
                  <a:lnTo>
                    <a:pt x="137329" y="51882"/>
                  </a:lnTo>
                  <a:lnTo>
                    <a:pt x="180000" y="44999"/>
                  </a:lnTo>
                  <a:lnTo>
                    <a:pt x="359999" y="44999"/>
                  </a:lnTo>
                  <a:lnTo>
                    <a:pt x="359999" y="0"/>
                  </a:lnTo>
                  <a:close/>
                </a:path>
                <a:path w="360044" h="360045">
                  <a:moveTo>
                    <a:pt x="359999" y="44999"/>
                  </a:moveTo>
                  <a:lnTo>
                    <a:pt x="180000" y="44999"/>
                  </a:lnTo>
                  <a:lnTo>
                    <a:pt x="222670" y="51882"/>
                  </a:lnTo>
                  <a:lnTo>
                    <a:pt x="259729" y="71047"/>
                  </a:lnTo>
                  <a:lnTo>
                    <a:pt x="288952" y="100270"/>
                  </a:lnTo>
                  <a:lnTo>
                    <a:pt x="308117" y="137329"/>
                  </a:lnTo>
                  <a:lnTo>
                    <a:pt x="315000" y="179999"/>
                  </a:lnTo>
                  <a:lnTo>
                    <a:pt x="308117" y="222670"/>
                  </a:lnTo>
                  <a:lnTo>
                    <a:pt x="288952" y="259729"/>
                  </a:lnTo>
                  <a:lnTo>
                    <a:pt x="259729" y="288952"/>
                  </a:lnTo>
                  <a:lnTo>
                    <a:pt x="222670" y="308117"/>
                  </a:lnTo>
                  <a:lnTo>
                    <a:pt x="180000" y="314999"/>
                  </a:lnTo>
                  <a:lnTo>
                    <a:pt x="359999" y="314999"/>
                  </a:lnTo>
                  <a:lnTo>
                    <a:pt x="359999" y="44999"/>
                  </a:lnTo>
                  <a:close/>
                </a:path>
              </a:pathLst>
            </a:custGeom>
            <a:solidFill>
              <a:srgbClr val="1CADE4"/>
            </a:solidFill>
          </p:spPr>
          <p:txBody>
            <a:bodyPr wrap="square" lIns="0" tIns="0" rIns="0" bIns="0" rtlCol="0"/>
            <a:lstStyle/>
            <a:p>
              <a:endParaRPr/>
            </a:p>
          </p:txBody>
        </p:sp>
        <p:sp>
          <p:nvSpPr>
            <p:cNvPr id="13" name="object 13"/>
            <p:cNvSpPr/>
            <p:nvPr/>
          </p:nvSpPr>
          <p:spPr>
            <a:xfrm>
              <a:off x="864011" y="6507030"/>
              <a:ext cx="270510" cy="270510"/>
            </a:xfrm>
            <a:custGeom>
              <a:avLst/>
              <a:gdLst/>
              <a:ahLst/>
              <a:cxnLst/>
              <a:rect l="l" t="t" r="r" b="b"/>
              <a:pathLst>
                <a:path w="270509"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09" h="270509">
                  <a:moveTo>
                    <a:pt x="259004" y="84375"/>
                  </a:moveTo>
                  <a:lnTo>
                    <a:pt x="160312" y="84375"/>
                  </a:lnTo>
                  <a:lnTo>
                    <a:pt x="160312" y="219375"/>
                  </a:lnTo>
                  <a:lnTo>
                    <a:pt x="185625" y="219375"/>
                  </a:lnTo>
                  <a:lnTo>
                    <a:pt x="185625" y="236250"/>
                  </a:lnTo>
                  <a:lnTo>
                    <a:pt x="222432" y="236250"/>
                  </a:lnTo>
                  <a:lnTo>
                    <a:pt x="243952" y="214729"/>
                  </a:lnTo>
                  <a:lnTo>
                    <a:pt x="263117" y="177670"/>
                  </a:lnTo>
                  <a:lnTo>
                    <a:pt x="269999" y="134999"/>
                  </a:lnTo>
                  <a:lnTo>
                    <a:pt x="263117" y="92329"/>
                  </a:lnTo>
                  <a:lnTo>
                    <a:pt x="259004" y="84375"/>
                  </a:lnTo>
                  <a:close/>
                </a:path>
                <a:path w="270509"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14" name="object 14"/>
            <p:cNvPicPr/>
            <p:nvPr/>
          </p:nvPicPr>
          <p:blipFill>
            <a:blip r:embed="rId5" cstate="print"/>
            <a:stretch>
              <a:fillRect/>
            </a:stretch>
          </p:blipFill>
          <p:spPr>
            <a:xfrm>
              <a:off x="948387" y="6515468"/>
              <a:ext cx="101249" cy="227812"/>
            </a:xfrm>
            <a:prstGeom prst="rect">
              <a:avLst/>
            </a:prstGeom>
          </p:spPr>
        </p:pic>
        <p:pic>
          <p:nvPicPr>
            <p:cNvPr id="15" name="object 15"/>
            <p:cNvPicPr/>
            <p:nvPr/>
          </p:nvPicPr>
          <p:blipFill>
            <a:blip r:embed="rId6" cstate="print"/>
            <a:stretch>
              <a:fillRect/>
            </a:stretch>
          </p:blipFill>
          <p:spPr>
            <a:xfrm>
              <a:off x="1196941" y="6462030"/>
              <a:ext cx="360000" cy="359999"/>
            </a:xfrm>
            <a:prstGeom prst="rect">
              <a:avLst/>
            </a:prstGeom>
          </p:spPr>
        </p:pic>
      </p:grpSp>
      <p:pic>
        <p:nvPicPr>
          <p:cNvPr id="16" name="object 16"/>
          <p:cNvPicPr/>
          <p:nvPr/>
        </p:nvPicPr>
        <p:blipFill>
          <a:blip r:embed="rId7" cstate="print"/>
          <a:stretch>
            <a:fillRect/>
          </a:stretch>
        </p:blipFill>
        <p:spPr>
          <a:xfrm>
            <a:off x="7042846" y="3690312"/>
            <a:ext cx="4460176" cy="2520000"/>
          </a:xfrm>
          <a:prstGeom prst="rect">
            <a:avLst/>
          </a:prstGeom>
        </p:spPr>
      </p:pic>
      <p:pic>
        <p:nvPicPr>
          <p:cNvPr id="17" name="object 17"/>
          <p:cNvPicPr/>
          <p:nvPr/>
        </p:nvPicPr>
        <p:blipFill>
          <a:blip r:embed="rId8" cstate="print"/>
          <a:stretch>
            <a:fillRect/>
          </a:stretch>
        </p:blipFill>
        <p:spPr>
          <a:xfrm>
            <a:off x="4112461" y="3684656"/>
            <a:ext cx="2857500" cy="2143124"/>
          </a:xfrm>
          <a:prstGeom prst="rect">
            <a:avLst/>
          </a:prstGeom>
        </p:spPr>
      </p:pic>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17</a:t>
            </a:fld>
            <a:endParaRPr spc="-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3049" y="371347"/>
            <a:ext cx="1887220" cy="299720"/>
          </a:xfrm>
          <a:prstGeom prst="rect">
            <a:avLst/>
          </a:prstGeom>
        </p:spPr>
        <p:txBody>
          <a:bodyPr vert="horz" wrap="square" lIns="0" tIns="12700" rIns="0" bIns="0" rtlCol="0">
            <a:spAutoFit/>
          </a:bodyPr>
          <a:lstStyle/>
          <a:p>
            <a:pPr marL="12700">
              <a:lnSpc>
                <a:spcPct val="100000"/>
              </a:lnSpc>
              <a:spcBef>
                <a:spcPts val="100"/>
              </a:spcBef>
            </a:pPr>
            <a:r>
              <a:rPr sz="1800" b="1" u="sng" dirty="0">
                <a:uFill>
                  <a:solidFill>
                    <a:srgbClr val="000000"/>
                  </a:solidFill>
                </a:uFill>
                <a:latin typeface="Corbel"/>
                <a:cs typeface="Corbel"/>
              </a:rPr>
              <a:t>Ultrasound</a:t>
            </a:r>
            <a:r>
              <a:rPr sz="1800" b="1" u="sng" spc="-45" dirty="0">
                <a:uFill>
                  <a:solidFill>
                    <a:srgbClr val="000000"/>
                  </a:solidFill>
                </a:uFill>
                <a:latin typeface="Corbel"/>
                <a:cs typeface="Corbel"/>
              </a:rPr>
              <a:t> </a:t>
            </a:r>
            <a:r>
              <a:rPr sz="1800" b="1" u="sng" spc="-10" dirty="0">
                <a:uFill>
                  <a:solidFill>
                    <a:srgbClr val="000000"/>
                  </a:solidFill>
                </a:uFill>
                <a:latin typeface="Corbel"/>
                <a:cs typeface="Corbel"/>
              </a:rPr>
              <a:t>system</a:t>
            </a:r>
            <a:endParaRPr sz="1800">
              <a:latin typeface="Corbel"/>
              <a:cs typeface="Corbel"/>
            </a:endParaRPr>
          </a:p>
        </p:txBody>
      </p:sp>
      <p:grpSp>
        <p:nvGrpSpPr>
          <p:cNvPr id="3" name="object 3"/>
          <p:cNvGrpSpPr/>
          <p:nvPr/>
        </p:nvGrpSpPr>
        <p:grpSpPr>
          <a:xfrm>
            <a:off x="43542" y="6462030"/>
            <a:ext cx="720090" cy="360045"/>
            <a:chOff x="43542" y="6462030"/>
            <a:chExt cx="720090" cy="360045"/>
          </a:xfrm>
        </p:grpSpPr>
        <p:sp>
          <p:nvSpPr>
            <p:cNvPr id="4" name="object 4"/>
            <p:cNvSpPr/>
            <p:nvPr/>
          </p:nvSpPr>
          <p:spPr>
            <a:xfrm>
              <a:off x="43542" y="6462030"/>
              <a:ext cx="360045" cy="360045"/>
            </a:xfrm>
            <a:custGeom>
              <a:avLst/>
              <a:gdLst/>
              <a:ahLst/>
              <a:cxnLst/>
              <a:rect l="l" t="t" r="r" b="b"/>
              <a:pathLst>
                <a:path w="360045" h="360045">
                  <a:moveTo>
                    <a:pt x="359999" y="0"/>
                  </a:moveTo>
                  <a:lnTo>
                    <a:pt x="0" y="0"/>
                  </a:lnTo>
                  <a:lnTo>
                    <a:pt x="0" y="359999"/>
                  </a:lnTo>
                  <a:lnTo>
                    <a:pt x="359999" y="359999"/>
                  </a:lnTo>
                  <a:lnTo>
                    <a:pt x="359999" y="314999"/>
                  </a:lnTo>
                  <a:lnTo>
                    <a:pt x="179999" y="314999"/>
                  </a:lnTo>
                  <a:lnTo>
                    <a:pt x="137329" y="308117"/>
                  </a:lnTo>
                  <a:lnTo>
                    <a:pt x="100270" y="288952"/>
                  </a:lnTo>
                  <a:lnTo>
                    <a:pt x="71047" y="259729"/>
                  </a:lnTo>
                  <a:lnTo>
                    <a:pt x="51882" y="222670"/>
                  </a:lnTo>
                  <a:lnTo>
                    <a:pt x="44999" y="179999"/>
                  </a:lnTo>
                  <a:lnTo>
                    <a:pt x="51882" y="137329"/>
                  </a:lnTo>
                  <a:lnTo>
                    <a:pt x="71047" y="100270"/>
                  </a:lnTo>
                  <a:lnTo>
                    <a:pt x="100270" y="71047"/>
                  </a:lnTo>
                  <a:lnTo>
                    <a:pt x="137329" y="51882"/>
                  </a:lnTo>
                  <a:lnTo>
                    <a:pt x="179999" y="44999"/>
                  </a:lnTo>
                  <a:lnTo>
                    <a:pt x="359999" y="44999"/>
                  </a:lnTo>
                  <a:lnTo>
                    <a:pt x="359999" y="0"/>
                  </a:lnTo>
                  <a:close/>
                </a:path>
                <a:path w="360045" h="360045">
                  <a:moveTo>
                    <a:pt x="359999" y="44999"/>
                  </a:moveTo>
                  <a:lnTo>
                    <a:pt x="179999" y="44999"/>
                  </a:lnTo>
                  <a:lnTo>
                    <a:pt x="222670" y="51882"/>
                  </a:lnTo>
                  <a:lnTo>
                    <a:pt x="259729" y="71047"/>
                  </a:lnTo>
                  <a:lnTo>
                    <a:pt x="288952" y="100270"/>
                  </a:lnTo>
                  <a:lnTo>
                    <a:pt x="308117" y="137329"/>
                  </a:lnTo>
                  <a:lnTo>
                    <a:pt x="314999" y="179999"/>
                  </a:lnTo>
                  <a:lnTo>
                    <a:pt x="308117" y="222670"/>
                  </a:lnTo>
                  <a:lnTo>
                    <a:pt x="288952" y="259729"/>
                  </a:lnTo>
                  <a:lnTo>
                    <a:pt x="259729" y="288952"/>
                  </a:lnTo>
                  <a:lnTo>
                    <a:pt x="222670" y="308117"/>
                  </a:lnTo>
                  <a:lnTo>
                    <a:pt x="179999" y="314999"/>
                  </a:lnTo>
                  <a:lnTo>
                    <a:pt x="359999" y="314999"/>
                  </a:lnTo>
                  <a:lnTo>
                    <a:pt x="359999" y="44999"/>
                  </a:lnTo>
                  <a:close/>
                </a:path>
              </a:pathLst>
            </a:custGeom>
            <a:solidFill>
              <a:srgbClr val="1CADE4"/>
            </a:solidFill>
          </p:spPr>
          <p:txBody>
            <a:bodyPr wrap="square" lIns="0" tIns="0" rIns="0" bIns="0" rtlCol="0"/>
            <a:lstStyle/>
            <a:p>
              <a:endParaRPr/>
            </a:p>
          </p:txBody>
        </p:sp>
        <p:sp>
          <p:nvSpPr>
            <p:cNvPr id="5" name="object 5"/>
            <p:cNvSpPr/>
            <p:nvPr/>
          </p:nvSpPr>
          <p:spPr>
            <a:xfrm>
              <a:off x="88542" y="6507030"/>
              <a:ext cx="270510" cy="270510"/>
            </a:xfrm>
            <a:custGeom>
              <a:avLst/>
              <a:gdLst/>
              <a:ahLst/>
              <a:cxnLst/>
              <a:rect l="l" t="t" r="r" b="b"/>
              <a:pathLst>
                <a:path w="270510"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10" h="270509">
                  <a:moveTo>
                    <a:pt x="259004" y="84375"/>
                  </a:moveTo>
                  <a:lnTo>
                    <a:pt x="160312" y="84375"/>
                  </a:lnTo>
                  <a:lnTo>
                    <a:pt x="160312" y="219375"/>
                  </a:lnTo>
                  <a:lnTo>
                    <a:pt x="185625" y="219375"/>
                  </a:lnTo>
                  <a:lnTo>
                    <a:pt x="185625" y="236250"/>
                  </a:lnTo>
                  <a:lnTo>
                    <a:pt x="222432" y="236250"/>
                  </a:lnTo>
                  <a:lnTo>
                    <a:pt x="243952" y="214729"/>
                  </a:lnTo>
                  <a:lnTo>
                    <a:pt x="263117" y="177670"/>
                  </a:lnTo>
                  <a:lnTo>
                    <a:pt x="269999" y="134999"/>
                  </a:lnTo>
                  <a:lnTo>
                    <a:pt x="263117" y="92329"/>
                  </a:lnTo>
                  <a:lnTo>
                    <a:pt x="259004" y="84375"/>
                  </a:lnTo>
                  <a:close/>
                </a:path>
                <a:path w="270510"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6" name="object 6"/>
            <p:cNvPicPr/>
            <p:nvPr/>
          </p:nvPicPr>
          <p:blipFill>
            <a:blip r:embed="rId3" cstate="print"/>
            <a:stretch>
              <a:fillRect/>
            </a:stretch>
          </p:blipFill>
          <p:spPr>
            <a:xfrm>
              <a:off x="172917" y="6515468"/>
              <a:ext cx="101249" cy="227812"/>
            </a:xfrm>
            <a:prstGeom prst="rect">
              <a:avLst/>
            </a:prstGeom>
          </p:spPr>
        </p:pic>
        <p:pic>
          <p:nvPicPr>
            <p:cNvPr id="7" name="object 7"/>
            <p:cNvPicPr/>
            <p:nvPr/>
          </p:nvPicPr>
          <p:blipFill>
            <a:blip r:embed="rId4" cstate="print"/>
            <a:stretch>
              <a:fillRect/>
            </a:stretch>
          </p:blipFill>
          <p:spPr>
            <a:xfrm>
              <a:off x="403541" y="6462030"/>
              <a:ext cx="360000" cy="359999"/>
            </a:xfrm>
            <a:prstGeom prst="rect">
              <a:avLst/>
            </a:prstGeom>
          </p:spPr>
        </p:pic>
      </p:grpSp>
      <p:sp>
        <p:nvSpPr>
          <p:cNvPr id="8" name="object 8"/>
          <p:cNvSpPr txBox="1"/>
          <p:nvPr/>
        </p:nvSpPr>
        <p:spPr>
          <a:xfrm>
            <a:off x="1563049" y="732027"/>
            <a:ext cx="9859645" cy="5052060"/>
          </a:xfrm>
          <a:prstGeom prst="rect">
            <a:avLst/>
          </a:prstGeom>
        </p:spPr>
        <p:txBody>
          <a:bodyPr vert="horz" wrap="square" lIns="0" tIns="12700" rIns="0" bIns="0" rtlCol="0">
            <a:spAutoFit/>
          </a:bodyPr>
          <a:lstStyle/>
          <a:p>
            <a:pPr marL="297815" indent="-285115">
              <a:lnSpc>
                <a:spcPts val="1910"/>
              </a:lnSpc>
              <a:spcBef>
                <a:spcPts val="100"/>
              </a:spcBef>
              <a:buFont typeface="Arial MT"/>
              <a:buChar char="•"/>
              <a:tabLst>
                <a:tab pos="297815" algn="l"/>
              </a:tabLst>
            </a:pPr>
            <a:r>
              <a:rPr sz="1600" dirty="0">
                <a:latin typeface="Corbel"/>
                <a:cs typeface="Corbel"/>
              </a:rPr>
              <a:t>An</a:t>
            </a:r>
            <a:r>
              <a:rPr sz="1600" spc="-25" dirty="0">
                <a:latin typeface="Corbel"/>
                <a:cs typeface="Corbel"/>
              </a:rPr>
              <a:t> </a:t>
            </a:r>
            <a:r>
              <a:rPr sz="1600" dirty="0">
                <a:latin typeface="Corbel"/>
                <a:cs typeface="Corbel"/>
              </a:rPr>
              <a:t>ultrasonic</a:t>
            </a:r>
            <a:r>
              <a:rPr sz="1600" spc="-30" dirty="0">
                <a:latin typeface="Corbel"/>
                <a:cs typeface="Corbel"/>
              </a:rPr>
              <a:t> </a:t>
            </a:r>
            <a:r>
              <a:rPr sz="1600" dirty="0">
                <a:latin typeface="Corbel"/>
                <a:cs typeface="Corbel"/>
              </a:rPr>
              <a:t>sensor</a:t>
            </a:r>
            <a:r>
              <a:rPr sz="1600" spc="-30" dirty="0">
                <a:latin typeface="Corbel"/>
                <a:cs typeface="Corbel"/>
              </a:rPr>
              <a:t> </a:t>
            </a:r>
            <a:r>
              <a:rPr sz="1600" dirty="0">
                <a:latin typeface="Corbel"/>
                <a:cs typeface="Corbel"/>
              </a:rPr>
              <a:t>is</a:t>
            </a:r>
            <a:r>
              <a:rPr sz="1600" spc="-25" dirty="0">
                <a:latin typeface="Corbel"/>
                <a:cs typeface="Corbel"/>
              </a:rPr>
              <a:t> </a:t>
            </a:r>
            <a:r>
              <a:rPr sz="1600" dirty="0">
                <a:latin typeface="Corbel"/>
                <a:cs typeface="Corbel"/>
              </a:rPr>
              <a:t>an</a:t>
            </a:r>
            <a:r>
              <a:rPr sz="1600" spc="-25" dirty="0">
                <a:latin typeface="Corbel"/>
                <a:cs typeface="Corbel"/>
              </a:rPr>
              <a:t> </a:t>
            </a:r>
            <a:r>
              <a:rPr sz="1600" dirty="0">
                <a:latin typeface="Corbel"/>
                <a:cs typeface="Corbel"/>
              </a:rPr>
              <a:t>instrument</a:t>
            </a:r>
            <a:r>
              <a:rPr sz="1600" spc="-30" dirty="0">
                <a:latin typeface="Corbel"/>
                <a:cs typeface="Corbel"/>
              </a:rPr>
              <a:t> </a:t>
            </a:r>
            <a:r>
              <a:rPr sz="1600" dirty="0">
                <a:latin typeface="Corbel"/>
                <a:cs typeface="Corbel"/>
              </a:rPr>
              <a:t>that</a:t>
            </a:r>
            <a:r>
              <a:rPr sz="1600" spc="-30" dirty="0">
                <a:latin typeface="Corbel"/>
                <a:cs typeface="Corbel"/>
              </a:rPr>
              <a:t> </a:t>
            </a:r>
            <a:r>
              <a:rPr sz="1600" dirty="0">
                <a:latin typeface="Corbel"/>
                <a:cs typeface="Corbel"/>
              </a:rPr>
              <a:t>measures</a:t>
            </a:r>
            <a:r>
              <a:rPr sz="1600" spc="-25" dirty="0">
                <a:latin typeface="Corbel"/>
                <a:cs typeface="Corbel"/>
              </a:rPr>
              <a:t> </a:t>
            </a:r>
            <a:r>
              <a:rPr sz="1600" dirty="0">
                <a:latin typeface="Corbel"/>
                <a:cs typeface="Corbel"/>
              </a:rPr>
              <a:t>the</a:t>
            </a:r>
            <a:r>
              <a:rPr sz="1600" spc="-30" dirty="0">
                <a:latin typeface="Corbel"/>
                <a:cs typeface="Corbel"/>
              </a:rPr>
              <a:t> </a:t>
            </a:r>
            <a:r>
              <a:rPr sz="1600" dirty="0">
                <a:latin typeface="Corbel"/>
                <a:cs typeface="Corbel"/>
              </a:rPr>
              <a:t>distance</a:t>
            </a:r>
            <a:r>
              <a:rPr sz="1600" spc="-20" dirty="0">
                <a:latin typeface="Corbel"/>
                <a:cs typeface="Corbel"/>
              </a:rPr>
              <a:t> </a:t>
            </a:r>
            <a:r>
              <a:rPr sz="1600" dirty="0">
                <a:latin typeface="Corbel"/>
                <a:cs typeface="Corbel"/>
              </a:rPr>
              <a:t>to</a:t>
            </a:r>
            <a:r>
              <a:rPr sz="1600" spc="-35" dirty="0">
                <a:latin typeface="Corbel"/>
                <a:cs typeface="Corbel"/>
              </a:rPr>
              <a:t> </a:t>
            </a:r>
            <a:r>
              <a:rPr sz="1600" dirty="0">
                <a:latin typeface="Corbel"/>
                <a:cs typeface="Corbel"/>
              </a:rPr>
              <a:t>an</a:t>
            </a:r>
            <a:r>
              <a:rPr sz="1600" spc="-20" dirty="0">
                <a:latin typeface="Corbel"/>
                <a:cs typeface="Corbel"/>
              </a:rPr>
              <a:t> </a:t>
            </a:r>
            <a:r>
              <a:rPr sz="1600" dirty="0">
                <a:latin typeface="Corbel"/>
                <a:cs typeface="Corbel"/>
              </a:rPr>
              <a:t>object</a:t>
            </a:r>
            <a:r>
              <a:rPr sz="1600" spc="-35" dirty="0">
                <a:latin typeface="Corbel"/>
                <a:cs typeface="Corbel"/>
              </a:rPr>
              <a:t> </a:t>
            </a:r>
            <a:r>
              <a:rPr sz="1600" dirty="0">
                <a:latin typeface="Corbel"/>
                <a:cs typeface="Corbel"/>
              </a:rPr>
              <a:t>using</a:t>
            </a:r>
            <a:r>
              <a:rPr sz="1600" spc="-30" dirty="0">
                <a:latin typeface="Corbel"/>
                <a:cs typeface="Corbel"/>
              </a:rPr>
              <a:t> </a:t>
            </a:r>
            <a:r>
              <a:rPr sz="1600" dirty="0">
                <a:latin typeface="Corbel"/>
                <a:cs typeface="Corbel"/>
              </a:rPr>
              <a:t>ultrasonic</a:t>
            </a:r>
            <a:r>
              <a:rPr sz="1600" spc="-30" dirty="0">
                <a:latin typeface="Corbel"/>
                <a:cs typeface="Corbel"/>
              </a:rPr>
              <a:t> </a:t>
            </a:r>
            <a:r>
              <a:rPr sz="1600" dirty="0">
                <a:latin typeface="Corbel"/>
                <a:cs typeface="Corbel"/>
              </a:rPr>
              <a:t>sound</a:t>
            </a:r>
            <a:r>
              <a:rPr sz="1600" spc="-20" dirty="0">
                <a:latin typeface="Corbel"/>
                <a:cs typeface="Corbel"/>
              </a:rPr>
              <a:t> </a:t>
            </a:r>
            <a:r>
              <a:rPr sz="1600" spc="-10" dirty="0">
                <a:latin typeface="Corbel"/>
                <a:cs typeface="Corbel"/>
              </a:rPr>
              <a:t>waves.</a:t>
            </a:r>
            <a:endParaRPr sz="1600" dirty="0">
              <a:latin typeface="Corbel"/>
              <a:cs typeface="Corbel"/>
            </a:endParaRPr>
          </a:p>
          <a:p>
            <a:pPr marL="298450" marR="5080" indent="-285750">
              <a:lnSpc>
                <a:spcPts val="1920"/>
              </a:lnSpc>
              <a:spcBef>
                <a:spcPts val="50"/>
              </a:spcBef>
              <a:buFont typeface="Arial MT"/>
              <a:buChar char="•"/>
              <a:tabLst>
                <a:tab pos="298450" algn="l"/>
              </a:tabLst>
            </a:pPr>
            <a:r>
              <a:rPr sz="1600" dirty="0">
                <a:latin typeface="Corbel"/>
                <a:cs typeface="Corbel"/>
              </a:rPr>
              <a:t>An</a:t>
            </a:r>
            <a:r>
              <a:rPr sz="1600" spc="45" dirty="0">
                <a:latin typeface="Corbel"/>
                <a:cs typeface="Corbel"/>
              </a:rPr>
              <a:t> </a:t>
            </a:r>
            <a:r>
              <a:rPr sz="1600" dirty="0">
                <a:latin typeface="Corbel"/>
                <a:cs typeface="Corbel"/>
              </a:rPr>
              <a:t>ultrasonic</a:t>
            </a:r>
            <a:r>
              <a:rPr sz="1600" spc="35" dirty="0">
                <a:latin typeface="Corbel"/>
                <a:cs typeface="Corbel"/>
              </a:rPr>
              <a:t> </a:t>
            </a:r>
            <a:r>
              <a:rPr sz="1600" dirty="0">
                <a:latin typeface="Corbel"/>
                <a:cs typeface="Corbel"/>
              </a:rPr>
              <a:t>sensor</a:t>
            </a:r>
            <a:r>
              <a:rPr sz="1600" spc="45" dirty="0">
                <a:latin typeface="Corbel"/>
                <a:cs typeface="Corbel"/>
              </a:rPr>
              <a:t> </a:t>
            </a:r>
            <a:r>
              <a:rPr sz="1600" dirty="0">
                <a:latin typeface="Corbel"/>
                <a:cs typeface="Corbel"/>
              </a:rPr>
              <a:t>uses</a:t>
            </a:r>
            <a:r>
              <a:rPr sz="1600" spc="40" dirty="0">
                <a:latin typeface="Corbel"/>
                <a:cs typeface="Corbel"/>
              </a:rPr>
              <a:t> </a:t>
            </a:r>
            <a:r>
              <a:rPr sz="1600" dirty="0">
                <a:latin typeface="Corbel"/>
                <a:cs typeface="Corbel"/>
              </a:rPr>
              <a:t>a</a:t>
            </a:r>
            <a:r>
              <a:rPr sz="1600" spc="45" dirty="0">
                <a:latin typeface="Corbel"/>
                <a:cs typeface="Corbel"/>
              </a:rPr>
              <a:t> </a:t>
            </a:r>
            <a:r>
              <a:rPr sz="1600" dirty="0">
                <a:latin typeface="Corbel"/>
                <a:cs typeface="Corbel"/>
              </a:rPr>
              <a:t>transducer</a:t>
            </a:r>
            <a:r>
              <a:rPr sz="1600" spc="40" dirty="0">
                <a:latin typeface="Corbel"/>
                <a:cs typeface="Corbel"/>
              </a:rPr>
              <a:t> </a:t>
            </a:r>
            <a:r>
              <a:rPr sz="1600" dirty="0">
                <a:latin typeface="Corbel"/>
                <a:cs typeface="Corbel"/>
              </a:rPr>
              <a:t>to</a:t>
            </a:r>
            <a:r>
              <a:rPr sz="1600" spc="35" dirty="0">
                <a:latin typeface="Corbel"/>
                <a:cs typeface="Corbel"/>
              </a:rPr>
              <a:t> </a:t>
            </a:r>
            <a:r>
              <a:rPr sz="1600" dirty="0">
                <a:latin typeface="Corbel"/>
                <a:cs typeface="Corbel"/>
              </a:rPr>
              <a:t>send</a:t>
            </a:r>
            <a:r>
              <a:rPr sz="1600" spc="50" dirty="0">
                <a:latin typeface="Corbel"/>
                <a:cs typeface="Corbel"/>
              </a:rPr>
              <a:t> </a:t>
            </a:r>
            <a:r>
              <a:rPr sz="1600" dirty="0">
                <a:latin typeface="Corbel"/>
                <a:cs typeface="Corbel"/>
              </a:rPr>
              <a:t>and</a:t>
            </a:r>
            <a:r>
              <a:rPr sz="1600" spc="45" dirty="0">
                <a:latin typeface="Corbel"/>
                <a:cs typeface="Corbel"/>
              </a:rPr>
              <a:t> </a:t>
            </a:r>
            <a:r>
              <a:rPr sz="1600" dirty="0">
                <a:latin typeface="Corbel"/>
                <a:cs typeface="Corbel"/>
              </a:rPr>
              <a:t>receive</a:t>
            </a:r>
            <a:r>
              <a:rPr sz="1600" spc="40" dirty="0">
                <a:latin typeface="Corbel"/>
                <a:cs typeface="Corbel"/>
              </a:rPr>
              <a:t> </a:t>
            </a:r>
            <a:r>
              <a:rPr sz="1600" dirty="0">
                <a:latin typeface="Corbel"/>
                <a:cs typeface="Corbel"/>
              </a:rPr>
              <a:t>ultrasonic</a:t>
            </a:r>
            <a:r>
              <a:rPr sz="1600" spc="40" dirty="0">
                <a:latin typeface="Corbel"/>
                <a:cs typeface="Corbel"/>
              </a:rPr>
              <a:t> </a:t>
            </a:r>
            <a:r>
              <a:rPr sz="1600" dirty="0">
                <a:latin typeface="Corbel"/>
                <a:cs typeface="Corbel"/>
              </a:rPr>
              <a:t>pulses</a:t>
            </a:r>
            <a:r>
              <a:rPr sz="1600" spc="40" dirty="0">
                <a:latin typeface="Corbel"/>
                <a:cs typeface="Corbel"/>
              </a:rPr>
              <a:t> </a:t>
            </a:r>
            <a:r>
              <a:rPr sz="1600" dirty="0">
                <a:latin typeface="Corbel"/>
                <a:cs typeface="Corbel"/>
              </a:rPr>
              <a:t>that</a:t>
            </a:r>
            <a:r>
              <a:rPr sz="1600" spc="40" dirty="0">
                <a:latin typeface="Corbel"/>
                <a:cs typeface="Corbel"/>
              </a:rPr>
              <a:t> </a:t>
            </a:r>
            <a:r>
              <a:rPr sz="1600" dirty="0">
                <a:latin typeface="Corbel"/>
                <a:cs typeface="Corbel"/>
              </a:rPr>
              <a:t>relay</a:t>
            </a:r>
            <a:r>
              <a:rPr sz="1600" spc="30" dirty="0">
                <a:latin typeface="Corbel"/>
                <a:cs typeface="Corbel"/>
              </a:rPr>
              <a:t> </a:t>
            </a:r>
            <a:r>
              <a:rPr sz="1600" dirty="0">
                <a:latin typeface="Corbel"/>
                <a:cs typeface="Corbel"/>
              </a:rPr>
              <a:t>back</a:t>
            </a:r>
            <a:r>
              <a:rPr sz="1600" spc="40" dirty="0">
                <a:latin typeface="Corbel"/>
                <a:cs typeface="Corbel"/>
              </a:rPr>
              <a:t> </a:t>
            </a:r>
            <a:r>
              <a:rPr sz="1600" dirty="0">
                <a:latin typeface="Corbel"/>
                <a:cs typeface="Corbel"/>
              </a:rPr>
              <a:t>information</a:t>
            </a:r>
            <a:r>
              <a:rPr sz="1600" spc="45" dirty="0">
                <a:latin typeface="Corbel"/>
                <a:cs typeface="Corbel"/>
              </a:rPr>
              <a:t> </a:t>
            </a:r>
            <a:r>
              <a:rPr sz="1600" dirty="0">
                <a:latin typeface="Corbel"/>
                <a:cs typeface="Corbel"/>
              </a:rPr>
              <a:t>about</a:t>
            </a:r>
            <a:r>
              <a:rPr sz="1600" spc="35" dirty="0">
                <a:latin typeface="Corbel"/>
                <a:cs typeface="Corbel"/>
              </a:rPr>
              <a:t> </a:t>
            </a:r>
            <a:r>
              <a:rPr sz="1600" spc="-25" dirty="0">
                <a:latin typeface="Corbel"/>
                <a:cs typeface="Corbel"/>
              </a:rPr>
              <a:t>an </a:t>
            </a:r>
            <a:r>
              <a:rPr sz="1600" spc="-10" dirty="0">
                <a:latin typeface="Corbel"/>
                <a:cs typeface="Corbel"/>
              </a:rPr>
              <a:t>object’s</a:t>
            </a:r>
            <a:r>
              <a:rPr sz="1600" spc="-15" dirty="0">
                <a:latin typeface="Corbel"/>
                <a:cs typeface="Corbel"/>
              </a:rPr>
              <a:t> </a:t>
            </a:r>
            <a:r>
              <a:rPr sz="1600" spc="-10" dirty="0">
                <a:latin typeface="Corbel"/>
                <a:cs typeface="Corbel"/>
              </a:rPr>
              <a:t>proximity.</a:t>
            </a:r>
            <a:endParaRPr sz="1600" dirty="0">
              <a:latin typeface="Corbel"/>
              <a:cs typeface="Corbel"/>
            </a:endParaRPr>
          </a:p>
          <a:p>
            <a:pPr marL="298450" marR="5080" indent="-285750">
              <a:lnSpc>
                <a:spcPts val="1900"/>
              </a:lnSpc>
              <a:spcBef>
                <a:spcPts val="90"/>
              </a:spcBef>
              <a:buFont typeface="Arial MT"/>
              <a:buChar char="•"/>
              <a:tabLst>
                <a:tab pos="298450" algn="l"/>
                <a:tab pos="9524365" algn="l"/>
              </a:tabLst>
            </a:pPr>
            <a:r>
              <a:rPr sz="1600" dirty="0">
                <a:latin typeface="Corbel"/>
                <a:cs typeface="Corbel"/>
              </a:rPr>
              <a:t>Ultrasonic</a:t>
            </a:r>
            <a:r>
              <a:rPr sz="1600" spc="175" dirty="0">
                <a:latin typeface="Corbel"/>
                <a:cs typeface="Corbel"/>
              </a:rPr>
              <a:t> </a:t>
            </a:r>
            <a:r>
              <a:rPr sz="1600" dirty="0">
                <a:latin typeface="Corbel"/>
                <a:cs typeface="Corbel"/>
              </a:rPr>
              <a:t>sensors</a:t>
            </a:r>
            <a:r>
              <a:rPr sz="1600" spc="185" dirty="0">
                <a:latin typeface="Corbel"/>
                <a:cs typeface="Corbel"/>
              </a:rPr>
              <a:t> </a:t>
            </a:r>
            <a:r>
              <a:rPr sz="1600" dirty="0">
                <a:latin typeface="Corbel"/>
                <a:cs typeface="Corbel"/>
              </a:rPr>
              <a:t>work</a:t>
            </a:r>
            <a:r>
              <a:rPr sz="1600" spc="175" dirty="0">
                <a:latin typeface="Corbel"/>
                <a:cs typeface="Corbel"/>
              </a:rPr>
              <a:t> </a:t>
            </a:r>
            <a:r>
              <a:rPr sz="1600" dirty="0">
                <a:latin typeface="Corbel"/>
                <a:cs typeface="Corbel"/>
              </a:rPr>
              <a:t>by</a:t>
            </a:r>
            <a:r>
              <a:rPr sz="1600" spc="175" dirty="0">
                <a:latin typeface="Corbel"/>
                <a:cs typeface="Corbel"/>
              </a:rPr>
              <a:t> </a:t>
            </a:r>
            <a:r>
              <a:rPr sz="1600" dirty="0">
                <a:latin typeface="Corbel"/>
                <a:cs typeface="Corbel"/>
              </a:rPr>
              <a:t>sending</a:t>
            </a:r>
            <a:r>
              <a:rPr sz="1600" spc="185" dirty="0">
                <a:latin typeface="Corbel"/>
                <a:cs typeface="Corbel"/>
              </a:rPr>
              <a:t> </a:t>
            </a:r>
            <a:r>
              <a:rPr sz="1600" dirty="0">
                <a:latin typeface="Corbel"/>
                <a:cs typeface="Corbel"/>
              </a:rPr>
              <a:t>out</a:t>
            </a:r>
            <a:r>
              <a:rPr sz="1600" spc="170" dirty="0">
                <a:latin typeface="Corbel"/>
                <a:cs typeface="Corbel"/>
              </a:rPr>
              <a:t> </a:t>
            </a:r>
            <a:r>
              <a:rPr sz="1600" dirty="0">
                <a:latin typeface="Corbel"/>
                <a:cs typeface="Corbel"/>
              </a:rPr>
              <a:t>a</a:t>
            </a:r>
            <a:r>
              <a:rPr sz="1600" spc="185" dirty="0">
                <a:latin typeface="Corbel"/>
                <a:cs typeface="Corbel"/>
              </a:rPr>
              <a:t> </a:t>
            </a:r>
            <a:r>
              <a:rPr sz="1600" dirty="0">
                <a:latin typeface="Corbel"/>
                <a:cs typeface="Corbel"/>
              </a:rPr>
              <a:t>sound</a:t>
            </a:r>
            <a:r>
              <a:rPr sz="1600" spc="180" dirty="0">
                <a:latin typeface="Corbel"/>
                <a:cs typeface="Corbel"/>
              </a:rPr>
              <a:t> </a:t>
            </a:r>
            <a:r>
              <a:rPr sz="1600" dirty="0">
                <a:latin typeface="Corbel"/>
                <a:cs typeface="Corbel"/>
              </a:rPr>
              <a:t>wave</a:t>
            </a:r>
            <a:r>
              <a:rPr sz="1600" spc="185" dirty="0">
                <a:latin typeface="Corbel"/>
                <a:cs typeface="Corbel"/>
              </a:rPr>
              <a:t> </a:t>
            </a:r>
            <a:r>
              <a:rPr sz="1600" dirty="0">
                <a:latin typeface="Corbel"/>
                <a:cs typeface="Corbel"/>
              </a:rPr>
              <a:t>at</a:t>
            </a:r>
            <a:r>
              <a:rPr sz="1600" spc="175" dirty="0">
                <a:latin typeface="Corbel"/>
                <a:cs typeface="Corbel"/>
              </a:rPr>
              <a:t> </a:t>
            </a:r>
            <a:r>
              <a:rPr sz="1600" dirty="0">
                <a:latin typeface="Corbel"/>
                <a:cs typeface="Corbel"/>
              </a:rPr>
              <a:t>a</a:t>
            </a:r>
            <a:r>
              <a:rPr sz="1600" spc="180" dirty="0">
                <a:latin typeface="Corbel"/>
                <a:cs typeface="Corbel"/>
              </a:rPr>
              <a:t> </a:t>
            </a:r>
            <a:r>
              <a:rPr sz="1600" dirty="0">
                <a:latin typeface="Corbel"/>
                <a:cs typeface="Corbel"/>
              </a:rPr>
              <a:t>frequency</a:t>
            </a:r>
            <a:r>
              <a:rPr sz="1600" spc="180" dirty="0">
                <a:latin typeface="Corbel"/>
                <a:cs typeface="Corbel"/>
              </a:rPr>
              <a:t> </a:t>
            </a:r>
            <a:r>
              <a:rPr sz="1600" dirty="0">
                <a:latin typeface="Corbel"/>
                <a:cs typeface="Corbel"/>
              </a:rPr>
              <a:t>above</a:t>
            </a:r>
            <a:r>
              <a:rPr sz="1600" spc="180" dirty="0">
                <a:latin typeface="Corbel"/>
                <a:cs typeface="Corbel"/>
              </a:rPr>
              <a:t> </a:t>
            </a:r>
            <a:r>
              <a:rPr sz="1600" dirty="0">
                <a:latin typeface="Corbel"/>
                <a:cs typeface="Corbel"/>
              </a:rPr>
              <a:t>the</a:t>
            </a:r>
            <a:r>
              <a:rPr sz="1600" spc="185" dirty="0">
                <a:latin typeface="Corbel"/>
                <a:cs typeface="Corbel"/>
              </a:rPr>
              <a:t> </a:t>
            </a:r>
            <a:r>
              <a:rPr sz="1600" dirty="0">
                <a:latin typeface="Corbel"/>
                <a:cs typeface="Corbel"/>
              </a:rPr>
              <a:t>range</a:t>
            </a:r>
            <a:r>
              <a:rPr sz="1600" spc="185" dirty="0">
                <a:latin typeface="Corbel"/>
                <a:cs typeface="Corbel"/>
              </a:rPr>
              <a:t> </a:t>
            </a:r>
            <a:r>
              <a:rPr sz="1600" dirty="0">
                <a:latin typeface="Corbel"/>
                <a:cs typeface="Corbel"/>
              </a:rPr>
              <a:t>of</a:t>
            </a:r>
            <a:r>
              <a:rPr sz="1600" spc="180" dirty="0">
                <a:latin typeface="Corbel"/>
                <a:cs typeface="Corbel"/>
              </a:rPr>
              <a:t> </a:t>
            </a:r>
            <a:r>
              <a:rPr sz="1600" dirty="0">
                <a:latin typeface="Corbel"/>
                <a:cs typeface="Corbel"/>
              </a:rPr>
              <a:t>human</a:t>
            </a:r>
            <a:r>
              <a:rPr sz="1600" spc="185" dirty="0">
                <a:latin typeface="Corbel"/>
                <a:cs typeface="Corbel"/>
              </a:rPr>
              <a:t> </a:t>
            </a:r>
            <a:r>
              <a:rPr sz="1600" spc="-10" dirty="0">
                <a:latin typeface="Corbel"/>
                <a:cs typeface="Corbel"/>
              </a:rPr>
              <a:t>hearing.</a:t>
            </a:r>
            <a:r>
              <a:rPr sz="1600" dirty="0">
                <a:latin typeface="Corbel"/>
                <a:cs typeface="Corbel"/>
              </a:rPr>
              <a:t>	</a:t>
            </a:r>
            <a:r>
              <a:rPr sz="1600" spc="-25" dirty="0">
                <a:latin typeface="Corbel"/>
                <a:cs typeface="Corbel"/>
              </a:rPr>
              <a:t>The </a:t>
            </a:r>
            <a:r>
              <a:rPr sz="1600" dirty="0">
                <a:latin typeface="Corbel"/>
                <a:cs typeface="Corbel"/>
              </a:rPr>
              <a:t>transducer</a:t>
            </a:r>
            <a:r>
              <a:rPr sz="1600" spc="-30" dirty="0">
                <a:latin typeface="Corbel"/>
                <a:cs typeface="Corbel"/>
              </a:rPr>
              <a:t> </a:t>
            </a:r>
            <a:r>
              <a:rPr sz="1600" dirty="0">
                <a:latin typeface="Corbel"/>
                <a:cs typeface="Corbel"/>
              </a:rPr>
              <a:t>of</a:t>
            </a:r>
            <a:r>
              <a:rPr sz="1600" spc="-25"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sensor</a:t>
            </a:r>
            <a:r>
              <a:rPr sz="1600" spc="-25" dirty="0">
                <a:latin typeface="Corbel"/>
                <a:cs typeface="Corbel"/>
              </a:rPr>
              <a:t> </a:t>
            </a:r>
            <a:r>
              <a:rPr sz="1600" dirty="0">
                <a:latin typeface="Corbel"/>
                <a:cs typeface="Corbel"/>
              </a:rPr>
              <a:t>acts</a:t>
            </a:r>
            <a:r>
              <a:rPr sz="1600" spc="-25" dirty="0">
                <a:latin typeface="Corbel"/>
                <a:cs typeface="Corbel"/>
              </a:rPr>
              <a:t> </a:t>
            </a:r>
            <a:r>
              <a:rPr sz="1600" dirty="0">
                <a:latin typeface="Corbel"/>
                <a:cs typeface="Corbel"/>
              </a:rPr>
              <a:t>as</a:t>
            </a:r>
            <a:r>
              <a:rPr sz="1600" spc="-25" dirty="0">
                <a:latin typeface="Corbel"/>
                <a:cs typeface="Corbel"/>
              </a:rPr>
              <a:t> </a:t>
            </a:r>
            <a:r>
              <a:rPr sz="1600" dirty="0">
                <a:latin typeface="Corbel"/>
                <a:cs typeface="Corbel"/>
              </a:rPr>
              <a:t>a</a:t>
            </a:r>
            <a:r>
              <a:rPr sz="1600" spc="-25" dirty="0">
                <a:latin typeface="Corbel"/>
                <a:cs typeface="Corbel"/>
              </a:rPr>
              <a:t> </a:t>
            </a:r>
            <a:r>
              <a:rPr sz="1600" dirty="0">
                <a:latin typeface="Corbel"/>
                <a:cs typeface="Corbel"/>
              </a:rPr>
              <a:t>microphone</a:t>
            </a:r>
            <a:r>
              <a:rPr sz="1600" spc="-20" dirty="0">
                <a:latin typeface="Corbel"/>
                <a:cs typeface="Corbel"/>
              </a:rPr>
              <a:t> </a:t>
            </a:r>
            <a:r>
              <a:rPr sz="1600" dirty="0">
                <a:latin typeface="Corbel"/>
                <a:cs typeface="Corbel"/>
              </a:rPr>
              <a:t>to</a:t>
            </a:r>
            <a:r>
              <a:rPr sz="1600" spc="-30" dirty="0">
                <a:latin typeface="Corbel"/>
                <a:cs typeface="Corbel"/>
              </a:rPr>
              <a:t> </a:t>
            </a:r>
            <a:r>
              <a:rPr sz="1600" dirty="0">
                <a:latin typeface="Corbel"/>
                <a:cs typeface="Corbel"/>
              </a:rPr>
              <a:t>receive</a:t>
            </a:r>
            <a:r>
              <a:rPr sz="1600" spc="-30" dirty="0">
                <a:latin typeface="Corbel"/>
                <a:cs typeface="Corbel"/>
              </a:rPr>
              <a:t> </a:t>
            </a:r>
            <a:r>
              <a:rPr sz="1600" dirty="0">
                <a:latin typeface="Corbel"/>
                <a:cs typeface="Corbel"/>
              </a:rPr>
              <a:t>and</a:t>
            </a:r>
            <a:r>
              <a:rPr sz="1600" spc="-20" dirty="0">
                <a:latin typeface="Corbel"/>
                <a:cs typeface="Corbel"/>
              </a:rPr>
              <a:t> </a:t>
            </a:r>
            <a:r>
              <a:rPr sz="1600" dirty="0">
                <a:latin typeface="Corbel"/>
                <a:cs typeface="Corbel"/>
              </a:rPr>
              <a:t>send</a:t>
            </a:r>
            <a:r>
              <a:rPr sz="1600" spc="-20"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ultrasonic</a:t>
            </a:r>
            <a:r>
              <a:rPr sz="1600" spc="-30" dirty="0">
                <a:latin typeface="Corbel"/>
                <a:cs typeface="Corbel"/>
              </a:rPr>
              <a:t> </a:t>
            </a:r>
            <a:r>
              <a:rPr sz="1600" spc="-10" dirty="0">
                <a:latin typeface="Corbel"/>
                <a:cs typeface="Corbel"/>
              </a:rPr>
              <a:t>sound.</a:t>
            </a:r>
            <a:endParaRPr sz="1600" dirty="0">
              <a:latin typeface="Corbel"/>
              <a:cs typeface="Corbel"/>
            </a:endParaRPr>
          </a:p>
          <a:p>
            <a:pPr marL="297815" indent="-285115">
              <a:lnSpc>
                <a:spcPts val="1820"/>
              </a:lnSpc>
              <a:buFont typeface="Arial MT"/>
              <a:buChar char="•"/>
              <a:tabLst>
                <a:tab pos="297815" algn="l"/>
              </a:tabLst>
            </a:pPr>
            <a:r>
              <a:rPr sz="1600" dirty="0">
                <a:latin typeface="Corbel"/>
                <a:cs typeface="Corbel"/>
              </a:rPr>
              <a:t>Most</a:t>
            </a:r>
            <a:r>
              <a:rPr sz="1600" spc="10" dirty="0">
                <a:latin typeface="Corbel"/>
                <a:cs typeface="Corbel"/>
              </a:rPr>
              <a:t> </a:t>
            </a:r>
            <a:r>
              <a:rPr sz="1600" spc="-20" dirty="0">
                <a:latin typeface="Corbel"/>
                <a:cs typeface="Corbel"/>
              </a:rPr>
              <a:t>UAVs</a:t>
            </a:r>
            <a:r>
              <a:rPr sz="1600" spc="20" dirty="0">
                <a:latin typeface="Corbel"/>
                <a:cs typeface="Corbel"/>
              </a:rPr>
              <a:t> </a:t>
            </a:r>
            <a:r>
              <a:rPr sz="1600" dirty="0">
                <a:latin typeface="Corbel"/>
                <a:cs typeface="Corbel"/>
              </a:rPr>
              <a:t>use</a:t>
            </a:r>
            <a:r>
              <a:rPr sz="1600" spc="20" dirty="0">
                <a:latin typeface="Corbel"/>
                <a:cs typeface="Corbel"/>
              </a:rPr>
              <a:t> </a:t>
            </a:r>
            <a:r>
              <a:rPr sz="1600" dirty="0">
                <a:latin typeface="Corbel"/>
                <a:cs typeface="Corbel"/>
              </a:rPr>
              <a:t>the</a:t>
            </a:r>
            <a:r>
              <a:rPr sz="1600" spc="20" dirty="0">
                <a:latin typeface="Corbel"/>
                <a:cs typeface="Corbel"/>
              </a:rPr>
              <a:t> </a:t>
            </a:r>
            <a:r>
              <a:rPr sz="1600" dirty="0">
                <a:latin typeface="Corbel"/>
                <a:cs typeface="Corbel"/>
              </a:rPr>
              <a:t>ultrasonic</a:t>
            </a:r>
            <a:r>
              <a:rPr sz="1600" spc="20" dirty="0">
                <a:latin typeface="Corbel"/>
                <a:cs typeface="Corbel"/>
              </a:rPr>
              <a:t> </a:t>
            </a:r>
            <a:r>
              <a:rPr sz="1600" dirty="0">
                <a:latin typeface="Corbel"/>
                <a:cs typeface="Corbel"/>
              </a:rPr>
              <a:t>sensors</a:t>
            </a:r>
            <a:r>
              <a:rPr sz="1600" spc="20" dirty="0">
                <a:latin typeface="Corbel"/>
                <a:cs typeface="Corbel"/>
              </a:rPr>
              <a:t> </a:t>
            </a:r>
            <a:r>
              <a:rPr sz="1600" dirty="0">
                <a:latin typeface="Corbel"/>
                <a:cs typeface="Corbel"/>
              </a:rPr>
              <a:t>on</a:t>
            </a:r>
            <a:r>
              <a:rPr sz="1600" spc="25" dirty="0">
                <a:latin typeface="Corbel"/>
                <a:cs typeface="Corbel"/>
              </a:rPr>
              <a:t> </a:t>
            </a:r>
            <a:r>
              <a:rPr sz="1600" dirty="0">
                <a:latin typeface="Corbel"/>
                <a:cs typeface="Corbel"/>
              </a:rPr>
              <a:t>the</a:t>
            </a:r>
            <a:r>
              <a:rPr sz="1600" spc="20" dirty="0">
                <a:latin typeface="Corbel"/>
                <a:cs typeface="Corbel"/>
              </a:rPr>
              <a:t> </a:t>
            </a:r>
            <a:r>
              <a:rPr sz="1600" dirty="0">
                <a:latin typeface="Corbel"/>
                <a:cs typeface="Corbel"/>
              </a:rPr>
              <a:t>bottom</a:t>
            </a:r>
            <a:r>
              <a:rPr sz="1600" spc="15" dirty="0">
                <a:latin typeface="Corbel"/>
                <a:cs typeface="Corbel"/>
              </a:rPr>
              <a:t> </a:t>
            </a:r>
            <a:r>
              <a:rPr sz="1600" dirty="0">
                <a:latin typeface="Corbel"/>
                <a:cs typeface="Corbel"/>
              </a:rPr>
              <a:t>of</a:t>
            </a:r>
            <a:r>
              <a:rPr sz="1600" spc="20" dirty="0">
                <a:latin typeface="Corbel"/>
                <a:cs typeface="Corbel"/>
              </a:rPr>
              <a:t> </a:t>
            </a:r>
            <a:r>
              <a:rPr sz="1600" dirty="0">
                <a:latin typeface="Corbel"/>
                <a:cs typeface="Corbel"/>
              </a:rPr>
              <a:t>the</a:t>
            </a:r>
            <a:r>
              <a:rPr sz="1600" spc="20" dirty="0">
                <a:latin typeface="Corbel"/>
                <a:cs typeface="Corbel"/>
              </a:rPr>
              <a:t> </a:t>
            </a:r>
            <a:r>
              <a:rPr sz="1600" dirty="0">
                <a:latin typeface="Corbel"/>
                <a:cs typeface="Corbel"/>
              </a:rPr>
              <a:t>drone</a:t>
            </a:r>
            <a:r>
              <a:rPr sz="1600" spc="25" dirty="0">
                <a:latin typeface="Corbel"/>
                <a:cs typeface="Corbel"/>
              </a:rPr>
              <a:t> </a:t>
            </a:r>
            <a:r>
              <a:rPr sz="1600" u="sng" dirty="0">
                <a:uFill>
                  <a:solidFill>
                    <a:srgbClr val="000000"/>
                  </a:solidFill>
                </a:uFill>
                <a:latin typeface="Corbel"/>
                <a:cs typeface="Corbel"/>
              </a:rPr>
              <a:t>for</a:t>
            </a:r>
            <a:r>
              <a:rPr sz="1600" u="sng" spc="20" dirty="0">
                <a:uFill>
                  <a:solidFill>
                    <a:srgbClr val="000000"/>
                  </a:solidFill>
                </a:uFill>
                <a:latin typeface="Corbel"/>
                <a:cs typeface="Corbel"/>
              </a:rPr>
              <a:t> </a:t>
            </a:r>
            <a:r>
              <a:rPr sz="1600" u="sng" dirty="0">
                <a:uFill>
                  <a:solidFill>
                    <a:srgbClr val="000000"/>
                  </a:solidFill>
                </a:uFill>
                <a:latin typeface="Corbel"/>
                <a:cs typeface="Corbel"/>
              </a:rPr>
              <a:t>detecting</a:t>
            </a:r>
            <a:r>
              <a:rPr sz="1600" u="sng" spc="20" dirty="0">
                <a:uFill>
                  <a:solidFill>
                    <a:srgbClr val="000000"/>
                  </a:solidFill>
                </a:uFill>
                <a:latin typeface="Corbel"/>
                <a:cs typeface="Corbel"/>
              </a:rPr>
              <a:t> </a:t>
            </a:r>
            <a:r>
              <a:rPr sz="1600" u="sng" dirty="0">
                <a:uFill>
                  <a:solidFill>
                    <a:srgbClr val="000000"/>
                  </a:solidFill>
                </a:uFill>
                <a:latin typeface="Corbel"/>
                <a:cs typeface="Corbel"/>
              </a:rPr>
              <a:t>ground</a:t>
            </a:r>
            <a:r>
              <a:rPr sz="1600" u="sng" spc="25" dirty="0">
                <a:uFill>
                  <a:solidFill>
                    <a:srgbClr val="000000"/>
                  </a:solidFill>
                </a:uFill>
                <a:latin typeface="Corbel"/>
                <a:cs typeface="Corbel"/>
              </a:rPr>
              <a:t> </a:t>
            </a:r>
            <a:r>
              <a:rPr sz="1600" u="sng" dirty="0">
                <a:uFill>
                  <a:solidFill>
                    <a:srgbClr val="000000"/>
                  </a:solidFill>
                </a:uFill>
                <a:latin typeface="Corbel"/>
                <a:cs typeface="Corbel"/>
              </a:rPr>
              <a:t>and</a:t>
            </a:r>
            <a:r>
              <a:rPr sz="1600" u="sng" spc="25" dirty="0">
                <a:uFill>
                  <a:solidFill>
                    <a:srgbClr val="000000"/>
                  </a:solidFill>
                </a:uFill>
                <a:latin typeface="Corbel"/>
                <a:cs typeface="Corbel"/>
              </a:rPr>
              <a:t> </a:t>
            </a:r>
            <a:r>
              <a:rPr sz="1600" u="sng" dirty="0">
                <a:uFill>
                  <a:solidFill>
                    <a:srgbClr val="000000"/>
                  </a:solidFill>
                </a:uFill>
                <a:latin typeface="Corbel"/>
                <a:cs typeface="Corbel"/>
              </a:rPr>
              <a:t>also</a:t>
            </a:r>
            <a:r>
              <a:rPr sz="1600" u="sng" spc="15" dirty="0">
                <a:uFill>
                  <a:solidFill>
                    <a:srgbClr val="000000"/>
                  </a:solidFill>
                </a:uFill>
                <a:latin typeface="Corbel"/>
                <a:cs typeface="Corbel"/>
              </a:rPr>
              <a:t> </a:t>
            </a:r>
            <a:r>
              <a:rPr sz="1600" u="sng" dirty="0">
                <a:uFill>
                  <a:solidFill>
                    <a:srgbClr val="000000"/>
                  </a:solidFill>
                </a:uFill>
                <a:latin typeface="Corbel"/>
                <a:cs typeface="Corbel"/>
              </a:rPr>
              <a:t>for</a:t>
            </a:r>
            <a:r>
              <a:rPr sz="1600" u="sng" spc="20" dirty="0">
                <a:uFill>
                  <a:solidFill>
                    <a:srgbClr val="000000"/>
                  </a:solidFill>
                </a:uFill>
                <a:latin typeface="Corbel"/>
                <a:cs typeface="Corbel"/>
              </a:rPr>
              <a:t> </a:t>
            </a:r>
            <a:r>
              <a:rPr sz="1600" u="sng" dirty="0">
                <a:uFill>
                  <a:solidFill>
                    <a:srgbClr val="000000"/>
                  </a:solidFill>
                </a:uFill>
                <a:latin typeface="Corbel"/>
                <a:cs typeface="Corbel"/>
              </a:rPr>
              <a:t>use</a:t>
            </a:r>
            <a:r>
              <a:rPr sz="1600" u="sng" spc="25" dirty="0">
                <a:uFill>
                  <a:solidFill>
                    <a:srgbClr val="000000"/>
                  </a:solidFill>
                </a:uFill>
                <a:latin typeface="Corbel"/>
                <a:cs typeface="Corbel"/>
              </a:rPr>
              <a:t> </a:t>
            </a:r>
            <a:r>
              <a:rPr sz="1600" u="sng" dirty="0">
                <a:uFill>
                  <a:solidFill>
                    <a:srgbClr val="000000"/>
                  </a:solidFill>
                </a:uFill>
                <a:latin typeface="Corbel"/>
                <a:cs typeface="Corbel"/>
              </a:rPr>
              <a:t>in</a:t>
            </a:r>
            <a:r>
              <a:rPr sz="1600" u="sng" spc="25" dirty="0">
                <a:uFill>
                  <a:solidFill>
                    <a:srgbClr val="000000"/>
                  </a:solidFill>
                </a:uFill>
                <a:latin typeface="Corbel"/>
                <a:cs typeface="Corbel"/>
              </a:rPr>
              <a:t> </a:t>
            </a:r>
            <a:r>
              <a:rPr sz="1600" u="sng" spc="-10" dirty="0">
                <a:uFill>
                  <a:solidFill>
                    <a:srgbClr val="000000"/>
                  </a:solidFill>
                </a:uFill>
                <a:latin typeface="Corbel"/>
                <a:cs typeface="Corbel"/>
              </a:rPr>
              <a:t>terrain-</a:t>
            </a:r>
            <a:endParaRPr sz="1600" dirty="0">
              <a:latin typeface="Corbel"/>
              <a:cs typeface="Corbel"/>
            </a:endParaRPr>
          </a:p>
          <a:p>
            <a:pPr marL="298450">
              <a:lnSpc>
                <a:spcPts val="1910"/>
              </a:lnSpc>
            </a:pPr>
            <a:r>
              <a:rPr sz="1600" u="sng" dirty="0">
                <a:uFill>
                  <a:solidFill>
                    <a:srgbClr val="000000"/>
                  </a:solidFill>
                </a:uFill>
                <a:latin typeface="Corbel"/>
                <a:cs typeface="Corbel"/>
              </a:rPr>
              <a:t>following</a:t>
            </a:r>
            <a:r>
              <a:rPr sz="1600" dirty="0">
                <a:latin typeface="Corbel"/>
                <a:cs typeface="Corbel"/>
              </a:rPr>
              <a:t>.</a:t>
            </a:r>
            <a:r>
              <a:rPr sz="1600" spc="-35" dirty="0">
                <a:latin typeface="Corbel"/>
                <a:cs typeface="Corbel"/>
              </a:rPr>
              <a:t> </a:t>
            </a:r>
            <a:r>
              <a:rPr sz="1600" dirty="0">
                <a:latin typeface="Corbel"/>
                <a:cs typeface="Corbel"/>
              </a:rPr>
              <a:t>Drone</a:t>
            </a:r>
            <a:r>
              <a:rPr sz="1600" spc="-30" dirty="0">
                <a:latin typeface="Corbel"/>
                <a:cs typeface="Corbel"/>
              </a:rPr>
              <a:t> </a:t>
            </a:r>
            <a:r>
              <a:rPr sz="1600" dirty="0">
                <a:latin typeface="Corbel"/>
                <a:cs typeface="Corbel"/>
              </a:rPr>
              <a:t>proximity</a:t>
            </a:r>
            <a:r>
              <a:rPr sz="1600" spc="-40" dirty="0">
                <a:latin typeface="Corbel"/>
                <a:cs typeface="Corbel"/>
              </a:rPr>
              <a:t> </a:t>
            </a:r>
            <a:r>
              <a:rPr sz="1600" dirty="0">
                <a:latin typeface="Corbel"/>
                <a:cs typeface="Corbel"/>
              </a:rPr>
              <a:t>sensors</a:t>
            </a:r>
            <a:r>
              <a:rPr sz="1600" spc="-35" dirty="0">
                <a:latin typeface="Corbel"/>
                <a:cs typeface="Corbel"/>
              </a:rPr>
              <a:t> </a:t>
            </a:r>
            <a:r>
              <a:rPr sz="1600" dirty="0">
                <a:latin typeface="Corbel"/>
                <a:cs typeface="Corbel"/>
              </a:rPr>
              <a:t>assist</a:t>
            </a:r>
            <a:r>
              <a:rPr sz="1600" spc="-35" dirty="0">
                <a:latin typeface="Corbel"/>
                <a:cs typeface="Corbel"/>
              </a:rPr>
              <a:t> </a:t>
            </a:r>
            <a:r>
              <a:rPr sz="1600" dirty="0">
                <a:latin typeface="Corbel"/>
                <a:cs typeface="Corbel"/>
              </a:rPr>
              <a:t>with</a:t>
            </a:r>
            <a:r>
              <a:rPr sz="1600" spc="-35" dirty="0">
                <a:latin typeface="Corbel"/>
                <a:cs typeface="Corbel"/>
              </a:rPr>
              <a:t> </a:t>
            </a:r>
            <a:r>
              <a:rPr sz="1600" spc="-10" dirty="0">
                <a:latin typeface="Corbel"/>
                <a:cs typeface="Corbel"/>
              </a:rPr>
              <a:t>anti-</a:t>
            </a:r>
            <a:r>
              <a:rPr sz="1600" dirty="0">
                <a:latin typeface="Corbel"/>
                <a:cs typeface="Corbel"/>
              </a:rPr>
              <a:t>collision,</a:t>
            </a:r>
            <a:r>
              <a:rPr sz="1600" spc="-35" dirty="0">
                <a:latin typeface="Corbel"/>
                <a:cs typeface="Corbel"/>
              </a:rPr>
              <a:t> </a:t>
            </a:r>
            <a:r>
              <a:rPr sz="1600" dirty="0">
                <a:latin typeface="Corbel"/>
                <a:cs typeface="Corbel"/>
              </a:rPr>
              <a:t>which</a:t>
            </a:r>
            <a:r>
              <a:rPr sz="1600" spc="-35" dirty="0">
                <a:latin typeface="Corbel"/>
                <a:cs typeface="Corbel"/>
              </a:rPr>
              <a:t> </a:t>
            </a:r>
            <a:r>
              <a:rPr sz="1600" dirty="0">
                <a:latin typeface="Corbel"/>
                <a:cs typeface="Corbel"/>
              </a:rPr>
              <a:t>will</a:t>
            </a:r>
            <a:r>
              <a:rPr sz="1600" spc="-35" dirty="0">
                <a:latin typeface="Corbel"/>
                <a:cs typeface="Corbel"/>
              </a:rPr>
              <a:t> </a:t>
            </a:r>
            <a:r>
              <a:rPr sz="1600" dirty="0">
                <a:latin typeface="Corbel"/>
                <a:cs typeface="Corbel"/>
              </a:rPr>
              <a:t>aid</a:t>
            </a:r>
            <a:r>
              <a:rPr sz="1600" spc="-30" dirty="0">
                <a:latin typeface="Corbel"/>
                <a:cs typeface="Corbel"/>
              </a:rPr>
              <a:t> </a:t>
            </a:r>
            <a:r>
              <a:rPr sz="1600" dirty="0">
                <a:latin typeface="Corbel"/>
                <a:cs typeface="Corbel"/>
              </a:rPr>
              <a:t>towards</a:t>
            </a:r>
            <a:r>
              <a:rPr sz="1600" spc="-30" dirty="0">
                <a:latin typeface="Corbel"/>
                <a:cs typeface="Corbel"/>
              </a:rPr>
              <a:t> </a:t>
            </a:r>
            <a:r>
              <a:rPr sz="1600" dirty="0">
                <a:latin typeface="Corbel"/>
                <a:cs typeface="Corbel"/>
              </a:rPr>
              <a:t>fewer</a:t>
            </a:r>
            <a:r>
              <a:rPr sz="1600" spc="-35" dirty="0">
                <a:latin typeface="Corbel"/>
                <a:cs typeface="Corbel"/>
              </a:rPr>
              <a:t> </a:t>
            </a:r>
            <a:r>
              <a:rPr sz="1600" spc="-10" dirty="0">
                <a:latin typeface="Corbel"/>
                <a:cs typeface="Corbel"/>
              </a:rPr>
              <a:t>crashes.</a:t>
            </a:r>
            <a:endParaRPr sz="1600" dirty="0">
              <a:latin typeface="Corbel"/>
              <a:cs typeface="Corbel"/>
            </a:endParaRPr>
          </a:p>
          <a:p>
            <a:pPr marL="30480">
              <a:lnSpc>
                <a:spcPts val="1910"/>
              </a:lnSpc>
              <a:spcBef>
                <a:spcPts val="1245"/>
              </a:spcBef>
            </a:pPr>
            <a:r>
              <a:rPr sz="1600" spc="-10" dirty="0">
                <a:latin typeface="Corbel"/>
                <a:cs typeface="Corbel"/>
              </a:rPr>
              <a:t>Ultrasonic</a:t>
            </a:r>
            <a:r>
              <a:rPr sz="1600" spc="-60" dirty="0">
                <a:latin typeface="Corbel"/>
                <a:cs typeface="Corbel"/>
              </a:rPr>
              <a:t> </a:t>
            </a:r>
            <a:r>
              <a:rPr sz="1600" dirty="0">
                <a:latin typeface="Corbel"/>
                <a:cs typeface="Corbel"/>
              </a:rPr>
              <a:t>Sensors</a:t>
            </a:r>
            <a:r>
              <a:rPr sz="1600" spc="-15" dirty="0">
                <a:latin typeface="Corbel"/>
                <a:cs typeface="Corbel"/>
              </a:rPr>
              <a:t> </a:t>
            </a:r>
            <a:r>
              <a:rPr sz="1600" dirty="0">
                <a:latin typeface="Corbel"/>
                <a:cs typeface="Corbel"/>
              </a:rPr>
              <a:t>are</a:t>
            </a:r>
            <a:r>
              <a:rPr sz="1600" spc="-10" dirty="0">
                <a:latin typeface="Corbel"/>
                <a:cs typeface="Corbel"/>
              </a:rPr>
              <a:t> </a:t>
            </a:r>
            <a:r>
              <a:rPr sz="1600" dirty="0">
                <a:latin typeface="Corbel"/>
                <a:cs typeface="Corbel"/>
              </a:rPr>
              <a:t>best</a:t>
            </a:r>
            <a:r>
              <a:rPr sz="1600" spc="-25" dirty="0">
                <a:latin typeface="Corbel"/>
                <a:cs typeface="Corbel"/>
              </a:rPr>
              <a:t> </a:t>
            </a:r>
            <a:r>
              <a:rPr sz="1600" dirty="0">
                <a:latin typeface="Corbel"/>
                <a:cs typeface="Corbel"/>
              </a:rPr>
              <a:t>used</a:t>
            </a:r>
            <a:r>
              <a:rPr sz="1600" spc="-10" dirty="0">
                <a:latin typeface="Corbel"/>
                <a:cs typeface="Corbel"/>
              </a:rPr>
              <a:t> </a:t>
            </a:r>
            <a:r>
              <a:rPr sz="1600" dirty="0">
                <a:latin typeface="Corbel"/>
                <a:cs typeface="Corbel"/>
              </a:rPr>
              <a:t>in</a:t>
            </a:r>
            <a:r>
              <a:rPr sz="1600" spc="-10" dirty="0">
                <a:latin typeface="Corbel"/>
                <a:cs typeface="Corbel"/>
              </a:rPr>
              <a:t> </a:t>
            </a:r>
            <a:r>
              <a:rPr sz="1600" dirty="0">
                <a:latin typeface="Corbel"/>
                <a:cs typeface="Corbel"/>
              </a:rPr>
              <a:t>the</a:t>
            </a:r>
            <a:r>
              <a:rPr sz="1600" spc="-10" dirty="0">
                <a:latin typeface="Corbel"/>
                <a:cs typeface="Corbel"/>
              </a:rPr>
              <a:t> non-</a:t>
            </a:r>
            <a:r>
              <a:rPr sz="1600" dirty="0">
                <a:latin typeface="Corbel"/>
                <a:cs typeface="Corbel"/>
              </a:rPr>
              <a:t>contact</a:t>
            </a:r>
            <a:r>
              <a:rPr sz="1600" spc="-25" dirty="0">
                <a:latin typeface="Corbel"/>
                <a:cs typeface="Corbel"/>
              </a:rPr>
              <a:t> </a:t>
            </a:r>
            <a:r>
              <a:rPr sz="1600" dirty="0">
                <a:latin typeface="Corbel"/>
                <a:cs typeface="Corbel"/>
              </a:rPr>
              <a:t>detection</a:t>
            </a:r>
            <a:r>
              <a:rPr sz="1600" spc="-10" dirty="0">
                <a:latin typeface="Corbel"/>
                <a:cs typeface="Corbel"/>
              </a:rPr>
              <a:t> </a:t>
            </a:r>
            <a:r>
              <a:rPr sz="1600" spc="-25" dirty="0">
                <a:latin typeface="Corbel"/>
                <a:cs typeface="Corbel"/>
              </a:rPr>
              <a:t>of:</a:t>
            </a:r>
            <a:endParaRPr sz="1600" dirty="0">
              <a:latin typeface="Corbel"/>
              <a:cs typeface="Corbel"/>
            </a:endParaRPr>
          </a:p>
          <a:p>
            <a:pPr marL="773430" lvl="1" indent="-285750">
              <a:lnSpc>
                <a:spcPts val="1895"/>
              </a:lnSpc>
              <a:buFont typeface="Arial MT"/>
              <a:buChar char="•"/>
              <a:tabLst>
                <a:tab pos="773430" algn="l"/>
              </a:tabLst>
            </a:pPr>
            <a:r>
              <a:rPr sz="1600" spc="-10" dirty="0">
                <a:latin typeface="Corbel"/>
                <a:cs typeface="Corbel"/>
              </a:rPr>
              <a:t>Presence</a:t>
            </a:r>
            <a:endParaRPr sz="1600" dirty="0">
              <a:latin typeface="Corbel"/>
              <a:cs typeface="Corbel"/>
            </a:endParaRPr>
          </a:p>
          <a:p>
            <a:pPr marL="773430" lvl="1" indent="-285750">
              <a:lnSpc>
                <a:spcPts val="1910"/>
              </a:lnSpc>
              <a:buFont typeface="Arial MT"/>
              <a:buChar char="•"/>
              <a:tabLst>
                <a:tab pos="773430" algn="l"/>
              </a:tabLst>
            </a:pPr>
            <a:r>
              <a:rPr sz="1600" spc="-10" dirty="0">
                <a:latin typeface="Corbel"/>
                <a:cs typeface="Corbel"/>
              </a:rPr>
              <a:t>Level</a:t>
            </a:r>
            <a:endParaRPr sz="1600" dirty="0">
              <a:latin typeface="Corbel"/>
              <a:cs typeface="Corbel"/>
            </a:endParaRPr>
          </a:p>
          <a:p>
            <a:pPr marL="773430" lvl="1" indent="-285750">
              <a:lnSpc>
                <a:spcPts val="1910"/>
              </a:lnSpc>
              <a:spcBef>
                <a:spcPts val="75"/>
              </a:spcBef>
              <a:buFont typeface="Arial MT"/>
              <a:buChar char="•"/>
              <a:tabLst>
                <a:tab pos="773430" algn="l"/>
              </a:tabLst>
            </a:pPr>
            <a:r>
              <a:rPr sz="1600" spc="-10" dirty="0">
                <a:latin typeface="Corbel"/>
                <a:cs typeface="Corbel"/>
              </a:rPr>
              <a:t>Position</a:t>
            </a:r>
            <a:endParaRPr sz="1600" dirty="0">
              <a:latin typeface="Corbel"/>
              <a:cs typeface="Corbel"/>
            </a:endParaRPr>
          </a:p>
          <a:p>
            <a:pPr marL="773430" lvl="1" indent="-285750">
              <a:lnSpc>
                <a:spcPts val="1910"/>
              </a:lnSpc>
              <a:buFont typeface="Arial MT"/>
              <a:buChar char="•"/>
              <a:tabLst>
                <a:tab pos="773430" algn="l"/>
              </a:tabLst>
            </a:pPr>
            <a:r>
              <a:rPr sz="1600" spc="-10" dirty="0">
                <a:latin typeface="Corbel"/>
                <a:cs typeface="Corbel"/>
              </a:rPr>
              <a:t>Distance</a:t>
            </a:r>
            <a:endParaRPr sz="1600" dirty="0">
              <a:latin typeface="Corbel"/>
              <a:cs typeface="Corbel"/>
            </a:endParaRPr>
          </a:p>
          <a:p>
            <a:pPr marL="30480">
              <a:lnSpc>
                <a:spcPts val="1910"/>
              </a:lnSpc>
            </a:pPr>
            <a:r>
              <a:rPr sz="1600" dirty="0">
                <a:latin typeface="Corbel"/>
                <a:cs typeface="Corbel"/>
              </a:rPr>
              <a:t>Ultrasonics</a:t>
            </a:r>
            <a:r>
              <a:rPr sz="1600" spc="-50" dirty="0">
                <a:latin typeface="Corbel"/>
                <a:cs typeface="Corbel"/>
              </a:rPr>
              <a:t> </a:t>
            </a:r>
            <a:r>
              <a:rPr sz="1600" dirty="0">
                <a:latin typeface="Corbel"/>
                <a:cs typeface="Corbel"/>
              </a:rPr>
              <a:t>are</a:t>
            </a:r>
            <a:r>
              <a:rPr sz="1600" spc="-50" dirty="0">
                <a:latin typeface="Corbel"/>
                <a:cs typeface="Corbel"/>
              </a:rPr>
              <a:t> </a:t>
            </a:r>
            <a:r>
              <a:rPr sz="1600" dirty="0">
                <a:latin typeface="Corbel"/>
                <a:cs typeface="Corbel"/>
              </a:rPr>
              <a:t>Independent</a:t>
            </a:r>
            <a:r>
              <a:rPr sz="1600" spc="-55" dirty="0">
                <a:latin typeface="Corbel"/>
                <a:cs typeface="Corbel"/>
              </a:rPr>
              <a:t> </a:t>
            </a:r>
            <a:r>
              <a:rPr sz="1600" spc="-25" dirty="0">
                <a:latin typeface="Corbel"/>
                <a:cs typeface="Corbel"/>
              </a:rPr>
              <a:t>of:</a:t>
            </a:r>
            <a:endParaRPr sz="1600" dirty="0">
              <a:latin typeface="Corbel"/>
              <a:cs typeface="Corbel"/>
            </a:endParaRPr>
          </a:p>
          <a:p>
            <a:pPr marL="773430" lvl="1" indent="-285750">
              <a:lnSpc>
                <a:spcPts val="1895"/>
              </a:lnSpc>
              <a:buFont typeface="Arial MT"/>
              <a:buChar char="•"/>
              <a:tabLst>
                <a:tab pos="773430" algn="l"/>
              </a:tabLst>
            </a:pPr>
            <a:r>
              <a:rPr sz="1600" spc="-10" dirty="0">
                <a:latin typeface="Corbel"/>
                <a:cs typeface="Corbel"/>
              </a:rPr>
              <a:t>Light</a:t>
            </a:r>
            <a:endParaRPr sz="1600" dirty="0">
              <a:latin typeface="Corbel"/>
              <a:cs typeface="Corbel"/>
            </a:endParaRPr>
          </a:p>
          <a:p>
            <a:pPr marL="773430" lvl="1" indent="-285750">
              <a:lnSpc>
                <a:spcPts val="1910"/>
              </a:lnSpc>
              <a:buFont typeface="Arial MT"/>
              <a:buChar char="•"/>
              <a:tabLst>
                <a:tab pos="773430" algn="l"/>
              </a:tabLst>
            </a:pPr>
            <a:r>
              <a:rPr sz="1600" spc="-10" dirty="0">
                <a:latin typeface="Corbel"/>
                <a:cs typeface="Corbel"/>
              </a:rPr>
              <a:t>Smoke</a:t>
            </a:r>
            <a:endParaRPr sz="1600" dirty="0">
              <a:latin typeface="Corbel"/>
              <a:cs typeface="Corbel"/>
            </a:endParaRPr>
          </a:p>
          <a:p>
            <a:pPr marL="773430" lvl="1" indent="-285750">
              <a:lnSpc>
                <a:spcPts val="1910"/>
              </a:lnSpc>
              <a:spcBef>
                <a:spcPts val="70"/>
              </a:spcBef>
              <a:buFont typeface="Arial MT"/>
              <a:buChar char="•"/>
              <a:tabLst>
                <a:tab pos="773430" algn="l"/>
              </a:tabLst>
            </a:pPr>
            <a:r>
              <a:rPr sz="1600" spc="-20" dirty="0">
                <a:latin typeface="Corbel"/>
                <a:cs typeface="Corbel"/>
              </a:rPr>
              <a:t>Dust</a:t>
            </a:r>
            <a:endParaRPr sz="1600" dirty="0">
              <a:latin typeface="Corbel"/>
              <a:cs typeface="Corbel"/>
            </a:endParaRPr>
          </a:p>
          <a:p>
            <a:pPr marL="773430" lvl="1" indent="-285750">
              <a:lnSpc>
                <a:spcPts val="1910"/>
              </a:lnSpc>
              <a:buFont typeface="Arial MT"/>
              <a:buChar char="•"/>
              <a:tabLst>
                <a:tab pos="773430" algn="l"/>
              </a:tabLst>
            </a:pPr>
            <a:r>
              <a:rPr sz="1600" spc="-10" dirty="0">
                <a:latin typeface="Corbel"/>
                <a:cs typeface="Corbel"/>
              </a:rPr>
              <a:t>Color</a:t>
            </a:r>
            <a:endParaRPr sz="1600" dirty="0">
              <a:latin typeface="Corbel"/>
              <a:cs typeface="Corbel"/>
            </a:endParaRPr>
          </a:p>
          <a:p>
            <a:pPr marL="773430" marR="4317365" lvl="1" indent="-285750" algn="just">
              <a:lnSpc>
                <a:spcPts val="1900"/>
              </a:lnSpc>
              <a:spcBef>
                <a:spcPts val="80"/>
              </a:spcBef>
              <a:buFont typeface="Arial MT"/>
              <a:buChar char="•"/>
              <a:tabLst>
                <a:tab pos="773430" algn="l"/>
                <a:tab pos="775970" algn="l"/>
              </a:tabLst>
            </a:pPr>
            <a:r>
              <a:rPr sz="1600" u="sng" dirty="0">
                <a:uFill>
                  <a:solidFill>
                    <a:srgbClr val="000000"/>
                  </a:solidFill>
                </a:uFill>
                <a:latin typeface="Corbel"/>
                <a:cs typeface="Corbel"/>
              </a:rPr>
              <a:t>	Material</a:t>
            </a:r>
            <a:r>
              <a:rPr sz="1600" u="sng" spc="70" dirty="0">
                <a:uFill>
                  <a:solidFill>
                    <a:srgbClr val="000000"/>
                  </a:solidFill>
                </a:uFill>
                <a:latin typeface="Corbel"/>
                <a:cs typeface="Corbel"/>
              </a:rPr>
              <a:t> </a:t>
            </a:r>
            <a:r>
              <a:rPr sz="1600" u="sng" dirty="0">
                <a:uFill>
                  <a:solidFill>
                    <a:srgbClr val="000000"/>
                  </a:solidFill>
                </a:uFill>
                <a:latin typeface="Corbel"/>
                <a:cs typeface="Corbel"/>
              </a:rPr>
              <a:t>(except</a:t>
            </a:r>
            <a:r>
              <a:rPr sz="1600" u="sng" spc="65" dirty="0">
                <a:uFill>
                  <a:solidFill>
                    <a:srgbClr val="000000"/>
                  </a:solidFill>
                </a:uFill>
                <a:latin typeface="Corbel"/>
                <a:cs typeface="Corbel"/>
              </a:rPr>
              <a:t> </a:t>
            </a:r>
            <a:r>
              <a:rPr sz="1600" u="sng" dirty="0">
                <a:uFill>
                  <a:solidFill>
                    <a:srgbClr val="000000"/>
                  </a:solidFill>
                </a:uFill>
                <a:latin typeface="Corbel"/>
                <a:cs typeface="Corbel"/>
              </a:rPr>
              <a:t>for</a:t>
            </a:r>
            <a:r>
              <a:rPr sz="1600" u="sng" spc="70" dirty="0">
                <a:uFill>
                  <a:solidFill>
                    <a:srgbClr val="000000"/>
                  </a:solidFill>
                </a:uFill>
                <a:latin typeface="Corbel"/>
                <a:cs typeface="Corbel"/>
              </a:rPr>
              <a:t> </a:t>
            </a:r>
            <a:r>
              <a:rPr sz="1600" u="sng" dirty="0">
                <a:uFill>
                  <a:solidFill>
                    <a:srgbClr val="000000"/>
                  </a:solidFill>
                </a:uFill>
                <a:latin typeface="Corbel"/>
                <a:cs typeface="Corbel"/>
              </a:rPr>
              <a:t>soft</a:t>
            </a:r>
            <a:r>
              <a:rPr sz="1600" u="sng" spc="70" dirty="0">
                <a:uFill>
                  <a:solidFill>
                    <a:srgbClr val="000000"/>
                  </a:solidFill>
                </a:uFill>
                <a:latin typeface="Corbel"/>
                <a:cs typeface="Corbel"/>
              </a:rPr>
              <a:t> </a:t>
            </a:r>
            <a:r>
              <a:rPr sz="1600" u="sng" dirty="0">
                <a:uFill>
                  <a:solidFill>
                    <a:srgbClr val="000000"/>
                  </a:solidFill>
                </a:uFill>
                <a:latin typeface="Corbel"/>
                <a:cs typeface="Corbel"/>
              </a:rPr>
              <a:t>surfaces,</a:t>
            </a:r>
            <a:r>
              <a:rPr sz="1600" u="sng" spc="70" dirty="0">
                <a:uFill>
                  <a:solidFill>
                    <a:srgbClr val="000000"/>
                  </a:solidFill>
                </a:uFill>
                <a:latin typeface="Corbel"/>
                <a:cs typeface="Corbel"/>
              </a:rPr>
              <a:t> </a:t>
            </a:r>
            <a:r>
              <a:rPr sz="1600" u="sng" dirty="0">
                <a:uFill>
                  <a:solidFill>
                    <a:srgbClr val="000000"/>
                  </a:solidFill>
                </a:uFill>
                <a:latin typeface="Corbel"/>
                <a:cs typeface="Corbel"/>
              </a:rPr>
              <a:t>i.e.</a:t>
            </a:r>
            <a:r>
              <a:rPr sz="1600" u="sng" spc="70" dirty="0">
                <a:uFill>
                  <a:solidFill>
                    <a:srgbClr val="000000"/>
                  </a:solidFill>
                </a:uFill>
                <a:latin typeface="Corbel"/>
                <a:cs typeface="Corbel"/>
              </a:rPr>
              <a:t> </a:t>
            </a:r>
            <a:r>
              <a:rPr sz="1600" u="sng" dirty="0">
                <a:uFill>
                  <a:solidFill>
                    <a:srgbClr val="000000"/>
                  </a:solidFill>
                </a:uFill>
                <a:latin typeface="Corbel"/>
                <a:cs typeface="Corbel"/>
              </a:rPr>
              <a:t>wool,</a:t>
            </a:r>
            <a:r>
              <a:rPr sz="1600" u="sng" spc="75" dirty="0">
                <a:uFill>
                  <a:solidFill>
                    <a:srgbClr val="000000"/>
                  </a:solidFill>
                </a:uFill>
                <a:latin typeface="Corbel"/>
                <a:cs typeface="Corbel"/>
              </a:rPr>
              <a:t> </a:t>
            </a:r>
            <a:r>
              <a:rPr sz="1600" u="sng" dirty="0">
                <a:uFill>
                  <a:solidFill>
                    <a:srgbClr val="000000"/>
                  </a:solidFill>
                </a:uFill>
                <a:latin typeface="Corbel"/>
                <a:cs typeface="Corbel"/>
              </a:rPr>
              <a:t>because</a:t>
            </a:r>
            <a:r>
              <a:rPr sz="1600" u="sng" spc="75" dirty="0">
                <a:uFill>
                  <a:solidFill>
                    <a:srgbClr val="000000"/>
                  </a:solidFill>
                </a:uFill>
                <a:latin typeface="Corbel"/>
                <a:cs typeface="Corbel"/>
              </a:rPr>
              <a:t> </a:t>
            </a:r>
            <a:r>
              <a:rPr sz="1600" u="sng" spc="-25" dirty="0">
                <a:uFill>
                  <a:solidFill>
                    <a:srgbClr val="000000"/>
                  </a:solidFill>
                </a:uFill>
                <a:latin typeface="Corbel"/>
                <a:cs typeface="Corbel"/>
              </a:rPr>
              <a:t>the</a:t>
            </a:r>
            <a:r>
              <a:rPr sz="1600" spc="-25" dirty="0">
                <a:latin typeface="Corbel"/>
                <a:cs typeface="Corbel"/>
              </a:rPr>
              <a:t> </a:t>
            </a:r>
            <a:r>
              <a:rPr sz="1600" u="sng" dirty="0">
                <a:uFill>
                  <a:solidFill>
                    <a:srgbClr val="000000"/>
                  </a:solidFill>
                </a:uFill>
                <a:latin typeface="Corbel"/>
                <a:cs typeface="Corbel"/>
              </a:rPr>
              <a:t>surface</a:t>
            </a:r>
            <a:r>
              <a:rPr sz="1600" u="sng" spc="204" dirty="0">
                <a:uFill>
                  <a:solidFill>
                    <a:srgbClr val="000000"/>
                  </a:solidFill>
                </a:uFill>
                <a:latin typeface="Corbel"/>
                <a:cs typeface="Corbel"/>
              </a:rPr>
              <a:t> </a:t>
            </a:r>
            <a:r>
              <a:rPr sz="1600" u="sng" dirty="0">
                <a:uFill>
                  <a:solidFill>
                    <a:srgbClr val="000000"/>
                  </a:solidFill>
                </a:uFill>
                <a:latin typeface="Corbel"/>
                <a:cs typeface="Corbel"/>
              </a:rPr>
              <a:t>absorbs</a:t>
            </a:r>
            <a:r>
              <a:rPr sz="1600" u="sng" spc="200" dirty="0">
                <a:uFill>
                  <a:solidFill>
                    <a:srgbClr val="000000"/>
                  </a:solidFill>
                </a:uFill>
                <a:latin typeface="Corbel"/>
                <a:cs typeface="Corbel"/>
              </a:rPr>
              <a:t> </a:t>
            </a:r>
            <a:r>
              <a:rPr sz="1600" u="sng" dirty="0">
                <a:uFill>
                  <a:solidFill>
                    <a:srgbClr val="000000"/>
                  </a:solidFill>
                </a:uFill>
                <a:latin typeface="Corbel"/>
                <a:cs typeface="Corbel"/>
              </a:rPr>
              <a:t>the</a:t>
            </a:r>
            <a:r>
              <a:rPr sz="1600" u="sng" spc="204" dirty="0">
                <a:uFill>
                  <a:solidFill>
                    <a:srgbClr val="000000"/>
                  </a:solidFill>
                </a:uFill>
                <a:latin typeface="Corbel"/>
                <a:cs typeface="Corbel"/>
              </a:rPr>
              <a:t> </a:t>
            </a:r>
            <a:r>
              <a:rPr sz="1600" u="sng" dirty="0">
                <a:uFill>
                  <a:solidFill>
                    <a:srgbClr val="000000"/>
                  </a:solidFill>
                </a:uFill>
                <a:latin typeface="Corbel"/>
                <a:cs typeface="Corbel"/>
              </a:rPr>
              <a:t>ultrasonic</a:t>
            </a:r>
            <a:r>
              <a:rPr sz="1600" u="sng" spc="195" dirty="0">
                <a:uFill>
                  <a:solidFill>
                    <a:srgbClr val="000000"/>
                  </a:solidFill>
                </a:uFill>
                <a:latin typeface="Corbel"/>
                <a:cs typeface="Corbel"/>
              </a:rPr>
              <a:t> </a:t>
            </a:r>
            <a:r>
              <a:rPr sz="1600" u="sng" dirty="0">
                <a:uFill>
                  <a:solidFill>
                    <a:srgbClr val="000000"/>
                  </a:solidFill>
                </a:uFill>
                <a:latin typeface="Corbel"/>
                <a:cs typeface="Corbel"/>
              </a:rPr>
              <a:t>sound</a:t>
            </a:r>
            <a:r>
              <a:rPr sz="1600" u="sng" spc="204" dirty="0">
                <a:uFill>
                  <a:solidFill>
                    <a:srgbClr val="000000"/>
                  </a:solidFill>
                </a:uFill>
                <a:latin typeface="Corbel"/>
                <a:cs typeface="Corbel"/>
              </a:rPr>
              <a:t> </a:t>
            </a:r>
            <a:r>
              <a:rPr sz="1600" u="sng" dirty="0">
                <a:uFill>
                  <a:solidFill>
                    <a:srgbClr val="000000"/>
                  </a:solidFill>
                </a:uFill>
                <a:latin typeface="Corbel"/>
                <a:cs typeface="Corbel"/>
              </a:rPr>
              <a:t>wave</a:t>
            </a:r>
            <a:r>
              <a:rPr sz="1600" u="sng" spc="204" dirty="0">
                <a:uFill>
                  <a:solidFill>
                    <a:srgbClr val="000000"/>
                  </a:solidFill>
                </a:uFill>
                <a:latin typeface="Corbel"/>
                <a:cs typeface="Corbel"/>
              </a:rPr>
              <a:t> </a:t>
            </a:r>
            <a:r>
              <a:rPr sz="1600" u="sng" dirty="0">
                <a:uFill>
                  <a:solidFill>
                    <a:srgbClr val="000000"/>
                  </a:solidFill>
                </a:uFill>
                <a:latin typeface="Corbel"/>
                <a:cs typeface="Corbel"/>
              </a:rPr>
              <a:t>and</a:t>
            </a:r>
            <a:r>
              <a:rPr sz="1600" u="sng" spc="204" dirty="0">
                <a:uFill>
                  <a:solidFill>
                    <a:srgbClr val="000000"/>
                  </a:solidFill>
                </a:uFill>
                <a:latin typeface="Corbel"/>
                <a:cs typeface="Corbel"/>
              </a:rPr>
              <a:t> </a:t>
            </a:r>
            <a:r>
              <a:rPr sz="1600" u="sng" spc="-10" dirty="0">
                <a:uFill>
                  <a:solidFill>
                    <a:srgbClr val="000000"/>
                  </a:solidFill>
                </a:uFill>
                <a:latin typeface="Corbel"/>
                <a:cs typeface="Corbel"/>
              </a:rPr>
              <a:t>doesn’t</a:t>
            </a:r>
            <a:r>
              <a:rPr sz="1600" spc="-10" dirty="0">
                <a:latin typeface="Corbel"/>
                <a:cs typeface="Corbel"/>
              </a:rPr>
              <a:t> </a:t>
            </a:r>
            <a:r>
              <a:rPr sz="1600" u="sng" dirty="0">
                <a:uFill>
                  <a:solidFill>
                    <a:srgbClr val="000000"/>
                  </a:solidFill>
                </a:uFill>
                <a:latin typeface="Corbel"/>
                <a:cs typeface="Corbel"/>
              </a:rPr>
              <a:t>reflect</a:t>
            </a:r>
            <a:r>
              <a:rPr sz="1600" u="sng" spc="-45" dirty="0">
                <a:uFill>
                  <a:solidFill>
                    <a:srgbClr val="000000"/>
                  </a:solidFill>
                </a:uFill>
                <a:latin typeface="Corbel"/>
                <a:cs typeface="Corbel"/>
              </a:rPr>
              <a:t> </a:t>
            </a:r>
            <a:r>
              <a:rPr sz="1600" u="sng" spc="-10" dirty="0">
                <a:uFill>
                  <a:solidFill>
                    <a:srgbClr val="000000"/>
                  </a:solidFill>
                </a:uFill>
                <a:latin typeface="Corbel"/>
                <a:cs typeface="Corbel"/>
              </a:rPr>
              <a:t>sound.)</a:t>
            </a:r>
            <a:endParaRPr sz="1600" dirty="0">
              <a:latin typeface="Corbel"/>
              <a:cs typeface="Corbel"/>
            </a:endParaRPr>
          </a:p>
        </p:txBody>
      </p:sp>
      <p:pic>
        <p:nvPicPr>
          <p:cNvPr id="9" name="object 9"/>
          <p:cNvPicPr/>
          <p:nvPr/>
        </p:nvPicPr>
        <p:blipFill>
          <a:blip r:embed="rId5" cstate="print"/>
          <a:stretch>
            <a:fillRect/>
          </a:stretch>
        </p:blipFill>
        <p:spPr>
          <a:xfrm>
            <a:off x="7546917" y="2572871"/>
            <a:ext cx="3956104" cy="2635622"/>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18</a:t>
            </a:fld>
            <a:endParaRPr spc="-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2054076" y="3625574"/>
            <a:ext cx="3420677" cy="2336448"/>
          </a:xfrm>
          <a:prstGeom prst="rect">
            <a:avLst/>
          </a:prstGeom>
        </p:spPr>
      </p:pic>
      <p:sp>
        <p:nvSpPr>
          <p:cNvPr id="3" name="object 3"/>
          <p:cNvSpPr txBox="1">
            <a:spLocks noGrp="1"/>
          </p:cNvSpPr>
          <p:nvPr>
            <p:ph type="title"/>
          </p:nvPr>
        </p:nvSpPr>
        <p:spPr>
          <a:xfrm>
            <a:off x="1563049" y="371347"/>
            <a:ext cx="4439920" cy="299720"/>
          </a:xfrm>
          <a:prstGeom prst="rect">
            <a:avLst/>
          </a:prstGeom>
        </p:spPr>
        <p:txBody>
          <a:bodyPr vert="horz" wrap="square" lIns="0" tIns="12700" rIns="0" bIns="0" rtlCol="0">
            <a:spAutoFit/>
          </a:bodyPr>
          <a:lstStyle/>
          <a:p>
            <a:pPr marL="12700">
              <a:lnSpc>
                <a:spcPct val="100000"/>
              </a:lnSpc>
              <a:spcBef>
                <a:spcPts val="100"/>
              </a:spcBef>
            </a:pPr>
            <a:r>
              <a:rPr sz="1800" b="1" u="sng" dirty="0">
                <a:uFill>
                  <a:solidFill>
                    <a:srgbClr val="000000"/>
                  </a:solidFill>
                </a:uFill>
                <a:latin typeface="Corbel"/>
                <a:cs typeface="Corbel"/>
              </a:rPr>
              <a:t>Light</a:t>
            </a:r>
            <a:r>
              <a:rPr sz="1800" b="1" u="sng" spc="-40" dirty="0">
                <a:uFill>
                  <a:solidFill>
                    <a:srgbClr val="000000"/>
                  </a:solidFill>
                </a:uFill>
                <a:latin typeface="Corbel"/>
                <a:cs typeface="Corbel"/>
              </a:rPr>
              <a:t> </a:t>
            </a:r>
            <a:r>
              <a:rPr sz="1800" b="1" u="sng" dirty="0">
                <a:uFill>
                  <a:solidFill>
                    <a:srgbClr val="000000"/>
                  </a:solidFill>
                </a:uFill>
                <a:latin typeface="Corbel"/>
                <a:cs typeface="Corbel"/>
              </a:rPr>
              <a:t>Detection</a:t>
            </a:r>
            <a:r>
              <a:rPr sz="1800" b="1" u="sng" spc="-40" dirty="0">
                <a:uFill>
                  <a:solidFill>
                    <a:srgbClr val="000000"/>
                  </a:solidFill>
                </a:uFill>
                <a:latin typeface="Corbel"/>
                <a:cs typeface="Corbel"/>
              </a:rPr>
              <a:t> </a:t>
            </a:r>
            <a:r>
              <a:rPr sz="1800" b="1" u="sng" dirty="0">
                <a:uFill>
                  <a:solidFill>
                    <a:srgbClr val="000000"/>
                  </a:solidFill>
                </a:uFill>
                <a:latin typeface="Corbel"/>
                <a:cs typeface="Corbel"/>
              </a:rPr>
              <a:t>and</a:t>
            </a:r>
            <a:r>
              <a:rPr sz="1800" b="1" u="sng" spc="-40" dirty="0">
                <a:uFill>
                  <a:solidFill>
                    <a:srgbClr val="000000"/>
                  </a:solidFill>
                </a:uFill>
                <a:latin typeface="Corbel"/>
                <a:cs typeface="Corbel"/>
              </a:rPr>
              <a:t> </a:t>
            </a:r>
            <a:r>
              <a:rPr sz="1800" b="1" u="sng" dirty="0">
                <a:uFill>
                  <a:solidFill>
                    <a:srgbClr val="000000"/>
                  </a:solidFill>
                </a:uFill>
                <a:latin typeface="Corbel"/>
                <a:cs typeface="Corbel"/>
              </a:rPr>
              <a:t>Ranging</a:t>
            </a:r>
            <a:r>
              <a:rPr sz="1800" b="1" u="sng" spc="-45" dirty="0">
                <a:uFill>
                  <a:solidFill>
                    <a:srgbClr val="000000"/>
                  </a:solidFill>
                </a:uFill>
                <a:latin typeface="Corbel"/>
                <a:cs typeface="Corbel"/>
              </a:rPr>
              <a:t> </a:t>
            </a:r>
            <a:r>
              <a:rPr sz="1800" b="1" u="sng" dirty="0">
                <a:uFill>
                  <a:solidFill>
                    <a:srgbClr val="000000"/>
                  </a:solidFill>
                </a:uFill>
                <a:latin typeface="Corbel"/>
                <a:cs typeface="Corbel"/>
              </a:rPr>
              <a:t>(LIDAR)</a:t>
            </a:r>
            <a:r>
              <a:rPr sz="1800" b="1" u="sng" spc="-40" dirty="0">
                <a:uFill>
                  <a:solidFill>
                    <a:srgbClr val="000000"/>
                  </a:solidFill>
                </a:uFill>
                <a:latin typeface="Corbel"/>
                <a:cs typeface="Corbel"/>
              </a:rPr>
              <a:t> </a:t>
            </a:r>
            <a:r>
              <a:rPr sz="1800" b="1" u="sng" spc="-10" dirty="0">
                <a:uFill>
                  <a:solidFill>
                    <a:srgbClr val="000000"/>
                  </a:solidFill>
                </a:uFill>
                <a:latin typeface="Corbel"/>
                <a:cs typeface="Corbel"/>
              </a:rPr>
              <a:t>system</a:t>
            </a:r>
            <a:endParaRPr sz="1800">
              <a:latin typeface="Corbel"/>
              <a:cs typeface="Corbel"/>
            </a:endParaRPr>
          </a:p>
        </p:txBody>
      </p:sp>
      <p:sp>
        <p:nvSpPr>
          <p:cNvPr id="4" name="object 4"/>
          <p:cNvSpPr txBox="1"/>
          <p:nvPr/>
        </p:nvSpPr>
        <p:spPr>
          <a:xfrm>
            <a:off x="1563049" y="732027"/>
            <a:ext cx="9860280" cy="2466975"/>
          </a:xfrm>
          <a:prstGeom prst="rect">
            <a:avLst/>
          </a:prstGeom>
        </p:spPr>
        <p:txBody>
          <a:bodyPr vert="horz" wrap="square" lIns="0" tIns="22860" rIns="0" bIns="0" rtlCol="0">
            <a:spAutoFit/>
          </a:bodyPr>
          <a:lstStyle/>
          <a:p>
            <a:pPr marL="298450" marR="5080" indent="-285750">
              <a:lnSpc>
                <a:spcPts val="1900"/>
              </a:lnSpc>
              <a:spcBef>
                <a:spcPts val="180"/>
              </a:spcBef>
              <a:buFont typeface="Arial MT"/>
              <a:buChar char="•"/>
              <a:tabLst>
                <a:tab pos="298450" algn="l"/>
              </a:tabLst>
            </a:pPr>
            <a:r>
              <a:rPr sz="1600" dirty="0">
                <a:latin typeface="Corbel"/>
                <a:cs typeface="Corbel"/>
              </a:rPr>
              <a:t>LiDAR</a:t>
            </a:r>
            <a:r>
              <a:rPr sz="1600" spc="125" dirty="0">
                <a:latin typeface="Corbel"/>
                <a:cs typeface="Corbel"/>
              </a:rPr>
              <a:t> </a:t>
            </a:r>
            <a:r>
              <a:rPr sz="1600" dirty="0">
                <a:latin typeface="Corbel"/>
                <a:cs typeface="Corbel"/>
              </a:rPr>
              <a:t>is</a:t>
            </a:r>
            <a:r>
              <a:rPr sz="1600" spc="125" dirty="0">
                <a:latin typeface="Corbel"/>
                <a:cs typeface="Corbel"/>
              </a:rPr>
              <a:t> </a:t>
            </a:r>
            <a:r>
              <a:rPr sz="1600" dirty="0">
                <a:latin typeface="Corbel"/>
                <a:cs typeface="Corbel"/>
              </a:rPr>
              <a:t>fundamentally</a:t>
            </a:r>
            <a:r>
              <a:rPr sz="1600" spc="120" dirty="0">
                <a:latin typeface="Corbel"/>
                <a:cs typeface="Corbel"/>
              </a:rPr>
              <a:t> </a:t>
            </a:r>
            <a:r>
              <a:rPr sz="1600" dirty="0">
                <a:latin typeface="Corbel"/>
                <a:cs typeface="Corbel"/>
              </a:rPr>
              <a:t>a</a:t>
            </a:r>
            <a:r>
              <a:rPr sz="1600" spc="125" dirty="0">
                <a:latin typeface="Corbel"/>
                <a:cs typeface="Corbel"/>
              </a:rPr>
              <a:t> </a:t>
            </a:r>
            <a:r>
              <a:rPr sz="1600" dirty="0">
                <a:latin typeface="Corbel"/>
                <a:cs typeface="Corbel"/>
              </a:rPr>
              <a:t>distance</a:t>
            </a:r>
            <a:r>
              <a:rPr sz="1600" spc="125" dirty="0">
                <a:latin typeface="Corbel"/>
                <a:cs typeface="Corbel"/>
              </a:rPr>
              <a:t> </a:t>
            </a:r>
            <a:r>
              <a:rPr sz="1600" dirty="0">
                <a:latin typeface="Corbel"/>
                <a:cs typeface="Corbel"/>
              </a:rPr>
              <a:t>technology.</a:t>
            </a:r>
            <a:r>
              <a:rPr sz="1600" spc="125" dirty="0">
                <a:latin typeface="Corbel"/>
                <a:cs typeface="Corbel"/>
              </a:rPr>
              <a:t> </a:t>
            </a:r>
            <a:r>
              <a:rPr sz="1600" dirty="0">
                <a:latin typeface="Corbel"/>
                <a:cs typeface="Corbel"/>
              </a:rPr>
              <a:t>From</a:t>
            </a:r>
            <a:r>
              <a:rPr sz="1600" spc="120" dirty="0">
                <a:latin typeface="Corbel"/>
                <a:cs typeface="Corbel"/>
              </a:rPr>
              <a:t> </a:t>
            </a:r>
            <a:r>
              <a:rPr sz="1600" dirty="0">
                <a:latin typeface="Corbel"/>
                <a:cs typeface="Corbel"/>
              </a:rPr>
              <a:t>an</a:t>
            </a:r>
            <a:r>
              <a:rPr sz="1600" spc="130" dirty="0">
                <a:latin typeface="Corbel"/>
                <a:cs typeface="Corbel"/>
              </a:rPr>
              <a:t> </a:t>
            </a:r>
            <a:r>
              <a:rPr sz="1600" dirty="0">
                <a:latin typeface="Corbel"/>
                <a:cs typeface="Corbel"/>
              </a:rPr>
              <a:t>airplane</a:t>
            </a:r>
            <a:r>
              <a:rPr sz="1600" spc="130" dirty="0">
                <a:latin typeface="Corbel"/>
                <a:cs typeface="Corbel"/>
              </a:rPr>
              <a:t> </a:t>
            </a:r>
            <a:r>
              <a:rPr sz="1600" dirty="0">
                <a:latin typeface="Corbel"/>
                <a:cs typeface="Corbel"/>
              </a:rPr>
              <a:t>or</a:t>
            </a:r>
            <a:r>
              <a:rPr sz="1600" spc="125" dirty="0">
                <a:latin typeface="Corbel"/>
                <a:cs typeface="Corbel"/>
              </a:rPr>
              <a:t> </a:t>
            </a:r>
            <a:r>
              <a:rPr sz="1600" dirty="0">
                <a:latin typeface="Corbel"/>
                <a:cs typeface="Corbel"/>
              </a:rPr>
              <a:t>helicopter,</a:t>
            </a:r>
            <a:r>
              <a:rPr sz="1600" spc="125" dirty="0">
                <a:latin typeface="Corbel"/>
                <a:cs typeface="Corbel"/>
              </a:rPr>
              <a:t> </a:t>
            </a:r>
            <a:r>
              <a:rPr sz="1600" dirty="0">
                <a:latin typeface="Corbel"/>
                <a:cs typeface="Corbel"/>
              </a:rPr>
              <a:t>LiDAR</a:t>
            </a:r>
            <a:r>
              <a:rPr sz="1600" spc="125" dirty="0">
                <a:latin typeface="Corbel"/>
                <a:cs typeface="Corbel"/>
              </a:rPr>
              <a:t> </a:t>
            </a:r>
            <a:r>
              <a:rPr sz="1600" dirty="0">
                <a:latin typeface="Corbel"/>
                <a:cs typeface="Corbel"/>
              </a:rPr>
              <a:t>systems</a:t>
            </a:r>
            <a:r>
              <a:rPr sz="1600" spc="125" dirty="0">
                <a:latin typeface="Corbel"/>
                <a:cs typeface="Corbel"/>
              </a:rPr>
              <a:t> </a:t>
            </a:r>
            <a:r>
              <a:rPr sz="1600" dirty="0">
                <a:latin typeface="Corbel"/>
                <a:cs typeface="Corbel"/>
              </a:rPr>
              <a:t>send</a:t>
            </a:r>
            <a:r>
              <a:rPr sz="1600" spc="130" dirty="0">
                <a:latin typeface="Corbel"/>
                <a:cs typeface="Corbel"/>
              </a:rPr>
              <a:t> </a:t>
            </a:r>
            <a:r>
              <a:rPr sz="1600" dirty="0">
                <a:latin typeface="Corbel"/>
                <a:cs typeface="Corbel"/>
              </a:rPr>
              <a:t>light</a:t>
            </a:r>
            <a:r>
              <a:rPr sz="1600" spc="110" dirty="0">
                <a:latin typeface="Corbel"/>
                <a:cs typeface="Corbel"/>
              </a:rPr>
              <a:t> </a:t>
            </a:r>
            <a:r>
              <a:rPr sz="1600" dirty="0">
                <a:latin typeface="Corbel"/>
                <a:cs typeface="Corbel"/>
              </a:rPr>
              <a:t>to</a:t>
            </a:r>
            <a:r>
              <a:rPr sz="1600" spc="120" dirty="0">
                <a:latin typeface="Corbel"/>
                <a:cs typeface="Corbel"/>
              </a:rPr>
              <a:t> </a:t>
            </a:r>
            <a:r>
              <a:rPr sz="1600" spc="-25" dirty="0">
                <a:latin typeface="Corbel"/>
                <a:cs typeface="Corbel"/>
              </a:rPr>
              <a:t>the </a:t>
            </a:r>
            <a:r>
              <a:rPr sz="1600" spc="-10" dirty="0">
                <a:latin typeface="Corbel"/>
                <a:cs typeface="Corbel"/>
              </a:rPr>
              <a:t>ground.</a:t>
            </a:r>
            <a:endParaRPr sz="1600" dirty="0">
              <a:latin typeface="Corbel"/>
              <a:cs typeface="Corbel"/>
            </a:endParaRPr>
          </a:p>
          <a:p>
            <a:pPr marL="297815" indent="-285115">
              <a:lnSpc>
                <a:spcPts val="1855"/>
              </a:lnSpc>
              <a:buFont typeface="Arial MT"/>
              <a:buChar char="•"/>
              <a:tabLst>
                <a:tab pos="297815" algn="l"/>
              </a:tabLst>
            </a:pPr>
            <a:r>
              <a:rPr sz="1600" dirty="0">
                <a:latin typeface="Corbel"/>
                <a:cs typeface="Corbel"/>
              </a:rPr>
              <a:t>This</a:t>
            </a:r>
            <a:r>
              <a:rPr sz="1600" spc="40" dirty="0">
                <a:latin typeface="Corbel"/>
                <a:cs typeface="Corbel"/>
              </a:rPr>
              <a:t> </a:t>
            </a:r>
            <a:r>
              <a:rPr sz="1600" dirty="0">
                <a:latin typeface="Corbel"/>
                <a:cs typeface="Corbel"/>
              </a:rPr>
              <a:t>pulse</a:t>
            </a:r>
            <a:r>
              <a:rPr sz="1600" spc="45" dirty="0">
                <a:latin typeface="Corbel"/>
                <a:cs typeface="Corbel"/>
              </a:rPr>
              <a:t> </a:t>
            </a:r>
            <a:r>
              <a:rPr sz="1600" dirty="0">
                <a:latin typeface="Corbel"/>
                <a:cs typeface="Corbel"/>
              </a:rPr>
              <a:t>hits</a:t>
            </a:r>
            <a:r>
              <a:rPr sz="1600" spc="45" dirty="0">
                <a:latin typeface="Corbel"/>
                <a:cs typeface="Corbel"/>
              </a:rPr>
              <a:t> </a:t>
            </a:r>
            <a:r>
              <a:rPr sz="1600" dirty="0">
                <a:latin typeface="Corbel"/>
                <a:cs typeface="Corbel"/>
              </a:rPr>
              <a:t>the</a:t>
            </a:r>
            <a:r>
              <a:rPr sz="1600" spc="45" dirty="0">
                <a:latin typeface="Corbel"/>
                <a:cs typeface="Corbel"/>
              </a:rPr>
              <a:t> </a:t>
            </a:r>
            <a:r>
              <a:rPr sz="1600" dirty="0">
                <a:latin typeface="Corbel"/>
                <a:cs typeface="Corbel"/>
              </a:rPr>
              <a:t>ground</a:t>
            </a:r>
            <a:r>
              <a:rPr sz="1600" spc="50" dirty="0">
                <a:latin typeface="Corbel"/>
                <a:cs typeface="Corbel"/>
              </a:rPr>
              <a:t> </a:t>
            </a:r>
            <a:r>
              <a:rPr sz="1600" dirty="0">
                <a:latin typeface="Corbel"/>
                <a:cs typeface="Corbel"/>
              </a:rPr>
              <a:t>and</a:t>
            </a:r>
            <a:r>
              <a:rPr sz="1600" spc="50" dirty="0">
                <a:latin typeface="Corbel"/>
                <a:cs typeface="Corbel"/>
              </a:rPr>
              <a:t> </a:t>
            </a:r>
            <a:r>
              <a:rPr sz="1600" dirty="0">
                <a:latin typeface="Corbel"/>
                <a:cs typeface="Corbel"/>
              </a:rPr>
              <a:t>returns</a:t>
            </a:r>
            <a:r>
              <a:rPr sz="1600" spc="45" dirty="0">
                <a:latin typeface="Corbel"/>
                <a:cs typeface="Corbel"/>
              </a:rPr>
              <a:t> </a:t>
            </a:r>
            <a:r>
              <a:rPr sz="1600" dirty="0">
                <a:latin typeface="Corbel"/>
                <a:cs typeface="Corbel"/>
              </a:rPr>
              <a:t>to</a:t>
            </a:r>
            <a:r>
              <a:rPr sz="1600" spc="40" dirty="0">
                <a:latin typeface="Corbel"/>
                <a:cs typeface="Corbel"/>
              </a:rPr>
              <a:t> </a:t>
            </a:r>
            <a:r>
              <a:rPr sz="1600" dirty="0">
                <a:latin typeface="Corbel"/>
                <a:cs typeface="Corbel"/>
              </a:rPr>
              <a:t>the</a:t>
            </a:r>
            <a:r>
              <a:rPr sz="1600" spc="40" dirty="0">
                <a:latin typeface="Corbel"/>
                <a:cs typeface="Corbel"/>
              </a:rPr>
              <a:t> </a:t>
            </a:r>
            <a:r>
              <a:rPr sz="1600" dirty="0">
                <a:latin typeface="Corbel"/>
                <a:cs typeface="Corbel"/>
              </a:rPr>
              <a:t>sensor.</a:t>
            </a:r>
            <a:r>
              <a:rPr sz="1600" spc="45" dirty="0">
                <a:latin typeface="Corbel"/>
                <a:cs typeface="Corbel"/>
              </a:rPr>
              <a:t> </a:t>
            </a:r>
            <a:r>
              <a:rPr sz="1600" dirty="0">
                <a:latin typeface="Corbel"/>
                <a:cs typeface="Corbel"/>
              </a:rPr>
              <a:t>Then,</a:t>
            </a:r>
            <a:r>
              <a:rPr sz="1600" spc="45" dirty="0">
                <a:latin typeface="Corbel"/>
                <a:cs typeface="Corbel"/>
              </a:rPr>
              <a:t> </a:t>
            </a:r>
            <a:r>
              <a:rPr sz="1600" dirty="0">
                <a:latin typeface="Corbel"/>
                <a:cs typeface="Corbel"/>
              </a:rPr>
              <a:t>it</a:t>
            </a:r>
            <a:r>
              <a:rPr sz="1600" spc="35" dirty="0">
                <a:latin typeface="Corbel"/>
                <a:cs typeface="Corbel"/>
              </a:rPr>
              <a:t> </a:t>
            </a:r>
            <a:r>
              <a:rPr sz="1600" dirty="0">
                <a:latin typeface="Corbel"/>
                <a:cs typeface="Corbel"/>
              </a:rPr>
              <a:t>measures</a:t>
            </a:r>
            <a:r>
              <a:rPr sz="1600" spc="45" dirty="0">
                <a:latin typeface="Corbel"/>
                <a:cs typeface="Corbel"/>
              </a:rPr>
              <a:t> </a:t>
            </a:r>
            <a:r>
              <a:rPr sz="1600" dirty="0">
                <a:latin typeface="Corbel"/>
                <a:cs typeface="Corbel"/>
              </a:rPr>
              <a:t>how</a:t>
            </a:r>
            <a:r>
              <a:rPr sz="1600" spc="40" dirty="0">
                <a:latin typeface="Corbel"/>
                <a:cs typeface="Corbel"/>
              </a:rPr>
              <a:t> </a:t>
            </a:r>
            <a:r>
              <a:rPr sz="1600" dirty="0">
                <a:latin typeface="Corbel"/>
                <a:cs typeface="Corbel"/>
              </a:rPr>
              <a:t>long</a:t>
            </a:r>
            <a:r>
              <a:rPr sz="1600" spc="40" dirty="0">
                <a:latin typeface="Corbel"/>
                <a:cs typeface="Corbel"/>
              </a:rPr>
              <a:t> </a:t>
            </a:r>
            <a:r>
              <a:rPr sz="1600" dirty="0">
                <a:latin typeface="Corbel"/>
                <a:cs typeface="Corbel"/>
              </a:rPr>
              <a:t>it</a:t>
            </a:r>
            <a:r>
              <a:rPr sz="1600" spc="35" dirty="0">
                <a:latin typeface="Corbel"/>
                <a:cs typeface="Corbel"/>
              </a:rPr>
              <a:t> </a:t>
            </a:r>
            <a:r>
              <a:rPr sz="1600" dirty="0">
                <a:latin typeface="Corbel"/>
                <a:cs typeface="Corbel"/>
              </a:rPr>
              <a:t>takes</a:t>
            </a:r>
            <a:r>
              <a:rPr sz="1600" spc="45" dirty="0">
                <a:latin typeface="Corbel"/>
                <a:cs typeface="Corbel"/>
              </a:rPr>
              <a:t> </a:t>
            </a:r>
            <a:r>
              <a:rPr sz="1600" dirty="0">
                <a:latin typeface="Corbel"/>
                <a:cs typeface="Corbel"/>
              </a:rPr>
              <a:t>for</a:t>
            </a:r>
            <a:r>
              <a:rPr sz="1600" spc="45" dirty="0">
                <a:latin typeface="Corbel"/>
                <a:cs typeface="Corbel"/>
              </a:rPr>
              <a:t> </a:t>
            </a:r>
            <a:r>
              <a:rPr sz="1600" dirty="0">
                <a:latin typeface="Corbel"/>
                <a:cs typeface="Corbel"/>
              </a:rPr>
              <a:t>the</a:t>
            </a:r>
            <a:r>
              <a:rPr sz="1600" spc="45" dirty="0">
                <a:latin typeface="Corbel"/>
                <a:cs typeface="Corbel"/>
              </a:rPr>
              <a:t> </a:t>
            </a:r>
            <a:r>
              <a:rPr sz="1600" dirty="0">
                <a:latin typeface="Corbel"/>
                <a:cs typeface="Corbel"/>
              </a:rPr>
              <a:t>light</a:t>
            </a:r>
            <a:r>
              <a:rPr sz="1600" spc="35" dirty="0">
                <a:latin typeface="Corbel"/>
                <a:cs typeface="Corbel"/>
              </a:rPr>
              <a:t> </a:t>
            </a:r>
            <a:r>
              <a:rPr sz="1600" dirty="0">
                <a:latin typeface="Corbel"/>
                <a:cs typeface="Corbel"/>
              </a:rPr>
              <a:t>to</a:t>
            </a:r>
            <a:r>
              <a:rPr sz="1600" spc="40" dirty="0">
                <a:latin typeface="Corbel"/>
                <a:cs typeface="Corbel"/>
              </a:rPr>
              <a:t> </a:t>
            </a:r>
            <a:r>
              <a:rPr sz="1600" dirty="0">
                <a:latin typeface="Corbel"/>
                <a:cs typeface="Corbel"/>
              </a:rPr>
              <a:t>return</a:t>
            </a:r>
            <a:r>
              <a:rPr sz="1600" spc="45" dirty="0">
                <a:latin typeface="Corbel"/>
                <a:cs typeface="Corbel"/>
              </a:rPr>
              <a:t> </a:t>
            </a:r>
            <a:r>
              <a:rPr sz="1600" spc="-25" dirty="0">
                <a:latin typeface="Corbel"/>
                <a:cs typeface="Corbel"/>
              </a:rPr>
              <a:t>to</a:t>
            </a:r>
            <a:endParaRPr sz="1600" dirty="0">
              <a:latin typeface="Corbel"/>
              <a:cs typeface="Corbel"/>
            </a:endParaRPr>
          </a:p>
          <a:p>
            <a:pPr marL="298450">
              <a:lnSpc>
                <a:spcPts val="1910"/>
              </a:lnSpc>
              <a:spcBef>
                <a:spcPts val="70"/>
              </a:spcBef>
            </a:pPr>
            <a:r>
              <a:rPr sz="1600" dirty="0">
                <a:latin typeface="Corbel"/>
                <a:cs typeface="Corbel"/>
              </a:rPr>
              <a:t>the</a:t>
            </a:r>
            <a:r>
              <a:rPr sz="1600" spc="-20" dirty="0">
                <a:latin typeface="Corbel"/>
                <a:cs typeface="Corbel"/>
              </a:rPr>
              <a:t> </a:t>
            </a:r>
            <a:r>
              <a:rPr sz="1600" spc="-10" dirty="0">
                <a:latin typeface="Corbel"/>
                <a:cs typeface="Corbel"/>
              </a:rPr>
              <a:t>sensor.</a:t>
            </a:r>
            <a:endParaRPr sz="1600" dirty="0">
              <a:latin typeface="Corbel"/>
              <a:cs typeface="Corbel"/>
            </a:endParaRPr>
          </a:p>
          <a:p>
            <a:pPr marL="298450" marR="5080" indent="-285750">
              <a:lnSpc>
                <a:spcPts val="1900"/>
              </a:lnSpc>
              <a:spcBef>
                <a:spcPts val="70"/>
              </a:spcBef>
              <a:buFont typeface="Arial MT"/>
              <a:buChar char="•"/>
              <a:tabLst>
                <a:tab pos="298450" algn="l"/>
              </a:tabLst>
            </a:pPr>
            <a:r>
              <a:rPr sz="1600" dirty="0">
                <a:latin typeface="Corbel"/>
                <a:cs typeface="Corbel"/>
              </a:rPr>
              <a:t>By</a:t>
            </a:r>
            <a:r>
              <a:rPr sz="1600" spc="55" dirty="0">
                <a:latin typeface="Corbel"/>
                <a:cs typeface="Corbel"/>
              </a:rPr>
              <a:t> </a:t>
            </a:r>
            <a:r>
              <a:rPr sz="1600" dirty="0">
                <a:latin typeface="Corbel"/>
                <a:cs typeface="Corbel"/>
              </a:rPr>
              <a:t>recording</a:t>
            </a:r>
            <a:r>
              <a:rPr sz="1600" spc="65" dirty="0">
                <a:latin typeface="Corbel"/>
                <a:cs typeface="Corbel"/>
              </a:rPr>
              <a:t> </a:t>
            </a:r>
            <a:r>
              <a:rPr sz="1600" dirty="0">
                <a:latin typeface="Corbel"/>
                <a:cs typeface="Corbel"/>
              </a:rPr>
              <a:t>the</a:t>
            </a:r>
            <a:r>
              <a:rPr sz="1600" spc="70" dirty="0">
                <a:latin typeface="Corbel"/>
                <a:cs typeface="Corbel"/>
              </a:rPr>
              <a:t> </a:t>
            </a:r>
            <a:r>
              <a:rPr sz="1600" dirty="0">
                <a:latin typeface="Corbel"/>
                <a:cs typeface="Corbel"/>
              </a:rPr>
              <a:t>return</a:t>
            </a:r>
            <a:r>
              <a:rPr sz="1600" spc="65" dirty="0">
                <a:latin typeface="Corbel"/>
                <a:cs typeface="Corbel"/>
              </a:rPr>
              <a:t> </a:t>
            </a:r>
            <a:r>
              <a:rPr sz="1600" dirty="0">
                <a:latin typeface="Corbel"/>
                <a:cs typeface="Corbel"/>
              </a:rPr>
              <a:t>time,</a:t>
            </a:r>
            <a:r>
              <a:rPr sz="1600" spc="65" dirty="0">
                <a:latin typeface="Corbel"/>
                <a:cs typeface="Corbel"/>
              </a:rPr>
              <a:t> </a:t>
            </a:r>
            <a:r>
              <a:rPr sz="1600" dirty="0">
                <a:latin typeface="Corbel"/>
                <a:cs typeface="Corbel"/>
              </a:rPr>
              <a:t>this</a:t>
            </a:r>
            <a:r>
              <a:rPr sz="1600" spc="65" dirty="0">
                <a:latin typeface="Corbel"/>
                <a:cs typeface="Corbel"/>
              </a:rPr>
              <a:t> </a:t>
            </a:r>
            <a:r>
              <a:rPr sz="1600" dirty="0">
                <a:latin typeface="Corbel"/>
                <a:cs typeface="Corbel"/>
              </a:rPr>
              <a:t>is</a:t>
            </a:r>
            <a:r>
              <a:rPr sz="1600" spc="65" dirty="0">
                <a:latin typeface="Corbel"/>
                <a:cs typeface="Corbel"/>
              </a:rPr>
              <a:t> </a:t>
            </a:r>
            <a:r>
              <a:rPr sz="1600" dirty="0">
                <a:latin typeface="Corbel"/>
                <a:cs typeface="Corbel"/>
              </a:rPr>
              <a:t>how</a:t>
            </a:r>
            <a:r>
              <a:rPr sz="1600" spc="55" dirty="0">
                <a:latin typeface="Corbel"/>
                <a:cs typeface="Corbel"/>
              </a:rPr>
              <a:t> </a:t>
            </a:r>
            <a:r>
              <a:rPr sz="1600" dirty="0">
                <a:latin typeface="Corbel"/>
                <a:cs typeface="Corbel"/>
              </a:rPr>
              <a:t>LiDAR</a:t>
            </a:r>
            <a:r>
              <a:rPr sz="1600" spc="70" dirty="0">
                <a:latin typeface="Corbel"/>
                <a:cs typeface="Corbel"/>
              </a:rPr>
              <a:t> </a:t>
            </a:r>
            <a:r>
              <a:rPr sz="1600" dirty="0">
                <a:latin typeface="Corbel"/>
                <a:cs typeface="Corbel"/>
              </a:rPr>
              <a:t>measures</a:t>
            </a:r>
            <a:r>
              <a:rPr sz="1600" spc="65" dirty="0">
                <a:latin typeface="Corbel"/>
                <a:cs typeface="Corbel"/>
              </a:rPr>
              <a:t> </a:t>
            </a:r>
            <a:r>
              <a:rPr sz="1600" dirty="0">
                <a:latin typeface="Corbel"/>
                <a:cs typeface="Corbel"/>
              </a:rPr>
              <a:t>distance.</a:t>
            </a:r>
            <a:r>
              <a:rPr sz="1600" spc="60" dirty="0">
                <a:latin typeface="Corbel"/>
                <a:cs typeface="Corbel"/>
              </a:rPr>
              <a:t> </a:t>
            </a:r>
            <a:r>
              <a:rPr sz="1600" dirty="0">
                <a:latin typeface="Corbel"/>
                <a:cs typeface="Corbel"/>
              </a:rPr>
              <a:t>In</a:t>
            </a:r>
            <a:r>
              <a:rPr sz="1600" spc="70" dirty="0">
                <a:latin typeface="Corbel"/>
                <a:cs typeface="Corbel"/>
              </a:rPr>
              <a:t> </a:t>
            </a:r>
            <a:r>
              <a:rPr sz="1600" dirty="0">
                <a:latin typeface="Corbel"/>
                <a:cs typeface="Corbel"/>
              </a:rPr>
              <a:t>fact,</a:t>
            </a:r>
            <a:r>
              <a:rPr sz="1600" spc="70" dirty="0">
                <a:latin typeface="Corbel"/>
                <a:cs typeface="Corbel"/>
              </a:rPr>
              <a:t> </a:t>
            </a:r>
            <a:r>
              <a:rPr sz="1600" dirty="0">
                <a:latin typeface="Corbel"/>
                <a:cs typeface="Corbel"/>
              </a:rPr>
              <a:t>this</a:t>
            </a:r>
            <a:r>
              <a:rPr sz="1600" spc="60" dirty="0">
                <a:latin typeface="Corbel"/>
                <a:cs typeface="Corbel"/>
              </a:rPr>
              <a:t> </a:t>
            </a:r>
            <a:r>
              <a:rPr sz="1600" dirty="0">
                <a:latin typeface="Corbel"/>
                <a:cs typeface="Corbel"/>
              </a:rPr>
              <a:t>is</a:t>
            </a:r>
            <a:r>
              <a:rPr sz="1600" spc="65" dirty="0">
                <a:latin typeface="Corbel"/>
                <a:cs typeface="Corbel"/>
              </a:rPr>
              <a:t> </a:t>
            </a:r>
            <a:r>
              <a:rPr sz="1600" dirty="0">
                <a:latin typeface="Corbel"/>
                <a:cs typeface="Corbel"/>
              </a:rPr>
              <a:t>also</a:t>
            </a:r>
            <a:r>
              <a:rPr sz="1600" spc="60" dirty="0">
                <a:latin typeface="Corbel"/>
                <a:cs typeface="Corbel"/>
              </a:rPr>
              <a:t> </a:t>
            </a:r>
            <a:r>
              <a:rPr sz="1600" dirty="0">
                <a:latin typeface="Corbel"/>
                <a:cs typeface="Corbel"/>
              </a:rPr>
              <a:t>how</a:t>
            </a:r>
            <a:r>
              <a:rPr sz="1600" spc="60" dirty="0">
                <a:latin typeface="Corbel"/>
                <a:cs typeface="Corbel"/>
              </a:rPr>
              <a:t> </a:t>
            </a:r>
            <a:r>
              <a:rPr sz="1600" dirty="0">
                <a:latin typeface="Corbel"/>
                <a:cs typeface="Corbel"/>
              </a:rPr>
              <a:t>LiDAR</a:t>
            </a:r>
            <a:r>
              <a:rPr sz="1600" spc="65" dirty="0">
                <a:latin typeface="Corbel"/>
                <a:cs typeface="Corbel"/>
              </a:rPr>
              <a:t> </a:t>
            </a:r>
            <a:r>
              <a:rPr sz="1600" dirty="0">
                <a:latin typeface="Corbel"/>
                <a:cs typeface="Corbel"/>
              </a:rPr>
              <a:t>got</a:t>
            </a:r>
            <a:r>
              <a:rPr sz="1600" spc="60" dirty="0">
                <a:latin typeface="Corbel"/>
                <a:cs typeface="Corbel"/>
              </a:rPr>
              <a:t> </a:t>
            </a:r>
            <a:r>
              <a:rPr sz="1600" dirty="0">
                <a:latin typeface="Corbel"/>
                <a:cs typeface="Corbel"/>
              </a:rPr>
              <a:t>its</a:t>
            </a:r>
            <a:r>
              <a:rPr sz="1600" spc="70" dirty="0">
                <a:latin typeface="Corbel"/>
                <a:cs typeface="Corbel"/>
              </a:rPr>
              <a:t> </a:t>
            </a:r>
            <a:r>
              <a:rPr sz="1600" dirty="0">
                <a:latin typeface="Corbel"/>
                <a:cs typeface="Corbel"/>
              </a:rPr>
              <a:t>name</a:t>
            </a:r>
            <a:r>
              <a:rPr sz="1600" spc="65" dirty="0">
                <a:latin typeface="Corbel"/>
                <a:cs typeface="Corbel"/>
              </a:rPr>
              <a:t> </a:t>
            </a:r>
            <a:r>
              <a:rPr sz="1600" spc="-50" dirty="0">
                <a:latin typeface="Corbel"/>
                <a:cs typeface="Corbel"/>
              </a:rPr>
              <a:t>– </a:t>
            </a:r>
            <a:r>
              <a:rPr sz="1600" dirty="0">
                <a:latin typeface="Corbel"/>
                <a:cs typeface="Corbel"/>
              </a:rPr>
              <a:t>Light</a:t>
            </a:r>
            <a:r>
              <a:rPr sz="1600" spc="-45" dirty="0">
                <a:latin typeface="Corbel"/>
                <a:cs typeface="Corbel"/>
              </a:rPr>
              <a:t> </a:t>
            </a:r>
            <a:r>
              <a:rPr sz="1600" dirty="0">
                <a:latin typeface="Corbel"/>
                <a:cs typeface="Corbel"/>
              </a:rPr>
              <a:t>Detection</a:t>
            </a:r>
            <a:r>
              <a:rPr sz="1600" spc="-35" dirty="0">
                <a:latin typeface="Corbel"/>
                <a:cs typeface="Corbel"/>
              </a:rPr>
              <a:t> </a:t>
            </a:r>
            <a:r>
              <a:rPr sz="1600" dirty="0">
                <a:latin typeface="Corbel"/>
                <a:cs typeface="Corbel"/>
              </a:rPr>
              <a:t>and</a:t>
            </a:r>
            <a:r>
              <a:rPr sz="1600" spc="-30" dirty="0">
                <a:latin typeface="Corbel"/>
                <a:cs typeface="Corbel"/>
              </a:rPr>
              <a:t> </a:t>
            </a:r>
            <a:r>
              <a:rPr sz="1600" spc="-10" dirty="0">
                <a:latin typeface="Corbel"/>
                <a:cs typeface="Corbel"/>
              </a:rPr>
              <a:t>Ranging.</a:t>
            </a:r>
            <a:endParaRPr sz="1600" dirty="0">
              <a:latin typeface="Corbel"/>
              <a:cs typeface="Corbel"/>
            </a:endParaRPr>
          </a:p>
          <a:p>
            <a:pPr marL="297815" indent="-285115">
              <a:lnSpc>
                <a:spcPts val="1830"/>
              </a:lnSpc>
              <a:buFont typeface="Arial MT"/>
              <a:buChar char="•"/>
              <a:tabLst>
                <a:tab pos="297815" algn="l"/>
              </a:tabLst>
            </a:pPr>
            <a:r>
              <a:rPr sz="1600" dirty="0">
                <a:latin typeface="Corbel"/>
                <a:cs typeface="Corbel"/>
              </a:rPr>
              <a:t>Light</a:t>
            </a:r>
            <a:r>
              <a:rPr sz="1600" spc="-45" dirty="0">
                <a:latin typeface="Corbel"/>
                <a:cs typeface="Corbel"/>
              </a:rPr>
              <a:t> </a:t>
            </a:r>
            <a:r>
              <a:rPr sz="1600" dirty="0">
                <a:latin typeface="Corbel"/>
                <a:cs typeface="Corbel"/>
              </a:rPr>
              <a:t>Detection</a:t>
            </a:r>
            <a:r>
              <a:rPr sz="1600" spc="-35" dirty="0">
                <a:latin typeface="Corbel"/>
                <a:cs typeface="Corbel"/>
              </a:rPr>
              <a:t> </a:t>
            </a:r>
            <a:r>
              <a:rPr sz="1600" dirty="0">
                <a:latin typeface="Corbel"/>
                <a:cs typeface="Corbel"/>
              </a:rPr>
              <a:t>and</a:t>
            </a:r>
            <a:r>
              <a:rPr sz="1600" spc="-25" dirty="0">
                <a:latin typeface="Corbel"/>
                <a:cs typeface="Corbel"/>
              </a:rPr>
              <a:t> </a:t>
            </a:r>
            <a:r>
              <a:rPr sz="1600" dirty="0">
                <a:latin typeface="Corbel"/>
                <a:cs typeface="Corbel"/>
              </a:rPr>
              <a:t>Ranging</a:t>
            </a:r>
            <a:r>
              <a:rPr sz="1600" spc="-35" dirty="0">
                <a:latin typeface="Corbel"/>
                <a:cs typeface="Corbel"/>
              </a:rPr>
              <a:t> </a:t>
            </a:r>
            <a:r>
              <a:rPr sz="1600" dirty="0">
                <a:latin typeface="Corbel"/>
                <a:cs typeface="Corbel"/>
              </a:rPr>
              <a:t>(LiDAR)</a:t>
            </a:r>
            <a:r>
              <a:rPr sz="1600" spc="-45" dirty="0">
                <a:latin typeface="Corbel"/>
                <a:cs typeface="Corbel"/>
              </a:rPr>
              <a:t> </a:t>
            </a:r>
            <a:r>
              <a:rPr sz="1600" dirty="0">
                <a:latin typeface="Corbel"/>
                <a:cs typeface="Corbel"/>
              </a:rPr>
              <a:t>uses</a:t>
            </a:r>
            <a:r>
              <a:rPr sz="1600" spc="-30" dirty="0">
                <a:latin typeface="Corbel"/>
                <a:cs typeface="Corbel"/>
              </a:rPr>
              <a:t> </a:t>
            </a:r>
            <a:r>
              <a:rPr sz="1600" dirty="0">
                <a:latin typeface="Corbel"/>
                <a:cs typeface="Corbel"/>
              </a:rPr>
              <a:t>lasers</a:t>
            </a:r>
            <a:r>
              <a:rPr sz="1600" spc="-35" dirty="0">
                <a:latin typeface="Corbel"/>
                <a:cs typeface="Corbel"/>
              </a:rPr>
              <a:t> </a:t>
            </a:r>
            <a:r>
              <a:rPr sz="1600" dirty="0">
                <a:latin typeface="Corbel"/>
                <a:cs typeface="Corbel"/>
              </a:rPr>
              <a:t>to</a:t>
            </a:r>
            <a:r>
              <a:rPr sz="1600" spc="-35" dirty="0">
                <a:latin typeface="Corbel"/>
                <a:cs typeface="Corbel"/>
              </a:rPr>
              <a:t> </a:t>
            </a:r>
            <a:r>
              <a:rPr sz="1600" dirty="0">
                <a:latin typeface="Corbel"/>
                <a:cs typeface="Corbel"/>
              </a:rPr>
              <a:t>measure</a:t>
            </a:r>
            <a:r>
              <a:rPr sz="1600" spc="-35" dirty="0">
                <a:latin typeface="Corbel"/>
                <a:cs typeface="Corbel"/>
              </a:rPr>
              <a:t> </a:t>
            </a:r>
            <a:r>
              <a:rPr sz="1600" dirty="0">
                <a:latin typeface="Corbel"/>
                <a:cs typeface="Corbel"/>
              </a:rPr>
              <a:t>the</a:t>
            </a:r>
            <a:r>
              <a:rPr sz="1600" spc="-35" dirty="0">
                <a:latin typeface="Corbel"/>
                <a:cs typeface="Corbel"/>
              </a:rPr>
              <a:t> </a:t>
            </a:r>
            <a:r>
              <a:rPr sz="1600" dirty="0">
                <a:latin typeface="Corbel"/>
                <a:cs typeface="Corbel"/>
              </a:rPr>
              <a:t>elevation</a:t>
            </a:r>
            <a:r>
              <a:rPr sz="1600" spc="-30" dirty="0">
                <a:latin typeface="Corbel"/>
                <a:cs typeface="Corbel"/>
              </a:rPr>
              <a:t> </a:t>
            </a:r>
            <a:r>
              <a:rPr sz="1600" dirty="0">
                <a:latin typeface="Corbel"/>
                <a:cs typeface="Corbel"/>
              </a:rPr>
              <a:t>of</a:t>
            </a:r>
            <a:r>
              <a:rPr sz="1600" spc="-30" dirty="0">
                <a:latin typeface="Corbel"/>
                <a:cs typeface="Corbel"/>
              </a:rPr>
              <a:t> </a:t>
            </a:r>
            <a:r>
              <a:rPr sz="1600" spc="-10" dirty="0">
                <a:latin typeface="Corbel"/>
                <a:cs typeface="Corbel"/>
              </a:rPr>
              <a:t>features.</a:t>
            </a:r>
            <a:endParaRPr sz="1600" dirty="0">
              <a:latin typeface="Corbel"/>
              <a:cs typeface="Corbel"/>
            </a:endParaRPr>
          </a:p>
          <a:p>
            <a:pPr marL="297815" indent="-285115">
              <a:lnSpc>
                <a:spcPct val="100000"/>
              </a:lnSpc>
              <a:buFont typeface="Arial MT"/>
              <a:buChar char="•"/>
              <a:tabLst>
                <a:tab pos="297815" algn="l"/>
              </a:tabLst>
            </a:pPr>
            <a:r>
              <a:rPr sz="1600" dirty="0">
                <a:latin typeface="Corbel"/>
                <a:cs typeface="Corbel"/>
              </a:rPr>
              <a:t>It’s</a:t>
            </a:r>
            <a:r>
              <a:rPr sz="1600" spc="-35" dirty="0">
                <a:latin typeface="Corbel"/>
                <a:cs typeface="Corbel"/>
              </a:rPr>
              <a:t> </a:t>
            </a:r>
            <a:r>
              <a:rPr sz="1600" dirty="0">
                <a:latin typeface="Corbel"/>
                <a:cs typeface="Corbel"/>
              </a:rPr>
              <a:t>a</a:t>
            </a:r>
            <a:r>
              <a:rPr sz="1600" spc="-35" dirty="0">
                <a:latin typeface="Corbel"/>
                <a:cs typeface="Corbel"/>
              </a:rPr>
              <a:t> </a:t>
            </a:r>
            <a:r>
              <a:rPr sz="1600" dirty="0">
                <a:latin typeface="Corbel"/>
                <a:cs typeface="Corbel"/>
              </a:rPr>
              <a:t>distance</a:t>
            </a:r>
            <a:r>
              <a:rPr sz="1600" spc="-25" dirty="0">
                <a:latin typeface="Corbel"/>
                <a:cs typeface="Corbel"/>
              </a:rPr>
              <a:t> </a:t>
            </a:r>
            <a:r>
              <a:rPr sz="1600" dirty="0">
                <a:latin typeface="Corbel"/>
                <a:cs typeface="Corbel"/>
              </a:rPr>
              <a:t>technology</a:t>
            </a:r>
            <a:r>
              <a:rPr sz="1600" spc="-40" dirty="0">
                <a:latin typeface="Corbel"/>
                <a:cs typeface="Corbel"/>
              </a:rPr>
              <a:t> </a:t>
            </a:r>
            <a:r>
              <a:rPr sz="1600" dirty="0">
                <a:latin typeface="Corbel"/>
                <a:cs typeface="Corbel"/>
              </a:rPr>
              <a:t>that</a:t>
            </a:r>
            <a:r>
              <a:rPr sz="1600" spc="-35" dirty="0">
                <a:latin typeface="Corbel"/>
                <a:cs typeface="Corbel"/>
              </a:rPr>
              <a:t> </a:t>
            </a:r>
            <a:r>
              <a:rPr sz="1600" dirty="0">
                <a:latin typeface="Corbel"/>
                <a:cs typeface="Corbel"/>
              </a:rPr>
              <a:t>samples</a:t>
            </a:r>
            <a:r>
              <a:rPr sz="1600" spc="-35" dirty="0">
                <a:latin typeface="Corbel"/>
                <a:cs typeface="Corbel"/>
              </a:rPr>
              <a:t> </a:t>
            </a:r>
            <a:r>
              <a:rPr sz="1600" dirty="0">
                <a:latin typeface="Corbel"/>
                <a:cs typeface="Corbel"/>
              </a:rPr>
              <a:t>with</a:t>
            </a:r>
            <a:r>
              <a:rPr sz="1600" spc="-35" dirty="0">
                <a:latin typeface="Corbel"/>
                <a:cs typeface="Corbel"/>
              </a:rPr>
              <a:t> </a:t>
            </a:r>
            <a:r>
              <a:rPr sz="1600" dirty="0">
                <a:latin typeface="Corbel"/>
                <a:cs typeface="Corbel"/>
              </a:rPr>
              <a:t>an</a:t>
            </a:r>
            <a:r>
              <a:rPr sz="1600" spc="-30" dirty="0">
                <a:latin typeface="Corbel"/>
                <a:cs typeface="Corbel"/>
              </a:rPr>
              <a:t> </a:t>
            </a:r>
            <a:r>
              <a:rPr sz="1600" dirty="0">
                <a:latin typeface="Corbel"/>
                <a:cs typeface="Corbel"/>
              </a:rPr>
              <a:t>incredible</a:t>
            </a:r>
            <a:r>
              <a:rPr sz="1600" spc="-30" dirty="0">
                <a:latin typeface="Corbel"/>
                <a:cs typeface="Corbel"/>
              </a:rPr>
              <a:t> </a:t>
            </a:r>
            <a:r>
              <a:rPr sz="1600" dirty="0">
                <a:latin typeface="Corbel"/>
                <a:cs typeface="Corbel"/>
              </a:rPr>
              <a:t>amount</a:t>
            </a:r>
            <a:r>
              <a:rPr sz="1600" spc="-45" dirty="0">
                <a:latin typeface="Corbel"/>
                <a:cs typeface="Corbel"/>
              </a:rPr>
              <a:t> </a:t>
            </a:r>
            <a:r>
              <a:rPr sz="1600" dirty="0">
                <a:latin typeface="Corbel"/>
                <a:cs typeface="Corbel"/>
              </a:rPr>
              <a:t>of</a:t>
            </a:r>
            <a:r>
              <a:rPr sz="1600" spc="-30" dirty="0">
                <a:latin typeface="Corbel"/>
                <a:cs typeface="Corbel"/>
              </a:rPr>
              <a:t> </a:t>
            </a:r>
            <a:r>
              <a:rPr sz="1600" dirty="0">
                <a:latin typeface="Corbel"/>
                <a:cs typeface="Corbel"/>
              </a:rPr>
              <a:t>accuracy</a:t>
            </a:r>
            <a:r>
              <a:rPr sz="1600" spc="-35" dirty="0">
                <a:latin typeface="Corbel"/>
                <a:cs typeface="Corbel"/>
              </a:rPr>
              <a:t> </a:t>
            </a:r>
            <a:r>
              <a:rPr sz="1600" dirty="0">
                <a:latin typeface="Corbel"/>
                <a:cs typeface="Corbel"/>
              </a:rPr>
              <a:t>and</a:t>
            </a:r>
            <a:r>
              <a:rPr sz="1600" spc="-30" dirty="0">
                <a:latin typeface="Corbel"/>
                <a:cs typeface="Corbel"/>
              </a:rPr>
              <a:t> </a:t>
            </a:r>
            <a:r>
              <a:rPr sz="1600" spc="-10" dirty="0">
                <a:latin typeface="Corbel"/>
                <a:cs typeface="Corbel"/>
              </a:rPr>
              <a:t>points.</a:t>
            </a:r>
            <a:endParaRPr sz="1600" dirty="0">
              <a:latin typeface="Corbel"/>
              <a:cs typeface="Corbel"/>
            </a:endParaRPr>
          </a:p>
          <a:p>
            <a:pPr marL="298450" marR="5080" indent="-285750">
              <a:lnSpc>
                <a:spcPts val="1900"/>
              </a:lnSpc>
              <a:spcBef>
                <a:spcPts val="150"/>
              </a:spcBef>
              <a:buFont typeface="Arial MT"/>
              <a:buChar char="•"/>
              <a:tabLst>
                <a:tab pos="298450" algn="l"/>
              </a:tabLst>
            </a:pPr>
            <a:r>
              <a:rPr sz="1600" dirty="0">
                <a:latin typeface="Corbel"/>
                <a:cs typeface="Corbel"/>
              </a:rPr>
              <a:t>It’s</a:t>
            </a:r>
            <a:r>
              <a:rPr sz="1600" spc="-25" dirty="0">
                <a:latin typeface="Corbel"/>
                <a:cs typeface="Corbel"/>
              </a:rPr>
              <a:t> </a:t>
            </a:r>
            <a:r>
              <a:rPr sz="1600" dirty="0">
                <a:latin typeface="Corbel"/>
                <a:cs typeface="Corbel"/>
              </a:rPr>
              <a:t>similar</a:t>
            </a:r>
            <a:r>
              <a:rPr sz="1600" spc="-25" dirty="0">
                <a:latin typeface="Corbel"/>
                <a:cs typeface="Corbel"/>
              </a:rPr>
              <a:t> </a:t>
            </a:r>
            <a:r>
              <a:rPr sz="1600" dirty="0">
                <a:latin typeface="Corbel"/>
                <a:cs typeface="Corbel"/>
              </a:rPr>
              <a:t>to</a:t>
            </a:r>
            <a:r>
              <a:rPr sz="1600" spc="-25" dirty="0">
                <a:latin typeface="Corbel"/>
                <a:cs typeface="Corbel"/>
              </a:rPr>
              <a:t> </a:t>
            </a:r>
            <a:r>
              <a:rPr sz="1600" dirty="0">
                <a:latin typeface="Corbel"/>
                <a:cs typeface="Corbel"/>
              </a:rPr>
              <a:t>sonar</a:t>
            </a:r>
            <a:r>
              <a:rPr sz="1600" spc="-25" dirty="0">
                <a:latin typeface="Corbel"/>
                <a:cs typeface="Corbel"/>
              </a:rPr>
              <a:t> </a:t>
            </a:r>
            <a:r>
              <a:rPr sz="1600" dirty="0">
                <a:latin typeface="Corbel"/>
                <a:cs typeface="Corbel"/>
              </a:rPr>
              <a:t>(sound</a:t>
            </a:r>
            <a:r>
              <a:rPr sz="1600" spc="-20" dirty="0">
                <a:latin typeface="Corbel"/>
                <a:cs typeface="Corbel"/>
              </a:rPr>
              <a:t> </a:t>
            </a:r>
            <a:r>
              <a:rPr sz="1600" dirty="0">
                <a:latin typeface="Corbel"/>
                <a:cs typeface="Corbel"/>
              </a:rPr>
              <a:t>waves)</a:t>
            </a:r>
            <a:r>
              <a:rPr sz="1600" spc="-25" dirty="0">
                <a:latin typeface="Corbel"/>
                <a:cs typeface="Corbel"/>
              </a:rPr>
              <a:t> </a:t>
            </a:r>
            <a:r>
              <a:rPr sz="1600" dirty="0">
                <a:latin typeface="Corbel"/>
                <a:cs typeface="Corbel"/>
              </a:rPr>
              <a:t>or</a:t>
            </a:r>
            <a:r>
              <a:rPr sz="1600" spc="-25" dirty="0">
                <a:latin typeface="Corbel"/>
                <a:cs typeface="Corbel"/>
              </a:rPr>
              <a:t> </a:t>
            </a:r>
            <a:r>
              <a:rPr sz="1600" dirty="0">
                <a:latin typeface="Corbel"/>
                <a:cs typeface="Corbel"/>
              </a:rPr>
              <a:t>radar</a:t>
            </a:r>
            <a:r>
              <a:rPr sz="1600" spc="-20" dirty="0">
                <a:latin typeface="Corbel"/>
                <a:cs typeface="Corbel"/>
              </a:rPr>
              <a:t> </a:t>
            </a:r>
            <a:r>
              <a:rPr sz="1600" dirty="0">
                <a:latin typeface="Corbel"/>
                <a:cs typeface="Corbel"/>
              </a:rPr>
              <a:t>(radio</a:t>
            </a:r>
            <a:r>
              <a:rPr sz="1600" spc="-30" dirty="0">
                <a:latin typeface="Corbel"/>
                <a:cs typeface="Corbel"/>
              </a:rPr>
              <a:t> </a:t>
            </a:r>
            <a:r>
              <a:rPr sz="1600" dirty="0">
                <a:latin typeface="Corbel"/>
                <a:cs typeface="Corbel"/>
              </a:rPr>
              <a:t>waves)</a:t>
            </a:r>
            <a:r>
              <a:rPr sz="1600" spc="-30" dirty="0">
                <a:latin typeface="Corbel"/>
                <a:cs typeface="Corbel"/>
              </a:rPr>
              <a:t> </a:t>
            </a:r>
            <a:r>
              <a:rPr sz="1600" dirty="0">
                <a:latin typeface="Corbel"/>
                <a:cs typeface="Corbel"/>
              </a:rPr>
              <a:t>because</a:t>
            </a:r>
            <a:r>
              <a:rPr sz="1600" spc="-20" dirty="0">
                <a:latin typeface="Corbel"/>
                <a:cs typeface="Corbel"/>
              </a:rPr>
              <a:t> </a:t>
            </a:r>
            <a:r>
              <a:rPr sz="1600" dirty="0">
                <a:latin typeface="Corbel"/>
                <a:cs typeface="Corbel"/>
              </a:rPr>
              <a:t>it</a:t>
            </a:r>
            <a:r>
              <a:rPr sz="1600" spc="-30" dirty="0">
                <a:latin typeface="Corbel"/>
                <a:cs typeface="Corbel"/>
              </a:rPr>
              <a:t> </a:t>
            </a:r>
            <a:r>
              <a:rPr sz="1600" dirty="0">
                <a:latin typeface="Corbel"/>
                <a:cs typeface="Corbel"/>
              </a:rPr>
              <a:t>sends</a:t>
            </a:r>
            <a:r>
              <a:rPr sz="1600" spc="-20" dirty="0">
                <a:latin typeface="Corbel"/>
                <a:cs typeface="Corbel"/>
              </a:rPr>
              <a:t> </a:t>
            </a:r>
            <a:r>
              <a:rPr sz="1600" dirty="0">
                <a:latin typeface="Corbel"/>
                <a:cs typeface="Corbel"/>
              </a:rPr>
              <a:t>a</a:t>
            </a:r>
            <a:r>
              <a:rPr sz="1600" spc="-20" dirty="0">
                <a:latin typeface="Corbel"/>
                <a:cs typeface="Corbel"/>
              </a:rPr>
              <a:t> </a:t>
            </a:r>
            <a:r>
              <a:rPr sz="1600" dirty="0">
                <a:latin typeface="Corbel"/>
                <a:cs typeface="Corbel"/>
              </a:rPr>
              <a:t>pulse</a:t>
            </a:r>
            <a:r>
              <a:rPr sz="1600" spc="-20" dirty="0">
                <a:latin typeface="Corbel"/>
                <a:cs typeface="Corbel"/>
              </a:rPr>
              <a:t> </a:t>
            </a:r>
            <a:r>
              <a:rPr sz="1600" dirty="0">
                <a:latin typeface="Corbel"/>
                <a:cs typeface="Corbel"/>
              </a:rPr>
              <a:t>and</a:t>
            </a:r>
            <a:r>
              <a:rPr sz="1600" spc="-20" dirty="0">
                <a:latin typeface="Corbel"/>
                <a:cs typeface="Corbel"/>
              </a:rPr>
              <a:t> </a:t>
            </a:r>
            <a:r>
              <a:rPr sz="1600" dirty="0">
                <a:latin typeface="Corbel"/>
                <a:cs typeface="Corbel"/>
              </a:rPr>
              <a:t>measures</a:t>
            </a:r>
            <a:r>
              <a:rPr sz="1600" spc="-20" dirty="0">
                <a:latin typeface="Corbel"/>
                <a:cs typeface="Corbel"/>
              </a:rPr>
              <a:t> </a:t>
            </a:r>
            <a:r>
              <a:rPr sz="1600" dirty="0">
                <a:latin typeface="Corbel"/>
                <a:cs typeface="Corbel"/>
              </a:rPr>
              <a:t>the</a:t>
            </a:r>
            <a:r>
              <a:rPr sz="1600" spc="-20" dirty="0">
                <a:latin typeface="Corbel"/>
                <a:cs typeface="Corbel"/>
              </a:rPr>
              <a:t> </a:t>
            </a:r>
            <a:r>
              <a:rPr sz="1600" dirty="0">
                <a:latin typeface="Corbel"/>
                <a:cs typeface="Corbel"/>
              </a:rPr>
              <a:t>time</a:t>
            </a:r>
            <a:r>
              <a:rPr sz="1600" spc="-20" dirty="0">
                <a:latin typeface="Corbel"/>
                <a:cs typeface="Corbel"/>
              </a:rPr>
              <a:t> </a:t>
            </a:r>
            <a:r>
              <a:rPr sz="1600" dirty="0">
                <a:latin typeface="Corbel"/>
                <a:cs typeface="Corbel"/>
              </a:rPr>
              <a:t>it</a:t>
            </a:r>
            <a:r>
              <a:rPr sz="1600" spc="-30" dirty="0">
                <a:latin typeface="Corbel"/>
                <a:cs typeface="Corbel"/>
              </a:rPr>
              <a:t> </a:t>
            </a:r>
            <a:r>
              <a:rPr sz="1600" dirty="0">
                <a:latin typeface="Corbel"/>
                <a:cs typeface="Corbel"/>
              </a:rPr>
              <a:t>takes</a:t>
            </a:r>
            <a:r>
              <a:rPr sz="1600" spc="-20" dirty="0">
                <a:latin typeface="Corbel"/>
                <a:cs typeface="Corbel"/>
              </a:rPr>
              <a:t> </a:t>
            </a:r>
            <a:r>
              <a:rPr sz="1600" spc="-25" dirty="0">
                <a:latin typeface="Corbel"/>
                <a:cs typeface="Corbel"/>
              </a:rPr>
              <a:t>to </a:t>
            </a:r>
            <a:r>
              <a:rPr sz="1600" dirty="0">
                <a:latin typeface="Corbel"/>
                <a:cs typeface="Corbel"/>
              </a:rPr>
              <a:t>return.</a:t>
            </a:r>
            <a:r>
              <a:rPr sz="1600" spc="-25" dirty="0">
                <a:latin typeface="Corbel"/>
                <a:cs typeface="Corbel"/>
              </a:rPr>
              <a:t> </a:t>
            </a:r>
            <a:r>
              <a:rPr sz="1600" dirty="0">
                <a:latin typeface="Corbel"/>
                <a:cs typeface="Corbel"/>
              </a:rPr>
              <a:t>But</a:t>
            </a:r>
            <a:r>
              <a:rPr sz="1600" spc="-25" dirty="0">
                <a:latin typeface="Corbel"/>
                <a:cs typeface="Corbel"/>
              </a:rPr>
              <a:t> </a:t>
            </a:r>
            <a:r>
              <a:rPr sz="1600" dirty="0">
                <a:latin typeface="Corbel"/>
                <a:cs typeface="Corbel"/>
              </a:rPr>
              <a:t>LiDAR</a:t>
            </a:r>
            <a:r>
              <a:rPr sz="1600" spc="-25" dirty="0">
                <a:latin typeface="Corbel"/>
                <a:cs typeface="Corbel"/>
              </a:rPr>
              <a:t> </a:t>
            </a:r>
            <a:r>
              <a:rPr sz="1600" dirty="0">
                <a:latin typeface="Corbel"/>
                <a:cs typeface="Corbel"/>
              </a:rPr>
              <a:t>is</a:t>
            </a:r>
            <a:r>
              <a:rPr sz="1600" spc="-20" dirty="0">
                <a:latin typeface="Corbel"/>
                <a:cs typeface="Corbel"/>
              </a:rPr>
              <a:t> </a:t>
            </a:r>
            <a:r>
              <a:rPr sz="1600" dirty="0">
                <a:latin typeface="Corbel"/>
                <a:cs typeface="Corbel"/>
              </a:rPr>
              <a:t>different</a:t>
            </a:r>
            <a:r>
              <a:rPr sz="1600" spc="-25" dirty="0">
                <a:latin typeface="Corbel"/>
                <a:cs typeface="Corbel"/>
              </a:rPr>
              <a:t> </a:t>
            </a:r>
            <a:r>
              <a:rPr sz="1600" dirty="0">
                <a:latin typeface="Corbel"/>
                <a:cs typeface="Corbel"/>
              </a:rPr>
              <a:t>than</a:t>
            </a:r>
            <a:r>
              <a:rPr sz="1600" spc="-15" dirty="0">
                <a:latin typeface="Corbel"/>
                <a:cs typeface="Corbel"/>
              </a:rPr>
              <a:t> </a:t>
            </a:r>
            <a:r>
              <a:rPr sz="1600" dirty="0">
                <a:latin typeface="Corbel"/>
                <a:cs typeface="Corbel"/>
              </a:rPr>
              <a:t>sonar</a:t>
            </a:r>
            <a:r>
              <a:rPr sz="1600" spc="-20" dirty="0">
                <a:latin typeface="Corbel"/>
                <a:cs typeface="Corbel"/>
              </a:rPr>
              <a:t> </a:t>
            </a:r>
            <a:r>
              <a:rPr sz="1600" dirty="0">
                <a:latin typeface="Corbel"/>
                <a:cs typeface="Corbel"/>
              </a:rPr>
              <a:t>and</a:t>
            </a:r>
            <a:r>
              <a:rPr sz="1600" spc="-15" dirty="0">
                <a:latin typeface="Corbel"/>
                <a:cs typeface="Corbel"/>
              </a:rPr>
              <a:t> </a:t>
            </a:r>
            <a:r>
              <a:rPr sz="1600" dirty="0">
                <a:latin typeface="Corbel"/>
                <a:cs typeface="Corbel"/>
              </a:rPr>
              <a:t>radar</a:t>
            </a:r>
            <a:r>
              <a:rPr sz="1600" spc="-20" dirty="0">
                <a:latin typeface="Corbel"/>
                <a:cs typeface="Corbel"/>
              </a:rPr>
              <a:t> </a:t>
            </a:r>
            <a:r>
              <a:rPr sz="1600" dirty="0">
                <a:latin typeface="Corbel"/>
                <a:cs typeface="Corbel"/>
              </a:rPr>
              <a:t>because</a:t>
            </a:r>
            <a:r>
              <a:rPr sz="1600" spc="-15" dirty="0">
                <a:latin typeface="Corbel"/>
                <a:cs typeface="Corbel"/>
              </a:rPr>
              <a:t> </a:t>
            </a:r>
            <a:r>
              <a:rPr sz="1600" dirty="0">
                <a:latin typeface="Corbel"/>
                <a:cs typeface="Corbel"/>
              </a:rPr>
              <a:t>it</a:t>
            </a:r>
            <a:r>
              <a:rPr sz="1600" spc="-30" dirty="0">
                <a:latin typeface="Corbel"/>
                <a:cs typeface="Corbel"/>
              </a:rPr>
              <a:t> </a:t>
            </a:r>
            <a:r>
              <a:rPr sz="1600" dirty="0">
                <a:latin typeface="Corbel"/>
                <a:cs typeface="Corbel"/>
              </a:rPr>
              <a:t>uses</a:t>
            </a:r>
            <a:r>
              <a:rPr sz="1600" spc="-20" dirty="0">
                <a:latin typeface="Corbel"/>
                <a:cs typeface="Corbel"/>
              </a:rPr>
              <a:t> </a:t>
            </a:r>
            <a:r>
              <a:rPr sz="1600" spc="-10" dirty="0">
                <a:latin typeface="Corbel"/>
                <a:cs typeface="Corbel"/>
              </a:rPr>
              <a:t>light.</a:t>
            </a:r>
            <a:endParaRPr sz="1600" dirty="0">
              <a:latin typeface="Corbel"/>
              <a:cs typeface="Corbel"/>
            </a:endParaRPr>
          </a:p>
        </p:txBody>
      </p:sp>
      <p:grpSp>
        <p:nvGrpSpPr>
          <p:cNvPr id="5" name="object 5"/>
          <p:cNvGrpSpPr/>
          <p:nvPr/>
        </p:nvGrpSpPr>
        <p:grpSpPr>
          <a:xfrm>
            <a:off x="43542" y="6462030"/>
            <a:ext cx="720090" cy="360045"/>
            <a:chOff x="43542" y="6462030"/>
            <a:chExt cx="720090" cy="360045"/>
          </a:xfrm>
        </p:grpSpPr>
        <p:sp>
          <p:nvSpPr>
            <p:cNvPr id="6" name="object 6"/>
            <p:cNvSpPr/>
            <p:nvPr/>
          </p:nvSpPr>
          <p:spPr>
            <a:xfrm>
              <a:off x="43542" y="6462030"/>
              <a:ext cx="360045" cy="360045"/>
            </a:xfrm>
            <a:custGeom>
              <a:avLst/>
              <a:gdLst/>
              <a:ahLst/>
              <a:cxnLst/>
              <a:rect l="l" t="t" r="r" b="b"/>
              <a:pathLst>
                <a:path w="360045" h="360045">
                  <a:moveTo>
                    <a:pt x="359999" y="0"/>
                  </a:moveTo>
                  <a:lnTo>
                    <a:pt x="0" y="0"/>
                  </a:lnTo>
                  <a:lnTo>
                    <a:pt x="0" y="359999"/>
                  </a:lnTo>
                  <a:lnTo>
                    <a:pt x="359999" y="359999"/>
                  </a:lnTo>
                  <a:lnTo>
                    <a:pt x="359999" y="314999"/>
                  </a:lnTo>
                  <a:lnTo>
                    <a:pt x="179999" y="314999"/>
                  </a:lnTo>
                  <a:lnTo>
                    <a:pt x="137329" y="308117"/>
                  </a:lnTo>
                  <a:lnTo>
                    <a:pt x="100270" y="288952"/>
                  </a:lnTo>
                  <a:lnTo>
                    <a:pt x="71047" y="259729"/>
                  </a:lnTo>
                  <a:lnTo>
                    <a:pt x="51882" y="222670"/>
                  </a:lnTo>
                  <a:lnTo>
                    <a:pt x="44999" y="179999"/>
                  </a:lnTo>
                  <a:lnTo>
                    <a:pt x="51882" y="137329"/>
                  </a:lnTo>
                  <a:lnTo>
                    <a:pt x="71047" y="100270"/>
                  </a:lnTo>
                  <a:lnTo>
                    <a:pt x="100270" y="71047"/>
                  </a:lnTo>
                  <a:lnTo>
                    <a:pt x="137329" y="51882"/>
                  </a:lnTo>
                  <a:lnTo>
                    <a:pt x="179999" y="44999"/>
                  </a:lnTo>
                  <a:lnTo>
                    <a:pt x="359999" y="44999"/>
                  </a:lnTo>
                  <a:lnTo>
                    <a:pt x="359999" y="0"/>
                  </a:lnTo>
                  <a:close/>
                </a:path>
                <a:path w="360045" h="360045">
                  <a:moveTo>
                    <a:pt x="359999" y="44999"/>
                  </a:moveTo>
                  <a:lnTo>
                    <a:pt x="179999" y="44999"/>
                  </a:lnTo>
                  <a:lnTo>
                    <a:pt x="222670" y="51882"/>
                  </a:lnTo>
                  <a:lnTo>
                    <a:pt x="259729" y="71047"/>
                  </a:lnTo>
                  <a:lnTo>
                    <a:pt x="288952" y="100270"/>
                  </a:lnTo>
                  <a:lnTo>
                    <a:pt x="308117" y="137329"/>
                  </a:lnTo>
                  <a:lnTo>
                    <a:pt x="314999" y="179999"/>
                  </a:lnTo>
                  <a:lnTo>
                    <a:pt x="308117" y="222670"/>
                  </a:lnTo>
                  <a:lnTo>
                    <a:pt x="288952" y="259729"/>
                  </a:lnTo>
                  <a:lnTo>
                    <a:pt x="259729" y="288952"/>
                  </a:lnTo>
                  <a:lnTo>
                    <a:pt x="222670" y="308117"/>
                  </a:lnTo>
                  <a:lnTo>
                    <a:pt x="179999" y="314999"/>
                  </a:lnTo>
                  <a:lnTo>
                    <a:pt x="359999" y="314999"/>
                  </a:lnTo>
                  <a:lnTo>
                    <a:pt x="359999" y="44999"/>
                  </a:lnTo>
                  <a:close/>
                </a:path>
              </a:pathLst>
            </a:custGeom>
            <a:solidFill>
              <a:srgbClr val="1CADE4"/>
            </a:solidFill>
          </p:spPr>
          <p:txBody>
            <a:bodyPr wrap="square" lIns="0" tIns="0" rIns="0" bIns="0" rtlCol="0"/>
            <a:lstStyle/>
            <a:p>
              <a:endParaRPr/>
            </a:p>
          </p:txBody>
        </p:sp>
        <p:sp>
          <p:nvSpPr>
            <p:cNvPr id="7" name="object 7"/>
            <p:cNvSpPr/>
            <p:nvPr/>
          </p:nvSpPr>
          <p:spPr>
            <a:xfrm>
              <a:off x="88542" y="6507030"/>
              <a:ext cx="270510" cy="270510"/>
            </a:xfrm>
            <a:custGeom>
              <a:avLst/>
              <a:gdLst/>
              <a:ahLst/>
              <a:cxnLst/>
              <a:rect l="l" t="t" r="r" b="b"/>
              <a:pathLst>
                <a:path w="270510"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10" h="270509">
                  <a:moveTo>
                    <a:pt x="259004" y="84375"/>
                  </a:moveTo>
                  <a:lnTo>
                    <a:pt x="160312" y="84375"/>
                  </a:lnTo>
                  <a:lnTo>
                    <a:pt x="160312" y="219375"/>
                  </a:lnTo>
                  <a:lnTo>
                    <a:pt x="185625" y="219375"/>
                  </a:lnTo>
                  <a:lnTo>
                    <a:pt x="185625" y="236250"/>
                  </a:lnTo>
                  <a:lnTo>
                    <a:pt x="222432" y="236250"/>
                  </a:lnTo>
                  <a:lnTo>
                    <a:pt x="243952" y="214729"/>
                  </a:lnTo>
                  <a:lnTo>
                    <a:pt x="263117" y="177670"/>
                  </a:lnTo>
                  <a:lnTo>
                    <a:pt x="269999" y="134999"/>
                  </a:lnTo>
                  <a:lnTo>
                    <a:pt x="263117" y="92329"/>
                  </a:lnTo>
                  <a:lnTo>
                    <a:pt x="259004" y="84375"/>
                  </a:lnTo>
                  <a:close/>
                </a:path>
                <a:path w="270510"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8" name="object 8"/>
            <p:cNvPicPr/>
            <p:nvPr/>
          </p:nvPicPr>
          <p:blipFill>
            <a:blip r:embed="rId4" cstate="print"/>
            <a:stretch>
              <a:fillRect/>
            </a:stretch>
          </p:blipFill>
          <p:spPr>
            <a:xfrm>
              <a:off x="172917" y="6515468"/>
              <a:ext cx="101249" cy="227812"/>
            </a:xfrm>
            <a:prstGeom prst="rect">
              <a:avLst/>
            </a:prstGeom>
          </p:spPr>
        </p:pic>
        <p:pic>
          <p:nvPicPr>
            <p:cNvPr id="9" name="object 9"/>
            <p:cNvPicPr/>
            <p:nvPr/>
          </p:nvPicPr>
          <p:blipFill>
            <a:blip r:embed="rId5" cstate="print"/>
            <a:stretch>
              <a:fillRect/>
            </a:stretch>
          </p:blipFill>
          <p:spPr>
            <a:xfrm>
              <a:off x="403541" y="6462030"/>
              <a:ext cx="360000" cy="359999"/>
            </a:xfrm>
            <a:prstGeom prst="rect">
              <a:avLst/>
            </a:prstGeom>
          </p:spPr>
        </p:pic>
      </p:grpSp>
      <p:pic>
        <p:nvPicPr>
          <p:cNvPr id="10" name="object 10"/>
          <p:cNvPicPr/>
          <p:nvPr/>
        </p:nvPicPr>
        <p:blipFill>
          <a:blip r:embed="rId6" cstate="print"/>
          <a:stretch>
            <a:fillRect/>
          </a:stretch>
        </p:blipFill>
        <p:spPr>
          <a:xfrm>
            <a:off x="6405677" y="3465512"/>
            <a:ext cx="5097344" cy="2880000"/>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19</a:t>
            </a:fld>
            <a:endParaRPr spc="-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7854950" cy="878205"/>
            <a:chOff x="1417319" y="414527"/>
            <a:chExt cx="7854950" cy="878205"/>
          </a:xfrm>
        </p:grpSpPr>
        <p:pic>
          <p:nvPicPr>
            <p:cNvPr id="4" name="object 4"/>
            <p:cNvPicPr/>
            <p:nvPr/>
          </p:nvPicPr>
          <p:blipFill>
            <a:blip r:embed="rId3" cstate="print"/>
            <a:stretch>
              <a:fillRect/>
            </a:stretch>
          </p:blipFill>
          <p:spPr>
            <a:xfrm>
              <a:off x="1417319" y="414527"/>
              <a:ext cx="2895600" cy="573024"/>
            </a:xfrm>
            <a:prstGeom prst="rect">
              <a:avLst/>
            </a:prstGeom>
          </p:spPr>
        </p:pic>
        <p:pic>
          <p:nvPicPr>
            <p:cNvPr id="5" name="object 5"/>
            <p:cNvPicPr/>
            <p:nvPr/>
          </p:nvPicPr>
          <p:blipFill>
            <a:blip r:embed="rId4" cstate="print"/>
            <a:stretch>
              <a:fillRect/>
            </a:stretch>
          </p:blipFill>
          <p:spPr>
            <a:xfrm>
              <a:off x="1417319" y="719327"/>
              <a:ext cx="7854696" cy="573024"/>
            </a:xfrm>
            <a:prstGeom prst="rect">
              <a:avLst/>
            </a:prstGeom>
          </p:spPr>
        </p:pic>
      </p:grpSp>
      <p:sp>
        <p:nvSpPr>
          <p:cNvPr id="6" name="object 6"/>
          <p:cNvSpPr txBox="1">
            <a:spLocks noGrp="1"/>
          </p:cNvSpPr>
          <p:nvPr>
            <p:ph type="title"/>
          </p:nvPr>
        </p:nvSpPr>
        <p:spPr>
          <a:prstGeom prst="rect">
            <a:avLst/>
          </a:prstGeom>
        </p:spPr>
        <p:txBody>
          <a:bodyPr vert="horz" wrap="square" lIns="0" tIns="177291" rIns="0" bIns="0" rtlCol="0">
            <a:spAutoFit/>
          </a:bodyPr>
          <a:lstStyle/>
          <a:p>
            <a:pPr marL="640715">
              <a:lnSpc>
                <a:spcPct val="100000"/>
              </a:lnSpc>
              <a:spcBef>
                <a:spcPts val="100"/>
              </a:spcBef>
            </a:pPr>
            <a:r>
              <a:rPr b="1" dirty="0">
                <a:latin typeface="Corbel"/>
                <a:cs typeface="Corbel"/>
              </a:rPr>
              <a:t>040</a:t>
            </a:r>
            <a:r>
              <a:rPr b="1" spc="-40" dirty="0">
                <a:latin typeface="Corbel"/>
                <a:cs typeface="Corbel"/>
              </a:rPr>
              <a:t> </a:t>
            </a:r>
            <a:r>
              <a:rPr b="1" dirty="0">
                <a:latin typeface="Corbel"/>
                <a:cs typeface="Corbel"/>
              </a:rPr>
              <a:t>02</a:t>
            </a:r>
            <a:r>
              <a:rPr b="1" spc="-35" dirty="0">
                <a:latin typeface="Corbel"/>
                <a:cs typeface="Corbel"/>
              </a:rPr>
              <a:t> </a:t>
            </a:r>
            <a:r>
              <a:rPr b="1" dirty="0">
                <a:latin typeface="Corbel"/>
                <a:cs typeface="Corbel"/>
              </a:rPr>
              <a:t>00:</a:t>
            </a:r>
            <a:r>
              <a:rPr b="1" spc="-35" dirty="0">
                <a:latin typeface="Corbel"/>
                <a:cs typeface="Corbel"/>
              </a:rPr>
              <a:t> </a:t>
            </a:r>
            <a:r>
              <a:rPr b="1" spc="-10" dirty="0">
                <a:latin typeface="Corbel"/>
                <a:cs typeface="Corbel"/>
              </a:rPr>
              <a:t>Meteorology</a:t>
            </a:r>
          </a:p>
          <a:p>
            <a:pPr marL="640715">
              <a:lnSpc>
                <a:spcPct val="100000"/>
              </a:lnSpc>
            </a:pPr>
            <a:r>
              <a:rPr dirty="0"/>
              <a:t>040</a:t>
            </a:r>
            <a:r>
              <a:rPr spc="-65" dirty="0"/>
              <a:t> </a:t>
            </a:r>
            <a:r>
              <a:rPr dirty="0"/>
              <a:t>02</a:t>
            </a:r>
            <a:r>
              <a:rPr spc="-30" dirty="0"/>
              <a:t> </a:t>
            </a:r>
            <a:r>
              <a:rPr spc="-10" dirty="0"/>
              <a:t>01:</a:t>
            </a:r>
            <a:r>
              <a:rPr spc="-95" dirty="0"/>
              <a:t> </a:t>
            </a:r>
            <a:r>
              <a:rPr dirty="0"/>
              <a:t>Atmospheric</a:t>
            </a:r>
            <a:r>
              <a:rPr spc="-40" dirty="0"/>
              <a:t> </a:t>
            </a:r>
            <a:r>
              <a:rPr dirty="0"/>
              <a:t>properties</a:t>
            </a:r>
            <a:r>
              <a:rPr spc="-30" dirty="0"/>
              <a:t> </a:t>
            </a:r>
            <a:r>
              <a:rPr dirty="0"/>
              <a:t>and</a:t>
            </a:r>
            <a:r>
              <a:rPr spc="-35" dirty="0"/>
              <a:t> </a:t>
            </a:r>
            <a:r>
              <a:rPr dirty="0"/>
              <a:t>their</a:t>
            </a:r>
            <a:r>
              <a:rPr spc="-30" dirty="0"/>
              <a:t> </a:t>
            </a:r>
            <a:r>
              <a:rPr dirty="0"/>
              <a:t>effects</a:t>
            </a:r>
            <a:r>
              <a:rPr spc="-35" dirty="0"/>
              <a:t> </a:t>
            </a:r>
            <a:r>
              <a:rPr dirty="0"/>
              <a:t>on</a:t>
            </a:r>
            <a:r>
              <a:rPr spc="-90" dirty="0"/>
              <a:t> </a:t>
            </a:r>
            <a:r>
              <a:rPr dirty="0"/>
              <a:t>UA</a:t>
            </a:r>
            <a:r>
              <a:rPr spc="-35" dirty="0"/>
              <a:t> </a:t>
            </a:r>
            <a:r>
              <a:rPr spc="-10" dirty="0"/>
              <a:t>performance:</a:t>
            </a:r>
          </a:p>
        </p:txBody>
      </p:sp>
      <p:sp>
        <p:nvSpPr>
          <p:cNvPr id="7" name="object 7"/>
          <p:cNvSpPr txBox="1"/>
          <p:nvPr/>
        </p:nvSpPr>
        <p:spPr>
          <a:xfrm>
            <a:off x="1563049" y="1139443"/>
            <a:ext cx="9860915" cy="5450840"/>
          </a:xfrm>
          <a:prstGeom prst="rect">
            <a:avLst/>
          </a:prstGeom>
        </p:spPr>
        <p:txBody>
          <a:bodyPr vert="horz" wrap="square" lIns="0" tIns="146685" rIns="0" bIns="0" rtlCol="0">
            <a:spAutoFit/>
          </a:bodyPr>
          <a:lstStyle/>
          <a:p>
            <a:pPr marL="12700">
              <a:lnSpc>
                <a:spcPct val="100000"/>
              </a:lnSpc>
              <a:spcBef>
                <a:spcPts val="1155"/>
              </a:spcBef>
            </a:pPr>
            <a:r>
              <a:rPr sz="1800" b="1" u="sng" spc="-10" dirty="0">
                <a:uFill>
                  <a:solidFill>
                    <a:srgbClr val="000000"/>
                  </a:solidFill>
                </a:uFill>
                <a:latin typeface="Corbel"/>
                <a:cs typeface="Corbel"/>
              </a:rPr>
              <a:t>Pressure</a:t>
            </a:r>
            <a:endParaRPr sz="1800" dirty="0">
              <a:latin typeface="Corbel"/>
              <a:cs typeface="Corbel"/>
            </a:endParaRPr>
          </a:p>
          <a:p>
            <a:pPr marL="298450" marR="5080" indent="-285750" algn="just">
              <a:lnSpc>
                <a:spcPct val="99400"/>
              </a:lnSpc>
              <a:spcBef>
                <a:spcPts val="1070"/>
              </a:spcBef>
              <a:buFont typeface="Arial MT"/>
              <a:buChar char="•"/>
              <a:tabLst>
                <a:tab pos="298450" algn="l"/>
              </a:tabLst>
            </a:pPr>
            <a:r>
              <a:rPr sz="1800" dirty="0">
                <a:latin typeface="Corbel"/>
                <a:cs typeface="Corbel"/>
              </a:rPr>
              <a:t>Static</a:t>
            </a:r>
            <a:r>
              <a:rPr sz="1800" spc="80" dirty="0">
                <a:latin typeface="Corbel"/>
                <a:cs typeface="Corbel"/>
              </a:rPr>
              <a:t>  </a:t>
            </a:r>
            <a:r>
              <a:rPr sz="1800" dirty="0">
                <a:latin typeface="Corbel"/>
                <a:cs typeface="Corbel"/>
              </a:rPr>
              <a:t>Pressure</a:t>
            </a:r>
            <a:r>
              <a:rPr sz="1800" spc="85" dirty="0">
                <a:latin typeface="Corbel"/>
                <a:cs typeface="Corbel"/>
              </a:rPr>
              <a:t>  </a:t>
            </a:r>
            <a:r>
              <a:rPr sz="1800" dirty="0">
                <a:latin typeface="Corbel"/>
                <a:cs typeface="Corbel"/>
              </a:rPr>
              <a:t>-</a:t>
            </a:r>
            <a:r>
              <a:rPr sz="1800" spc="80" dirty="0">
                <a:latin typeface="Corbel"/>
                <a:cs typeface="Corbel"/>
              </a:rPr>
              <a:t>  </a:t>
            </a:r>
            <a:r>
              <a:rPr sz="1800" dirty="0">
                <a:latin typeface="Corbel"/>
                <a:cs typeface="Corbel"/>
              </a:rPr>
              <a:t>Air</a:t>
            </a:r>
            <a:r>
              <a:rPr sz="1800" spc="85" dirty="0">
                <a:latin typeface="Corbel"/>
                <a:cs typeface="Corbel"/>
              </a:rPr>
              <a:t>  </a:t>
            </a:r>
            <a:r>
              <a:rPr sz="1800" dirty="0">
                <a:latin typeface="Corbel"/>
                <a:cs typeface="Corbel"/>
              </a:rPr>
              <a:t>has</a:t>
            </a:r>
            <a:r>
              <a:rPr sz="1800" spc="85" dirty="0">
                <a:latin typeface="Corbel"/>
                <a:cs typeface="Corbel"/>
              </a:rPr>
              <a:t>  </a:t>
            </a:r>
            <a:r>
              <a:rPr sz="1800" dirty="0">
                <a:latin typeface="Corbel"/>
                <a:cs typeface="Corbel"/>
              </a:rPr>
              <a:t>substance</a:t>
            </a:r>
            <a:r>
              <a:rPr sz="1800" spc="85" dirty="0">
                <a:latin typeface="Corbel"/>
                <a:cs typeface="Corbel"/>
              </a:rPr>
              <a:t>  </a:t>
            </a:r>
            <a:r>
              <a:rPr sz="1800" dirty="0">
                <a:latin typeface="Corbel"/>
                <a:cs typeface="Corbel"/>
              </a:rPr>
              <a:t>(mass).</a:t>
            </a:r>
            <a:r>
              <a:rPr sz="1800" spc="80" dirty="0">
                <a:latin typeface="Corbel"/>
                <a:cs typeface="Corbel"/>
              </a:rPr>
              <a:t>  </a:t>
            </a:r>
            <a:r>
              <a:rPr sz="1800" dirty="0">
                <a:latin typeface="Corbel"/>
                <a:cs typeface="Corbel"/>
              </a:rPr>
              <a:t>Not</a:t>
            </a:r>
            <a:r>
              <a:rPr sz="1800" spc="85" dirty="0">
                <a:latin typeface="Corbel"/>
                <a:cs typeface="Corbel"/>
              </a:rPr>
              <a:t>  </a:t>
            </a:r>
            <a:r>
              <a:rPr sz="1800" dirty="0">
                <a:latin typeface="Corbel"/>
                <a:cs typeface="Corbel"/>
              </a:rPr>
              <a:t>very</a:t>
            </a:r>
            <a:r>
              <a:rPr sz="1800" spc="85" dirty="0">
                <a:latin typeface="Corbel"/>
                <a:cs typeface="Corbel"/>
              </a:rPr>
              <a:t>  </a:t>
            </a:r>
            <a:r>
              <a:rPr sz="1800" dirty="0">
                <a:latin typeface="Corbel"/>
                <a:cs typeface="Corbel"/>
              </a:rPr>
              <a:t>much</a:t>
            </a:r>
            <a:r>
              <a:rPr sz="1800" spc="85" dirty="0">
                <a:latin typeface="Corbel"/>
                <a:cs typeface="Corbel"/>
              </a:rPr>
              <a:t>  </a:t>
            </a:r>
            <a:r>
              <a:rPr sz="1800" dirty="0">
                <a:latin typeface="Corbel"/>
                <a:cs typeface="Corbel"/>
              </a:rPr>
              <a:t>if</a:t>
            </a:r>
            <a:r>
              <a:rPr sz="1800" spc="85" dirty="0">
                <a:latin typeface="Corbel"/>
                <a:cs typeface="Corbel"/>
              </a:rPr>
              <a:t>  </a:t>
            </a:r>
            <a:r>
              <a:rPr sz="1800" dirty="0">
                <a:latin typeface="Corbel"/>
                <a:cs typeface="Corbel"/>
              </a:rPr>
              <a:t>compared</a:t>
            </a:r>
            <a:r>
              <a:rPr sz="1800" spc="80" dirty="0">
                <a:latin typeface="Corbel"/>
                <a:cs typeface="Corbel"/>
              </a:rPr>
              <a:t>  </a:t>
            </a:r>
            <a:r>
              <a:rPr sz="1800" dirty="0">
                <a:latin typeface="Corbel"/>
                <a:cs typeface="Corbel"/>
              </a:rPr>
              <a:t>to</a:t>
            </a:r>
            <a:r>
              <a:rPr sz="1800" spc="85" dirty="0">
                <a:latin typeface="Corbel"/>
                <a:cs typeface="Corbel"/>
              </a:rPr>
              <a:t>  </a:t>
            </a:r>
            <a:r>
              <a:rPr sz="1800" dirty="0">
                <a:latin typeface="Corbel"/>
                <a:cs typeface="Corbel"/>
              </a:rPr>
              <a:t>other</a:t>
            </a:r>
            <a:r>
              <a:rPr sz="1800" spc="85" dirty="0">
                <a:latin typeface="Corbel"/>
                <a:cs typeface="Corbel"/>
              </a:rPr>
              <a:t>  </a:t>
            </a:r>
            <a:r>
              <a:rPr sz="1800" dirty="0">
                <a:latin typeface="Corbel"/>
                <a:cs typeface="Corbel"/>
              </a:rPr>
              <a:t>matter,</a:t>
            </a:r>
            <a:r>
              <a:rPr sz="1800" spc="85" dirty="0">
                <a:latin typeface="Corbel"/>
                <a:cs typeface="Corbel"/>
              </a:rPr>
              <a:t>  </a:t>
            </a:r>
            <a:r>
              <a:rPr sz="1800" spc="-25" dirty="0">
                <a:latin typeface="Corbel"/>
                <a:cs typeface="Corbel"/>
              </a:rPr>
              <a:t>but </a:t>
            </a:r>
            <a:r>
              <a:rPr sz="1800" dirty="0">
                <a:latin typeface="Corbel"/>
                <a:cs typeface="Corbel"/>
              </a:rPr>
              <a:t>nevertheless</a:t>
            </a:r>
            <a:r>
              <a:rPr sz="1800" spc="155" dirty="0">
                <a:latin typeface="Corbel"/>
                <a:cs typeface="Corbel"/>
              </a:rPr>
              <a:t> </a:t>
            </a:r>
            <a:r>
              <a:rPr sz="1800" dirty="0">
                <a:latin typeface="Corbel"/>
                <a:cs typeface="Corbel"/>
              </a:rPr>
              <a:t>a</a:t>
            </a:r>
            <a:r>
              <a:rPr sz="1800" spc="170" dirty="0">
                <a:latin typeface="Corbel"/>
                <a:cs typeface="Corbel"/>
              </a:rPr>
              <a:t> </a:t>
            </a:r>
            <a:r>
              <a:rPr sz="1800" dirty="0">
                <a:latin typeface="Corbel"/>
                <a:cs typeface="Corbel"/>
              </a:rPr>
              <a:t>significant</a:t>
            </a:r>
            <a:r>
              <a:rPr sz="1800" spc="155" dirty="0">
                <a:latin typeface="Corbel"/>
                <a:cs typeface="Corbel"/>
              </a:rPr>
              <a:t> </a:t>
            </a:r>
            <a:r>
              <a:rPr sz="1800" dirty="0">
                <a:latin typeface="Corbel"/>
                <a:cs typeface="Corbel"/>
              </a:rPr>
              <a:t>amount.</a:t>
            </a:r>
            <a:r>
              <a:rPr sz="1800" spc="160" dirty="0">
                <a:latin typeface="Corbel"/>
                <a:cs typeface="Corbel"/>
              </a:rPr>
              <a:t> </a:t>
            </a:r>
            <a:r>
              <a:rPr sz="1800" dirty="0">
                <a:latin typeface="Corbel"/>
                <a:cs typeface="Corbel"/>
              </a:rPr>
              <a:t>As</a:t>
            </a:r>
            <a:r>
              <a:rPr sz="1800" spc="155" dirty="0">
                <a:latin typeface="Corbel"/>
                <a:cs typeface="Corbel"/>
              </a:rPr>
              <a:t> </a:t>
            </a:r>
            <a:r>
              <a:rPr sz="1800" dirty="0">
                <a:latin typeface="Corbel"/>
                <a:cs typeface="Corbel"/>
              </a:rPr>
              <a:t>a</a:t>
            </a:r>
            <a:r>
              <a:rPr sz="1800" spc="170" dirty="0">
                <a:latin typeface="Corbel"/>
                <a:cs typeface="Corbel"/>
              </a:rPr>
              <a:t> </a:t>
            </a:r>
            <a:r>
              <a:rPr sz="1800" dirty="0">
                <a:latin typeface="Corbel"/>
                <a:cs typeface="Corbel"/>
              </a:rPr>
              <a:t>result</a:t>
            </a:r>
            <a:r>
              <a:rPr sz="1800" spc="155" dirty="0">
                <a:latin typeface="Corbel"/>
                <a:cs typeface="Corbel"/>
              </a:rPr>
              <a:t> </a:t>
            </a:r>
            <a:r>
              <a:rPr sz="1800" dirty="0">
                <a:latin typeface="Corbel"/>
                <a:cs typeface="Corbel"/>
              </a:rPr>
              <a:t>of</a:t>
            </a:r>
            <a:r>
              <a:rPr sz="1800" spc="165" dirty="0">
                <a:latin typeface="Corbel"/>
                <a:cs typeface="Corbel"/>
              </a:rPr>
              <a:t> </a:t>
            </a:r>
            <a:r>
              <a:rPr sz="1800" dirty="0">
                <a:latin typeface="Corbel"/>
                <a:cs typeface="Corbel"/>
              </a:rPr>
              <a:t>the</a:t>
            </a:r>
            <a:r>
              <a:rPr sz="1800" spc="160" dirty="0">
                <a:latin typeface="Corbel"/>
                <a:cs typeface="Corbel"/>
              </a:rPr>
              <a:t> </a:t>
            </a:r>
            <a:r>
              <a:rPr sz="1800" dirty="0">
                <a:latin typeface="Corbel"/>
                <a:cs typeface="Corbel"/>
              </a:rPr>
              <a:t>weight</a:t>
            </a:r>
            <a:r>
              <a:rPr sz="1800" spc="165" dirty="0">
                <a:latin typeface="Corbel"/>
                <a:cs typeface="Corbel"/>
              </a:rPr>
              <a:t> </a:t>
            </a:r>
            <a:r>
              <a:rPr sz="1800" dirty="0">
                <a:latin typeface="Corbel"/>
                <a:cs typeface="Corbel"/>
              </a:rPr>
              <a:t>of</a:t>
            </a:r>
            <a:r>
              <a:rPr sz="1800" spc="165" dirty="0">
                <a:latin typeface="Corbel"/>
                <a:cs typeface="Corbel"/>
              </a:rPr>
              <a:t> </a:t>
            </a:r>
            <a:r>
              <a:rPr sz="1800" dirty="0">
                <a:latin typeface="Corbel"/>
                <a:cs typeface="Corbel"/>
              </a:rPr>
              <a:t>the</a:t>
            </a:r>
            <a:r>
              <a:rPr sz="1800" spc="160" dirty="0">
                <a:latin typeface="Corbel"/>
                <a:cs typeface="Corbel"/>
              </a:rPr>
              <a:t> </a:t>
            </a:r>
            <a:r>
              <a:rPr sz="1800" dirty="0">
                <a:latin typeface="Corbel"/>
                <a:cs typeface="Corbel"/>
              </a:rPr>
              <a:t>mass</a:t>
            </a:r>
            <a:r>
              <a:rPr sz="1800" spc="160" dirty="0">
                <a:latin typeface="Corbel"/>
                <a:cs typeface="Corbel"/>
              </a:rPr>
              <a:t> </a:t>
            </a:r>
            <a:r>
              <a:rPr sz="1800" dirty="0">
                <a:latin typeface="Corbel"/>
                <a:cs typeface="Corbel"/>
              </a:rPr>
              <a:t>of</a:t>
            </a:r>
            <a:r>
              <a:rPr sz="1800" spc="160" dirty="0">
                <a:latin typeface="Corbel"/>
                <a:cs typeface="Corbel"/>
              </a:rPr>
              <a:t> </a:t>
            </a:r>
            <a:r>
              <a:rPr sz="1800" dirty="0">
                <a:latin typeface="Corbel"/>
                <a:cs typeface="Corbel"/>
              </a:rPr>
              <a:t>air,</a:t>
            </a:r>
            <a:r>
              <a:rPr sz="1800" spc="165" dirty="0">
                <a:latin typeface="Corbel"/>
                <a:cs typeface="Corbel"/>
              </a:rPr>
              <a:t> </a:t>
            </a:r>
            <a:r>
              <a:rPr sz="1800" dirty="0">
                <a:latin typeface="Corbel"/>
                <a:cs typeface="Corbel"/>
              </a:rPr>
              <a:t>pressure</a:t>
            </a:r>
            <a:r>
              <a:rPr sz="1800" spc="160" dirty="0">
                <a:latin typeface="Corbel"/>
                <a:cs typeface="Corbel"/>
              </a:rPr>
              <a:t> </a:t>
            </a:r>
            <a:r>
              <a:rPr sz="1800" dirty="0">
                <a:latin typeface="Corbel"/>
                <a:cs typeface="Corbel"/>
              </a:rPr>
              <a:t>acts</a:t>
            </a:r>
            <a:r>
              <a:rPr sz="1800" spc="160" dirty="0">
                <a:latin typeface="Corbel"/>
                <a:cs typeface="Corbel"/>
              </a:rPr>
              <a:t> </a:t>
            </a:r>
            <a:r>
              <a:rPr sz="1800" dirty="0">
                <a:latin typeface="Corbel"/>
                <a:cs typeface="Corbel"/>
              </a:rPr>
              <a:t>on</a:t>
            </a:r>
            <a:r>
              <a:rPr sz="1800" spc="160" dirty="0">
                <a:latin typeface="Corbel"/>
                <a:cs typeface="Corbel"/>
              </a:rPr>
              <a:t> </a:t>
            </a:r>
            <a:r>
              <a:rPr sz="1800" spc="-25" dirty="0">
                <a:latin typeface="Corbel"/>
                <a:cs typeface="Corbel"/>
              </a:rPr>
              <a:t>all </a:t>
            </a:r>
            <a:r>
              <a:rPr sz="1800" dirty="0">
                <a:latin typeface="Corbel"/>
                <a:cs typeface="Corbel"/>
              </a:rPr>
              <a:t>bodies</a:t>
            </a:r>
            <a:r>
              <a:rPr sz="1800" spc="-30" dirty="0">
                <a:latin typeface="Corbel"/>
                <a:cs typeface="Corbel"/>
              </a:rPr>
              <a:t> </a:t>
            </a:r>
            <a:r>
              <a:rPr sz="1800" dirty="0">
                <a:latin typeface="Corbel"/>
                <a:cs typeface="Corbel"/>
              </a:rPr>
              <a:t>in</a:t>
            </a:r>
            <a:r>
              <a:rPr sz="1800" spc="-25" dirty="0">
                <a:latin typeface="Corbel"/>
                <a:cs typeface="Corbel"/>
              </a:rPr>
              <a:t> </a:t>
            </a:r>
            <a:r>
              <a:rPr sz="1800" dirty="0">
                <a:latin typeface="Corbel"/>
                <a:cs typeface="Corbel"/>
              </a:rPr>
              <a:t>the</a:t>
            </a:r>
            <a:r>
              <a:rPr sz="1800" spc="-25" dirty="0">
                <a:latin typeface="Corbel"/>
                <a:cs typeface="Corbel"/>
              </a:rPr>
              <a:t> </a:t>
            </a:r>
            <a:r>
              <a:rPr sz="1800" dirty="0">
                <a:latin typeface="Corbel"/>
                <a:cs typeface="Corbel"/>
              </a:rPr>
              <a:t>atmosphere</a:t>
            </a:r>
            <a:r>
              <a:rPr sz="1800" spc="-25" dirty="0">
                <a:latin typeface="Corbel"/>
                <a:cs typeface="Corbel"/>
              </a:rPr>
              <a:t> </a:t>
            </a:r>
            <a:r>
              <a:rPr sz="1800" dirty="0">
                <a:latin typeface="Corbel"/>
                <a:cs typeface="Corbel"/>
              </a:rPr>
              <a:t>-</a:t>
            </a:r>
            <a:r>
              <a:rPr sz="1800" spc="-30" dirty="0">
                <a:latin typeface="Corbel"/>
                <a:cs typeface="Corbel"/>
              </a:rPr>
              <a:t> </a:t>
            </a:r>
            <a:r>
              <a:rPr sz="1800" dirty="0">
                <a:latin typeface="Corbel"/>
                <a:cs typeface="Corbel"/>
              </a:rPr>
              <a:t>this</a:t>
            </a:r>
            <a:r>
              <a:rPr sz="1800" spc="-30" dirty="0">
                <a:latin typeface="Corbel"/>
                <a:cs typeface="Corbel"/>
              </a:rPr>
              <a:t> </a:t>
            </a:r>
            <a:r>
              <a:rPr sz="1800" dirty="0">
                <a:latin typeface="Corbel"/>
                <a:cs typeface="Corbel"/>
              </a:rPr>
              <a:t>pressure</a:t>
            </a:r>
            <a:r>
              <a:rPr sz="1800" spc="-25" dirty="0">
                <a:latin typeface="Corbel"/>
                <a:cs typeface="Corbel"/>
              </a:rPr>
              <a:t> </a:t>
            </a:r>
            <a:r>
              <a:rPr sz="1800" dirty="0">
                <a:latin typeface="Corbel"/>
                <a:cs typeface="Corbel"/>
              </a:rPr>
              <a:t>is</a:t>
            </a:r>
            <a:r>
              <a:rPr sz="1800" spc="-25" dirty="0">
                <a:latin typeface="Corbel"/>
                <a:cs typeface="Corbel"/>
              </a:rPr>
              <a:t> </a:t>
            </a:r>
            <a:r>
              <a:rPr sz="1800" dirty="0">
                <a:latin typeface="Corbel"/>
                <a:cs typeface="Corbel"/>
              </a:rPr>
              <a:t>called</a:t>
            </a:r>
            <a:r>
              <a:rPr sz="1800" spc="-35" dirty="0">
                <a:latin typeface="Corbel"/>
                <a:cs typeface="Corbel"/>
              </a:rPr>
              <a:t> </a:t>
            </a:r>
            <a:r>
              <a:rPr sz="1800" dirty="0">
                <a:latin typeface="Corbel"/>
                <a:cs typeface="Corbel"/>
              </a:rPr>
              <a:t>static</a:t>
            </a:r>
            <a:r>
              <a:rPr sz="1800" spc="-25" dirty="0">
                <a:latin typeface="Corbel"/>
                <a:cs typeface="Corbel"/>
              </a:rPr>
              <a:t> </a:t>
            </a:r>
            <a:r>
              <a:rPr sz="1800" spc="-10" dirty="0">
                <a:latin typeface="Corbel"/>
                <a:cs typeface="Corbel"/>
              </a:rPr>
              <a:t>pressure.</a:t>
            </a:r>
            <a:endParaRPr sz="1800" dirty="0">
              <a:latin typeface="Corbel"/>
              <a:cs typeface="Corbel"/>
            </a:endParaRPr>
          </a:p>
          <a:p>
            <a:pPr marL="755015" lvl="1" indent="-285115">
              <a:lnSpc>
                <a:spcPct val="100000"/>
              </a:lnSpc>
              <a:spcBef>
                <a:spcPts val="1030"/>
              </a:spcBef>
              <a:buFont typeface="Arial MT"/>
              <a:buChar char="•"/>
              <a:tabLst>
                <a:tab pos="755015" algn="l"/>
              </a:tabLst>
            </a:pPr>
            <a:r>
              <a:rPr sz="1800" dirty="0">
                <a:latin typeface="Corbel"/>
                <a:cs typeface="Corbel"/>
              </a:rPr>
              <a:t>always</a:t>
            </a:r>
            <a:r>
              <a:rPr sz="1800" spc="-30" dirty="0">
                <a:latin typeface="Corbel"/>
                <a:cs typeface="Corbel"/>
              </a:rPr>
              <a:t> </a:t>
            </a:r>
            <a:r>
              <a:rPr sz="1800" dirty="0">
                <a:latin typeface="Corbel"/>
                <a:cs typeface="Corbel"/>
              </a:rPr>
              <a:t>acts</a:t>
            </a:r>
            <a:r>
              <a:rPr sz="1800" spc="-25" dirty="0">
                <a:latin typeface="Corbel"/>
                <a:cs typeface="Corbel"/>
              </a:rPr>
              <a:t> </a:t>
            </a:r>
            <a:r>
              <a:rPr sz="1800" dirty="0">
                <a:latin typeface="Corbel"/>
                <a:cs typeface="Corbel"/>
              </a:rPr>
              <a:t>equally</a:t>
            </a:r>
            <a:r>
              <a:rPr sz="1800" spc="-30" dirty="0">
                <a:latin typeface="Corbel"/>
                <a:cs typeface="Corbel"/>
              </a:rPr>
              <a:t> </a:t>
            </a:r>
            <a:r>
              <a:rPr sz="1800" dirty="0">
                <a:latin typeface="Corbel"/>
                <a:cs typeface="Corbel"/>
              </a:rPr>
              <a:t>in</a:t>
            </a:r>
            <a:r>
              <a:rPr sz="1800" spc="-25" dirty="0">
                <a:latin typeface="Corbel"/>
                <a:cs typeface="Corbel"/>
              </a:rPr>
              <a:t> </a:t>
            </a:r>
            <a:r>
              <a:rPr sz="1800" dirty="0">
                <a:latin typeface="Corbel"/>
                <a:cs typeface="Corbel"/>
              </a:rPr>
              <a:t>all</a:t>
            </a:r>
            <a:r>
              <a:rPr sz="1800" spc="-35" dirty="0">
                <a:latin typeface="Corbel"/>
                <a:cs typeface="Corbel"/>
              </a:rPr>
              <a:t> </a:t>
            </a:r>
            <a:r>
              <a:rPr sz="1800" spc="-10" dirty="0">
                <a:latin typeface="Corbel"/>
                <a:cs typeface="Corbel"/>
              </a:rPr>
              <a:t>directions;</a:t>
            </a:r>
            <a:endParaRPr sz="1800" dirty="0">
              <a:latin typeface="Corbel"/>
              <a:cs typeface="Corbel"/>
            </a:endParaRPr>
          </a:p>
          <a:p>
            <a:pPr marL="755015" lvl="1" indent="-285115">
              <a:lnSpc>
                <a:spcPct val="100000"/>
              </a:lnSpc>
              <a:spcBef>
                <a:spcPts val="1030"/>
              </a:spcBef>
              <a:buFont typeface="Arial MT"/>
              <a:buChar char="•"/>
              <a:tabLst>
                <a:tab pos="755015" algn="l"/>
              </a:tabLst>
            </a:pPr>
            <a:r>
              <a:rPr sz="1800" dirty="0">
                <a:latin typeface="Corbel"/>
                <a:cs typeface="Corbel"/>
              </a:rPr>
              <a:t>an</a:t>
            </a:r>
            <a:r>
              <a:rPr sz="1800" spc="-35" dirty="0">
                <a:latin typeface="Corbel"/>
                <a:cs typeface="Corbel"/>
              </a:rPr>
              <a:t> </a:t>
            </a:r>
            <a:r>
              <a:rPr sz="1800" dirty="0">
                <a:latin typeface="Corbel"/>
                <a:cs typeface="Corbel"/>
              </a:rPr>
              <a:t>aircraft</a:t>
            </a:r>
            <a:r>
              <a:rPr sz="1800" spc="-35" dirty="0">
                <a:latin typeface="Corbel"/>
                <a:cs typeface="Corbel"/>
              </a:rPr>
              <a:t> </a:t>
            </a:r>
            <a:r>
              <a:rPr sz="1800" dirty="0">
                <a:latin typeface="Corbel"/>
                <a:cs typeface="Corbel"/>
              </a:rPr>
              <a:t>always</a:t>
            </a:r>
            <a:r>
              <a:rPr sz="1800" spc="-35" dirty="0">
                <a:latin typeface="Corbel"/>
                <a:cs typeface="Corbel"/>
              </a:rPr>
              <a:t> </a:t>
            </a:r>
            <a:r>
              <a:rPr sz="1800" dirty="0">
                <a:latin typeface="Corbel"/>
                <a:cs typeface="Corbel"/>
              </a:rPr>
              <a:t>has</a:t>
            </a:r>
            <a:r>
              <a:rPr sz="1800" spc="-35" dirty="0">
                <a:latin typeface="Corbel"/>
                <a:cs typeface="Corbel"/>
              </a:rPr>
              <a:t> </a:t>
            </a:r>
            <a:r>
              <a:rPr sz="1800" dirty="0">
                <a:latin typeface="Corbel"/>
                <a:cs typeface="Corbel"/>
              </a:rPr>
              <a:t>static</a:t>
            </a:r>
            <a:r>
              <a:rPr sz="1800" spc="-35" dirty="0">
                <a:latin typeface="Corbel"/>
                <a:cs typeface="Corbel"/>
              </a:rPr>
              <a:t> </a:t>
            </a:r>
            <a:r>
              <a:rPr sz="1800" dirty="0">
                <a:latin typeface="Corbel"/>
                <a:cs typeface="Corbel"/>
              </a:rPr>
              <a:t>pressure</a:t>
            </a:r>
            <a:r>
              <a:rPr sz="1800" spc="-25" dirty="0">
                <a:latin typeface="Corbel"/>
                <a:cs typeface="Corbel"/>
              </a:rPr>
              <a:t> </a:t>
            </a:r>
            <a:r>
              <a:rPr sz="1800" dirty="0">
                <a:latin typeface="Corbel"/>
                <a:cs typeface="Corbel"/>
              </a:rPr>
              <a:t>acting</a:t>
            </a:r>
            <a:r>
              <a:rPr sz="1800" spc="-40" dirty="0">
                <a:latin typeface="Corbel"/>
                <a:cs typeface="Corbel"/>
              </a:rPr>
              <a:t> </a:t>
            </a:r>
            <a:r>
              <a:rPr sz="1800" dirty="0">
                <a:latin typeface="Corbel"/>
                <a:cs typeface="Corbel"/>
              </a:rPr>
              <a:t>on</a:t>
            </a:r>
            <a:r>
              <a:rPr sz="1800" spc="-35" dirty="0">
                <a:latin typeface="Corbel"/>
                <a:cs typeface="Corbel"/>
              </a:rPr>
              <a:t> </a:t>
            </a:r>
            <a:r>
              <a:rPr sz="1800" dirty="0">
                <a:latin typeface="Corbel"/>
                <a:cs typeface="Corbel"/>
              </a:rPr>
              <a:t>all</a:t>
            </a:r>
            <a:r>
              <a:rPr sz="1800" spc="-40" dirty="0">
                <a:latin typeface="Corbel"/>
                <a:cs typeface="Corbel"/>
              </a:rPr>
              <a:t> </a:t>
            </a:r>
            <a:r>
              <a:rPr sz="1800" spc="-10" dirty="0">
                <a:latin typeface="Corbel"/>
                <a:cs typeface="Corbel"/>
              </a:rPr>
              <a:t>surfaces;</a:t>
            </a:r>
            <a:endParaRPr sz="1800" dirty="0">
              <a:latin typeface="Corbel"/>
              <a:cs typeface="Corbel"/>
            </a:endParaRPr>
          </a:p>
          <a:p>
            <a:pPr marL="755015" lvl="1" indent="-285115">
              <a:lnSpc>
                <a:spcPct val="100000"/>
              </a:lnSpc>
              <a:spcBef>
                <a:spcPts val="1060"/>
              </a:spcBef>
              <a:buFont typeface="Arial MT"/>
              <a:buChar char="•"/>
              <a:tabLst>
                <a:tab pos="755015" algn="l"/>
              </a:tabLst>
            </a:pPr>
            <a:r>
              <a:rPr sz="1800" dirty="0">
                <a:latin typeface="Corbel"/>
                <a:cs typeface="Corbel"/>
              </a:rPr>
              <a:t>static</a:t>
            </a:r>
            <a:r>
              <a:rPr sz="1800" spc="-45" dirty="0">
                <a:latin typeface="Corbel"/>
                <a:cs typeface="Corbel"/>
              </a:rPr>
              <a:t> </a:t>
            </a:r>
            <a:r>
              <a:rPr sz="1800" dirty="0">
                <a:latin typeface="Corbel"/>
                <a:cs typeface="Corbel"/>
              </a:rPr>
              <a:t>pressure</a:t>
            </a:r>
            <a:r>
              <a:rPr sz="1800" spc="-35" dirty="0">
                <a:latin typeface="Corbel"/>
                <a:cs typeface="Corbel"/>
              </a:rPr>
              <a:t> </a:t>
            </a:r>
            <a:r>
              <a:rPr sz="1800" dirty="0">
                <a:latin typeface="Corbel"/>
                <a:cs typeface="Corbel"/>
              </a:rPr>
              <a:t>decreases</a:t>
            </a:r>
            <a:r>
              <a:rPr sz="1800" spc="-50" dirty="0">
                <a:latin typeface="Corbel"/>
                <a:cs typeface="Corbel"/>
              </a:rPr>
              <a:t> </a:t>
            </a:r>
            <a:r>
              <a:rPr sz="1800" dirty="0">
                <a:latin typeface="Corbel"/>
                <a:cs typeface="Corbel"/>
              </a:rPr>
              <a:t>with</a:t>
            </a:r>
            <a:r>
              <a:rPr sz="1800" spc="-35" dirty="0">
                <a:latin typeface="Corbel"/>
                <a:cs typeface="Corbel"/>
              </a:rPr>
              <a:t> </a:t>
            </a:r>
            <a:r>
              <a:rPr sz="1800" dirty="0">
                <a:latin typeface="Corbel"/>
                <a:cs typeface="Corbel"/>
              </a:rPr>
              <a:t>increase</a:t>
            </a:r>
            <a:r>
              <a:rPr sz="1800" spc="-40" dirty="0">
                <a:latin typeface="Corbel"/>
                <a:cs typeface="Corbel"/>
              </a:rPr>
              <a:t> </a:t>
            </a:r>
            <a:r>
              <a:rPr sz="1800" dirty="0">
                <a:latin typeface="Corbel"/>
                <a:cs typeface="Corbel"/>
              </a:rPr>
              <a:t>of</a:t>
            </a:r>
            <a:r>
              <a:rPr sz="1800" spc="-40" dirty="0">
                <a:latin typeface="Corbel"/>
                <a:cs typeface="Corbel"/>
              </a:rPr>
              <a:t> </a:t>
            </a:r>
            <a:r>
              <a:rPr sz="1800" spc="-10" dirty="0">
                <a:latin typeface="Corbel"/>
                <a:cs typeface="Corbel"/>
              </a:rPr>
              <a:t>altitude;</a:t>
            </a:r>
            <a:endParaRPr sz="1800" dirty="0">
              <a:latin typeface="Corbel"/>
              <a:cs typeface="Corbel"/>
            </a:endParaRPr>
          </a:p>
          <a:p>
            <a:pPr marL="755015" lvl="1" indent="-285115">
              <a:lnSpc>
                <a:spcPct val="100000"/>
              </a:lnSpc>
              <a:spcBef>
                <a:spcPts val="1030"/>
              </a:spcBef>
              <a:buFont typeface="Arial MT"/>
              <a:buChar char="•"/>
              <a:tabLst>
                <a:tab pos="755015" algn="l"/>
              </a:tabLst>
            </a:pPr>
            <a:r>
              <a:rPr sz="1800" dirty="0">
                <a:latin typeface="Corbel"/>
                <a:cs typeface="Corbel"/>
              </a:rPr>
              <a:t>static</a:t>
            </a:r>
            <a:r>
              <a:rPr sz="1800" spc="-30" dirty="0">
                <a:latin typeface="Corbel"/>
                <a:cs typeface="Corbel"/>
              </a:rPr>
              <a:t> </a:t>
            </a:r>
            <a:r>
              <a:rPr sz="1800" dirty="0">
                <a:latin typeface="Corbel"/>
                <a:cs typeface="Corbel"/>
              </a:rPr>
              <a:t>pressure</a:t>
            </a:r>
            <a:r>
              <a:rPr sz="1800" spc="-20" dirty="0">
                <a:latin typeface="Corbel"/>
                <a:cs typeface="Corbel"/>
              </a:rPr>
              <a:t> </a:t>
            </a:r>
            <a:r>
              <a:rPr sz="1800" dirty="0">
                <a:latin typeface="Corbel"/>
                <a:cs typeface="Corbel"/>
              </a:rPr>
              <a:t>at</a:t>
            </a:r>
            <a:r>
              <a:rPr sz="1800" spc="-25" dirty="0">
                <a:latin typeface="Corbel"/>
                <a:cs typeface="Corbel"/>
              </a:rPr>
              <a:t> </a:t>
            </a:r>
            <a:r>
              <a:rPr sz="1800" dirty="0">
                <a:latin typeface="Corbel"/>
                <a:cs typeface="Corbel"/>
              </a:rPr>
              <a:t>a</a:t>
            </a:r>
            <a:r>
              <a:rPr sz="1800" spc="-20" dirty="0">
                <a:latin typeface="Corbel"/>
                <a:cs typeface="Corbel"/>
              </a:rPr>
              <a:t> </a:t>
            </a:r>
            <a:r>
              <a:rPr sz="1800" dirty="0">
                <a:latin typeface="Corbel"/>
                <a:cs typeface="Corbel"/>
              </a:rPr>
              <a:t>given</a:t>
            </a:r>
            <a:r>
              <a:rPr sz="1800" spc="-25" dirty="0">
                <a:latin typeface="Corbel"/>
                <a:cs typeface="Corbel"/>
              </a:rPr>
              <a:t> </a:t>
            </a:r>
            <a:r>
              <a:rPr sz="1800" dirty="0">
                <a:latin typeface="Corbel"/>
                <a:cs typeface="Corbel"/>
              </a:rPr>
              <a:t>altitude</a:t>
            </a:r>
            <a:r>
              <a:rPr sz="1800" spc="-20" dirty="0">
                <a:latin typeface="Corbel"/>
                <a:cs typeface="Corbel"/>
              </a:rPr>
              <a:t> </a:t>
            </a:r>
            <a:r>
              <a:rPr sz="1800" dirty="0">
                <a:latin typeface="Corbel"/>
                <a:cs typeface="Corbel"/>
              </a:rPr>
              <a:t>will</a:t>
            </a:r>
            <a:r>
              <a:rPr sz="1800" spc="-30" dirty="0">
                <a:latin typeface="Corbel"/>
                <a:cs typeface="Corbel"/>
              </a:rPr>
              <a:t> </a:t>
            </a:r>
            <a:r>
              <a:rPr sz="1800" dirty="0">
                <a:latin typeface="Corbel"/>
                <a:cs typeface="Corbel"/>
              </a:rPr>
              <a:t>vary</a:t>
            </a:r>
            <a:r>
              <a:rPr sz="1800" spc="-25" dirty="0">
                <a:latin typeface="Corbel"/>
                <a:cs typeface="Corbel"/>
              </a:rPr>
              <a:t> </a:t>
            </a:r>
            <a:r>
              <a:rPr sz="1800" dirty="0">
                <a:latin typeface="Corbel"/>
                <a:cs typeface="Corbel"/>
              </a:rPr>
              <a:t>from</a:t>
            </a:r>
            <a:r>
              <a:rPr sz="1800" spc="-35" dirty="0">
                <a:latin typeface="Corbel"/>
                <a:cs typeface="Corbel"/>
              </a:rPr>
              <a:t> </a:t>
            </a:r>
            <a:r>
              <a:rPr sz="1800" dirty="0">
                <a:latin typeface="Corbel"/>
                <a:cs typeface="Corbel"/>
              </a:rPr>
              <a:t>day</a:t>
            </a:r>
            <a:r>
              <a:rPr sz="1800" spc="-25" dirty="0">
                <a:latin typeface="Corbel"/>
                <a:cs typeface="Corbel"/>
              </a:rPr>
              <a:t> </a:t>
            </a:r>
            <a:r>
              <a:rPr sz="1800" dirty="0">
                <a:latin typeface="Corbel"/>
                <a:cs typeface="Corbel"/>
              </a:rPr>
              <a:t>to</a:t>
            </a:r>
            <a:r>
              <a:rPr sz="1800" spc="-20" dirty="0">
                <a:latin typeface="Corbel"/>
                <a:cs typeface="Corbel"/>
              </a:rPr>
              <a:t> day.</a:t>
            </a:r>
            <a:endParaRPr sz="1800" dirty="0">
              <a:latin typeface="Corbel"/>
              <a:cs typeface="Corbel"/>
            </a:endParaRPr>
          </a:p>
          <a:p>
            <a:pPr marL="298450" marR="5715" indent="-285750" algn="just">
              <a:lnSpc>
                <a:spcPct val="100000"/>
              </a:lnSpc>
              <a:spcBef>
                <a:spcPts val="1030"/>
              </a:spcBef>
              <a:buFont typeface="Arial MT"/>
              <a:buChar char="•"/>
              <a:tabLst>
                <a:tab pos="298450" algn="l"/>
              </a:tabLst>
            </a:pPr>
            <a:r>
              <a:rPr sz="1800" dirty="0">
                <a:latin typeface="Corbel"/>
                <a:cs typeface="Corbel"/>
              </a:rPr>
              <a:t>Dynamic</a:t>
            </a:r>
            <a:r>
              <a:rPr sz="1800" spc="-35" dirty="0">
                <a:latin typeface="Corbel"/>
                <a:cs typeface="Corbel"/>
              </a:rPr>
              <a:t> </a:t>
            </a:r>
            <a:r>
              <a:rPr sz="1800" dirty="0">
                <a:latin typeface="Corbel"/>
                <a:cs typeface="Corbel"/>
              </a:rPr>
              <a:t>Pressure</a:t>
            </a:r>
            <a:r>
              <a:rPr sz="1800" spc="-25" dirty="0">
                <a:latin typeface="Corbel"/>
                <a:cs typeface="Corbel"/>
              </a:rPr>
              <a:t> </a:t>
            </a:r>
            <a:r>
              <a:rPr sz="1800" dirty="0">
                <a:latin typeface="Corbel"/>
                <a:cs typeface="Corbel"/>
              </a:rPr>
              <a:t>-</a:t>
            </a:r>
            <a:r>
              <a:rPr sz="1800" spc="-25" dirty="0">
                <a:latin typeface="Corbel"/>
                <a:cs typeface="Corbel"/>
              </a:rPr>
              <a:t> </a:t>
            </a:r>
            <a:r>
              <a:rPr sz="1800" dirty="0">
                <a:latin typeface="Corbel"/>
                <a:cs typeface="Corbel"/>
              </a:rPr>
              <a:t>Because</a:t>
            </a:r>
            <a:r>
              <a:rPr sz="1800" spc="-30" dirty="0">
                <a:latin typeface="Corbel"/>
                <a:cs typeface="Corbel"/>
              </a:rPr>
              <a:t> </a:t>
            </a:r>
            <a:r>
              <a:rPr sz="1800" dirty="0">
                <a:latin typeface="Corbel"/>
                <a:cs typeface="Corbel"/>
              </a:rPr>
              <a:t>air</a:t>
            </a:r>
            <a:r>
              <a:rPr sz="1800" spc="-25" dirty="0">
                <a:latin typeface="Corbel"/>
                <a:cs typeface="Corbel"/>
              </a:rPr>
              <a:t> </a:t>
            </a:r>
            <a:r>
              <a:rPr sz="1800" dirty="0">
                <a:latin typeface="Corbel"/>
                <a:cs typeface="Corbel"/>
              </a:rPr>
              <a:t>has</a:t>
            </a:r>
            <a:r>
              <a:rPr sz="1800" spc="-30" dirty="0">
                <a:latin typeface="Corbel"/>
                <a:cs typeface="Corbel"/>
              </a:rPr>
              <a:t> </a:t>
            </a:r>
            <a:r>
              <a:rPr sz="1800" dirty="0">
                <a:latin typeface="Corbel"/>
                <a:cs typeface="Corbel"/>
              </a:rPr>
              <a:t>mass,</a:t>
            </a:r>
            <a:r>
              <a:rPr sz="1800" spc="-25" dirty="0">
                <a:latin typeface="Corbel"/>
                <a:cs typeface="Corbel"/>
              </a:rPr>
              <a:t> </a:t>
            </a:r>
            <a:r>
              <a:rPr sz="1800" dirty="0">
                <a:latin typeface="Corbel"/>
                <a:cs typeface="Corbel"/>
              </a:rPr>
              <a:t>air</a:t>
            </a:r>
            <a:r>
              <a:rPr sz="1800" spc="-30" dirty="0">
                <a:latin typeface="Corbel"/>
                <a:cs typeface="Corbel"/>
              </a:rPr>
              <a:t> </a:t>
            </a:r>
            <a:r>
              <a:rPr sz="1800" dirty="0">
                <a:latin typeface="Corbel"/>
                <a:cs typeface="Corbel"/>
              </a:rPr>
              <a:t>in</a:t>
            </a:r>
            <a:r>
              <a:rPr sz="1800" spc="-25" dirty="0">
                <a:latin typeface="Corbel"/>
                <a:cs typeface="Corbel"/>
              </a:rPr>
              <a:t> </a:t>
            </a:r>
            <a:r>
              <a:rPr sz="1800" dirty="0">
                <a:latin typeface="Corbel"/>
                <a:cs typeface="Corbel"/>
              </a:rPr>
              <a:t>motion</a:t>
            </a:r>
            <a:r>
              <a:rPr sz="1800" spc="-25" dirty="0">
                <a:latin typeface="Corbel"/>
                <a:cs typeface="Corbel"/>
              </a:rPr>
              <a:t> </a:t>
            </a:r>
            <a:r>
              <a:rPr sz="1800" dirty="0">
                <a:latin typeface="Corbel"/>
                <a:cs typeface="Corbel"/>
              </a:rPr>
              <a:t>possesses</a:t>
            </a:r>
            <a:r>
              <a:rPr sz="1800" spc="-30" dirty="0">
                <a:latin typeface="Corbel"/>
                <a:cs typeface="Corbel"/>
              </a:rPr>
              <a:t> </a:t>
            </a:r>
            <a:r>
              <a:rPr sz="1800" dirty="0">
                <a:latin typeface="Corbel"/>
                <a:cs typeface="Corbel"/>
              </a:rPr>
              <a:t>kinetic</a:t>
            </a:r>
            <a:r>
              <a:rPr sz="1800" spc="-25" dirty="0">
                <a:latin typeface="Corbel"/>
                <a:cs typeface="Corbel"/>
              </a:rPr>
              <a:t> </a:t>
            </a:r>
            <a:r>
              <a:rPr sz="1800" spc="-10" dirty="0">
                <a:latin typeface="Corbel"/>
                <a:cs typeface="Corbel"/>
              </a:rPr>
              <a:t>energy,</a:t>
            </a:r>
            <a:r>
              <a:rPr sz="1800" spc="-25" dirty="0">
                <a:latin typeface="Corbel"/>
                <a:cs typeface="Corbel"/>
              </a:rPr>
              <a:t> </a:t>
            </a:r>
            <a:r>
              <a:rPr sz="1800" dirty="0">
                <a:latin typeface="Corbel"/>
                <a:cs typeface="Corbel"/>
              </a:rPr>
              <a:t>and</a:t>
            </a:r>
            <a:r>
              <a:rPr sz="1800" spc="-25" dirty="0">
                <a:latin typeface="Corbel"/>
                <a:cs typeface="Corbel"/>
              </a:rPr>
              <a:t> </a:t>
            </a:r>
            <a:r>
              <a:rPr sz="1800" dirty="0">
                <a:latin typeface="Corbel"/>
                <a:cs typeface="Corbel"/>
              </a:rPr>
              <a:t>will</a:t>
            </a:r>
            <a:r>
              <a:rPr sz="1800" spc="-35" dirty="0">
                <a:latin typeface="Corbel"/>
                <a:cs typeface="Corbel"/>
              </a:rPr>
              <a:t> </a:t>
            </a:r>
            <a:r>
              <a:rPr sz="1800" dirty="0">
                <a:latin typeface="Corbel"/>
                <a:cs typeface="Corbel"/>
              </a:rPr>
              <a:t>exert</a:t>
            </a:r>
            <a:r>
              <a:rPr sz="1800" spc="-20" dirty="0">
                <a:latin typeface="Corbel"/>
                <a:cs typeface="Corbel"/>
              </a:rPr>
              <a:t> </a:t>
            </a:r>
            <a:r>
              <a:rPr sz="1800" dirty="0">
                <a:latin typeface="Corbel"/>
                <a:cs typeface="Corbel"/>
              </a:rPr>
              <a:t>a</a:t>
            </a:r>
            <a:r>
              <a:rPr sz="1800" spc="-25" dirty="0">
                <a:latin typeface="Corbel"/>
                <a:cs typeface="Corbel"/>
              </a:rPr>
              <a:t> </a:t>
            </a:r>
            <a:r>
              <a:rPr sz="1800" spc="-10" dirty="0">
                <a:latin typeface="Corbel"/>
                <a:cs typeface="Corbel"/>
              </a:rPr>
              <a:t>force </a:t>
            </a:r>
            <a:r>
              <a:rPr sz="1800" dirty="0">
                <a:latin typeface="Corbel"/>
                <a:cs typeface="Corbel"/>
              </a:rPr>
              <a:t>on</a:t>
            </a:r>
            <a:r>
              <a:rPr sz="1800" spc="185" dirty="0">
                <a:latin typeface="Corbel"/>
                <a:cs typeface="Corbel"/>
              </a:rPr>
              <a:t> </a:t>
            </a:r>
            <a:r>
              <a:rPr sz="1800" dirty="0">
                <a:latin typeface="Corbel"/>
                <a:cs typeface="Corbel"/>
              </a:rPr>
              <a:t>any</a:t>
            </a:r>
            <a:r>
              <a:rPr sz="1800" spc="185" dirty="0">
                <a:latin typeface="Corbel"/>
                <a:cs typeface="Corbel"/>
              </a:rPr>
              <a:t> </a:t>
            </a:r>
            <a:r>
              <a:rPr sz="1800" dirty="0">
                <a:latin typeface="Corbel"/>
                <a:cs typeface="Corbel"/>
              </a:rPr>
              <a:t>object</a:t>
            </a:r>
            <a:r>
              <a:rPr sz="1800" spc="190" dirty="0">
                <a:latin typeface="Corbel"/>
                <a:cs typeface="Corbel"/>
              </a:rPr>
              <a:t> </a:t>
            </a:r>
            <a:r>
              <a:rPr sz="1800" dirty="0">
                <a:latin typeface="Corbel"/>
                <a:cs typeface="Corbel"/>
              </a:rPr>
              <a:t>in</a:t>
            </a:r>
            <a:r>
              <a:rPr sz="1800" spc="185" dirty="0">
                <a:latin typeface="Corbel"/>
                <a:cs typeface="Corbel"/>
              </a:rPr>
              <a:t> </a:t>
            </a:r>
            <a:r>
              <a:rPr sz="1800" dirty="0">
                <a:latin typeface="Corbel"/>
                <a:cs typeface="Corbel"/>
              </a:rPr>
              <a:t>the</a:t>
            </a:r>
            <a:r>
              <a:rPr sz="1800" spc="190" dirty="0">
                <a:latin typeface="Corbel"/>
                <a:cs typeface="Corbel"/>
              </a:rPr>
              <a:t> </a:t>
            </a:r>
            <a:r>
              <a:rPr sz="1800" dirty="0">
                <a:latin typeface="Corbel"/>
                <a:cs typeface="Corbel"/>
              </a:rPr>
              <a:t>path</a:t>
            </a:r>
            <a:r>
              <a:rPr sz="1800" spc="190" dirty="0">
                <a:latin typeface="Corbel"/>
                <a:cs typeface="Corbel"/>
              </a:rPr>
              <a:t> </a:t>
            </a:r>
            <a:r>
              <a:rPr sz="1800" dirty="0">
                <a:latin typeface="Corbel"/>
                <a:cs typeface="Corbel"/>
              </a:rPr>
              <a:t>of</a:t>
            </a:r>
            <a:r>
              <a:rPr sz="1800" spc="190" dirty="0">
                <a:latin typeface="Corbel"/>
                <a:cs typeface="Corbel"/>
              </a:rPr>
              <a:t> </a:t>
            </a:r>
            <a:r>
              <a:rPr sz="1800" dirty="0">
                <a:latin typeface="Corbel"/>
                <a:cs typeface="Corbel"/>
              </a:rPr>
              <a:t>the</a:t>
            </a:r>
            <a:r>
              <a:rPr sz="1800" spc="190" dirty="0">
                <a:latin typeface="Corbel"/>
                <a:cs typeface="Corbel"/>
              </a:rPr>
              <a:t> </a:t>
            </a:r>
            <a:r>
              <a:rPr sz="1800" dirty="0">
                <a:latin typeface="Corbel"/>
                <a:cs typeface="Corbel"/>
              </a:rPr>
              <a:t>moving</a:t>
            </a:r>
            <a:r>
              <a:rPr sz="1800" spc="185" dirty="0">
                <a:latin typeface="Corbel"/>
                <a:cs typeface="Corbel"/>
              </a:rPr>
              <a:t> </a:t>
            </a:r>
            <a:r>
              <a:rPr sz="1800" dirty="0">
                <a:latin typeface="Corbel"/>
                <a:cs typeface="Corbel"/>
              </a:rPr>
              <a:t>air</a:t>
            </a:r>
            <a:r>
              <a:rPr sz="1800" spc="185" dirty="0">
                <a:latin typeface="Corbel"/>
                <a:cs typeface="Corbel"/>
              </a:rPr>
              <a:t> </a:t>
            </a:r>
            <a:r>
              <a:rPr sz="1800" dirty="0">
                <a:latin typeface="Corbel"/>
                <a:cs typeface="Corbel"/>
              </a:rPr>
              <a:t>particles.</a:t>
            </a:r>
            <a:r>
              <a:rPr sz="1800" spc="185" dirty="0">
                <a:latin typeface="Corbel"/>
                <a:cs typeface="Corbel"/>
              </a:rPr>
              <a:t> </a:t>
            </a:r>
            <a:r>
              <a:rPr sz="1800" dirty="0">
                <a:latin typeface="Corbel"/>
                <a:cs typeface="Corbel"/>
              </a:rPr>
              <a:t>Conversely,</a:t>
            </a:r>
            <a:r>
              <a:rPr sz="1800" spc="185" dirty="0">
                <a:latin typeface="Corbel"/>
                <a:cs typeface="Corbel"/>
              </a:rPr>
              <a:t> </a:t>
            </a:r>
            <a:r>
              <a:rPr sz="1800" dirty="0">
                <a:latin typeface="Corbel"/>
                <a:cs typeface="Corbel"/>
              </a:rPr>
              <a:t>an</a:t>
            </a:r>
            <a:r>
              <a:rPr sz="1800" spc="190" dirty="0">
                <a:latin typeface="Corbel"/>
                <a:cs typeface="Corbel"/>
              </a:rPr>
              <a:t> </a:t>
            </a:r>
            <a:r>
              <a:rPr sz="1800" dirty="0">
                <a:latin typeface="Corbel"/>
                <a:cs typeface="Corbel"/>
              </a:rPr>
              <a:t>object</a:t>
            </a:r>
            <a:r>
              <a:rPr sz="1800" spc="190" dirty="0">
                <a:latin typeface="Corbel"/>
                <a:cs typeface="Corbel"/>
              </a:rPr>
              <a:t> </a:t>
            </a:r>
            <a:r>
              <a:rPr sz="1800" dirty="0">
                <a:latin typeface="Corbel"/>
                <a:cs typeface="Corbel"/>
              </a:rPr>
              <a:t>(such</a:t>
            </a:r>
            <a:r>
              <a:rPr sz="1800" spc="190" dirty="0">
                <a:latin typeface="Corbel"/>
                <a:cs typeface="Corbel"/>
              </a:rPr>
              <a:t> </a:t>
            </a:r>
            <a:r>
              <a:rPr sz="1800" dirty="0">
                <a:latin typeface="Corbel"/>
                <a:cs typeface="Corbel"/>
              </a:rPr>
              <a:t>as</a:t>
            </a:r>
            <a:r>
              <a:rPr sz="1800" spc="185" dirty="0">
                <a:latin typeface="Corbel"/>
                <a:cs typeface="Corbel"/>
              </a:rPr>
              <a:t> </a:t>
            </a:r>
            <a:r>
              <a:rPr sz="1800" dirty="0">
                <a:latin typeface="Corbel"/>
                <a:cs typeface="Corbel"/>
              </a:rPr>
              <a:t>an</a:t>
            </a:r>
            <a:r>
              <a:rPr sz="1800" spc="190" dirty="0">
                <a:latin typeface="Corbel"/>
                <a:cs typeface="Corbel"/>
              </a:rPr>
              <a:t> </a:t>
            </a:r>
            <a:r>
              <a:rPr sz="1800" dirty="0">
                <a:latin typeface="Corbel"/>
                <a:cs typeface="Corbel"/>
              </a:rPr>
              <a:t>aircraft)</a:t>
            </a:r>
            <a:r>
              <a:rPr sz="1800" spc="185" dirty="0">
                <a:latin typeface="Corbel"/>
                <a:cs typeface="Corbel"/>
              </a:rPr>
              <a:t> </a:t>
            </a:r>
            <a:r>
              <a:rPr sz="1800" spc="-25" dirty="0">
                <a:latin typeface="Corbel"/>
                <a:cs typeface="Corbel"/>
              </a:rPr>
              <a:t>in </a:t>
            </a:r>
            <a:r>
              <a:rPr sz="1800" dirty="0">
                <a:latin typeface="Corbel"/>
                <a:cs typeface="Corbel"/>
              </a:rPr>
              <a:t>motion</a:t>
            </a:r>
            <a:r>
              <a:rPr sz="1800" spc="-40" dirty="0">
                <a:latin typeface="Corbel"/>
                <a:cs typeface="Corbel"/>
              </a:rPr>
              <a:t> </a:t>
            </a:r>
            <a:r>
              <a:rPr sz="1800" dirty="0">
                <a:latin typeface="Corbel"/>
                <a:cs typeface="Corbel"/>
              </a:rPr>
              <a:t>through</a:t>
            </a:r>
            <a:r>
              <a:rPr sz="1800" spc="-20" dirty="0">
                <a:latin typeface="Corbel"/>
                <a:cs typeface="Corbel"/>
              </a:rPr>
              <a:t> </a:t>
            </a:r>
            <a:r>
              <a:rPr sz="1800" dirty="0">
                <a:latin typeface="Corbel"/>
                <a:cs typeface="Corbel"/>
              </a:rPr>
              <a:t>the</a:t>
            </a:r>
            <a:r>
              <a:rPr sz="1800" spc="-15" dirty="0">
                <a:latin typeface="Corbel"/>
                <a:cs typeface="Corbel"/>
              </a:rPr>
              <a:t> </a:t>
            </a:r>
            <a:r>
              <a:rPr sz="1800" dirty="0">
                <a:latin typeface="Corbel"/>
                <a:cs typeface="Corbel"/>
              </a:rPr>
              <a:t>air</a:t>
            </a:r>
            <a:r>
              <a:rPr sz="1800" spc="-30" dirty="0">
                <a:latin typeface="Corbel"/>
                <a:cs typeface="Corbel"/>
              </a:rPr>
              <a:t> </a:t>
            </a:r>
            <a:r>
              <a:rPr sz="1800" dirty="0">
                <a:latin typeface="Corbel"/>
                <a:cs typeface="Corbel"/>
              </a:rPr>
              <a:t>will</a:t>
            </a:r>
            <a:r>
              <a:rPr sz="1800" spc="-25" dirty="0">
                <a:latin typeface="Corbel"/>
                <a:cs typeface="Corbel"/>
              </a:rPr>
              <a:t> </a:t>
            </a:r>
            <a:r>
              <a:rPr sz="1800" dirty="0">
                <a:latin typeface="Corbel"/>
                <a:cs typeface="Corbel"/>
              </a:rPr>
              <a:t>have</a:t>
            </a:r>
            <a:r>
              <a:rPr sz="1800" spc="-15" dirty="0">
                <a:latin typeface="Corbel"/>
                <a:cs typeface="Corbel"/>
              </a:rPr>
              <a:t> </a:t>
            </a:r>
            <a:r>
              <a:rPr sz="1800" dirty="0">
                <a:latin typeface="Corbel"/>
                <a:cs typeface="Corbel"/>
              </a:rPr>
              <a:t>a</a:t>
            </a:r>
            <a:r>
              <a:rPr sz="1800" spc="-20" dirty="0">
                <a:latin typeface="Corbel"/>
                <a:cs typeface="Corbel"/>
              </a:rPr>
              <a:t> </a:t>
            </a:r>
            <a:r>
              <a:rPr sz="1800" dirty="0">
                <a:latin typeface="Corbel"/>
                <a:cs typeface="Corbel"/>
              </a:rPr>
              <a:t>force</a:t>
            </a:r>
            <a:r>
              <a:rPr sz="1800" spc="-15" dirty="0">
                <a:latin typeface="Corbel"/>
                <a:cs typeface="Corbel"/>
              </a:rPr>
              <a:t> </a:t>
            </a:r>
            <a:r>
              <a:rPr sz="1800" dirty="0">
                <a:latin typeface="Corbel"/>
                <a:cs typeface="Corbel"/>
              </a:rPr>
              <a:t>exerted</a:t>
            </a:r>
            <a:r>
              <a:rPr sz="1800" spc="-20" dirty="0">
                <a:latin typeface="Corbel"/>
                <a:cs typeface="Corbel"/>
              </a:rPr>
              <a:t> </a:t>
            </a:r>
            <a:r>
              <a:rPr sz="1800" dirty="0">
                <a:latin typeface="Corbel"/>
                <a:cs typeface="Corbel"/>
              </a:rPr>
              <a:t>on</a:t>
            </a:r>
            <a:r>
              <a:rPr sz="1800" spc="-25" dirty="0">
                <a:latin typeface="Corbel"/>
                <a:cs typeface="Corbel"/>
              </a:rPr>
              <a:t> </a:t>
            </a:r>
            <a:r>
              <a:rPr sz="1800" dirty="0">
                <a:latin typeface="Corbel"/>
                <a:cs typeface="Corbel"/>
              </a:rPr>
              <a:t>it</a:t>
            </a:r>
            <a:r>
              <a:rPr sz="1800" spc="-20" dirty="0">
                <a:latin typeface="Corbel"/>
                <a:cs typeface="Corbel"/>
              </a:rPr>
              <a:t> </a:t>
            </a:r>
            <a:r>
              <a:rPr sz="1800" dirty="0">
                <a:latin typeface="Corbel"/>
                <a:cs typeface="Corbel"/>
              </a:rPr>
              <a:t>by</a:t>
            </a:r>
            <a:r>
              <a:rPr sz="1800" spc="-20" dirty="0">
                <a:latin typeface="Corbel"/>
                <a:cs typeface="Corbel"/>
              </a:rPr>
              <a:t> </a:t>
            </a:r>
            <a:r>
              <a:rPr sz="1800" dirty="0">
                <a:latin typeface="Corbel"/>
                <a:cs typeface="Corbel"/>
              </a:rPr>
              <a:t>the</a:t>
            </a:r>
            <a:r>
              <a:rPr sz="1800" spc="-20" dirty="0">
                <a:latin typeface="Corbel"/>
                <a:cs typeface="Corbel"/>
              </a:rPr>
              <a:t> </a:t>
            </a:r>
            <a:r>
              <a:rPr sz="1800" spc="-35" dirty="0">
                <a:latin typeface="Corbel"/>
                <a:cs typeface="Corbel"/>
              </a:rPr>
              <a:t>air.</a:t>
            </a:r>
            <a:r>
              <a:rPr sz="1800" spc="-125" dirty="0">
                <a:latin typeface="Corbel"/>
                <a:cs typeface="Corbel"/>
              </a:rPr>
              <a:t> </a:t>
            </a:r>
            <a:r>
              <a:rPr sz="1800" dirty="0">
                <a:latin typeface="Corbel"/>
                <a:cs typeface="Corbel"/>
              </a:rPr>
              <a:t>This</a:t>
            </a:r>
            <a:r>
              <a:rPr sz="1800" spc="-25" dirty="0">
                <a:latin typeface="Corbel"/>
                <a:cs typeface="Corbel"/>
              </a:rPr>
              <a:t> </a:t>
            </a:r>
            <a:r>
              <a:rPr sz="1800" dirty="0">
                <a:latin typeface="Corbel"/>
                <a:cs typeface="Corbel"/>
              </a:rPr>
              <a:t>force</a:t>
            </a:r>
            <a:r>
              <a:rPr sz="1800" spc="-15" dirty="0">
                <a:latin typeface="Corbel"/>
                <a:cs typeface="Corbel"/>
              </a:rPr>
              <a:t> </a:t>
            </a:r>
            <a:r>
              <a:rPr sz="1800" dirty="0">
                <a:latin typeface="Corbel"/>
                <a:cs typeface="Corbel"/>
              </a:rPr>
              <a:t>is</a:t>
            </a:r>
            <a:r>
              <a:rPr sz="1800" spc="-25" dirty="0">
                <a:latin typeface="Corbel"/>
                <a:cs typeface="Corbel"/>
              </a:rPr>
              <a:t> </a:t>
            </a:r>
            <a:r>
              <a:rPr sz="1800" dirty="0">
                <a:latin typeface="Corbel"/>
                <a:cs typeface="Corbel"/>
              </a:rPr>
              <a:t>called</a:t>
            </a:r>
            <a:r>
              <a:rPr sz="1800" spc="-25" dirty="0">
                <a:latin typeface="Corbel"/>
                <a:cs typeface="Corbel"/>
              </a:rPr>
              <a:t> </a:t>
            </a:r>
            <a:r>
              <a:rPr sz="1800" dirty="0">
                <a:latin typeface="Corbel"/>
                <a:cs typeface="Corbel"/>
              </a:rPr>
              <a:t>dynamic</a:t>
            </a:r>
            <a:r>
              <a:rPr sz="1800" spc="-20" dirty="0">
                <a:latin typeface="Corbel"/>
                <a:cs typeface="Corbel"/>
              </a:rPr>
              <a:t> </a:t>
            </a:r>
            <a:r>
              <a:rPr sz="1800" spc="-10" dirty="0">
                <a:latin typeface="Corbel"/>
                <a:cs typeface="Corbel"/>
              </a:rPr>
              <a:t>pressure.</a:t>
            </a:r>
            <a:endParaRPr sz="1800" dirty="0">
              <a:latin typeface="Corbel"/>
              <a:cs typeface="Corbel"/>
            </a:endParaRPr>
          </a:p>
          <a:p>
            <a:pPr marL="755015" lvl="1" indent="-285115" algn="just">
              <a:lnSpc>
                <a:spcPct val="100000"/>
              </a:lnSpc>
              <a:spcBef>
                <a:spcPts val="1035"/>
              </a:spcBef>
              <a:buFont typeface="Arial MT"/>
              <a:buChar char="•"/>
              <a:tabLst>
                <a:tab pos="755015" algn="l"/>
              </a:tabLst>
            </a:pPr>
            <a:r>
              <a:rPr sz="1800" dirty="0">
                <a:latin typeface="Corbel"/>
                <a:cs typeface="Corbel"/>
              </a:rPr>
              <a:t>acts</a:t>
            </a:r>
            <a:r>
              <a:rPr sz="1800" spc="-30" dirty="0">
                <a:latin typeface="Corbel"/>
                <a:cs typeface="Corbel"/>
              </a:rPr>
              <a:t> </a:t>
            </a:r>
            <a:r>
              <a:rPr sz="1800" dirty="0">
                <a:latin typeface="Corbel"/>
                <a:cs typeface="Corbel"/>
              </a:rPr>
              <a:t>only</a:t>
            </a:r>
            <a:r>
              <a:rPr sz="1800" spc="-25" dirty="0">
                <a:latin typeface="Corbel"/>
                <a:cs typeface="Corbel"/>
              </a:rPr>
              <a:t> </a:t>
            </a:r>
            <a:r>
              <a:rPr sz="1800" dirty="0">
                <a:latin typeface="Corbel"/>
                <a:cs typeface="Corbel"/>
              </a:rPr>
              <a:t>in</a:t>
            </a:r>
            <a:r>
              <a:rPr sz="1800" spc="-30" dirty="0">
                <a:latin typeface="Corbel"/>
                <a:cs typeface="Corbel"/>
              </a:rPr>
              <a:t> </a:t>
            </a:r>
            <a:r>
              <a:rPr sz="1800" dirty="0">
                <a:latin typeface="Corbel"/>
                <a:cs typeface="Corbel"/>
              </a:rPr>
              <a:t>the</a:t>
            </a:r>
            <a:r>
              <a:rPr sz="1800" spc="-20" dirty="0">
                <a:latin typeface="Corbel"/>
                <a:cs typeface="Corbel"/>
              </a:rPr>
              <a:t> </a:t>
            </a:r>
            <a:r>
              <a:rPr sz="1800" dirty="0">
                <a:latin typeface="Corbel"/>
                <a:cs typeface="Corbel"/>
              </a:rPr>
              <a:t>direction</a:t>
            </a:r>
            <a:r>
              <a:rPr sz="1800" spc="-35" dirty="0">
                <a:latin typeface="Corbel"/>
                <a:cs typeface="Corbel"/>
              </a:rPr>
              <a:t> </a:t>
            </a:r>
            <a:r>
              <a:rPr sz="1800" dirty="0">
                <a:latin typeface="Corbel"/>
                <a:cs typeface="Corbel"/>
              </a:rPr>
              <a:t>of</a:t>
            </a:r>
            <a:r>
              <a:rPr sz="1800" spc="-25" dirty="0">
                <a:latin typeface="Corbel"/>
                <a:cs typeface="Corbel"/>
              </a:rPr>
              <a:t> </a:t>
            </a:r>
            <a:r>
              <a:rPr sz="1800" spc="-10" dirty="0">
                <a:latin typeface="Corbel"/>
                <a:cs typeface="Corbel"/>
              </a:rPr>
              <a:t>movement</a:t>
            </a:r>
            <a:endParaRPr sz="1800" dirty="0">
              <a:latin typeface="Corbel"/>
              <a:cs typeface="Corbel"/>
            </a:endParaRPr>
          </a:p>
          <a:p>
            <a:pPr marL="755015" lvl="1" indent="-285115" algn="just">
              <a:lnSpc>
                <a:spcPct val="100000"/>
              </a:lnSpc>
              <a:spcBef>
                <a:spcPts val="1030"/>
              </a:spcBef>
              <a:buFont typeface="Arial MT"/>
              <a:buChar char="•"/>
              <a:tabLst>
                <a:tab pos="755015" algn="l"/>
              </a:tabLst>
            </a:pPr>
            <a:r>
              <a:rPr sz="1800" dirty="0">
                <a:latin typeface="Corbel"/>
                <a:cs typeface="Corbel"/>
              </a:rPr>
              <a:t>it</a:t>
            </a:r>
            <a:r>
              <a:rPr sz="1800" spc="-25" dirty="0">
                <a:latin typeface="Corbel"/>
                <a:cs typeface="Corbel"/>
              </a:rPr>
              <a:t> </a:t>
            </a:r>
            <a:r>
              <a:rPr sz="1800" dirty="0">
                <a:latin typeface="Corbel"/>
                <a:cs typeface="Corbel"/>
              </a:rPr>
              <a:t>is</a:t>
            </a:r>
            <a:r>
              <a:rPr sz="1800" spc="-25" dirty="0">
                <a:latin typeface="Corbel"/>
                <a:cs typeface="Corbel"/>
              </a:rPr>
              <a:t> </a:t>
            </a:r>
            <a:r>
              <a:rPr sz="1800" dirty="0">
                <a:latin typeface="Corbel"/>
                <a:cs typeface="Corbel"/>
              </a:rPr>
              <a:t>proportional</a:t>
            </a:r>
            <a:r>
              <a:rPr sz="1800" spc="-25" dirty="0">
                <a:latin typeface="Corbel"/>
                <a:cs typeface="Corbel"/>
              </a:rPr>
              <a:t> </a:t>
            </a:r>
            <a:r>
              <a:rPr sz="1800" dirty="0">
                <a:latin typeface="Corbel"/>
                <a:cs typeface="Corbel"/>
              </a:rPr>
              <a:t>to</a:t>
            </a:r>
            <a:r>
              <a:rPr sz="1800" spc="-20" dirty="0">
                <a:latin typeface="Corbel"/>
                <a:cs typeface="Corbel"/>
              </a:rPr>
              <a:t> </a:t>
            </a:r>
            <a:r>
              <a:rPr sz="1800" dirty="0">
                <a:latin typeface="Corbel"/>
                <a:cs typeface="Corbel"/>
              </a:rPr>
              <a:t>the</a:t>
            </a:r>
            <a:r>
              <a:rPr sz="1800" spc="-20" dirty="0">
                <a:latin typeface="Corbel"/>
                <a:cs typeface="Corbel"/>
              </a:rPr>
              <a:t> </a:t>
            </a:r>
            <a:r>
              <a:rPr sz="1800" dirty="0">
                <a:latin typeface="Corbel"/>
                <a:cs typeface="Corbel"/>
              </a:rPr>
              <a:t>density</a:t>
            </a:r>
            <a:r>
              <a:rPr sz="1800" spc="-25" dirty="0">
                <a:latin typeface="Corbel"/>
                <a:cs typeface="Corbel"/>
              </a:rPr>
              <a:t> </a:t>
            </a:r>
            <a:r>
              <a:rPr sz="1800" dirty="0">
                <a:latin typeface="Corbel"/>
                <a:cs typeface="Corbel"/>
              </a:rPr>
              <a:t>of</a:t>
            </a:r>
            <a:r>
              <a:rPr sz="1800" spc="-25" dirty="0">
                <a:latin typeface="Corbel"/>
                <a:cs typeface="Corbel"/>
              </a:rPr>
              <a:t> </a:t>
            </a:r>
            <a:r>
              <a:rPr sz="1800" dirty="0">
                <a:latin typeface="Corbel"/>
                <a:cs typeface="Corbel"/>
              </a:rPr>
              <a:t>the</a:t>
            </a:r>
            <a:r>
              <a:rPr sz="1800" spc="-20" dirty="0">
                <a:latin typeface="Corbel"/>
                <a:cs typeface="Corbel"/>
              </a:rPr>
              <a:t> </a:t>
            </a:r>
            <a:r>
              <a:rPr sz="1800" dirty="0">
                <a:latin typeface="Corbel"/>
                <a:cs typeface="Corbel"/>
              </a:rPr>
              <a:t>air</a:t>
            </a:r>
            <a:r>
              <a:rPr sz="1800" spc="-25" dirty="0">
                <a:latin typeface="Corbel"/>
                <a:cs typeface="Corbel"/>
              </a:rPr>
              <a:t> </a:t>
            </a:r>
            <a:r>
              <a:rPr sz="1800" dirty="0">
                <a:latin typeface="Corbel"/>
                <a:cs typeface="Corbel"/>
              </a:rPr>
              <a:t>and</a:t>
            </a:r>
            <a:r>
              <a:rPr sz="1800" spc="-25" dirty="0">
                <a:latin typeface="Corbel"/>
                <a:cs typeface="Corbel"/>
              </a:rPr>
              <a:t> </a:t>
            </a:r>
            <a:r>
              <a:rPr sz="1800" dirty="0">
                <a:latin typeface="Corbel"/>
                <a:cs typeface="Corbel"/>
              </a:rPr>
              <a:t>the</a:t>
            </a:r>
            <a:r>
              <a:rPr sz="1800" spc="-20" dirty="0">
                <a:latin typeface="Corbel"/>
                <a:cs typeface="Corbel"/>
              </a:rPr>
              <a:t> </a:t>
            </a:r>
            <a:r>
              <a:rPr sz="1800" dirty="0">
                <a:latin typeface="Corbel"/>
                <a:cs typeface="Corbel"/>
              </a:rPr>
              <a:t>square</a:t>
            </a:r>
            <a:r>
              <a:rPr sz="1800" spc="-20" dirty="0">
                <a:latin typeface="Corbel"/>
                <a:cs typeface="Corbel"/>
              </a:rPr>
              <a:t> </a:t>
            </a:r>
            <a:r>
              <a:rPr sz="1800" dirty="0">
                <a:latin typeface="Corbel"/>
                <a:cs typeface="Corbel"/>
              </a:rPr>
              <a:t>of</a:t>
            </a:r>
            <a:r>
              <a:rPr sz="1800" spc="-20" dirty="0">
                <a:latin typeface="Corbel"/>
                <a:cs typeface="Corbel"/>
              </a:rPr>
              <a:t> </a:t>
            </a:r>
            <a:r>
              <a:rPr sz="1800" dirty="0">
                <a:latin typeface="Corbel"/>
                <a:cs typeface="Corbel"/>
              </a:rPr>
              <a:t>the</a:t>
            </a:r>
            <a:r>
              <a:rPr sz="1800" spc="-20" dirty="0">
                <a:latin typeface="Corbel"/>
                <a:cs typeface="Corbel"/>
              </a:rPr>
              <a:t> </a:t>
            </a:r>
            <a:r>
              <a:rPr sz="1800" dirty="0">
                <a:latin typeface="Corbel"/>
                <a:cs typeface="Corbel"/>
              </a:rPr>
              <a:t>speed</a:t>
            </a:r>
            <a:r>
              <a:rPr sz="1800" spc="-25" dirty="0">
                <a:latin typeface="Corbel"/>
                <a:cs typeface="Corbel"/>
              </a:rPr>
              <a:t> </a:t>
            </a:r>
            <a:r>
              <a:rPr sz="1800" dirty="0">
                <a:latin typeface="Corbel"/>
                <a:cs typeface="Corbel"/>
              </a:rPr>
              <a:t>of</a:t>
            </a:r>
            <a:r>
              <a:rPr sz="1800" spc="-20" dirty="0">
                <a:latin typeface="Corbel"/>
                <a:cs typeface="Corbel"/>
              </a:rPr>
              <a:t> </a:t>
            </a:r>
            <a:r>
              <a:rPr sz="1800" dirty="0">
                <a:latin typeface="Corbel"/>
                <a:cs typeface="Corbel"/>
              </a:rPr>
              <a:t>the</a:t>
            </a:r>
            <a:r>
              <a:rPr sz="1800" spc="-20" dirty="0">
                <a:latin typeface="Corbel"/>
                <a:cs typeface="Corbel"/>
              </a:rPr>
              <a:t> air.</a:t>
            </a:r>
            <a:endParaRPr sz="1800" dirty="0">
              <a:latin typeface="Corbel"/>
              <a:cs typeface="Corbel"/>
            </a:endParaRPr>
          </a:p>
          <a:p>
            <a:pPr marL="755650" marR="5080" lvl="1" indent="-285750">
              <a:lnSpc>
                <a:spcPts val="2090"/>
              </a:lnSpc>
              <a:spcBef>
                <a:spcPts val="1185"/>
              </a:spcBef>
              <a:buFont typeface="Arial MT"/>
              <a:buChar char="•"/>
              <a:tabLst>
                <a:tab pos="755650" algn="l"/>
              </a:tabLst>
            </a:pPr>
            <a:r>
              <a:rPr sz="1800" dirty="0">
                <a:latin typeface="Corbel"/>
                <a:cs typeface="Corbel"/>
              </a:rPr>
              <a:t>The</a:t>
            </a:r>
            <a:r>
              <a:rPr sz="1800" spc="15" dirty="0">
                <a:latin typeface="Corbel"/>
                <a:cs typeface="Corbel"/>
              </a:rPr>
              <a:t> </a:t>
            </a:r>
            <a:r>
              <a:rPr sz="1800" dirty="0">
                <a:latin typeface="Corbel"/>
                <a:cs typeface="Corbel"/>
              </a:rPr>
              <a:t>denser</a:t>
            </a:r>
            <a:r>
              <a:rPr sz="1800" spc="10" dirty="0">
                <a:latin typeface="Corbel"/>
                <a:cs typeface="Corbel"/>
              </a:rPr>
              <a:t> </a:t>
            </a:r>
            <a:r>
              <a:rPr sz="1800" dirty="0">
                <a:latin typeface="Corbel"/>
                <a:cs typeface="Corbel"/>
              </a:rPr>
              <a:t>the</a:t>
            </a:r>
            <a:r>
              <a:rPr sz="1800" spc="20" dirty="0">
                <a:latin typeface="Corbel"/>
                <a:cs typeface="Corbel"/>
              </a:rPr>
              <a:t> </a:t>
            </a:r>
            <a:r>
              <a:rPr sz="1800" dirty="0">
                <a:latin typeface="Corbel"/>
                <a:cs typeface="Corbel"/>
              </a:rPr>
              <a:t>air,</a:t>
            </a:r>
            <a:r>
              <a:rPr sz="1800" spc="15" dirty="0">
                <a:latin typeface="Corbel"/>
                <a:cs typeface="Corbel"/>
              </a:rPr>
              <a:t> </a:t>
            </a:r>
            <a:r>
              <a:rPr sz="1800" dirty="0">
                <a:latin typeface="Corbel"/>
                <a:cs typeface="Corbel"/>
              </a:rPr>
              <a:t>the</a:t>
            </a:r>
            <a:r>
              <a:rPr sz="1800" spc="20" dirty="0">
                <a:latin typeface="Corbel"/>
                <a:cs typeface="Corbel"/>
              </a:rPr>
              <a:t> </a:t>
            </a:r>
            <a:r>
              <a:rPr sz="1800" dirty="0">
                <a:latin typeface="Corbel"/>
                <a:cs typeface="Corbel"/>
              </a:rPr>
              <a:t>more</a:t>
            </a:r>
            <a:r>
              <a:rPr sz="1800" spc="20" dirty="0">
                <a:latin typeface="Corbel"/>
                <a:cs typeface="Corbel"/>
              </a:rPr>
              <a:t> </a:t>
            </a:r>
            <a:r>
              <a:rPr sz="1800" dirty="0">
                <a:latin typeface="Corbel"/>
                <a:cs typeface="Corbel"/>
              </a:rPr>
              <a:t>air</a:t>
            </a:r>
            <a:r>
              <a:rPr sz="1800" spc="10" dirty="0">
                <a:latin typeface="Corbel"/>
                <a:cs typeface="Corbel"/>
              </a:rPr>
              <a:t> </a:t>
            </a:r>
            <a:r>
              <a:rPr sz="1800" dirty="0">
                <a:latin typeface="Corbel"/>
                <a:cs typeface="Corbel"/>
              </a:rPr>
              <a:t>particles</a:t>
            </a:r>
            <a:r>
              <a:rPr sz="1800" spc="15" dirty="0">
                <a:latin typeface="Corbel"/>
                <a:cs typeface="Corbel"/>
              </a:rPr>
              <a:t> </a:t>
            </a:r>
            <a:r>
              <a:rPr sz="1800" dirty="0">
                <a:latin typeface="Corbel"/>
                <a:cs typeface="Corbel"/>
              </a:rPr>
              <a:t>will</a:t>
            </a:r>
            <a:r>
              <a:rPr sz="1800" spc="10" dirty="0">
                <a:latin typeface="Corbel"/>
                <a:cs typeface="Corbel"/>
              </a:rPr>
              <a:t> </a:t>
            </a:r>
            <a:r>
              <a:rPr sz="1800" dirty="0">
                <a:latin typeface="Corbel"/>
                <a:cs typeface="Corbel"/>
              </a:rPr>
              <a:t>hit</a:t>
            </a:r>
            <a:r>
              <a:rPr sz="1800" spc="15" dirty="0">
                <a:latin typeface="Corbel"/>
                <a:cs typeface="Corbel"/>
              </a:rPr>
              <a:t> </a:t>
            </a:r>
            <a:r>
              <a:rPr sz="1800" dirty="0">
                <a:latin typeface="Corbel"/>
                <a:cs typeface="Corbel"/>
              </a:rPr>
              <a:t>the</a:t>
            </a:r>
            <a:r>
              <a:rPr sz="1800" spc="20" dirty="0">
                <a:latin typeface="Corbel"/>
                <a:cs typeface="Corbel"/>
              </a:rPr>
              <a:t> </a:t>
            </a:r>
            <a:r>
              <a:rPr sz="1800" dirty="0">
                <a:latin typeface="Corbel"/>
                <a:cs typeface="Corbel"/>
              </a:rPr>
              <a:t>object</a:t>
            </a:r>
            <a:r>
              <a:rPr sz="1800" spc="15" dirty="0">
                <a:latin typeface="Corbel"/>
                <a:cs typeface="Corbel"/>
              </a:rPr>
              <a:t> </a:t>
            </a:r>
            <a:r>
              <a:rPr sz="1800" dirty="0">
                <a:latin typeface="Corbel"/>
                <a:cs typeface="Corbel"/>
              </a:rPr>
              <a:t>in</a:t>
            </a:r>
            <a:r>
              <a:rPr sz="1800" spc="15" dirty="0">
                <a:latin typeface="Corbel"/>
                <a:cs typeface="Corbel"/>
              </a:rPr>
              <a:t> </a:t>
            </a:r>
            <a:r>
              <a:rPr sz="1800" dirty="0">
                <a:latin typeface="Corbel"/>
                <a:cs typeface="Corbel"/>
              </a:rPr>
              <a:t>a</a:t>
            </a:r>
            <a:r>
              <a:rPr sz="1800" spc="20" dirty="0">
                <a:latin typeface="Corbel"/>
                <a:cs typeface="Corbel"/>
              </a:rPr>
              <a:t> </a:t>
            </a:r>
            <a:r>
              <a:rPr sz="1800" dirty="0">
                <a:latin typeface="Corbel"/>
                <a:cs typeface="Corbel"/>
              </a:rPr>
              <a:t>given</a:t>
            </a:r>
            <a:r>
              <a:rPr sz="1800" spc="15" dirty="0">
                <a:latin typeface="Corbel"/>
                <a:cs typeface="Corbel"/>
              </a:rPr>
              <a:t> </a:t>
            </a:r>
            <a:r>
              <a:rPr sz="1800" dirty="0">
                <a:latin typeface="Corbel"/>
                <a:cs typeface="Corbel"/>
              </a:rPr>
              <a:t>period</a:t>
            </a:r>
            <a:r>
              <a:rPr sz="1800" spc="15" dirty="0">
                <a:latin typeface="Corbel"/>
                <a:cs typeface="Corbel"/>
              </a:rPr>
              <a:t> </a:t>
            </a:r>
            <a:r>
              <a:rPr sz="1800" dirty="0">
                <a:latin typeface="Corbel"/>
                <a:cs typeface="Corbel"/>
              </a:rPr>
              <a:t>of</a:t>
            </a:r>
            <a:r>
              <a:rPr sz="1800" spc="15" dirty="0">
                <a:latin typeface="Corbel"/>
                <a:cs typeface="Corbel"/>
              </a:rPr>
              <a:t> </a:t>
            </a:r>
            <a:r>
              <a:rPr sz="1800" dirty="0">
                <a:latin typeface="Corbel"/>
                <a:cs typeface="Corbel"/>
              </a:rPr>
              <a:t>time.</a:t>
            </a:r>
            <a:r>
              <a:rPr sz="1800" spc="15" dirty="0">
                <a:latin typeface="Corbel"/>
                <a:cs typeface="Corbel"/>
              </a:rPr>
              <a:t> </a:t>
            </a:r>
            <a:r>
              <a:rPr sz="1800" dirty="0">
                <a:latin typeface="Corbel"/>
                <a:cs typeface="Corbel"/>
              </a:rPr>
              <a:t>The</a:t>
            </a:r>
            <a:r>
              <a:rPr sz="1800" spc="20" dirty="0">
                <a:latin typeface="Corbel"/>
                <a:cs typeface="Corbel"/>
              </a:rPr>
              <a:t> </a:t>
            </a:r>
            <a:r>
              <a:rPr sz="1800" spc="-10" dirty="0">
                <a:latin typeface="Corbel"/>
                <a:cs typeface="Corbel"/>
              </a:rPr>
              <a:t>greater </a:t>
            </a:r>
            <a:r>
              <a:rPr sz="1800" dirty="0">
                <a:latin typeface="Corbel"/>
                <a:cs typeface="Corbel"/>
              </a:rPr>
              <a:t>the</a:t>
            </a:r>
            <a:r>
              <a:rPr sz="1800" spc="-20" dirty="0">
                <a:latin typeface="Corbel"/>
                <a:cs typeface="Corbel"/>
              </a:rPr>
              <a:t> </a:t>
            </a:r>
            <a:r>
              <a:rPr sz="1800" dirty="0">
                <a:latin typeface="Corbel"/>
                <a:cs typeface="Corbel"/>
              </a:rPr>
              <a:t>speed,</a:t>
            </a:r>
            <a:r>
              <a:rPr sz="1800" spc="-25" dirty="0">
                <a:latin typeface="Corbel"/>
                <a:cs typeface="Corbel"/>
              </a:rPr>
              <a:t> </a:t>
            </a:r>
            <a:r>
              <a:rPr sz="1800" dirty="0">
                <a:latin typeface="Corbel"/>
                <a:cs typeface="Corbel"/>
              </a:rPr>
              <a:t>the</a:t>
            </a:r>
            <a:r>
              <a:rPr sz="1800" spc="-20" dirty="0">
                <a:latin typeface="Corbel"/>
                <a:cs typeface="Corbel"/>
              </a:rPr>
              <a:t> </a:t>
            </a:r>
            <a:r>
              <a:rPr sz="1800" dirty="0">
                <a:latin typeface="Corbel"/>
                <a:cs typeface="Corbel"/>
              </a:rPr>
              <a:t>more</a:t>
            </a:r>
            <a:r>
              <a:rPr sz="1800" spc="-20" dirty="0">
                <a:latin typeface="Corbel"/>
                <a:cs typeface="Corbel"/>
              </a:rPr>
              <a:t> </a:t>
            </a:r>
            <a:r>
              <a:rPr sz="1800" dirty="0">
                <a:latin typeface="Corbel"/>
                <a:cs typeface="Corbel"/>
              </a:rPr>
              <a:t>air</a:t>
            </a:r>
            <a:r>
              <a:rPr sz="1800" spc="-30" dirty="0">
                <a:latin typeface="Corbel"/>
                <a:cs typeface="Corbel"/>
              </a:rPr>
              <a:t> </a:t>
            </a:r>
            <a:r>
              <a:rPr sz="1800" dirty="0">
                <a:latin typeface="Corbel"/>
                <a:cs typeface="Corbel"/>
              </a:rPr>
              <a:t>particles</a:t>
            </a:r>
            <a:r>
              <a:rPr sz="1800" spc="-25" dirty="0">
                <a:latin typeface="Corbel"/>
                <a:cs typeface="Corbel"/>
              </a:rPr>
              <a:t> </a:t>
            </a:r>
            <a:r>
              <a:rPr sz="1800" dirty="0">
                <a:latin typeface="Corbel"/>
                <a:cs typeface="Corbel"/>
              </a:rPr>
              <a:t>will</a:t>
            </a:r>
            <a:r>
              <a:rPr sz="1800" spc="-25" dirty="0">
                <a:latin typeface="Corbel"/>
                <a:cs typeface="Corbel"/>
              </a:rPr>
              <a:t> </a:t>
            </a:r>
            <a:r>
              <a:rPr sz="1800" dirty="0">
                <a:latin typeface="Corbel"/>
                <a:cs typeface="Corbel"/>
              </a:rPr>
              <a:t>hit</a:t>
            </a:r>
            <a:r>
              <a:rPr sz="1800" spc="-25" dirty="0">
                <a:latin typeface="Corbel"/>
                <a:cs typeface="Corbel"/>
              </a:rPr>
              <a:t> </a:t>
            </a:r>
            <a:r>
              <a:rPr sz="1800" dirty="0">
                <a:latin typeface="Corbel"/>
                <a:cs typeface="Corbel"/>
              </a:rPr>
              <a:t>the</a:t>
            </a:r>
            <a:r>
              <a:rPr sz="1800" spc="-20" dirty="0">
                <a:latin typeface="Corbel"/>
                <a:cs typeface="Corbel"/>
              </a:rPr>
              <a:t> </a:t>
            </a:r>
            <a:r>
              <a:rPr sz="1800" dirty="0">
                <a:latin typeface="Corbel"/>
                <a:cs typeface="Corbel"/>
              </a:rPr>
              <a:t>object</a:t>
            </a:r>
            <a:r>
              <a:rPr sz="1800" spc="-25" dirty="0">
                <a:latin typeface="Corbel"/>
                <a:cs typeface="Corbel"/>
              </a:rPr>
              <a:t> </a:t>
            </a:r>
            <a:r>
              <a:rPr sz="1800" dirty="0">
                <a:latin typeface="Corbel"/>
                <a:cs typeface="Corbel"/>
              </a:rPr>
              <a:t>in</a:t>
            </a:r>
            <a:r>
              <a:rPr sz="1800" spc="-25" dirty="0">
                <a:latin typeface="Corbel"/>
                <a:cs typeface="Corbel"/>
              </a:rPr>
              <a:t> </a:t>
            </a:r>
            <a:r>
              <a:rPr sz="1800" dirty="0">
                <a:latin typeface="Corbel"/>
                <a:cs typeface="Corbel"/>
              </a:rPr>
              <a:t>a</a:t>
            </a:r>
            <a:r>
              <a:rPr sz="1800" spc="-20" dirty="0">
                <a:latin typeface="Corbel"/>
                <a:cs typeface="Corbel"/>
              </a:rPr>
              <a:t> </a:t>
            </a:r>
            <a:r>
              <a:rPr sz="1800" dirty="0">
                <a:latin typeface="Corbel"/>
                <a:cs typeface="Corbel"/>
              </a:rPr>
              <a:t>given</a:t>
            </a:r>
            <a:r>
              <a:rPr sz="1800" spc="-25" dirty="0">
                <a:latin typeface="Corbel"/>
                <a:cs typeface="Corbel"/>
              </a:rPr>
              <a:t> </a:t>
            </a:r>
            <a:r>
              <a:rPr sz="1800" dirty="0">
                <a:latin typeface="Corbel"/>
                <a:cs typeface="Corbel"/>
              </a:rPr>
              <a:t>period</a:t>
            </a:r>
            <a:r>
              <a:rPr sz="1800" spc="-20" dirty="0">
                <a:latin typeface="Corbel"/>
                <a:cs typeface="Corbel"/>
              </a:rPr>
              <a:t> </a:t>
            </a:r>
            <a:r>
              <a:rPr sz="1800" dirty="0">
                <a:latin typeface="Corbel"/>
                <a:cs typeface="Corbel"/>
              </a:rPr>
              <a:t>of</a:t>
            </a:r>
            <a:r>
              <a:rPr sz="1800" spc="-25" dirty="0">
                <a:latin typeface="Corbel"/>
                <a:cs typeface="Corbel"/>
              </a:rPr>
              <a:t> </a:t>
            </a:r>
            <a:r>
              <a:rPr sz="1800" spc="-20" dirty="0">
                <a:latin typeface="Corbel"/>
                <a:cs typeface="Corbel"/>
              </a:rPr>
              <a:t>time</a:t>
            </a:r>
            <a:endParaRPr sz="1800" dirty="0">
              <a:latin typeface="Corbel"/>
              <a:cs typeface="Corbel"/>
            </a:endParaRPr>
          </a:p>
        </p:txBody>
      </p:sp>
      <p:grpSp>
        <p:nvGrpSpPr>
          <p:cNvPr id="8" name="object 8"/>
          <p:cNvGrpSpPr/>
          <p:nvPr/>
        </p:nvGrpSpPr>
        <p:grpSpPr>
          <a:xfrm>
            <a:off x="43542" y="6462030"/>
            <a:ext cx="1135380" cy="360045"/>
            <a:chOff x="43542" y="6462030"/>
            <a:chExt cx="1135380" cy="360045"/>
          </a:xfrm>
        </p:grpSpPr>
        <p:sp>
          <p:nvSpPr>
            <p:cNvPr id="9" name="object 9"/>
            <p:cNvSpPr/>
            <p:nvPr/>
          </p:nvSpPr>
          <p:spPr>
            <a:xfrm>
              <a:off x="43542" y="6462030"/>
              <a:ext cx="360045" cy="360045"/>
            </a:xfrm>
            <a:custGeom>
              <a:avLst/>
              <a:gdLst/>
              <a:ahLst/>
              <a:cxnLst/>
              <a:rect l="l" t="t" r="r" b="b"/>
              <a:pathLst>
                <a:path w="360045" h="360045">
                  <a:moveTo>
                    <a:pt x="359999" y="0"/>
                  </a:moveTo>
                  <a:lnTo>
                    <a:pt x="0" y="0"/>
                  </a:lnTo>
                  <a:lnTo>
                    <a:pt x="0" y="359999"/>
                  </a:lnTo>
                  <a:lnTo>
                    <a:pt x="359999" y="359999"/>
                  </a:lnTo>
                  <a:lnTo>
                    <a:pt x="359999" y="314999"/>
                  </a:lnTo>
                  <a:lnTo>
                    <a:pt x="179999" y="314999"/>
                  </a:lnTo>
                  <a:lnTo>
                    <a:pt x="137329" y="308117"/>
                  </a:lnTo>
                  <a:lnTo>
                    <a:pt x="100270" y="288952"/>
                  </a:lnTo>
                  <a:lnTo>
                    <a:pt x="71047" y="259729"/>
                  </a:lnTo>
                  <a:lnTo>
                    <a:pt x="51882" y="222670"/>
                  </a:lnTo>
                  <a:lnTo>
                    <a:pt x="44999" y="179999"/>
                  </a:lnTo>
                  <a:lnTo>
                    <a:pt x="51882" y="137329"/>
                  </a:lnTo>
                  <a:lnTo>
                    <a:pt x="71047" y="100270"/>
                  </a:lnTo>
                  <a:lnTo>
                    <a:pt x="100270" y="71047"/>
                  </a:lnTo>
                  <a:lnTo>
                    <a:pt x="137329" y="51882"/>
                  </a:lnTo>
                  <a:lnTo>
                    <a:pt x="179999" y="44999"/>
                  </a:lnTo>
                  <a:lnTo>
                    <a:pt x="359999" y="44999"/>
                  </a:lnTo>
                  <a:lnTo>
                    <a:pt x="359999" y="0"/>
                  </a:lnTo>
                  <a:close/>
                </a:path>
                <a:path w="360045" h="360045">
                  <a:moveTo>
                    <a:pt x="359999" y="44999"/>
                  </a:moveTo>
                  <a:lnTo>
                    <a:pt x="179999" y="44999"/>
                  </a:lnTo>
                  <a:lnTo>
                    <a:pt x="222670" y="51882"/>
                  </a:lnTo>
                  <a:lnTo>
                    <a:pt x="259729" y="71047"/>
                  </a:lnTo>
                  <a:lnTo>
                    <a:pt x="288952" y="100270"/>
                  </a:lnTo>
                  <a:lnTo>
                    <a:pt x="308117" y="137329"/>
                  </a:lnTo>
                  <a:lnTo>
                    <a:pt x="314999" y="179999"/>
                  </a:lnTo>
                  <a:lnTo>
                    <a:pt x="308117" y="222670"/>
                  </a:lnTo>
                  <a:lnTo>
                    <a:pt x="288952" y="259729"/>
                  </a:lnTo>
                  <a:lnTo>
                    <a:pt x="259729" y="288952"/>
                  </a:lnTo>
                  <a:lnTo>
                    <a:pt x="222670" y="308117"/>
                  </a:lnTo>
                  <a:lnTo>
                    <a:pt x="179999" y="314999"/>
                  </a:lnTo>
                  <a:lnTo>
                    <a:pt x="359999" y="314999"/>
                  </a:lnTo>
                  <a:lnTo>
                    <a:pt x="359999" y="44999"/>
                  </a:lnTo>
                  <a:close/>
                </a:path>
              </a:pathLst>
            </a:custGeom>
            <a:solidFill>
              <a:srgbClr val="1CADE4"/>
            </a:solidFill>
          </p:spPr>
          <p:txBody>
            <a:bodyPr wrap="square" lIns="0" tIns="0" rIns="0" bIns="0" rtlCol="0"/>
            <a:lstStyle/>
            <a:p>
              <a:endParaRPr/>
            </a:p>
          </p:txBody>
        </p:sp>
        <p:sp>
          <p:nvSpPr>
            <p:cNvPr id="10" name="object 10"/>
            <p:cNvSpPr/>
            <p:nvPr/>
          </p:nvSpPr>
          <p:spPr>
            <a:xfrm>
              <a:off x="88542" y="6507030"/>
              <a:ext cx="270510" cy="270510"/>
            </a:xfrm>
            <a:custGeom>
              <a:avLst/>
              <a:gdLst/>
              <a:ahLst/>
              <a:cxnLst/>
              <a:rect l="l" t="t" r="r" b="b"/>
              <a:pathLst>
                <a:path w="270510"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10" h="270509">
                  <a:moveTo>
                    <a:pt x="259004" y="84375"/>
                  </a:moveTo>
                  <a:lnTo>
                    <a:pt x="160312" y="84375"/>
                  </a:lnTo>
                  <a:lnTo>
                    <a:pt x="160312" y="219375"/>
                  </a:lnTo>
                  <a:lnTo>
                    <a:pt x="185625" y="219375"/>
                  </a:lnTo>
                  <a:lnTo>
                    <a:pt x="185625" y="236250"/>
                  </a:lnTo>
                  <a:lnTo>
                    <a:pt x="222432" y="236250"/>
                  </a:lnTo>
                  <a:lnTo>
                    <a:pt x="243952" y="214729"/>
                  </a:lnTo>
                  <a:lnTo>
                    <a:pt x="263117" y="177670"/>
                  </a:lnTo>
                  <a:lnTo>
                    <a:pt x="269999" y="134999"/>
                  </a:lnTo>
                  <a:lnTo>
                    <a:pt x="263117" y="92329"/>
                  </a:lnTo>
                  <a:lnTo>
                    <a:pt x="259004" y="84375"/>
                  </a:lnTo>
                  <a:close/>
                </a:path>
                <a:path w="270510"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11" name="object 11"/>
            <p:cNvPicPr/>
            <p:nvPr/>
          </p:nvPicPr>
          <p:blipFill>
            <a:blip r:embed="rId5" cstate="print"/>
            <a:stretch>
              <a:fillRect/>
            </a:stretch>
          </p:blipFill>
          <p:spPr>
            <a:xfrm>
              <a:off x="172917" y="6515468"/>
              <a:ext cx="101249" cy="227812"/>
            </a:xfrm>
            <a:prstGeom prst="rect">
              <a:avLst/>
            </a:prstGeom>
          </p:spPr>
        </p:pic>
        <p:sp>
          <p:nvSpPr>
            <p:cNvPr id="12" name="object 12"/>
            <p:cNvSpPr/>
            <p:nvPr/>
          </p:nvSpPr>
          <p:spPr>
            <a:xfrm>
              <a:off x="424506" y="6462030"/>
              <a:ext cx="360045" cy="360045"/>
            </a:xfrm>
            <a:custGeom>
              <a:avLst/>
              <a:gdLst/>
              <a:ahLst/>
              <a:cxnLst/>
              <a:rect l="l" t="t" r="r" b="b"/>
              <a:pathLst>
                <a:path w="360045" h="360045">
                  <a:moveTo>
                    <a:pt x="359999" y="0"/>
                  </a:moveTo>
                  <a:lnTo>
                    <a:pt x="0" y="0"/>
                  </a:lnTo>
                  <a:lnTo>
                    <a:pt x="0" y="359999"/>
                  </a:lnTo>
                  <a:lnTo>
                    <a:pt x="359999" y="359999"/>
                  </a:lnTo>
                  <a:lnTo>
                    <a:pt x="359999" y="314999"/>
                  </a:lnTo>
                  <a:lnTo>
                    <a:pt x="180000" y="314999"/>
                  </a:lnTo>
                  <a:lnTo>
                    <a:pt x="137329" y="308117"/>
                  </a:lnTo>
                  <a:lnTo>
                    <a:pt x="100270" y="288952"/>
                  </a:lnTo>
                  <a:lnTo>
                    <a:pt x="71047" y="259729"/>
                  </a:lnTo>
                  <a:lnTo>
                    <a:pt x="51882" y="222670"/>
                  </a:lnTo>
                  <a:lnTo>
                    <a:pt x="45000" y="179999"/>
                  </a:lnTo>
                  <a:lnTo>
                    <a:pt x="51882" y="137329"/>
                  </a:lnTo>
                  <a:lnTo>
                    <a:pt x="71047" y="100270"/>
                  </a:lnTo>
                  <a:lnTo>
                    <a:pt x="100270" y="71047"/>
                  </a:lnTo>
                  <a:lnTo>
                    <a:pt x="137329" y="51882"/>
                  </a:lnTo>
                  <a:lnTo>
                    <a:pt x="180000" y="44999"/>
                  </a:lnTo>
                  <a:lnTo>
                    <a:pt x="359999" y="44999"/>
                  </a:lnTo>
                  <a:lnTo>
                    <a:pt x="359999" y="0"/>
                  </a:lnTo>
                  <a:close/>
                </a:path>
                <a:path w="360045" h="360045">
                  <a:moveTo>
                    <a:pt x="359999" y="44999"/>
                  </a:moveTo>
                  <a:lnTo>
                    <a:pt x="180000" y="44999"/>
                  </a:lnTo>
                  <a:lnTo>
                    <a:pt x="222670" y="51882"/>
                  </a:lnTo>
                  <a:lnTo>
                    <a:pt x="259729" y="71047"/>
                  </a:lnTo>
                  <a:lnTo>
                    <a:pt x="288952" y="100270"/>
                  </a:lnTo>
                  <a:lnTo>
                    <a:pt x="308117" y="137329"/>
                  </a:lnTo>
                  <a:lnTo>
                    <a:pt x="315000" y="179999"/>
                  </a:lnTo>
                  <a:lnTo>
                    <a:pt x="308117" y="222670"/>
                  </a:lnTo>
                  <a:lnTo>
                    <a:pt x="288952" y="259729"/>
                  </a:lnTo>
                  <a:lnTo>
                    <a:pt x="259729" y="288952"/>
                  </a:lnTo>
                  <a:lnTo>
                    <a:pt x="222670" y="308117"/>
                  </a:lnTo>
                  <a:lnTo>
                    <a:pt x="180000" y="314999"/>
                  </a:lnTo>
                  <a:lnTo>
                    <a:pt x="359999" y="314999"/>
                  </a:lnTo>
                  <a:lnTo>
                    <a:pt x="359999" y="44999"/>
                  </a:lnTo>
                  <a:close/>
                </a:path>
              </a:pathLst>
            </a:custGeom>
            <a:solidFill>
              <a:srgbClr val="1CADE4"/>
            </a:solidFill>
          </p:spPr>
          <p:txBody>
            <a:bodyPr wrap="square" lIns="0" tIns="0" rIns="0" bIns="0" rtlCol="0"/>
            <a:lstStyle/>
            <a:p>
              <a:endParaRPr/>
            </a:p>
          </p:txBody>
        </p:sp>
        <p:sp>
          <p:nvSpPr>
            <p:cNvPr id="13" name="object 13"/>
            <p:cNvSpPr/>
            <p:nvPr/>
          </p:nvSpPr>
          <p:spPr>
            <a:xfrm>
              <a:off x="469506" y="6507030"/>
              <a:ext cx="270510" cy="270510"/>
            </a:xfrm>
            <a:custGeom>
              <a:avLst/>
              <a:gdLst/>
              <a:ahLst/>
              <a:cxnLst/>
              <a:rect l="l" t="t" r="r" b="b"/>
              <a:pathLst>
                <a:path w="270509"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09" h="270509">
                  <a:moveTo>
                    <a:pt x="259004" y="84375"/>
                  </a:moveTo>
                  <a:lnTo>
                    <a:pt x="160312" y="84375"/>
                  </a:lnTo>
                  <a:lnTo>
                    <a:pt x="160312" y="219375"/>
                  </a:lnTo>
                  <a:lnTo>
                    <a:pt x="185625" y="219375"/>
                  </a:lnTo>
                  <a:lnTo>
                    <a:pt x="185625" y="236250"/>
                  </a:lnTo>
                  <a:lnTo>
                    <a:pt x="222432" y="236250"/>
                  </a:lnTo>
                  <a:lnTo>
                    <a:pt x="243952" y="214729"/>
                  </a:lnTo>
                  <a:lnTo>
                    <a:pt x="263117" y="177670"/>
                  </a:lnTo>
                  <a:lnTo>
                    <a:pt x="269999" y="134999"/>
                  </a:lnTo>
                  <a:lnTo>
                    <a:pt x="263117" y="92329"/>
                  </a:lnTo>
                  <a:lnTo>
                    <a:pt x="259004" y="84375"/>
                  </a:lnTo>
                  <a:close/>
                </a:path>
                <a:path w="270509"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14" name="object 14"/>
            <p:cNvPicPr/>
            <p:nvPr/>
          </p:nvPicPr>
          <p:blipFill>
            <a:blip r:embed="rId5" cstate="print"/>
            <a:stretch>
              <a:fillRect/>
            </a:stretch>
          </p:blipFill>
          <p:spPr>
            <a:xfrm>
              <a:off x="553881" y="6515468"/>
              <a:ext cx="101249" cy="227812"/>
            </a:xfrm>
            <a:prstGeom prst="rect">
              <a:avLst/>
            </a:prstGeom>
          </p:spPr>
        </p:pic>
        <p:sp>
          <p:nvSpPr>
            <p:cNvPr id="15" name="object 15"/>
            <p:cNvSpPr/>
            <p:nvPr/>
          </p:nvSpPr>
          <p:spPr>
            <a:xfrm>
              <a:off x="818373" y="6462030"/>
              <a:ext cx="360045" cy="360045"/>
            </a:xfrm>
            <a:custGeom>
              <a:avLst/>
              <a:gdLst/>
              <a:ahLst/>
              <a:cxnLst/>
              <a:rect l="l" t="t" r="r" b="b"/>
              <a:pathLst>
                <a:path w="360044" h="360045">
                  <a:moveTo>
                    <a:pt x="359999" y="0"/>
                  </a:moveTo>
                  <a:lnTo>
                    <a:pt x="0" y="0"/>
                  </a:lnTo>
                  <a:lnTo>
                    <a:pt x="0" y="359999"/>
                  </a:lnTo>
                  <a:lnTo>
                    <a:pt x="359999" y="359999"/>
                  </a:lnTo>
                  <a:lnTo>
                    <a:pt x="359999" y="314999"/>
                  </a:lnTo>
                  <a:lnTo>
                    <a:pt x="180000" y="314999"/>
                  </a:lnTo>
                  <a:lnTo>
                    <a:pt x="137329" y="308117"/>
                  </a:lnTo>
                  <a:lnTo>
                    <a:pt x="100270" y="288952"/>
                  </a:lnTo>
                  <a:lnTo>
                    <a:pt x="71047" y="259729"/>
                  </a:lnTo>
                  <a:lnTo>
                    <a:pt x="51882" y="222670"/>
                  </a:lnTo>
                  <a:lnTo>
                    <a:pt x="45000" y="179999"/>
                  </a:lnTo>
                  <a:lnTo>
                    <a:pt x="51882" y="137329"/>
                  </a:lnTo>
                  <a:lnTo>
                    <a:pt x="71047" y="100270"/>
                  </a:lnTo>
                  <a:lnTo>
                    <a:pt x="100270" y="71047"/>
                  </a:lnTo>
                  <a:lnTo>
                    <a:pt x="137329" y="51882"/>
                  </a:lnTo>
                  <a:lnTo>
                    <a:pt x="180000" y="44999"/>
                  </a:lnTo>
                  <a:lnTo>
                    <a:pt x="359999" y="44999"/>
                  </a:lnTo>
                  <a:lnTo>
                    <a:pt x="359999" y="0"/>
                  </a:lnTo>
                  <a:close/>
                </a:path>
                <a:path w="360044" h="360045">
                  <a:moveTo>
                    <a:pt x="359999" y="44999"/>
                  </a:moveTo>
                  <a:lnTo>
                    <a:pt x="180000" y="44999"/>
                  </a:lnTo>
                  <a:lnTo>
                    <a:pt x="222670" y="51882"/>
                  </a:lnTo>
                  <a:lnTo>
                    <a:pt x="259729" y="71047"/>
                  </a:lnTo>
                  <a:lnTo>
                    <a:pt x="288952" y="100270"/>
                  </a:lnTo>
                  <a:lnTo>
                    <a:pt x="308117" y="137329"/>
                  </a:lnTo>
                  <a:lnTo>
                    <a:pt x="315000" y="179999"/>
                  </a:lnTo>
                  <a:lnTo>
                    <a:pt x="308117" y="222670"/>
                  </a:lnTo>
                  <a:lnTo>
                    <a:pt x="288952" y="259729"/>
                  </a:lnTo>
                  <a:lnTo>
                    <a:pt x="259729" y="288952"/>
                  </a:lnTo>
                  <a:lnTo>
                    <a:pt x="222670" y="308117"/>
                  </a:lnTo>
                  <a:lnTo>
                    <a:pt x="180000" y="314999"/>
                  </a:lnTo>
                  <a:lnTo>
                    <a:pt x="359999" y="314999"/>
                  </a:lnTo>
                  <a:lnTo>
                    <a:pt x="359999" y="44999"/>
                  </a:lnTo>
                  <a:close/>
                </a:path>
              </a:pathLst>
            </a:custGeom>
            <a:solidFill>
              <a:srgbClr val="1CADE4"/>
            </a:solidFill>
          </p:spPr>
          <p:txBody>
            <a:bodyPr wrap="square" lIns="0" tIns="0" rIns="0" bIns="0" rtlCol="0"/>
            <a:lstStyle/>
            <a:p>
              <a:endParaRPr/>
            </a:p>
          </p:txBody>
        </p:sp>
        <p:sp>
          <p:nvSpPr>
            <p:cNvPr id="16" name="object 16"/>
            <p:cNvSpPr/>
            <p:nvPr/>
          </p:nvSpPr>
          <p:spPr>
            <a:xfrm>
              <a:off x="863373" y="6507030"/>
              <a:ext cx="270510" cy="270510"/>
            </a:xfrm>
            <a:custGeom>
              <a:avLst/>
              <a:gdLst/>
              <a:ahLst/>
              <a:cxnLst/>
              <a:rect l="l" t="t" r="r" b="b"/>
              <a:pathLst>
                <a:path w="270509"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09" h="270509">
                  <a:moveTo>
                    <a:pt x="259004" y="84375"/>
                  </a:moveTo>
                  <a:lnTo>
                    <a:pt x="160312" y="84375"/>
                  </a:lnTo>
                  <a:lnTo>
                    <a:pt x="160312" y="219375"/>
                  </a:lnTo>
                  <a:lnTo>
                    <a:pt x="185625" y="219375"/>
                  </a:lnTo>
                  <a:lnTo>
                    <a:pt x="185625" y="236250"/>
                  </a:lnTo>
                  <a:lnTo>
                    <a:pt x="222432" y="236250"/>
                  </a:lnTo>
                  <a:lnTo>
                    <a:pt x="243952" y="214729"/>
                  </a:lnTo>
                  <a:lnTo>
                    <a:pt x="263117" y="177670"/>
                  </a:lnTo>
                  <a:lnTo>
                    <a:pt x="269999" y="134999"/>
                  </a:lnTo>
                  <a:lnTo>
                    <a:pt x="263117" y="92329"/>
                  </a:lnTo>
                  <a:lnTo>
                    <a:pt x="259004" y="84375"/>
                  </a:lnTo>
                  <a:close/>
                </a:path>
                <a:path w="270509"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17" name="object 17"/>
            <p:cNvPicPr/>
            <p:nvPr/>
          </p:nvPicPr>
          <p:blipFill>
            <a:blip r:embed="rId6" cstate="print"/>
            <a:stretch>
              <a:fillRect/>
            </a:stretch>
          </p:blipFill>
          <p:spPr>
            <a:xfrm>
              <a:off x="947748" y="6515468"/>
              <a:ext cx="101249" cy="227812"/>
            </a:xfrm>
            <a:prstGeom prst="rect">
              <a:avLst/>
            </a:prstGeom>
          </p:spPr>
        </p:pic>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20</a:t>
            </a:fld>
            <a:endParaRPr spc="-2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63048" y="658875"/>
            <a:ext cx="6343650" cy="5829300"/>
          </a:xfrm>
          <a:prstGeom prst="rect">
            <a:avLst/>
          </a:prstGeom>
        </p:spPr>
        <p:txBody>
          <a:bodyPr vert="horz" wrap="square" lIns="0" tIns="85725" rIns="0" bIns="0" rtlCol="0">
            <a:spAutoFit/>
          </a:bodyPr>
          <a:lstStyle/>
          <a:p>
            <a:pPr marL="12700">
              <a:lnSpc>
                <a:spcPct val="100000"/>
              </a:lnSpc>
              <a:spcBef>
                <a:spcPts val="675"/>
              </a:spcBef>
            </a:pPr>
            <a:r>
              <a:rPr sz="1600" b="1" u="sng" spc="-10" dirty="0">
                <a:uFill>
                  <a:solidFill>
                    <a:srgbClr val="000000"/>
                  </a:solidFill>
                </a:uFill>
                <a:latin typeface="Corbel"/>
                <a:cs typeface="Corbel"/>
              </a:rPr>
              <a:t>Temperature</a:t>
            </a:r>
            <a:endParaRPr sz="1600">
              <a:latin typeface="Corbel"/>
              <a:cs typeface="Corbel"/>
            </a:endParaRPr>
          </a:p>
          <a:p>
            <a:pPr marL="298450" marR="5080" indent="-285750" algn="just">
              <a:lnSpc>
                <a:spcPct val="101899"/>
              </a:lnSpc>
              <a:spcBef>
                <a:spcPts val="540"/>
              </a:spcBef>
              <a:buFont typeface="Arial MT"/>
              <a:buChar char="•"/>
              <a:tabLst>
                <a:tab pos="298450" algn="l"/>
                <a:tab pos="300990" algn="l"/>
              </a:tabLst>
            </a:pPr>
            <a:r>
              <a:rPr sz="1600" dirty="0">
                <a:latin typeface="Corbel"/>
                <a:cs typeface="Corbel"/>
              </a:rPr>
              <a:t>	The</a:t>
            </a:r>
            <a:r>
              <a:rPr sz="1600" spc="490" dirty="0">
                <a:latin typeface="Corbel"/>
                <a:cs typeface="Corbel"/>
              </a:rPr>
              <a:t> </a:t>
            </a:r>
            <a:r>
              <a:rPr sz="1600" dirty="0">
                <a:latin typeface="Corbel"/>
                <a:cs typeface="Corbel"/>
              </a:rPr>
              <a:t>degree</a:t>
            </a:r>
            <a:r>
              <a:rPr sz="1600" spc="495" dirty="0">
                <a:latin typeface="Corbel"/>
                <a:cs typeface="Corbel"/>
              </a:rPr>
              <a:t> </a:t>
            </a:r>
            <a:r>
              <a:rPr sz="1600" dirty="0">
                <a:latin typeface="Corbel"/>
                <a:cs typeface="Corbel"/>
              </a:rPr>
              <a:t>or</a:t>
            </a:r>
            <a:r>
              <a:rPr sz="1600" spc="490" dirty="0">
                <a:latin typeface="Corbel"/>
                <a:cs typeface="Corbel"/>
              </a:rPr>
              <a:t> </a:t>
            </a:r>
            <a:r>
              <a:rPr sz="1600" dirty="0">
                <a:latin typeface="Corbel"/>
                <a:cs typeface="Corbel"/>
              </a:rPr>
              <a:t>intensity</a:t>
            </a:r>
            <a:r>
              <a:rPr sz="1600" spc="484" dirty="0">
                <a:latin typeface="Corbel"/>
                <a:cs typeface="Corbel"/>
              </a:rPr>
              <a:t> </a:t>
            </a:r>
            <a:r>
              <a:rPr sz="1600" dirty="0">
                <a:latin typeface="Corbel"/>
                <a:cs typeface="Corbel"/>
              </a:rPr>
              <a:t>of</a:t>
            </a:r>
            <a:r>
              <a:rPr sz="1600" spc="495" dirty="0">
                <a:latin typeface="Corbel"/>
                <a:cs typeface="Corbel"/>
              </a:rPr>
              <a:t> </a:t>
            </a:r>
            <a:r>
              <a:rPr sz="1600" dirty="0">
                <a:latin typeface="Corbel"/>
                <a:cs typeface="Corbel"/>
              </a:rPr>
              <a:t>heat</a:t>
            </a:r>
            <a:r>
              <a:rPr sz="1600" spc="484" dirty="0">
                <a:latin typeface="Corbel"/>
                <a:cs typeface="Corbel"/>
              </a:rPr>
              <a:t> </a:t>
            </a:r>
            <a:r>
              <a:rPr sz="1600" dirty="0">
                <a:latin typeface="Corbel"/>
                <a:cs typeface="Corbel"/>
              </a:rPr>
              <a:t>present</a:t>
            </a:r>
            <a:r>
              <a:rPr sz="1600" spc="484" dirty="0">
                <a:latin typeface="Corbel"/>
                <a:cs typeface="Corbel"/>
              </a:rPr>
              <a:t> </a:t>
            </a:r>
            <a:r>
              <a:rPr sz="1600" dirty="0">
                <a:latin typeface="Corbel"/>
                <a:cs typeface="Corbel"/>
              </a:rPr>
              <a:t>in</a:t>
            </a:r>
            <a:r>
              <a:rPr sz="1600" spc="495" dirty="0">
                <a:latin typeface="Corbel"/>
                <a:cs typeface="Corbel"/>
              </a:rPr>
              <a:t> </a:t>
            </a:r>
            <a:r>
              <a:rPr sz="1600" dirty="0">
                <a:latin typeface="Corbel"/>
                <a:cs typeface="Corbel"/>
              </a:rPr>
              <a:t>a</a:t>
            </a:r>
            <a:r>
              <a:rPr sz="1600" spc="495" dirty="0">
                <a:latin typeface="Corbel"/>
                <a:cs typeface="Corbel"/>
              </a:rPr>
              <a:t> </a:t>
            </a:r>
            <a:r>
              <a:rPr sz="1600" dirty="0">
                <a:latin typeface="Corbel"/>
                <a:cs typeface="Corbel"/>
              </a:rPr>
              <a:t>substance</a:t>
            </a:r>
            <a:r>
              <a:rPr sz="1600" spc="495" dirty="0">
                <a:latin typeface="Corbel"/>
                <a:cs typeface="Corbel"/>
              </a:rPr>
              <a:t> </a:t>
            </a:r>
            <a:r>
              <a:rPr sz="1600" dirty="0">
                <a:latin typeface="Corbel"/>
                <a:cs typeface="Corbel"/>
              </a:rPr>
              <a:t>or</a:t>
            </a:r>
            <a:r>
              <a:rPr sz="1600" spc="490" dirty="0">
                <a:latin typeface="Corbel"/>
                <a:cs typeface="Corbel"/>
              </a:rPr>
              <a:t> </a:t>
            </a:r>
            <a:r>
              <a:rPr sz="1600" spc="-10" dirty="0">
                <a:latin typeface="Corbel"/>
                <a:cs typeface="Corbel"/>
              </a:rPr>
              <a:t>object, </a:t>
            </a:r>
            <a:r>
              <a:rPr sz="1600" dirty="0">
                <a:latin typeface="Corbel"/>
                <a:cs typeface="Corbel"/>
              </a:rPr>
              <a:t>especially</a:t>
            </a:r>
            <a:r>
              <a:rPr sz="1600" spc="50" dirty="0">
                <a:latin typeface="Corbel"/>
                <a:cs typeface="Corbel"/>
              </a:rPr>
              <a:t> </a:t>
            </a:r>
            <a:r>
              <a:rPr sz="1600" dirty="0">
                <a:latin typeface="Corbel"/>
                <a:cs typeface="Corbel"/>
              </a:rPr>
              <a:t>as</a:t>
            </a:r>
            <a:r>
              <a:rPr sz="1600" spc="55" dirty="0">
                <a:latin typeface="Corbel"/>
                <a:cs typeface="Corbel"/>
              </a:rPr>
              <a:t> </a:t>
            </a:r>
            <a:r>
              <a:rPr sz="1600" dirty="0">
                <a:latin typeface="Corbel"/>
                <a:cs typeface="Corbel"/>
              </a:rPr>
              <a:t>expressed</a:t>
            </a:r>
            <a:r>
              <a:rPr sz="1600" spc="60" dirty="0">
                <a:latin typeface="Corbel"/>
                <a:cs typeface="Corbel"/>
              </a:rPr>
              <a:t> </a:t>
            </a:r>
            <a:r>
              <a:rPr sz="1600" dirty="0">
                <a:latin typeface="Corbel"/>
                <a:cs typeface="Corbel"/>
              </a:rPr>
              <a:t>according</a:t>
            </a:r>
            <a:r>
              <a:rPr sz="1600" spc="55" dirty="0">
                <a:latin typeface="Corbel"/>
                <a:cs typeface="Corbel"/>
              </a:rPr>
              <a:t> </a:t>
            </a:r>
            <a:r>
              <a:rPr sz="1600" dirty="0">
                <a:latin typeface="Corbel"/>
                <a:cs typeface="Corbel"/>
              </a:rPr>
              <a:t>to</a:t>
            </a:r>
            <a:r>
              <a:rPr sz="1600" spc="45" dirty="0">
                <a:latin typeface="Corbel"/>
                <a:cs typeface="Corbel"/>
              </a:rPr>
              <a:t> </a:t>
            </a:r>
            <a:r>
              <a:rPr sz="1600" dirty="0">
                <a:latin typeface="Corbel"/>
                <a:cs typeface="Corbel"/>
              </a:rPr>
              <a:t>a</a:t>
            </a:r>
            <a:r>
              <a:rPr sz="1600" spc="55" dirty="0">
                <a:latin typeface="Corbel"/>
                <a:cs typeface="Corbel"/>
              </a:rPr>
              <a:t> </a:t>
            </a:r>
            <a:r>
              <a:rPr sz="1600" dirty="0">
                <a:latin typeface="Corbel"/>
                <a:cs typeface="Corbel"/>
              </a:rPr>
              <a:t>comparative</a:t>
            </a:r>
            <a:r>
              <a:rPr sz="1600" spc="55" dirty="0">
                <a:latin typeface="Corbel"/>
                <a:cs typeface="Corbel"/>
              </a:rPr>
              <a:t> </a:t>
            </a:r>
            <a:r>
              <a:rPr sz="1600" dirty="0">
                <a:latin typeface="Corbel"/>
                <a:cs typeface="Corbel"/>
              </a:rPr>
              <a:t>scale</a:t>
            </a:r>
            <a:r>
              <a:rPr sz="1600" spc="55" dirty="0">
                <a:latin typeface="Corbel"/>
                <a:cs typeface="Corbel"/>
              </a:rPr>
              <a:t> </a:t>
            </a:r>
            <a:r>
              <a:rPr sz="1600" dirty="0">
                <a:latin typeface="Corbel"/>
                <a:cs typeface="Corbel"/>
              </a:rPr>
              <a:t>and</a:t>
            </a:r>
            <a:r>
              <a:rPr sz="1600" spc="55" dirty="0">
                <a:latin typeface="Corbel"/>
                <a:cs typeface="Corbel"/>
              </a:rPr>
              <a:t> </a:t>
            </a:r>
            <a:r>
              <a:rPr sz="1600" dirty="0">
                <a:latin typeface="Corbel"/>
                <a:cs typeface="Corbel"/>
              </a:rPr>
              <a:t>shown</a:t>
            </a:r>
            <a:r>
              <a:rPr sz="1600" spc="60" dirty="0">
                <a:latin typeface="Corbel"/>
                <a:cs typeface="Corbel"/>
              </a:rPr>
              <a:t> </a:t>
            </a:r>
            <a:r>
              <a:rPr sz="1600" spc="-25" dirty="0">
                <a:latin typeface="Corbel"/>
                <a:cs typeface="Corbel"/>
              </a:rPr>
              <a:t>by </a:t>
            </a:r>
            <a:r>
              <a:rPr sz="1600" dirty="0">
                <a:latin typeface="Corbel"/>
                <a:cs typeface="Corbel"/>
              </a:rPr>
              <a:t>a</a:t>
            </a:r>
            <a:r>
              <a:rPr sz="1600" spc="-30" dirty="0">
                <a:latin typeface="Corbel"/>
                <a:cs typeface="Corbel"/>
              </a:rPr>
              <a:t> </a:t>
            </a:r>
            <a:r>
              <a:rPr sz="1600" dirty="0">
                <a:latin typeface="Corbel"/>
                <a:cs typeface="Corbel"/>
              </a:rPr>
              <a:t>thermometer</a:t>
            </a:r>
            <a:r>
              <a:rPr sz="1600" spc="-25" dirty="0">
                <a:latin typeface="Corbel"/>
                <a:cs typeface="Corbel"/>
              </a:rPr>
              <a:t> </a:t>
            </a:r>
            <a:r>
              <a:rPr sz="1600" dirty="0">
                <a:latin typeface="Corbel"/>
                <a:cs typeface="Corbel"/>
              </a:rPr>
              <a:t>or</a:t>
            </a:r>
            <a:r>
              <a:rPr sz="1600" spc="-25" dirty="0">
                <a:latin typeface="Corbel"/>
                <a:cs typeface="Corbel"/>
              </a:rPr>
              <a:t> </a:t>
            </a:r>
            <a:r>
              <a:rPr sz="1600" dirty="0">
                <a:latin typeface="Corbel"/>
                <a:cs typeface="Corbel"/>
              </a:rPr>
              <a:t>perceived</a:t>
            </a:r>
            <a:r>
              <a:rPr sz="1600" spc="-25" dirty="0">
                <a:latin typeface="Corbel"/>
                <a:cs typeface="Corbel"/>
              </a:rPr>
              <a:t> </a:t>
            </a:r>
            <a:r>
              <a:rPr sz="1600" dirty="0">
                <a:latin typeface="Corbel"/>
                <a:cs typeface="Corbel"/>
              </a:rPr>
              <a:t>by</a:t>
            </a:r>
            <a:r>
              <a:rPr sz="1600" spc="-30" dirty="0">
                <a:latin typeface="Corbel"/>
                <a:cs typeface="Corbel"/>
              </a:rPr>
              <a:t> </a:t>
            </a:r>
            <a:r>
              <a:rPr sz="1600" spc="-10" dirty="0">
                <a:latin typeface="Corbel"/>
                <a:cs typeface="Corbel"/>
              </a:rPr>
              <a:t>touch.</a:t>
            </a:r>
            <a:endParaRPr sz="1600">
              <a:latin typeface="Corbel"/>
              <a:cs typeface="Corbel"/>
            </a:endParaRPr>
          </a:p>
          <a:p>
            <a:pPr marL="297180" marR="5715" indent="-284480" algn="just">
              <a:lnSpc>
                <a:spcPts val="1900"/>
              </a:lnSpc>
              <a:spcBef>
                <a:spcPts val="655"/>
              </a:spcBef>
              <a:buFont typeface="Arial MT"/>
              <a:buChar char="•"/>
              <a:tabLst>
                <a:tab pos="297180" algn="l"/>
                <a:tab pos="299720" algn="l"/>
              </a:tabLst>
            </a:pPr>
            <a:r>
              <a:rPr sz="1600" dirty="0">
                <a:latin typeface="Corbel"/>
                <a:cs typeface="Corbel"/>
              </a:rPr>
              <a:t>	High</a:t>
            </a:r>
            <a:r>
              <a:rPr sz="1600" spc="229" dirty="0">
                <a:latin typeface="Corbel"/>
                <a:cs typeface="Corbel"/>
              </a:rPr>
              <a:t> </a:t>
            </a:r>
            <a:r>
              <a:rPr sz="1600" dirty="0">
                <a:latin typeface="Corbel"/>
                <a:cs typeface="Corbel"/>
              </a:rPr>
              <a:t>air</a:t>
            </a:r>
            <a:r>
              <a:rPr sz="1600" spc="240" dirty="0">
                <a:latin typeface="Corbel"/>
                <a:cs typeface="Corbel"/>
              </a:rPr>
              <a:t> </a:t>
            </a:r>
            <a:r>
              <a:rPr sz="1600" dirty="0">
                <a:latin typeface="Corbel"/>
                <a:cs typeface="Corbel"/>
              </a:rPr>
              <a:t>temperatures</a:t>
            </a:r>
            <a:r>
              <a:rPr sz="1600" spc="240" dirty="0">
                <a:latin typeface="Corbel"/>
                <a:cs typeface="Corbel"/>
              </a:rPr>
              <a:t> </a:t>
            </a:r>
            <a:r>
              <a:rPr sz="1600" dirty="0">
                <a:latin typeface="Corbel"/>
                <a:cs typeface="Corbel"/>
              </a:rPr>
              <a:t>affect</a:t>
            </a:r>
            <a:r>
              <a:rPr sz="1600" spc="235" dirty="0">
                <a:latin typeface="Corbel"/>
                <a:cs typeface="Corbel"/>
              </a:rPr>
              <a:t> </a:t>
            </a:r>
            <a:r>
              <a:rPr sz="1600" dirty="0">
                <a:latin typeface="Corbel"/>
                <a:cs typeface="Corbel"/>
              </a:rPr>
              <a:t>the</a:t>
            </a:r>
            <a:r>
              <a:rPr sz="1600" spc="240" dirty="0">
                <a:latin typeface="Corbel"/>
                <a:cs typeface="Corbel"/>
              </a:rPr>
              <a:t> </a:t>
            </a:r>
            <a:r>
              <a:rPr sz="1600" dirty="0">
                <a:latin typeface="Corbel"/>
                <a:cs typeface="Corbel"/>
              </a:rPr>
              <a:t>physics</a:t>
            </a:r>
            <a:r>
              <a:rPr sz="1600" spc="240" dirty="0">
                <a:latin typeface="Corbel"/>
                <a:cs typeface="Corbel"/>
              </a:rPr>
              <a:t> </a:t>
            </a:r>
            <a:r>
              <a:rPr sz="1600" dirty="0">
                <a:latin typeface="Corbel"/>
                <a:cs typeface="Corbel"/>
              </a:rPr>
              <a:t>of</a:t>
            </a:r>
            <a:r>
              <a:rPr sz="1600" spc="240" dirty="0">
                <a:latin typeface="Corbel"/>
                <a:cs typeface="Corbel"/>
              </a:rPr>
              <a:t> </a:t>
            </a:r>
            <a:r>
              <a:rPr sz="1600" dirty="0">
                <a:latin typeface="Corbel"/>
                <a:cs typeface="Corbel"/>
              </a:rPr>
              <a:t>how</a:t>
            </a:r>
            <a:r>
              <a:rPr sz="1600" spc="229" dirty="0">
                <a:latin typeface="Corbel"/>
                <a:cs typeface="Corbel"/>
              </a:rPr>
              <a:t> </a:t>
            </a:r>
            <a:r>
              <a:rPr sz="1600" dirty="0">
                <a:latin typeface="Corbel"/>
                <a:cs typeface="Corbel"/>
              </a:rPr>
              <a:t>aircraft</a:t>
            </a:r>
            <a:r>
              <a:rPr sz="1600" spc="235" dirty="0">
                <a:latin typeface="Corbel"/>
                <a:cs typeface="Corbel"/>
              </a:rPr>
              <a:t> </a:t>
            </a:r>
            <a:r>
              <a:rPr sz="1600" dirty="0">
                <a:latin typeface="Corbel"/>
                <a:cs typeface="Corbel"/>
              </a:rPr>
              <a:t>fly,</a:t>
            </a:r>
            <a:r>
              <a:rPr sz="1600" spc="245" dirty="0">
                <a:latin typeface="Corbel"/>
                <a:cs typeface="Corbel"/>
              </a:rPr>
              <a:t> </a:t>
            </a:r>
            <a:r>
              <a:rPr sz="1600" spc="-10" dirty="0">
                <a:latin typeface="Corbel"/>
                <a:cs typeface="Corbel"/>
              </a:rPr>
              <a:t>meaning </a:t>
            </a:r>
            <a:r>
              <a:rPr sz="1600" dirty="0">
                <a:latin typeface="Corbel"/>
                <a:cs typeface="Corbel"/>
              </a:rPr>
              <a:t>aircraft</a:t>
            </a:r>
            <a:r>
              <a:rPr sz="1600" spc="-40" dirty="0">
                <a:latin typeface="Corbel"/>
                <a:cs typeface="Corbel"/>
              </a:rPr>
              <a:t> </a:t>
            </a:r>
            <a:r>
              <a:rPr sz="1600" dirty="0">
                <a:latin typeface="Corbel"/>
                <a:cs typeface="Corbel"/>
              </a:rPr>
              <a:t>takeoff</a:t>
            </a:r>
            <a:r>
              <a:rPr sz="1600" spc="-35" dirty="0">
                <a:latin typeface="Corbel"/>
                <a:cs typeface="Corbel"/>
              </a:rPr>
              <a:t> </a:t>
            </a:r>
            <a:r>
              <a:rPr sz="1600" dirty="0">
                <a:latin typeface="Corbel"/>
                <a:cs typeface="Corbel"/>
              </a:rPr>
              <a:t>performance</a:t>
            </a:r>
            <a:r>
              <a:rPr sz="1600" spc="-35" dirty="0">
                <a:latin typeface="Corbel"/>
                <a:cs typeface="Corbel"/>
              </a:rPr>
              <a:t> </a:t>
            </a:r>
            <a:r>
              <a:rPr sz="1600" dirty="0">
                <a:latin typeface="Corbel"/>
                <a:cs typeface="Corbel"/>
              </a:rPr>
              <a:t>can</a:t>
            </a:r>
            <a:r>
              <a:rPr sz="1600" spc="-35" dirty="0">
                <a:latin typeface="Corbel"/>
                <a:cs typeface="Corbel"/>
              </a:rPr>
              <a:t> </a:t>
            </a:r>
            <a:r>
              <a:rPr sz="1600" dirty="0">
                <a:latin typeface="Corbel"/>
                <a:cs typeface="Corbel"/>
              </a:rPr>
              <a:t>be</a:t>
            </a:r>
            <a:r>
              <a:rPr sz="1600" spc="-35" dirty="0">
                <a:latin typeface="Corbel"/>
                <a:cs typeface="Corbel"/>
              </a:rPr>
              <a:t> </a:t>
            </a:r>
            <a:r>
              <a:rPr sz="1600" dirty="0">
                <a:latin typeface="Corbel"/>
                <a:cs typeface="Corbel"/>
              </a:rPr>
              <a:t>impaired</a:t>
            </a:r>
            <a:r>
              <a:rPr sz="1600" spc="-35" dirty="0">
                <a:latin typeface="Corbel"/>
                <a:cs typeface="Corbel"/>
              </a:rPr>
              <a:t> </a:t>
            </a:r>
            <a:r>
              <a:rPr sz="1600" dirty="0">
                <a:latin typeface="Corbel"/>
                <a:cs typeface="Corbel"/>
              </a:rPr>
              <a:t>on</a:t>
            </a:r>
            <a:r>
              <a:rPr sz="1600" spc="-30" dirty="0">
                <a:latin typeface="Corbel"/>
                <a:cs typeface="Corbel"/>
              </a:rPr>
              <a:t> </a:t>
            </a:r>
            <a:r>
              <a:rPr sz="1600" dirty="0">
                <a:latin typeface="Corbel"/>
                <a:cs typeface="Corbel"/>
              </a:rPr>
              <a:t>hot</a:t>
            </a:r>
            <a:r>
              <a:rPr sz="1600" spc="-45" dirty="0">
                <a:latin typeface="Corbel"/>
                <a:cs typeface="Corbel"/>
              </a:rPr>
              <a:t> </a:t>
            </a:r>
            <a:r>
              <a:rPr sz="1600" spc="-10" dirty="0">
                <a:latin typeface="Corbel"/>
                <a:cs typeface="Corbel"/>
              </a:rPr>
              <a:t>days.</a:t>
            </a:r>
            <a:endParaRPr sz="1600">
              <a:latin typeface="Corbel"/>
              <a:cs typeface="Corbel"/>
            </a:endParaRPr>
          </a:p>
          <a:p>
            <a:pPr marL="297180" marR="6350" indent="-284480" algn="just">
              <a:lnSpc>
                <a:spcPct val="101899"/>
              </a:lnSpc>
              <a:spcBef>
                <a:spcPts val="475"/>
              </a:spcBef>
              <a:buFont typeface="Arial MT"/>
              <a:buChar char="•"/>
              <a:tabLst>
                <a:tab pos="297180" algn="l"/>
                <a:tab pos="299720" algn="l"/>
              </a:tabLst>
            </a:pPr>
            <a:r>
              <a:rPr sz="1600" dirty="0">
                <a:latin typeface="Corbel"/>
                <a:cs typeface="Corbel"/>
              </a:rPr>
              <a:t>	Hot</a:t>
            </a:r>
            <a:r>
              <a:rPr sz="1600" spc="20" dirty="0">
                <a:latin typeface="Corbel"/>
                <a:cs typeface="Corbel"/>
              </a:rPr>
              <a:t> </a:t>
            </a:r>
            <a:r>
              <a:rPr sz="1600" dirty="0">
                <a:latin typeface="Corbel"/>
                <a:cs typeface="Corbel"/>
              </a:rPr>
              <a:t>air</a:t>
            </a:r>
            <a:r>
              <a:rPr sz="1600" spc="30" dirty="0">
                <a:latin typeface="Corbel"/>
                <a:cs typeface="Corbel"/>
              </a:rPr>
              <a:t> </a:t>
            </a:r>
            <a:r>
              <a:rPr sz="1600" dirty="0">
                <a:latin typeface="Corbel"/>
                <a:cs typeface="Corbel"/>
              </a:rPr>
              <a:t>is</a:t>
            </a:r>
            <a:r>
              <a:rPr sz="1600" spc="30" dirty="0">
                <a:latin typeface="Corbel"/>
                <a:cs typeface="Corbel"/>
              </a:rPr>
              <a:t> </a:t>
            </a:r>
            <a:r>
              <a:rPr sz="1600" dirty="0">
                <a:latin typeface="Corbel"/>
                <a:cs typeface="Corbel"/>
              </a:rPr>
              <a:t>less</a:t>
            </a:r>
            <a:r>
              <a:rPr sz="1600" spc="30" dirty="0">
                <a:latin typeface="Corbel"/>
                <a:cs typeface="Corbel"/>
              </a:rPr>
              <a:t> </a:t>
            </a:r>
            <a:r>
              <a:rPr sz="1600" dirty="0">
                <a:latin typeface="Corbel"/>
                <a:cs typeface="Corbel"/>
              </a:rPr>
              <a:t>dense</a:t>
            </a:r>
            <a:r>
              <a:rPr sz="1600" spc="30" dirty="0">
                <a:latin typeface="Corbel"/>
                <a:cs typeface="Corbel"/>
              </a:rPr>
              <a:t> </a:t>
            </a:r>
            <a:r>
              <a:rPr sz="1600" dirty="0">
                <a:latin typeface="Corbel"/>
                <a:cs typeface="Corbel"/>
              </a:rPr>
              <a:t>than</a:t>
            </a:r>
            <a:r>
              <a:rPr sz="1600" spc="30" dirty="0">
                <a:latin typeface="Corbel"/>
                <a:cs typeface="Corbel"/>
              </a:rPr>
              <a:t> </a:t>
            </a:r>
            <a:r>
              <a:rPr sz="1600" dirty="0">
                <a:latin typeface="Corbel"/>
                <a:cs typeface="Corbel"/>
              </a:rPr>
              <a:t>cold</a:t>
            </a:r>
            <a:r>
              <a:rPr sz="1600" spc="30" dirty="0">
                <a:latin typeface="Corbel"/>
                <a:cs typeface="Corbel"/>
              </a:rPr>
              <a:t> </a:t>
            </a:r>
            <a:r>
              <a:rPr sz="1600" dirty="0">
                <a:latin typeface="Corbel"/>
                <a:cs typeface="Corbel"/>
              </a:rPr>
              <a:t>air,</a:t>
            </a:r>
            <a:r>
              <a:rPr sz="1600" spc="30" dirty="0">
                <a:latin typeface="Corbel"/>
                <a:cs typeface="Corbel"/>
              </a:rPr>
              <a:t> </a:t>
            </a:r>
            <a:r>
              <a:rPr sz="1600" dirty="0">
                <a:latin typeface="Corbel"/>
                <a:cs typeface="Corbel"/>
              </a:rPr>
              <a:t>meaning</a:t>
            </a:r>
            <a:r>
              <a:rPr sz="1600" spc="30" dirty="0">
                <a:latin typeface="Corbel"/>
                <a:cs typeface="Corbel"/>
              </a:rPr>
              <a:t> </a:t>
            </a:r>
            <a:r>
              <a:rPr sz="1600" dirty="0">
                <a:latin typeface="Corbel"/>
                <a:cs typeface="Corbel"/>
              </a:rPr>
              <a:t>aircraft</a:t>
            </a:r>
            <a:r>
              <a:rPr sz="1600" spc="25" dirty="0">
                <a:latin typeface="Corbel"/>
                <a:cs typeface="Corbel"/>
              </a:rPr>
              <a:t> </a:t>
            </a:r>
            <a:r>
              <a:rPr sz="1600" dirty="0">
                <a:latin typeface="Corbel"/>
                <a:cs typeface="Corbel"/>
              </a:rPr>
              <a:t>require</a:t>
            </a:r>
            <a:r>
              <a:rPr sz="1600" spc="30" dirty="0">
                <a:latin typeface="Corbel"/>
                <a:cs typeface="Corbel"/>
              </a:rPr>
              <a:t> </a:t>
            </a:r>
            <a:r>
              <a:rPr sz="1600" dirty="0">
                <a:latin typeface="Corbel"/>
                <a:cs typeface="Corbel"/>
              </a:rPr>
              <a:t>more</a:t>
            </a:r>
            <a:r>
              <a:rPr sz="1600" spc="35" dirty="0">
                <a:latin typeface="Corbel"/>
                <a:cs typeface="Corbel"/>
              </a:rPr>
              <a:t> </a:t>
            </a:r>
            <a:r>
              <a:rPr sz="1600" spc="-10" dirty="0">
                <a:latin typeface="Corbel"/>
                <a:cs typeface="Corbel"/>
              </a:rPr>
              <a:t>engine </a:t>
            </a:r>
            <a:r>
              <a:rPr sz="1600" dirty="0">
                <a:latin typeface="Corbel"/>
                <a:cs typeface="Corbel"/>
              </a:rPr>
              <a:t>power</a:t>
            </a:r>
            <a:r>
              <a:rPr sz="1600" spc="75" dirty="0">
                <a:latin typeface="Corbel"/>
                <a:cs typeface="Corbel"/>
              </a:rPr>
              <a:t> </a:t>
            </a:r>
            <a:r>
              <a:rPr sz="1600" dirty="0">
                <a:latin typeface="Corbel"/>
                <a:cs typeface="Corbel"/>
              </a:rPr>
              <a:t>to</a:t>
            </a:r>
            <a:r>
              <a:rPr sz="1600" spc="85" dirty="0">
                <a:latin typeface="Corbel"/>
                <a:cs typeface="Corbel"/>
              </a:rPr>
              <a:t> </a:t>
            </a:r>
            <a:r>
              <a:rPr sz="1600" dirty="0">
                <a:latin typeface="Corbel"/>
                <a:cs typeface="Corbel"/>
              </a:rPr>
              <a:t>generate</a:t>
            </a:r>
            <a:r>
              <a:rPr sz="1600" spc="85" dirty="0">
                <a:latin typeface="Corbel"/>
                <a:cs typeface="Corbel"/>
              </a:rPr>
              <a:t> </a:t>
            </a:r>
            <a:r>
              <a:rPr sz="1600" dirty="0">
                <a:latin typeface="Corbel"/>
                <a:cs typeface="Corbel"/>
              </a:rPr>
              <a:t>the</a:t>
            </a:r>
            <a:r>
              <a:rPr sz="1600" spc="95" dirty="0">
                <a:latin typeface="Corbel"/>
                <a:cs typeface="Corbel"/>
              </a:rPr>
              <a:t> </a:t>
            </a:r>
            <a:r>
              <a:rPr sz="1600" dirty="0">
                <a:latin typeface="Corbel"/>
                <a:cs typeface="Corbel"/>
              </a:rPr>
              <a:t>same</a:t>
            </a:r>
            <a:r>
              <a:rPr sz="1600" spc="95" dirty="0">
                <a:latin typeface="Corbel"/>
                <a:cs typeface="Corbel"/>
              </a:rPr>
              <a:t> </a:t>
            </a:r>
            <a:r>
              <a:rPr sz="1600" dirty="0">
                <a:latin typeface="Corbel"/>
                <a:cs typeface="Corbel"/>
              </a:rPr>
              <a:t>amount</a:t>
            </a:r>
            <a:r>
              <a:rPr sz="1600" spc="80" dirty="0">
                <a:latin typeface="Corbel"/>
                <a:cs typeface="Corbel"/>
              </a:rPr>
              <a:t> </a:t>
            </a:r>
            <a:r>
              <a:rPr sz="1600" dirty="0">
                <a:latin typeface="Corbel"/>
                <a:cs typeface="Corbel"/>
              </a:rPr>
              <a:t>of</a:t>
            </a:r>
            <a:r>
              <a:rPr sz="1600" spc="95" dirty="0">
                <a:latin typeface="Corbel"/>
                <a:cs typeface="Corbel"/>
              </a:rPr>
              <a:t> </a:t>
            </a:r>
            <a:r>
              <a:rPr sz="1600" dirty="0">
                <a:latin typeface="Corbel"/>
                <a:cs typeface="Corbel"/>
              </a:rPr>
              <a:t>thrust</a:t>
            </a:r>
            <a:r>
              <a:rPr sz="1600" spc="85" dirty="0">
                <a:latin typeface="Corbel"/>
                <a:cs typeface="Corbel"/>
              </a:rPr>
              <a:t> </a:t>
            </a:r>
            <a:r>
              <a:rPr sz="1600" dirty="0">
                <a:latin typeface="Corbel"/>
                <a:cs typeface="Corbel"/>
              </a:rPr>
              <a:t>and</a:t>
            </a:r>
            <a:r>
              <a:rPr sz="1600" spc="90" dirty="0">
                <a:latin typeface="Corbel"/>
                <a:cs typeface="Corbel"/>
              </a:rPr>
              <a:t> </a:t>
            </a:r>
            <a:r>
              <a:rPr sz="1600" dirty="0">
                <a:latin typeface="Corbel"/>
                <a:cs typeface="Corbel"/>
              </a:rPr>
              <a:t>lift</a:t>
            </a:r>
            <a:r>
              <a:rPr sz="1600" spc="85" dirty="0">
                <a:latin typeface="Corbel"/>
                <a:cs typeface="Corbel"/>
              </a:rPr>
              <a:t> </a:t>
            </a:r>
            <a:r>
              <a:rPr sz="1600" dirty="0">
                <a:latin typeface="Corbel"/>
                <a:cs typeface="Corbel"/>
              </a:rPr>
              <a:t>as</a:t>
            </a:r>
            <a:r>
              <a:rPr sz="1600" spc="90" dirty="0">
                <a:latin typeface="Corbel"/>
                <a:cs typeface="Corbel"/>
              </a:rPr>
              <a:t> </a:t>
            </a:r>
            <a:r>
              <a:rPr sz="1600" dirty="0">
                <a:latin typeface="Corbel"/>
                <a:cs typeface="Corbel"/>
              </a:rPr>
              <a:t>they</a:t>
            </a:r>
            <a:r>
              <a:rPr sz="1600" spc="90" dirty="0">
                <a:latin typeface="Corbel"/>
                <a:cs typeface="Corbel"/>
              </a:rPr>
              <a:t> </a:t>
            </a:r>
            <a:r>
              <a:rPr sz="1600" dirty="0">
                <a:latin typeface="Corbel"/>
                <a:cs typeface="Corbel"/>
              </a:rPr>
              <a:t>would</a:t>
            </a:r>
            <a:r>
              <a:rPr sz="1600" spc="95" dirty="0">
                <a:latin typeface="Corbel"/>
                <a:cs typeface="Corbel"/>
              </a:rPr>
              <a:t> </a:t>
            </a:r>
            <a:r>
              <a:rPr sz="1600" spc="-25" dirty="0">
                <a:latin typeface="Corbel"/>
                <a:cs typeface="Corbel"/>
              </a:rPr>
              <a:t>in </a:t>
            </a:r>
            <a:r>
              <a:rPr sz="1600" dirty="0">
                <a:latin typeface="Corbel"/>
                <a:cs typeface="Corbel"/>
              </a:rPr>
              <a:t>cooler</a:t>
            </a:r>
            <a:r>
              <a:rPr sz="1600" spc="-40" dirty="0">
                <a:latin typeface="Corbel"/>
                <a:cs typeface="Corbel"/>
              </a:rPr>
              <a:t> </a:t>
            </a:r>
            <a:r>
              <a:rPr sz="1600" spc="-10" dirty="0">
                <a:latin typeface="Corbel"/>
                <a:cs typeface="Corbel"/>
              </a:rPr>
              <a:t>climes.</a:t>
            </a:r>
            <a:endParaRPr sz="1600">
              <a:latin typeface="Corbel"/>
              <a:cs typeface="Corbel"/>
            </a:endParaRPr>
          </a:p>
          <a:p>
            <a:pPr marL="12700">
              <a:lnSpc>
                <a:spcPct val="100000"/>
              </a:lnSpc>
              <a:spcBef>
                <a:spcPts val="575"/>
              </a:spcBef>
            </a:pPr>
            <a:r>
              <a:rPr sz="1600" b="1" u="sng" spc="-10" dirty="0">
                <a:uFill>
                  <a:solidFill>
                    <a:srgbClr val="000000"/>
                  </a:solidFill>
                </a:uFill>
                <a:latin typeface="Corbel"/>
                <a:cs typeface="Corbel"/>
              </a:rPr>
              <a:t>Humidity</a:t>
            </a:r>
            <a:endParaRPr sz="1600">
              <a:latin typeface="Corbel"/>
              <a:cs typeface="Corbel"/>
            </a:endParaRPr>
          </a:p>
          <a:p>
            <a:pPr marL="300990" indent="-288290" algn="just">
              <a:lnSpc>
                <a:spcPct val="100000"/>
              </a:lnSpc>
              <a:spcBef>
                <a:spcPts val="580"/>
              </a:spcBef>
              <a:buFont typeface="Arial MT"/>
              <a:buChar char="•"/>
              <a:tabLst>
                <a:tab pos="300990" algn="l"/>
              </a:tabLst>
            </a:pPr>
            <a:r>
              <a:rPr sz="1600" dirty="0">
                <a:latin typeface="Corbel"/>
                <a:cs typeface="Corbel"/>
              </a:rPr>
              <a:t>Is</a:t>
            </a:r>
            <a:r>
              <a:rPr sz="1600" spc="-15" dirty="0">
                <a:latin typeface="Corbel"/>
                <a:cs typeface="Corbel"/>
              </a:rPr>
              <a:t> </a:t>
            </a:r>
            <a:r>
              <a:rPr sz="1600" dirty="0">
                <a:latin typeface="Corbel"/>
                <a:cs typeface="Corbel"/>
              </a:rPr>
              <a:t>the</a:t>
            </a:r>
            <a:r>
              <a:rPr sz="1600" spc="-15" dirty="0">
                <a:latin typeface="Corbel"/>
                <a:cs typeface="Corbel"/>
              </a:rPr>
              <a:t> </a:t>
            </a:r>
            <a:r>
              <a:rPr sz="1600" spc="-10" dirty="0">
                <a:latin typeface="Corbel"/>
                <a:cs typeface="Corbel"/>
              </a:rPr>
              <a:t>concentration</a:t>
            </a:r>
            <a:r>
              <a:rPr sz="1600" spc="-15" dirty="0">
                <a:latin typeface="Corbel"/>
                <a:cs typeface="Corbel"/>
              </a:rPr>
              <a:t> </a:t>
            </a:r>
            <a:r>
              <a:rPr sz="1600" dirty="0">
                <a:latin typeface="Corbel"/>
                <a:cs typeface="Corbel"/>
              </a:rPr>
              <a:t>of</a:t>
            </a:r>
            <a:r>
              <a:rPr sz="1600" spc="-15" dirty="0">
                <a:latin typeface="Corbel"/>
                <a:cs typeface="Corbel"/>
              </a:rPr>
              <a:t> </a:t>
            </a:r>
            <a:r>
              <a:rPr sz="1600" dirty="0">
                <a:latin typeface="Corbel"/>
                <a:cs typeface="Corbel"/>
              </a:rPr>
              <a:t>water</a:t>
            </a:r>
            <a:r>
              <a:rPr sz="1600" spc="-15" dirty="0">
                <a:latin typeface="Corbel"/>
                <a:cs typeface="Corbel"/>
              </a:rPr>
              <a:t> </a:t>
            </a:r>
            <a:r>
              <a:rPr sz="1600" dirty="0">
                <a:latin typeface="Corbel"/>
                <a:cs typeface="Corbel"/>
              </a:rPr>
              <a:t>vapor</a:t>
            </a:r>
            <a:r>
              <a:rPr sz="1600" spc="-15" dirty="0">
                <a:latin typeface="Corbel"/>
                <a:cs typeface="Corbel"/>
              </a:rPr>
              <a:t> </a:t>
            </a:r>
            <a:r>
              <a:rPr sz="1600" dirty="0">
                <a:latin typeface="Corbel"/>
                <a:cs typeface="Corbel"/>
              </a:rPr>
              <a:t>present</a:t>
            </a:r>
            <a:r>
              <a:rPr sz="1600" spc="-25" dirty="0">
                <a:latin typeface="Corbel"/>
                <a:cs typeface="Corbel"/>
              </a:rPr>
              <a:t> </a:t>
            </a:r>
            <a:r>
              <a:rPr sz="1600" dirty="0">
                <a:latin typeface="Corbel"/>
                <a:cs typeface="Corbel"/>
              </a:rPr>
              <a:t>in</a:t>
            </a:r>
            <a:r>
              <a:rPr sz="1600" spc="-10" dirty="0">
                <a:latin typeface="Corbel"/>
                <a:cs typeface="Corbel"/>
              </a:rPr>
              <a:t> </a:t>
            </a:r>
            <a:r>
              <a:rPr sz="1600" dirty="0">
                <a:latin typeface="Corbel"/>
                <a:cs typeface="Corbel"/>
              </a:rPr>
              <a:t>the</a:t>
            </a:r>
            <a:r>
              <a:rPr sz="1600" spc="-10" dirty="0">
                <a:latin typeface="Corbel"/>
                <a:cs typeface="Corbel"/>
              </a:rPr>
              <a:t> </a:t>
            </a:r>
            <a:r>
              <a:rPr sz="1600" spc="-25" dirty="0">
                <a:latin typeface="Corbel"/>
                <a:cs typeface="Corbel"/>
              </a:rPr>
              <a:t>air</a:t>
            </a:r>
            <a:endParaRPr sz="1600">
              <a:latin typeface="Corbel"/>
              <a:cs typeface="Corbel"/>
            </a:endParaRPr>
          </a:p>
          <a:p>
            <a:pPr marL="298450" marR="5715" indent="-285750" algn="just">
              <a:lnSpc>
                <a:spcPct val="101899"/>
              </a:lnSpc>
              <a:spcBef>
                <a:spcPts val="535"/>
              </a:spcBef>
              <a:buFont typeface="Arial MT"/>
              <a:buChar char="•"/>
              <a:tabLst>
                <a:tab pos="298450" algn="l"/>
                <a:tab pos="300990" algn="l"/>
              </a:tabLst>
            </a:pPr>
            <a:r>
              <a:rPr sz="1600" dirty="0">
                <a:latin typeface="Corbel"/>
                <a:cs typeface="Corbel"/>
              </a:rPr>
              <a:t>	Humidity</a:t>
            </a:r>
            <a:r>
              <a:rPr sz="1600" spc="195" dirty="0">
                <a:latin typeface="Corbel"/>
                <a:cs typeface="Corbel"/>
              </a:rPr>
              <a:t> </a:t>
            </a:r>
            <a:r>
              <a:rPr sz="1600" dirty="0">
                <a:latin typeface="Corbel"/>
                <a:cs typeface="Corbel"/>
              </a:rPr>
              <a:t>has</a:t>
            </a:r>
            <a:r>
              <a:rPr sz="1600" spc="210" dirty="0">
                <a:latin typeface="Corbel"/>
                <a:cs typeface="Corbel"/>
              </a:rPr>
              <a:t> </a:t>
            </a:r>
            <a:r>
              <a:rPr sz="1600" dirty="0">
                <a:latin typeface="Corbel"/>
                <a:cs typeface="Corbel"/>
              </a:rPr>
              <a:t>a</a:t>
            </a:r>
            <a:r>
              <a:rPr sz="1600" spc="210" dirty="0">
                <a:latin typeface="Corbel"/>
                <a:cs typeface="Corbel"/>
              </a:rPr>
              <a:t> </a:t>
            </a:r>
            <a:r>
              <a:rPr sz="1600" dirty="0">
                <a:latin typeface="Corbel"/>
                <a:cs typeface="Corbel"/>
              </a:rPr>
              <a:t>major</a:t>
            </a:r>
            <a:r>
              <a:rPr sz="1600" spc="204" dirty="0">
                <a:latin typeface="Corbel"/>
                <a:cs typeface="Corbel"/>
              </a:rPr>
              <a:t> </a:t>
            </a:r>
            <a:r>
              <a:rPr sz="1600" dirty="0">
                <a:latin typeface="Corbel"/>
                <a:cs typeface="Corbel"/>
              </a:rPr>
              <a:t>affect</a:t>
            </a:r>
            <a:r>
              <a:rPr sz="1600" spc="204" dirty="0">
                <a:latin typeface="Corbel"/>
                <a:cs typeface="Corbel"/>
              </a:rPr>
              <a:t> </a:t>
            </a:r>
            <a:r>
              <a:rPr sz="1600" dirty="0">
                <a:latin typeface="Corbel"/>
                <a:cs typeface="Corbel"/>
              </a:rPr>
              <a:t>on</a:t>
            </a:r>
            <a:r>
              <a:rPr sz="1600" spc="210" dirty="0">
                <a:latin typeface="Corbel"/>
                <a:cs typeface="Corbel"/>
              </a:rPr>
              <a:t> </a:t>
            </a:r>
            <a:r>
              <a:rPr sz="1600" dirty="0">
                <a:latin typeface="Corbel"/>
                <a:cs typeface="Corbel"/>
              </a:rPr>
              <a:t>the</a:t>
            </a:r>
            <a:r>
              <a:rPr sz="1600" spc="204" dirty="0">
                <a:latin typeface="Corbel"/>
                <a:cs typeface="Corbel"/>
              </a:rPr>
              <a:t> </a:t>
            </a:r>
            <a:r>
              <a:rPr sz="1600" dirty="0">
                <a:latin typeface="Corbel"/>
                <a:cs typeface="Corbel"/>
              </a:rPr>
              <a:t>way</a:t>
            </a:r>
            <a:r>
              <a:rPr sz="1600" spc="200" dirty="0">
                <a:latin typeface="Corbel"/>
                <a:cs typeface="Corbel"/>
              </a:rPr>
              <a:t> </a:t>
            </a:r>
            <a:r>
              <a:rPr sz="1600" dirty="0">
                <a:latin typeface="Corbel"/>
                <a:cs typeface="Corbel"/>
              </a:rPr>
              <a:t>planes</a:t>
            </a:r>
            <a:r>
              <a:rPr sz="1600" spc="210" dirty="0">
                <a:latin typeface="Corbel"/>
                <a:cs typeface="Corbel"/>
              </a:rPr>
              <a:t> </a:t>
            </a:r>
            <a:r>
              <a:rPr sz="1600" dirty="0">
                <a:latin typeface="Corbel"/>
                <a:cs typeface="Corbel"/>
              </a:rPr>
              <a:t>fly.</a:t>
            </a:r>
            <a:r>
              <a:rPr sz="1600" spc="210" dirty="0">
                <a:latin typeface="Corbel"/>
                <a:cs typeface="Corbel"/>
              </a:rPr>
              <a:t> </a:t>
            </a:r>
            <a:r>
              <a:rPr sz="1600" dirty="0">
                <a:latin typeface="Corbel"/>
                <a:cs typeface="Corbel"/>
              </a:rPr>
              <a:t>This</a:t>
            </a:r>
            <a:r>
              <a:rPr sz="1600" spc="204" dirty="0">
                <a:latin typeface="Corbel"/>
                <a:cs typeface="Corbel"/>
              </a:rPr>
              <a:t> </a:t>
            </a:r>
            <a:r>
              <a:rPr sz="1600" dirty="0">
                <a:latin typeface="Corbel"/>
                <a:cs typeface="Corbel"/>
              </a:rPr>
              <a:t>is</a:t>
            </a:r>
            <a:r>
              <a:rPr sz="1600" spc="210" dirty="0">
                <a:latin typeface="Corbel"/>
                <a:cs typeface="Corbel"/>
              </a:rPr>
              <a:t> </a:t>
            </a:r>
            <a:r>
              <a:rPr sz="1600" dirty="0">
                <a:latin typeface="Corbel"/>
                <a:cs typeface="Corbel"/>
              </a:rPr>
              <a:t>due</a:t>
            </a:r>
            <a:r>
              <a:rPr sz="1600" spc="210" dirty="0">
                <a:latin typeface="Corbel"/>
                <a:cs typeface="Corbel"/>
              </a:rPr>
              <a:t> </a:t>
            </a:r>
            <a:r>
              <a:rPr sz="1600" dirty="0">
                <a:latin typeface="Corbel"/>
                <a:cs typeface="Corbel"/>
              </a:rPr>
              <a:t>to</a:t>
            </a:r>
            <a:r>
              <a:rPr sz="1600" spc="200" dirty="0">
                <a:latin typeface="Corbel"/>
                <a:cs typeface="Corbel"/>
              </a:rPr>
              <a:t> </a:t>
            </a:r>
            <a:r>
              <a:rPr sz="1600" spc="-25" dirty="0">
                <a:latin typeface="Corbel"/>
                <a:cs typeface="Corbel"/>
              </a:rPr>
              <a:t>the </a:t>
            </a:r>
            <a:r>
              <a:rPr sz="1600" dirty="0">
                <a:latin typeface="Corbel"/>
                <a:cs typeface="Corbel"/>
              </a:rPr>
              <a:t>weight</a:t>
            </a:r>
            <a:r>
              <a:rPr sz="1600" spc="295" dirty="0">
                <a:latin typeface="Corbel"/>
                <a:cs typeface="Corbel"/>
              </a:rPr>
              <a:t> </a:t>
            </a:r>
            <a:r>
              <a:rPr sz="1600" dirty="0">
                <a:latin typeface="Corbel"/>
                <a:cs typeface="Corbel"/>
              </a:rPr>
              <a:t>of</a:t>
            </a:r>
            <a:r>
              <a:rPr sz="1600" spc="310" dirty="0">
                <a:latin typeface="Corbel"/>
                <a:cs typeface="Corbel"/>
              </a:rPr>
              <a:t> </a:t>
            </a:r>
            <a:r>
              <a:rPr sz="1600" dirty="0">
                <a:latin typeface="Corbel"/>
                <a:cs typeface="Corbel"/>
              </a:rPr>
              <a:t>the</a:t>
            </a:r>
            <a:r>
              <a:rPr sz="1600" spc="310" dirty="0">
                <a:latin typeface="Corbel"/>
                <a:cs typeface="Corbel"/>
              </a:rPr>
              <a:t> </a:t>
            </a:r>
            <a:r>
              <a:rPr sz="1600" dirty="0">
                <a:latin typeface="Corbel"/>
                <a:cs typeface="Corbel"/>
              </a:rPr>
              <a:t>air</a:t>
            </a:r>
            <a:r>
              <a:rPr sz="1600" spc="300" dirty="0">
                <a:latin typeface="Corbel"/>
                <a:cs typeface="Corbel"/>
              </a:rPr>
              <a:t> </a:t>
            </a:r>
            <a:r>
              <a:rPr sz="1600" dirty="0">
                <a:latin typeface="Corbel"/>
                <a:cs typeface="Corbel"/>
              </a:rPr>
              <a:t>when</a:t>
            </a:r>
            <a:r>
              <a:rPr sz="1600" spc="310" dirty="0">
                <a:latin typeface="Corbel"/>
                <a:cs typeface="Corbel"/>
              </a:rPr>
              <a:t> </a:t>
            </a:r>
            <a:r>
              <a:rPr sz="1600" dirty="0">
                <a:latin typeface="Corbel"/>
                <a:cs typeface="Corbel"/>
              </a:rPr>
              <a:t>it</a:t>
            </a:r>
            <a:r>
              <a:rPr sz="1600" spc="300" dirty="0">
                <a:latin typeface="Corbel"/>
                <a:cs typeface="Corbel"/>
              </a:rPr>
              <a:t> </a:t>
            </a:r>
            <a:r>
              <a:rPr sz="1600" dirty="0">
                <a:latin typeface="Corbel"/>
                <a:cs typeface="Corbel"/>
              </a:rPr>
              <a:t>is</a:t>
            </a:r>
            <a:r>
              <a:rPr sz="1600" spc="310" dirty="0">
                <a:latin typeface="Corbel"/>
                <a:cs typeface="Corbel"/>
              </a:rPr>
              <a:t> </a:t>
            </a:r>
            <a:r>
              <a:rPr sz="1600" dirty="0">
                <a:latin typeface="Corbel"/>
                <a:cs typeface="Corbel"/>
              </a:rPr>
              <a:t>humid.</a:t>
            </a:r>
            <a:r>
              <a:rPr sz="1600" spc="300" dirty="0">
                <a:latin typeface="Corbel"/>
                <a:cs typeface="Corbel"/>
              </a:rPr>
              <a:t> </a:t>
            </a:r>
            <a:r>
              <a:rPr sz="1600" dirty="0">
                <a:latin typeface="Corbel"/>
                <a:cs typeface="Corbel"/>
              </a:rPr>
              <a:t>When</a:t>
            </a:r>
            <a:r>
              <a:rPr sz="1600" spc="315" dirty="0">
                <a:latin typeface="Corbel"/>
                <a:cs typeface="Corbel"/>
              </a:rPr>
              <a:t> </a:t>
            </a:r>
            <a:r>
              <a:rPr sz="1600" dirty="0">
                <a:latin typeface="Corbel"/>
                <a:cs typeface="Corbel"/>
              </a:rPr>
              <a:t>air</a:t>
            </a:r>
            <a:r>
              <a:rPr sz="1600" spc="305" dirty="0">
                <a:latin typeface="Corbel"/>
                <a:cs typeface="Corbel"/>
              </a:rPr>
              <a:t> </a:t>
            </a:r>
            <a:r>
              <a:rPr sz="1600" dirty="0">
                <a:latin typeface="Corbel"/>
                <a:cs typeface="Corbel"/>
              </a:rPr>
              <a:t>is</a:t>
            </a:r>
            <a:r>
              <a:rPr sz="1600" spc="305" dirty="0">
                <a:latin typeface="Corbel"/>
                <a:cs typeface="Corbel"/>
              </a:rPr>
              <a:t> </a:t>
            </a:r>
            <a:r>
              <a:rPr sz="1600" dirty="0">
                <a:latin typeface="Corbel"/>
                <a:cs typeface="Corbel"/>
              </a:rPr>
              <a:t>humid,</a:t>
            </a:r>
            <a:r>
              <a:rPr sz="1600" spc="310" dirty="0">
                <a:latin typeface="Corbel"/>
                <a:cs typeface="Corbel"/>
              </a:rPr>
              <a:t> </a:t>
            </a:r>
            <a:r>
              <a:rPr sz="1600" dirty="0">
                <a:latin typeface="Corbel"/>
                <a:cs typeface="Corbel"/>
              </a:rPr>
              <a:t>it</a:t>
            </a:r>
            <a:r>
              <a:rPr sz="1600" spc="300" dirty="0">
                <a:latin typeface="Corbel"/>
                <a:cs typeface="Corbel"/>
              </a:rPr>
              <a:t> </a:t>
            </a:r>
            <a:r>
              <a:rPr sz="1600" dirty="0">
                <a:latin typeface="Corbel"/>
                <a:cs typeface="Corbel"/>
              </a:rPr>
              <a:t>is</a:t>
            </a:r>
            <a:r>
              <a:rPr sz="1600" spc="310" dirty="0">
                <a:latin typeface="Corbel"/>
                <a:cs typeface="Corbel"/>
              </a:rPr>
              <a:t> </a:t>
            </a:r>
            <a:r>
              <a:rPr sz="1600" spc="-10" dirty="0">
                <a:latin typeface="Corbel"/>
                <a:cs typeface="Corbel"/>
              </a:rPr>
              <a:t>actually </a:t>
            </a:r>
            <a:r>
              <a:rPr sz="1600" dirty="0">
                <a:latin typeface="Corbel"/>
                <a:cs typeface="Corbel"/>
              </a:rPr>
              <a:t>lighter</a:t>
            </a:r>
            <a:r>
              <a:rPr sz="1600" spc="-25" dirty="0">
                <a:latin typeface="Corbel"/>
                <a:cs typeface="Corbel"/>
              </a:rPr>
              <a:t> </a:t>
            </a:r>
            <a:r>
              <a:rPr sz="1600" dirty="0">
                <a:latin typeface="Corbel"/>
                <a:cs typeface="Corbel"/>
              </a:rPr>
              <a:t>then</a:t>
            </a:r>
            <a:r>
              <a:rPr sz="1600" spc="-20" dirty="0">
                <a:latin typeface="Corbel"/>
                <a:cs typeface="Corbel"/>
              </a:rPr>
              <a:t> </a:t>
            </a:r>
            <a:r>
              <a:rPr sz="1600" dirty="0">
                <a:latin typeface="Corbel"/>
                <a:cs typeface="Corbel"/>
              </a:rPr>
              <a:t>dry</a:t>
            </a:r>
            <a:r>
              <a:rPr sz="1600" spc="-25" dirty="0">
                <a:latin typeface="Corbel"/>
                <a:cs typeface="Corbel"/>
              </a:rPr>
              <a:t> air</a:t>
            </a:r>
            <a:endParaRPr sz="1600">
              <a:latin typeface="Corbel"/>
              <a:cs typeface="Corbel"/>
            </a:endParaRPr>
          </a:p>
          <a:p>
            <a:pPr marL="298450" marR="5080" indent="-285750" algn="just">
              <a:lnSpc>
                <a:spcPct val="100299"/>
              </a:lnSpc>
              <a:spcBef>
                <a:spcPts val="570"/>
              </a:spcBef>
              <a:buFont typeface="Arial MT"/>
              <a:buChar char="•"/>
              <a:tabLst>
                <a:tab pos="298450" algn="l"/>
                <a:tab pos="300990" algn="l"/>
              </a:tabLst>
            </a:pPr>
            <a:r>
              <a:rPr sz="1600" dirty="0">
                <a:latin typeface="Corbel"/>
                <a:cs typeface="Corbel"/>
              </a:rPr>
              <a:t>	If</a:t>
            </a:r>
            <a:r>
              <a:rPr sz="1600" spc="120" dirty="0">
                <a:latin typeface="Corbel"/>
                <a:cs typeface="Corbel"/>
              </a:rPr>
              <a:t> </a:t>
            </a:r>
            <a:r>
              <a:rPr sz="1600" dirty="0">
                <a:latin typeface="Corbel"/>
                <a:cs typeface="Corbel"/>
              </a:rPr>
              <a:t>you</a:t>
            </a:r>
            <a:r>
              <a:rPr sz="1600" spc="114" dirty="0">
                <a:latin typeface="Corbel"/>
                <a:cs typeface="Corbel"/>
              </a:rPr>
              <a:t> </a:t>
            </a:r>
            <a:r>
              <a:rPr sz="1600" dirty="0">
                <a:latin typeface="Corbel"/>
                <a:cs typeface="Corbel"/>
              </a:rPr>
              <a:t>take</a:t>
            </a:r>
            <a:r>
              <a:rPr sz="1600" spc="125" dirty="0">
                <a:latin typeface="Corbel"/>
                <a:cs typeface="Corbel"/>
              </a:rPr>
              <a:t> </a:t>
            </a:r>
            <a:r>
              <a:rPr sz="1600" dirty="0">
                <a:latin typeface="Corbel"/>
                <a:cs typeface="Corbel"/>
              </a:rPr>
              <a:t>humid</a:t>
            </a:r>
            <a:r>
              <a:rPr sz="1600" spc="125" dirty="0">
                <a:latin typeface="Corbel"/>
                <a:cs typeface="Corbel"/>
              </a:rPr>
              <a:t> </a:t>
            </a:r>
            <a:r>
              <a:rPr sz="1600" dirty="0">
                <a:latin typeface="Corbel"/>
                <a:cs typeface="Corbel"/>
              </a:rPr>
              <a:t>air</a:t>
            </a:r>
            <a:r>
              <a:rPr sz="1600" spc="125" dirty="0">
                <a:latin typeface="Corbel"/>
                <a:cs typeface="Corbel"/>
              </a:rPr>
              <a:t> </a:t>
            </a:r>
            <a:r>
              <a:rPr sz="1600" dirty="0">
                <a:latin typeface="Corbel"/>
                <a:cs typeface="Corbel"/>
              </a:rPr>
              <a:t>(less</a:t>
            </a:r>
            <a:r>
              <a:rPr sz="1600" spc="125" dirty="0">
                <a:latin typeface="Corbel"/>
                <a:cs typeface="Corbel"/>
              </a:rPr>
              <a:t> </a:t>
            </a:r>
            <a:r>
              <a:rPr sz="1600" dirty="0">
                <a:latin typeface="Corbel"/>
                <a:cs typeface="Corbel"/>
              </a:rPr>
              <a:t>dense),</a:t>
            </a:r>
            <a:r>
              <a:rPr sz="1600" spc="125" dirty="0">
                <a:latin typeface="Corbel"/>
                <a:cs typeface="Corbel"/>
              </a:rPr>
              <a:t> </a:t>
            </a:r>
            <a:r>
              <a:rPr sz="1600" dirty="0">
                <a:latin typeface="Corbel"/>
                <a:cs typeface="Corbel"/>
              </a:rPr>
              <a:t>then</a:t>
            </a:r>
            <a:r>
              <a:rPr sz="1600" spc="135" dirty="0">
                <a:latin typeface="Corbel"/>
                <a:cs typeface="Corbel"/>
              </a:rPr>
              <a:t> </a:t>
            </a:r>
            <a:r>
              <a:rPr sz="1600" dirty="0">
                <a:latin typeface="Corbel"/>
                <a:cs typeface="Corbel"/>
              </a:rPr>
              <a:t>the</a:t>
            </a:r>
            <a:r>
              <a:rPr sz="1600" spc="125" dirty="0">
                <a:latin typeface="Corbel"/>
                <a:cs typeface="Corbel"/>
              </a:rPr>
              <a:t> </a:t>
            </a:r>
            <a:r>
              <a:rPr sz="1600" dirty="0">
                <a:latin typeface="Corbel"/>
                <a:cs typeface="Corbel"/>
              </a:rPr>
              <a:t>plane</a:t>
            </a:r>
            <a:r>
              <a:rPr sz="1600" spc="125" dirty="0">
                <a:latin typeface="Corbel"/>
                <a:cs typeface="Corbel"/>
              </a:rPr>
              <a:t> </a:t>
            </a:r>
            <a:r>
              <a:rPr sz="1600" dirty="0">
                <a:latin typeface="Corbel"/>
                <a:cs typeface="Corbel"/>
              </a:rPr>
              <a:t>can</a:t>
            </a:r>
            <a:r>
              <a:rPr sz="1600" spc="125" dirty="0">
                <a:latin typeface="Corbel"/>
                <a:cs typeface="Corbel"/>
              </a:rPr>
              <a:t> </a:t>
            </a:r>
            <a:r>
              <a:rPr sz="1600" dirty="0">
                <a:latin typeface="Corbel"/>
                <a:cs typeface="Corbel"/>
              </a:rPr>
              <a:t>no</a:t>
            </a:r>
            <a:r>
              <a:rPr sz="1600" spc="120" dirty="0">
                <a:latin typeface="Corbel"/>
                <a:cs typeface="Corbel"/>
              </a:rPr>
              <a:t> </a:t>
            </a:r>
            <a:r>
              <a:rPr sz="1600" dirty="0">
                <a:latin typeface="Corbel"/>
                <a:cs typeface="Corbel"/>
              </a:rPr>
              <a:t>longer</a:t>
            </a:r>
            <a:r>
              <a:rPr sz="1600" spc="125" dirty="0">
                <a:latin typeface="Corbel"/>
                <a:cs typeface="Corbel"/>
              </a:rPr>
              <a:t> </a:t>
            </a:r>
            <a:r>
              <a:rPr sz="1600" spc="-10" dirty="0">
                <a:latin typeface="Corbel"/>
                <a:cs typeface="Corbel"/>
              </a:rPr>
              <a:t>create </a:t>
            </a:r>
            <a:r>
              <a:rPr sz="1600" dirty="0">
                <a:latin typeface="Corbel"/>
                <a:cs typeface="Corbel"/>
              </a:rPr>
              <a:t>the</a:t>
            </a:r>
            <a:r>
              <a:rPr sz="1600" spc="60" dirty="0">
                <a:latin typeface="Corbel"/>
                <a:cs typeface="Corbel"/>
              </a:rPr>
              <a:t> </a:t>
            </a:r>
            <a:r>
              <a:rPr sz="1600" dirty="0">
                <a:latin typeface="Corbel"/>
                <a:cs typeface="Corbel"/>
              </a:rPr>
              <a:t>amount</a:t>
            </a:r>
            <a:r>
              <a:rPr sz="1600" spc="55" dirty="0">
                <a:latin typeface="Corbel"/>
                <a:cs typeface="Corbel"/>
              </a:rPr>
              <a:t> </a:t>
            </a:r>
            <a:r>
              <a:rPr sz="1600" dirty="0">
                <a:latin typeface="Corbel"/>
                <a:cs typeface="Corbel"/>
              </a:rPr>
              <a:t>of</a:t>
            </a:r>
            <a:r>
              <a:rPr sz="1600" spc="60" dirty="0">
                <a:latin typeface="Corbel"/>
                <a:cs typeface="Corbel"/>
              </a:rPr>
              <a:t> </a:t>
            </a:r>
            <a:r>
              <a:rPr sz="1600" dirty="0">
                <a:latin typeface="Corbel"/>
                <a:cs typeface="Corbel"/>
              </a:rPr>
              <a:t>lift</a:t>
            </a:r>
            <a:r>
              <a:rPr sz="1600" spc="50" dirty="0">
                <a:latin typeface="Corbel"/>
                <a:cs typeface="Corbel"/>
              </a:rPr>
              <a:t> </a:t>
            </a:r>
            <a:r>
              <a:rPr sz="1600" dirty="0">
                <a:latin typeface="Corbel"/>
                <a:cs typeface="Corbel"/>
              </a:rPr>
              <a:t>it</a:t>
            </a:r>
            <a:r>
              <a:rPr sz="1600" spc="55" dirty="0">
                <a:latin typeface="Corbel"/>
                <a:cs typeface="Corbel"/>
              </a:rPr>
              <a:t> </a:t>
            </a:r>
            <a:r>
              <a:rPr sz="1600" dirty="0">
                <a:latin typeface="Corbel"/>
                <a:cs typeface="Corbel"/>
              </a:rPr>
              <a:t>could</a:t>
            </a:r>
            <a:r>
              <a:rPr sz="1600" spc="65" dirty="0">
                <a:latin typeface="Corbel"/>
                <a:cs typeface="Corbel"/>
              </a:rPr>
              <a:t> </a:t>
            </a:r>
            <a:r>
              <a:rPr sz="1600" dirty="0">
                <a:latin typeface="Corbel"/>
                <a:cs typeface="Corbel"/>
              </a:rPr>
              <a:t>when</a:t>
            </a:r>
            <a:r>
              <a:rPr sz="1600" spc="60" dirty="0">
                <a:latin typeface="Corbel"/>
                <a:cs typeface="Corbel"/>
              </a:rPr>
              <a:t> </a:t>
            </a:r>
            <a:r>
              <a:rPr sz="1600" dirty="0">
                <a:latin typeface="Corbel"/>
                <a:cs typeface="Corbel"/>
              </a:rPr>
              <a:t>the</a:t>
            </a:r>
            <a:r>
              <a:rPr sz="1600" spc="65" dirty="0">
                <a:latin typeface="Corbel"/>
                <a:cs typeface="Corbel"/>
              </a:rPr>
              <a:t> </a:t>
            </a:r>
            <a:r>
              <a:rPr sz="1600" dirty="0">
                <a:latin typeface="Corbel"/>
                <a:cs typeface="Corbel"/>
              </a:rPr>
              <a:t>air</a:t>
            </a:r>
            <a:r>
              <a:rPr sz="1600" spc="60" dirty="0">
                <a:latin typeface="Corbel"/>
                <a:cs typeface="Corbel"/>
              </a:rPr>
              <a:t> </a:t>
            </a:r>
            <a:r>
              <a:rPr sz="1600" dirty="0">
                <a:latin typeface="Corbel"/>
                <a:cs typeface="Corbel"/>
              </a:rPr>
              <a:t>is</a:t>
            </a:r>
            <a:r>
              <a:rPr sz="1600" spc="55" dirty="0">
                <a:latin typeface="Corbel"/>
                <a:cs typeface="Corbel"/>
              </a:rPr>
              <a:t> </a:t>
            </a:r>
            <a:r>
              <a:rPr sz="1600" dirty="0">
                <a:latin typeface="Corbel"/>
                <a:cs typeface="Corbel"/>
              </a:rPr>
              <a:t>dry</a:t>
            </a:r>
            <a:r>
              <a:rPr sz="1600" spc="55" dirty="0">
                <a:latin typeface="Corbel"/>
                <a:cs typeface="Corbel"/>
              </a:rPr>
              <a:t> </a:t>
            </a:r>
            <a:r>
              <a:rPr sz="1600" dirty="0">
                <a:latin typeface="Corbel"/>
                <a:cs typeface="Corbel"/>
              </a:rPr>
              <a:t>(more</a:t>
            </a:r>
            <a:r>
              <a:rPr sz="1600" spc="60" dirty="0">
                <a:latin typeface="Corbel"/>
                <a:cs typeface="Corbel"/>
              </a:rPr>
              <a:t> </a:t>
            </a:r>
            <a:r>
              <a:rPr sz="1600" dirty="0">
                <a:latin typeface="Corbel"/>
                <a:cs typeface="Corbel"/>
              </a:rPr>
              <a:t>dense).</a:t>
            </a:r>
            <a:r>
              <a:rPr sz="1600" spc="55" dirty="0">
                <a:latin typeface="Corbel"/>
                <a:cs typeface="Corbel"/>
              </a:rPr>
              <a:t> </a:t>
            </a:r>
            <a:r>
              <a:rPr sz="1600" dirty="0">
                <a:latin typeface="Corbel"/>
                <a:cs typeface="Corbel"/>
              </a:rPr>
              <a:t>This</a:t>
            </a:r>
            <a:r>
              <a:rPr sz="1600" spc="60" dirty="0">
                <a:latin typeface="Corbel"/>
                <a:cs typeface="Corbel"/>
              </a:rPr>
              <a:t> </a:t>
            </a:r>
            <a:r>
              <a:rPr sz="1600" spc="-10" dirty="0">
                <a:latin typeface="Corbel"/>
                <a:cs typeface="Corbel"/>
              </a:rPr>
              <a:t>causes </a:t>
            </a:r>
            <a:r>
              <a:rPr sz="1600" dirty="0">
                <a:latin typeface="Corbel"/>
                <a:cs typeface="Corbel"/>
              </a:rPr>
              <a:t>pilots</a:t>
            </a:r>
            <a:r>
              <a:rPr sz="1600" spc="-5" dirty="0">
                <a:latin typeface="Corbel"/>
                <a:cs typeface="Corbel"/>
              </a:rPr>
              <a:t> </a:t>
            </a:r>
            <a:r>
              <a:rPr sz="1600" dirty="0">
                <a:latin typeface="Corbel"/>
                <a:cs typeface="Corbel"/>
              </a:rPr>
              <a:t>to</a:t>
            </a:r>
            <a:r>
              <a:rPr sz="1600" spc="-15" dirty="0">
                <a:latin typeface="Corbel"/>
                <a:cs typeface="Corbel"/>
              </a:rPr>
              <a:t> </a:t>
            </a:r>
            <a:r>
              <a:rPr sz="1600" dirty="0">
                <a:latin typeface="Corbel"/>
                <a:cs typeface="Corbel"/>
              </a:rPr>
              <a:t>have</a:t>
            </a:r>
            <a:r>
              <a:rPr sz="1600" spc="-10" dirty="0">
                <a:latin typeface="Corbel"/>
                <a:cs typeface="Corbel"/>
              </a:rPr>
              <a:t> </a:t>
            </a:r>
            <a:r>
              <a:rPr sz="1600" dirty="0">
                <a:latin typeface="Corbel"/>
                <a:cs typeface="Corbel"/>
              </a:rPr>
              <a:t>longer</a:t>
            </a:r>
            <a:r>
              <a:rPr sz="1600" spc="-5" dirty="0">
                <a:latin typeface="Corbel"/>
                <a:cs typeface="Corbel"/>
              </a:rPr>
              <a:t> </a:t>
            </a:r>
            <a:r>
              <a:rPr sz="1600" dirty="0">
                <a:latin typeface="Corbel"/>
                <a:cs typeface="Corbel"/>
              </a:rPr>
              <a:t>runways</a:t>
            </a:r>
            <a:r>
              <a:rPr sz="1600" spc="-10" dirty="0">
                <a:latin typeface="Corbel"/>
                <a:cs typeface="Corbel"/>
              </a:rPr>
              <a:t> </a:t>
            </a:r>
            <a:r>
              <a:rPr sz="1600" dirty="0">
                <a:latin typeface="Corbel"/>
                <a:cs typeface="Corbel"/>
              </a:rPr>
              <a:t>to</a:t>
            </a:r>
            <a:r>
              <a:rPr sz="1600" spc="-15" dirty="0">
                <a:latin typeface="Corbel"/>
                <a:cs typeface="Corbel"/>
              </a:rPr>
              <a:t> </a:t>
            </a:r>
            <a:r>
              <a:rPr sz="1600" dirty="0">
                <a:latin typeface="Corbel"/>
                <a:cs typeface="Corbel"/>
              </a:rPr>
              <a:t>gain speed</a:t>
            </a:r>
            <a:r>
              <a:rPr sz="1600" spc="-5" dirty="0">
                <a:latin typeface="Corbel"/>
                <a:cs typeface="Corbel"/>
              </a:rPr>
              <a:t> </a:t>
            </a:r>
            <a:r>
              <a:rPr sz="1600" dirty="0">
                <a:latin typeface="Corbel"/>
                <a:cs typeface="Corbel"/>
              </a:rPr>
              <a:t>before</a:t>
            </a:r>
            <a:r>
              <a:rPr sz="1600" spc="-5" dirty="0">
                <a:latin typeface="Corbel"/>
                <a:cs typeface="Corbel"/>
              </a:rPr>
              <a:t> </a:t>
            </a:r>
            <a:r>
              <a:rPr sz="1600" dirty="0">
                <a:latin typeface="Corbel"/>
                <a:cs typeface="Corbel"/>
              </a:rPr>
              <a:t>enough</a:t>
            </a:r>
            <a:r>
              <a:rPr sz="1600" spc="-10" dirty="0">
                <a:latin typeface="Corbel"/>
                <a:cs typeface="Corbel"/>
              </a:rPr>
              <a:t> </a:t>
            </a:r>
            <a:r>
              <a:rPr sz="1600" dirty="0">
                <a:latin typeface="Corbel"/>
                <a:cs typeface="Corbel"/>
              </a:rPr>
              <a:t>air</a:t>
            </a:r>
            <a:r>
              <a:rPr sz="1600" spc="-5" dirty="0">
                <a:latin typeface="Corbel"/>
                <a:cs typeface="Corbel"/>
              </a:rPr>
              <a:t> </a:t>
            </a:r>
            <a:r>
              <a:rPr sz="1600" dirty="0">
                <a:latin typeface="Corbel"/>
                <a:cs typeface="Corbel"/>
              </a:rPr>
              <a:t>is</a:t>
            </a:r>
            <a:r>
              <a:rPr sz="1600" spc="-5" dirty="0">
                <a:latin typeface="Corbel"/>
                <a:cs typeface="Corbel"/>
              </a:rPr>
              <a:t> </a:t>
            </a:r>
            <a:r>
              <a:rPr sz="1600" spc="-10" dirty="0">
                <a:latin typeface="Corbel"/>
                <a:cs typeface="Corbel"/>
              </a:rPr>
              <a:t>passing </a:t>
            </a:r>
            <a:r>
              <a:rPr sz="1600" dirty="0">
                <a:latin typeface="Corbel"/>
                <a:cs typeface="Corbel"/>
              </a:rPr>
              <a:t>the</a:t>
            </a:r>
            <a:r>
              <a:rPr sz="1600" spc="220" dirty="0">
                <a:latin typeface="Corbel"/>
                <a:cs typeface="Corbel"/>
              </a:rPr>
              <a:t> </a:t>
            </a:r>
            <a:r>
              <a:rPr sz="1600" dirty="0">
                <a:latin typeface="Corbel"/>
                <a:cs typeface="Corbel"/>
              </a:rPr>
              <a:t>wings</a:t>
            </a:r>
            <a:r>
              <a:rPr sz="1600" spc="220" dirty="0">
                <a:latin typeface="Corbel"/>
                <a:cs typeface="Corbel"/>
              </a:rPr>
              <a:t> </a:t>
            </a:r>
            <a:r>
              <a:rPr sz="1600" dirty="0">
                <a:latin typeface="Corbel"/>
                <a:cs typeface="Corbel"/>
              </a:rPr>
              <a:t>per</a:t>
            </a:r>
            <a:r>
              <a:rPr sz="1600" spc="225" dirty="0">
                <a:latin typeface="Corbel"/>
                <a:cs typeface="Corbel"/>
              </a:rPr>
              <a:t> </a:t>
            </a:r>
            <a:r>
              <a:rPr sz="1600" dirty="0">
                <a:latin typeface="Corbel"/>
                <a:cs typeface="Corbel"/>
              </a:rPr>
              <a:t>second</a:t>
            </a:r>
            <a:r>
              <a:rPr sz="1600" spc="225" dirty="0">
                <a:latin typeface="Corbel"/>
                <a:cs typeface="Corbel"/>
              </a:rPr>
              <a:t> </a:t>
            </a:r>
            <a:r>
              <a:rPr sz="1600" dirty="0">
                <a:latin typeface="Corbel"/>
                <a:cs typeface="Corbel"/>
              </a:rPr>
              <a:t>to</a:t>
            </a:r>
            <a:r>
              <a:rPr sz="1600" spc="220" dirty="0">
                <a:latin typeface="Corbel"/>
                <a:cs typeface="Corbel"/>
              </a:rPr>
              <a:t> </a:t>
            </a:r>
            <a:r>
              <a:rPr sz="1600" dirty="0">
                <a:latin typeface="Corbel"/>
                <a:cs typeface="Corbel"/>
              </a:rPr>
              <a:t>create</a:t>
            </a:r>
            <a:r>
              <a:rPr sz="1600" spc="220" dirty="0">
                <a:latin typeface="Corbel"/>
                <a:cs typeface="Corbel"/>
              </a:rPr>
              <a:t> </a:t>
            </a:r>
            <a:r>
              <a:rPr sz="1600" dirty="0">
                <a:latin typeface="Corbel"/>
                <a:cs typeface="Corbel"/>
              </a:rPr>
              <a:t>enough</a:t>
            </a:r>
            <a:r>
              <a:rPr sz="1600" spc="225" dirty="0">
                <a:latin typeface="Corbel"/>
                <a:cs typeface="Corbel"/>
              </a:rPr>
              <a:t> </a:t>
            </a:r>
            <a:r>
              <a:rPr sz="1600" dirty="0">
                <a:latin typeface="Corbel"/>
                <a:cs typeface="Corbel"/>
              </a:rPr>
              <a:t>lift,</a:t>
            </a:r>
            <a:r>
              <a:rPr sz="1600" spc="220" dirty="0">
                <a:latin typeface="Corbel"/>
                <a:cs typeface="Corbel"/>
              </a:rPr>
              <a:t> </a:t>
            </a:r>
            <a:r>
              <a:rPr sz="1600" dirty="0">
                <a:latin typeface="Corbel"/>
                <a:cs typeface="Corbel"/>
              </a:rPr>
              <a:t>it</a:t>
            </a:r>
            <a:r>
              <a:rPr sz="1600" spc="215" dirty="0">
                <a:latin typeface="Corbel"/>
                <a:cs typeface="Corbel"/>
              </a:rPr>
              <a:t> </a:t>
            </a:r>
            <a:r>
              <a:rPr sz="1600" dirty="0">
                <a:latin typeface="Corbel"/>
                <a:cs typeface="Corbel"/>
              </a:rPr>
              <a:t>also</a:t>
            </a:r>
            <a:r>
              <a:rPr sz="1600" spc="215" dirty="0">
                <a:latin typeface="Corbel"/>
                <a:cs typeface="Corbel"/>
              </a:rPr>
              <a:t> </a:t>
            </a:r>
            <a:r>
              <a:rPr sz="1600" dirty="0">
                <a:latin typeface="Corbel"/>
                <a:cs typeface="Corbel"/>
              </a:rPr>
              <a:t>forces</a:t>
            </a:r>
            <a:r>
              <a:rPr sz="1600" spc="225" dirty="0">
                <a:latin typeface="Corbel"/>
                <a:cs typeface="Corbel"/>
              </a:rPr>
              <a:t> </a:t>
            </a:r>
            <a:r>
              <a:rPr sz="1600" dirty="0">
                <a:latin typeface="Corbel"/>
                <a:cs typeface="Corbel"/>
              </a:rPr>
              <a:t>pilots</a:t>
            </a:r>
            <a:r>
              <a:rPr sz="1600" spc="220" dirty="0">
                <a:latin typeface="Corbel"/>
                <a:cs typeface="Corbel"/>
              </a:rPr>
              <a:t> </a:t>
            </a:r>
            <a:r>
              <a:rPr sz="1600" dirty="0">
                <a:latin typeface="Corbel"/>
                <a:cs typeface="Corbel"/>
              </a:rPr>
              <a:t>to</a:t>
            </a:r>
            <a:r>
              <a:rPr sz="1600" spc="220" dirty="0">
                <a:latin typeface="Corbel"/>
                <a:cs typeface="Corbel"/>
              </a:rPr>
              <a:t> </a:t>
            </a:r>
            <a:r>
              <a:rPr sz="1600" spc="-25" dirty="0">
                <a:latin typeface="Corbel"/>
                <a:cs typeface="Corbel"/>
              </a:rPr>
              <a:t>fly </a:t>
            </a:r>
            <a:r>
              <a:rPr sz="1600" dirty="0">
                <a:latin typeface="Corbel"/>
                <a:cs typeface="Corbel"/>
              </a:rPr>
              <a:t>faster</a:t>
            </a:r>
            <a:r>
              <a:rPr sz="1600" spc="-25" dirty="0">
                <a:latin typeface="Corbel"/>
                <a:cs typeface="Corbel"/>
              </a:rPr>
              <a:t> </a:t>
            </a:r>
            <a:r>
              <a:rPr sz="1600" dirty="0">
                <a:latin typeface="Corbel"/>
                <a:cs typeface="Corbel"/>
              </a:rPr>
              <a:t>then</a:t>
            </a:r>
            <a:r>
              <a:rPr sz="1600" spc="-20" dirty="0">
                <a:latin typeface="Corbel"/>
                <a:cs typeface="Corbel"/>
              </a:rPr>
              <a:t> </a:t>
            </a:r>
            <a:r>
              <a:rPr sz="1600" dirty="0">
                <a:latin typeface="Corbel"/>
                <a:cs typeface="Corbel"/>
              </a:rPr>
              <a:t>would</a:t>
            </a:r>
            <a:r>
              <a:rPr sz="1600" spc="-20" dirty="0">
                <a:latin typeface="Corbel"/>
                <a:cs typeface="Corbel"/>
              </a:rPr>
              <a:t> </a:t>
            </a:r>
            <a:r>
              <a:rPr sz="1600" dirty="0">
                <a:latin typeface="Corbel"/>
                <a:cs typeface="Corbel"/>
              </a:rPr>
              <a:t>be</a:t>
            </a:r>
            <a:r>
              <a:rPr sz="1600" spc="-25" dirty="0">
                <a:latin typeface="Corbel"/>
                <a:cs typeface="Corbel"/>
              </a:rPr>
              <a:t> </a:t>
            </a:r>
            <a:r>
              <a:rPr sz="1600" dirty="0">
                <a:latin typeface="Corbel"/>
                <a:cs typeface="Corbel"/>
              </a:rPr>
              <a:t>required</a:t>
            </a:r>
            <a:r>
              <a:rPr sz="1600" spc="-25" dirty="0">
                <a:latin typeface="Corbel"/>
                <a:cs typeface="Corbel"/>
              </a:rPr>
              <a:t> </a:t>
            </a:r>
            <a:r>
              <a:rPr sz="1600" dirty="0">
                <a:latin typeface="Corbel"/>
                <a:cs typeface="Corbel"/>
              </a:rPr>
              <a:t>if</a:t>
            </a:r>
            <a:r>
              <a:rPr sz="1600" spc="-20"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air</a:t>
            </a:r>
            <a:r>
              <a:rPr sz="1600" spc="-25" dirty="0">
                <a:latin typeface="Corbel"/>
                <a:cs typeface="Corbel"/>
              </a:rPr>
              <a:t> </a:t>
            </a:r>
            <a:r>
              <a:rPr sz="1600" dirty="0">
                <a:latin typeface="Corbel"/>
                <a:cs typeface="Corbel"/>
              </a:rPr>
              <a:t>were</a:t>
            </a:r>
            <a:r>
              <a:rPr sz="1600" spc="-25" dirty="0">
                <a:latin typeface="Corbel"/>
                <a:cs typeface="Corbel"/>
              </a:rPr>
              <a:t> </a:t>
            </a:r>
            <a:r>
              <a:rPr sz="1600" spc="-20" dirty="0">
                <a:latin typeface="Corbel"/>
                <a:cs typeface="Corbel"/>
              </a:rPr>
              <a:t>dry.</a:t>
            </a:r>
            <a:endParaRPr sz="1600">
              <a:latin typeface="Corbel"/>
              <a:cs typeface="Corbel"/>
            </a:endParaRPr>
          </a:p>
          <a:p>
            <a:pPr marL="298450" marR="5080" indent="-285750" algn="just">
              <a:lnSpc>
                <a:spcPts val="1900"/>
              </a:lnSpc>
              <a:spcBef>
                <a:spcPts val="660"/>
              </a:spcBef>
              <a:buFont typeface="Arial MT"/>
              <a:buChar char="•"/>
              <a:tabLst>
                <a:tab pos="298450" algn="l"/>
                <a:tab pos="300990" algn="l"/>
              </a:tabLst>
            </a:pPr>
            <a:r>
              <a:rPr sz="1600" dirty="0">
                <a:latin typeface="Corbel"/>
                <a:cs typeface="Corbel"/>
              </a:rPr>
              <a:t>	When</a:t>
            </a:r>
            <a:r>
              <a:rPr sz="1600" spc="-20" dirty="0">
                <a:latin typeface="Corbel"/>
                <a:cs typeface="Corbel"/>
              </a:rPr>
              <a:t> </a:t>
            </a:r>
            <a:r>
              <a:rPr sz="1600" dirty="0">
                <a:latin typeface="Corbel"/>
                <a:cs typeface="Corbel"/>
              </a:rPr>
              <a:t>you</a:t>
            </a:r>
            <a:r>
              <a:rPr sz="1600" spc="-30" dirty="0">
                <a:latin typeface="Corbel"/>
                <a:cs typeface="Corbel"/>
              </a:rPr>
              <a:t> </a:t>
            </a:r>
            <a:r>
              <a:rPr sz="1600" dirty="0">
                <a:latin typeface="Corbel"/>
                <a:cs typeface="Corbel"/>
              </a:rPr>
              <a:t>have</a:t>
            </a:r>
            <a:r>
              <a:rPr sz="1600" spc="-20" dirty="0">
                <a:latin typeface="Corbel"/>
                <a:cs typeface="Corbel"/>
              </a:rPr>
              <a:t> </a:t>
            </a:r>
            <a:r>
              <a:rPr sz="1600" dirty="0">
                <a:latin typeface="Corbel"/>
                <a:cs typeface="Corbel"/>
              </a:rPr>
              <a:t>more</a:t>
            </a:r>
            <a:r>
              <a:rPr sz="1600" spc="-25" dirty="0">
                <a:latin typeface="Corbel"/>
                <a:cs typeface="Corbel"/>
              </a:rPr>
              <a:t> </a:t>
            </a:r>
            <a:r>
              <a:rPr sz="1600" dirty="0">
                <a:latin typeface="Corbel"/>
                <a:cs typeface="Corbel"/>
              </a:rPr>
              <a:t>water</a:t>
            </a:r>
            <a:r>
              <a:rPr sz="1600" spc="-25" dirty="0">
                <a:latin typeface="Corbel"/>
                <a:cs typeface="Corbel"/>
              </a:rPr>
              <a:t> </a:t>
            </a:r>
            <a:r>
              <a:rPr sz="1600" dirty="0">
                <a:latin typeface="Corbel"/>
                <a:cs typeface="Corbel"/>
              </a:rPr>
              <a:t>vapor</a:t>
            </a:r>
            <a:r>
              <a:rPr sz="1600" spc="-20" dirty="0">
                <a:latin typeface="Corbel"/>
                <a:cs typeface="Corbel"/>
              </a:rPr>
              <a:t> </a:t>
            </a:r>
            <a:r>
              <a:rPr sz="1600" dirty="0">
                <a:latin typeface="Corbel"/>
                <a:cs typeface="Corbel"/>
              </a:rPr>
              <a:t>in</a:t>
            </a:r>
            <a:r>
              <a:rPr sz="1600" spc="-20" dirty="0">
                <a:latin typeface="Corbel"/>
                <a:cs typeface="Corbel"/>
              </a:rPr>
              <a:t> </a:t>
            </a:r>
            <a:r>
              <a:rPr sz="1600" dirty="0">
                <a:latin typeface="Corbel"/>
                <a:cs typeface="Corbel"/>
              </a:rPr>
              <a:t>the</a:t>
            </a:r>
            <a:r>
              <a:rPr sz="1600" spc="-25" dirty="0">
                <a:latin typeface="Corbel"/>
                <a:cs typeface="Corbel"/>
              </a:rPr>
              <a:t> </a:t>
            </a:r>
            <a:r>
              <a:rPr sz="1600" spc="-10" dirty="0">
                <a:latin typeface="Corbel"/>
                <a:cs typeface="Corbel"/>
              </a:rPr>
              <a:t>air,</a:t>
            </a:r>
            <a:r>
              <a:rPr sz="1600" spc="-20"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air</a:t>
            </a:r>
            <a:r>
              <a:rPr sz="1600" spc="-20" dirty="0">
                <a:latin typeface="Corbel"/>
                <a:cs typeface="Corbel"/>
              </a:rPr>
              <a:t> </a:t>
            </a:r>
            <a:r>
              <a:rPr sz="1600" dirty="0">
                <a:latin typeface="Corbel"/>
                <a:cs typeface="Corbel"/>
              </a:rPr>
              <a:t>has</a:t>
            </a:r>
            <a:r>
              <a:rPr sz="1600" spc="-25" dirty="0">
                <a:latin typeface="Corbel"/>
                <a:cs typeface="Corbel"/>
              </a:rPr>
              <a:t> </a:t>
            </a:r>
            <a:r>
              <a:rPr sz="1600" dirty="0">
                <a:latin typeface="Corbel"/>
                <a:cs typeface="Corbel"/>
              </a:rPr>
              <a:t>less</a:t>
            </a:r>
            <a:r>
              <a:rPr sz="1600" spc="-25" dirty="0">
                <a:latin typeface="Corbel"/>
                <a:cs typeface="Corbel"/>
              </a:rPr>
              <a:t> </a:t>
            </a:r>
            <a:r>
              <a:rPr sz="1600" dirty="0">
                <a:latin typeface="Corbel"/>
                <a:cs typeface="Corbel"/>
              </a:rPr>
              <a:t>mass</a:t>
            </a:r>
            <a:r>
              <a:rPr sz="1600" spc="-20" dirty="0">
                <a:latin typeface="Corbel"/>
                <a:cs typeface="Corbel"/>
              </a:rPr>
              <a:t> </a:t>
            </a:r>
            <a:r>
              <a:rPr sz="1600" dirty="0">
                <a:latin typeface="Corbel"/>
                <a:cs typeface="Corbel"/>
              </a:rPr>
              <a:t>-</a:t>
            </a:r>
            <a:r>
              <a:rPr sz="1600" spc="-20" dirty="0">
                <a:latin typeface="Corbel"/>
                <a:cs typeface="Corbel"/>
              </a:rPr>
              <a:t> </a:t>
            </a:r>
            <a:r>
              <a:rPr sz="1600" spc="-10" dirty="0">
                <a:latin typeface="Corbel"/>
                <a:cs typeface="Corbel"/>
              </a:rPr>
              <a:t>which </a:t>
            </a:r>
            <a:r>
              <a:rPr sz="1600" dirty="0">
                <a:latin typeface="Corbel"/>
                <a:cs typeface="Corbel"/>
              </a:rPr>
              <a:t>means</a:t>
            </a:r>
            <a:r>
              <a:rPr sz="1600" spc="-30" dirty="0">
                <a:latin typeface="Corbel"/>
                <a:cs typeface="Corbel"/>
              </a:rPr>
              <a:t> </a:t>
            </a:r>
            <a:r>
              <a:rPr sz="1600" dirty="0">
                <a:latin typeface="Corbel"/>
                <a:cs typeface="Corbel"/>
              </a:rPr>
              <a:t>it's</a:t>
            </a:r>
            <a:r>
              <a:rPr sz="1600" spc="-25" dirty="0">
                <a:latin typeface="Corbel"/>
                <a:cs typeface="Corbel"/>
              </a:rPr>
              <a:t> </a:t>
            </a:r>
            <a:r>
              <a:rPr sz="1600" dirty="0">
                <a:latin typeface="Corbel"/>
                <a:cs typeface="Corbel"/>
              </a:rPr>
              <a:t>less</a:t>
            </a:r>
            <a:r>
              <a:rPr sz="1600" spc="-25" dirty="0">
                <a:latin typeface="Corbel"/>
                <a:cs typeface="Corbel"/>
              </a:rPr>
              <a:t> </a:t>
            </a:r>
            <a:r>
              <a:rPr sz="1600" spc="-10" dirty="0">
                <a:latin typeface="Corbel"/>
                <a:cs typeface="Corbel"/>
              </a:rPr>
              <a:t>dense.</a:t>
            </a:r>
            <a:endParaRPr sz="1600">
              <a:latin typeface="Corbel"/>
              <a:cs typeface="Corbel"/>
            </a:endParaRPr>
          </a:p>
        </p:txBody>
      </p:sp>
      <p:grpSp>
        <p:nvGrpSpPr>
          <p:cNvPr id="3" name="object 3"/>
          <p:cNvGrpSpPr/>
          <p:nvPr/>
        </p:nvGrpSpPr>
        <p:grpSpPr>
          <a:xfrm>
            <a:off x="56444" y="6436429"/>
            <a:ext cx="360045" cy="360045"/>
            <a:chOff x="56444" y="6436429"/>
            <a:chExt cx="360045" cy="360045"/>
          </a:xfrm>
        </p:grpSpPr>
        <p:sp>
          <p:nvSpPr>
            <p:cNvPr id="4" name="object 4"/>
            <p:cNvSpPr/>
            <p:nvPr/>
          </p:nvSpPr>
          <p:spPr>
            <a:xfrm>
              <a:off x="56444" y="6436429"/>
              <a:ext cx="360045" cy="360045"/>
            </a:xfrm>
            <a:custGeom>
              <a:avLst/>
              <a:gdLst/>
              <a:ahLst/>
              <a:cxnLst/>
              <a:rect l="l" t="t" r="r" b="b"/>
              <a:pathLst>
                <a:path w="360045" h="360045">
                  <a:moveTo>
                    <a:pt x="359999" y="0"/>
                  </a:moveTo>
                  <a:lnTo>
                    <a:pt x="0" y="0"/>
                  </a:lnTo>
                  <a:lnTo>
                    <a:pt x="0" y="359999"/>
                  </a:lnTo>
                  <a:lnTo>
                    <a:pt x="359999" y="359999"/>
                  </a:lnTo>
                  <a:lnTo>
                    <a:pt x="359999" y="314999"/>
                  </a:lnTo>
                  <a:lnTo>
                    <a:pt x="180000" y="314999"/>
                  </a:lnTo>
                  <a:lnTo>
                    <a:pt x="137329" y="308117"/>
                  </a:lnTo>
                  <a:lnTo>
                    <a:pt x="100270" y="288952"/>
                  </a:lnTo>
                  <a:lnTo>
                    <a:pt x="71047" y="259729"/>
                  </a:lnTo>
                  <a:lnTo>
                    <a:pt x="51882" y="222670"/>
                  </a:lnTo>
                  <a:lnTo>
                    <a:pt x="44999" y="179999"/>
                  </a:lnTo>
                  <a:lnTo>
                    <a:pt x="51882" y="137329"/>
                  </a:lnTo>
                  <a:lnTo>
                    <a:pt x="71047" y="100270"/>
                  </a:lnTo>
                  <a:lnTo>
                    <a:pt x="100270" y="71047"/>
                  </a:lnTo>
                  <a:lnTo>
                    <a:pt x="137329" y="51882"/>
                  </a:lnTo>
                  <a:lnTo>
                    <a:pt x="180000" y="44999"/>
                  </a:lnTo>
                  <a:lnTo>
                    <a:pt x="359999" y="44999"/>
                  </a:lnTo>
                  <a:lnTo>
                    <a:pt x="359999" y="0"/>
                  </a:lnTo>
                  <a:close/>
                </a:path>
                <a:path w="360045" h="360045">
                  <a:moveTo>
                    <a:pt x="359999" y="44999"/>
                  </a:moveTo>
                  <a:lnTo>
                    <a:pt x="180000" y="44999"/>
                  </a:lnTo>
                  <a:lnTo>
                    <a:pt x="222670" y="51882"/>
                  </a:lnTo>
                  <a:lnTo>
                    <a:pt x="259729" y="71047"/>
                  </a:lnTo>
                  <a:lnTo>
                    <a:pt x="288952" y="100270"/>
                  </a:lnTo>
                  <a:lnTo>
                    <a:pt x="308117" y="137329"/>
                  </a:lnTo>
                  <a:lnTo>
                    <a:pt x="315000" y="179999"/>
                  </a:lnTo>
                  <a:lnTo>
                    <a:pt x="308117" y="222670"/>
                  </a:lnTo>
                  <a:lnTo>
                    <a:pt x="288952" y="259729"/>
                  </a:lnTo>
                  <a:lnTo>
                    <a:pt x="259729" y="288952"/>
                  </a:lnTo>
                  <a:lnTo>
                    <a:pt x="222670" y="308117"/>
                  </a:lnTo>
                  <a:lnTo>
                    <a:pt x="180000" y="314999"/>
                  </a:lnTo>
                  <a:lnTo>
                    <a:pt x="359999" y="314999"/>
                  </a:lnTo>
                  <a:lnTo>
                    <a:pt x="359999" y="44999"/>
                  </a:lnTo>
                  <a:close/>
                </a:path>
              </a:pathLst>
            </a:custGeom>
            <a:solidFill>
              <a:srgbClr val="1CADE4"/>
            </a:solidFill>
          </p:spPr>
          <p:txBody>
            <a:bodyPr wrap="square" lIns="0" tIns="0" rIns="0" bIns="0" rtlCol="0"/>
            <a:lstStyle/>
            <a:p>
              <a:endParaRPr/>
            </a:p>
          </p:txBody>
        </p:sp>
        <p:sp>
          <p:nvSpPr>
            <p:cNvPr id="5" name="object 5"/>
            <p:cNvSpPr/>
            <p:nvPr/>
          </p:nvSpPr>
          <p:spPr>
            <a:xfrm>
              <a:off x="101444" y="6481429"/>
              <a:ext cx="270510" cy="270510"/>
            </a:xfrm>
            <a:custGeom>
              <a:avLst/>
              <a:gdLst/>
              <a:ahLst/>
              <a:cxnLst/>
              <a:rect l="l" t="t" r="r" b="b"/>
              <a:pathLst>
                <a:path w="270510" h="270509">
                  <a:moveTo>
                    <a:pt x="135000"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5000" y="270000"/>
                  </a:lnTo>
                  <a:lnTo>
                    <a:pt x="177670" y="263117"/>
                  </a:lnTo>
                  <a:lnTo>
                    <a:pt x="214729" y="243952"/>
                  </a:lnTo>
                  <a:lnTo>
                    <a:pt x="222432" y="236249"/>
                  </a:lnTo>
                  <a:lnTo>
                    <a:pt x="84375" y="236249"/>
                  </a:lnTo>
                  <a:lnTo>
                    <a:pt x="84375" y="219375"/>
                  </a:lnTo>
                  <a:lnTo>
                    <a:pt x="109687" y="219375"/>
                  </a:lnTo>
                  <a:lnTo>
                    <a:pt x="109687" y="101249"/>
                  </a:lnTo>
                  <a:lnTo>
                    <a:pt x="84375" y="101249"/>
                  </a:lnTo>
                  <a:lnTo>
                    <a:pt x="84375" y="84375"/>
                  </a:lnTo>
                  <a:lnTo>
                    <a:pt x="259004" y="84375"/>
                  </a:lnTo>
                  <a:lnTo>
                    <a:pt x="245913" y="59062"/>
                  </a:lnTo>
                  <a:lnTo>
                    <a:pt x="135000" y="59062"/>
                  </a:lnTo>
                  <a:lnTo>
                    <a:pt x="125147" y="57073"/>
                  </a:lnTo>
                  <a:lnTo>
                    <a:pt x="117101" y="51648"/>
                  </a:lnTo>
                  <a:lnTo>
                    <a:pt x="111676" y="43602"/>
                  </a:lnTo>
                  <a:lnTo>
                    <a:pt x="109687" y="33749"/>
                  </a:lnTo>
                  <a:lnTo>
                    <a:pt x="111676" y="23897"/>
                  </a:lnTo>
                  <a:lnTo>
                    <a:pt x="117101" y="15851"/>
                  </a:lnTo>
                  <a:lnTo>
                    <a:pt x="125147" y="10426"/>
                  </a:lnTo>
                  <a:lnTo>
                    <a:pt x="135000" y="8437"/>
                  </a:lnTo>
                  <a:lnTo>
                    <a:pt x="180677" y="8437"/>
                  </a:lnTo>
                  <a:lnTo>
                    <a:pt x="177670" y="6882"/>
                  </a:lnTo>
                  <a:lnTo>
                    <a:pt x="135000" y="0"/>
                  </a:lnTo>
                  <a:close/>
                </a:path>
                <a:path w="270510" h="270509">
                  <a:moveTo>
                    <a:pt x="259004" y="84375"/>
                  </a:moveTo>
                  <a:lnTo>
                    <a:pt x="160312" y="84375"/>
                  </a:lnTo>
                  <a:lnTo>
                    <a:pt x="160312" y="219375"/>
                  </a:lnTo>
                  <a:lnTo>
                    <a:pt x="185625" y="219375"/>
                  </a:lnTo>
                  <a:lnTo>
                    <a:pt x="185625" y="236249"/>
                  </a:lnTo>
                  <a:lnTo>
                    <a:pt x="222432" y="236249"/>
                  </a:lnTo>
                  <a:lnTo>
                    <a:pt x="243952" y="214729"/>
                  </a:lnTo>
                  <a:lnTo>
                    <a:pt x="263117" y="177670"/>
                  </a:lnTo>
                  <a:lnTo>
                    <a:pt x="270000" y="134999"/>
                  </a:lnTo>
                  <a:lnTo>
                    <a:pt x="263117" y="92329"/>
                  </a:lnTo>
                  <a:lnTo>
                    <a:pt x="259004" y="84375"/>
                  </a:lnTo>
                  <a:close/>
                </a:path>
                <a:path w="270510" h="270509">
                  <a:moveTo>
                    <a:pt x="180677" y="8437"/>
                  </a:moveTo>
                  <a:lnTo>
                    <a:pt x="135000" y="8437"/>
                  </a:lnTo>
                  <a:lnTo>
                    <a:pt x="144852" y="10426"/>
                  </a:lnTo>
                  <a:lnTo>
                    <a:pt x="152898" y="15851"/>
                  </a:lnTo>
                  <a:lnTo>
                    <a:pt x="158323" y="23897"/>
                  </a:lnTo>
                  <a:lnTo>
                    <a:pt x="160312" y="33749"/>
                  </a:lnTo>
                  <a:lnTo>
                    <a:pt x="158323" y="43602"/>
                  </a:lnTo>
                  <a:lnTo>
                    <a:pt x="152898" y="51648"/>
                  </a:lnTo>
                  <a:lnTo>
                    <a:pt x="144852" y="57073"/>
                  </a:lnTo>
                  <a:lnTo>
                    <a:pt x="135000"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6" name="object 6"/>
            <p:cNvPicPr/>
            <p:nvPr/>
          </p:nvPicPr>
          <p:blipFill>
            <a:blip r:embed="rId3" cstate="print"/>
            <a:stretch>
              <a:fillRect/>
            </a:stretch>
          </p:blipFill>
          <p:spPr>
            <a:xfrm>
              <a:off x="185820" y="6489867"/>
              <a:ext cx="101249" cy="227812"/>
            </a:xfrm>
            <a:prstGeom prst="rect">
              <a:avLst/>
            </a:prstGeom>
          </p:spPr>
        </p:pic>
      </p:grpSp>
      <p:pic>
        <p:nvPicPr>
          <p:cNvPr id="7" name="object 7"/>
          <p:cNvPicPr/>
          <p:nvPr/>
        </p:nvPicPr>
        <p:blipFill>
          <a:blip r:embed="rId4" cstate="print"/>
          <a:stretch>
            <a:fillRect/>
          </a:stretch>
        </p:blipFill>
        <p:spPr>
          <a:xfrm>
            <a:off x="8623108" y="1291776"/>
            <a:ext cx="2879999" cy="1622399"/>
          </a:xfrm>
          <a:prstGeom prst="rect">
            <a:avLst/>
          </a:prstGeom>
        </p:spPr>
      </p:pic>
      <p:pic>
        <p:nvPicPr>
          <p:cNvPr id="8" name="object 8"/>
          <p:cNvPicPr/>
          <p:nvPr/>
        </p:nvPicPr>
        <p:blipFill>
          <a:blip r:embed="rId5" cstate="print"/>
          <a:stretch>
            <a:fillRect/>
          </a:stretch>
        </p:blipFill>
        <p:spPr>
          <a:xfrm>
            <a:off x="8623108" y="4227159"/>
            <a:ext cx="2879999" cy="1622399"/>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21</a:t>
            </a:fld>
            <a:endParaRPr spc="-2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63049" y="667003"/>
            <a:ext cx="9860915" cy="4265295"/>
          </a:xfrm>
          <a:prstGeom prst="rect">
            <a:avLst/>
          </a:prstGeom>
        </p:spPr>
        <p:txBody>
          <a:bodyPr vert="horz" wrap="square" lIns="0" tIns="79375" rIns="0" bIns="0" rtlCol="0">
            <a:spAutoFit/>
          </a:bodyPr>
          <a:lstStyle/>
          <a:p>
            <a:pPr marL="12700">
              <a:lnSpc>
                <a:spcPct val="100000"/>
              </a:lnSpc>
              <a:spcBef>
                <a:spcPts val="625"/>
              </a:spcBef>
            </a:pPr>
            <a:r>
              <a:rPr sz="1800" b="1" u="sng" spc="-10" dirty="0">
                <a:uFill>
                  <a:solidFill>
                    <a:srgbClr val="000000"/>
                  </a:solidFill>
                </a:uFill>
                <a:latin typeface="Corbel"/>
                <a:cs typeface="Corbel"/>
              </a:rPr>
              <a:t>Density</a:t>
            </a:r>
            <a:endParaRPr sz="1800">
              <a:latin typeface="Corbel"/>
              <a:cs typeface="Corbel"/>
            </a:endParaRPr>
          </a:p>
          <a:p>
            <a:pPr marL="297815" indent="-285115">
              <a:lnSpc>
                <a:spcPct val="100000"/>
              </a:lnSpc>
              <a:spcBef>
                <a:spcPts val="530"/>
              </a:spcBef>
              <a:buFont typeface="Arial MT"/>
              <a:buChar char="•"/>
              <a:tabLst>
                <a:tab pos="297815" algn="l"/>
              </a:tabLst>
            </a:pPr>
            <a:r>
              <a:rPr sz="1800" dirty="0">
                <a:latin typeface="Corbel"/>
                <a:cs typeface="Corbel"/>
              </a:rPr>
              <a:t>The</a:t>
            </a:r>
            <a:r>
              <a:rPr sz="1800" spc="-20" dirty="0">
                <a:latin typeface="Corbel"/>
                <a:cs typeface="Corbel"/>
              </a:rPr>
              <a:t> </a:t>
            </a:r>
            <a:r>
              <a:rPr sz="1800" dirty="0">
                <a:latin typeface="Corbel"/>
                <a:cs typeface="Corbel"/>
              </a:rPr>
              <a:t>mass</a:t>
            </a:r>
            <a:r>
              <a:rPr sz="1800" spc="-30" dirty="0">
                <a:latin typeface="Corbel"/>
                <a:cs typeface="Corbel"/>
              </a:rPr>
              <a:t> </a:t>
            </a:r>
            <a:r>
              <a:rPr sz="1800" dirty="0">
                <a:latin typeface="Corbel"/>
                <a:cs typeface="Corbel"/>
              </a:rPr>
              <a:t>of</a:t>
            </a:r>
            <a:r>
              <a:rPr sz="1800" spc="-25" dirty="0">
                <a:latin typeface="Corbel"/>
                <a:cs typeface="Corbel"/>
              </a:rPr>
              <a:t> </a:t>
            </a:r>
            <a:r>
              <a:rPr sz="1800" dirty="0">
                <a:latin typeface="Corbel"/>
                <a:cs typeface="Corbel"/>
              </a:rPr>
              <a:t>the</a:t>
            </a:r>
            <a:r>
              <a:rPr sz="1800" spc="-15" dirty="0">
                <a:latin typeface="Corbel"/>
                <a:cs typeface="Corbel"/>
              </a:rPr>
              <a:t> </a:t>
            </a:r>
            <a:r>
              <a:rPr sz="1800" dirty="0">
                <a:latin typeface="Corbel"/>
                <a:cs typeface="Corbel"/>
              </a:rPr>
              <a:t>air</a:t>
            </a:r>
            <a:r>
              <a:rPr sz="1800" spc="-30" dirty="0">
                <a:latin typeface="Corbel"/>
                <a:cs typeface="Corbel"/>
              </a:rPr>
              <a:t> </a:t>
            </a:r>
            <a:r>
              <a:rPr sz="1800" dirty="0">
                <a:latin typeface="Corbel"/>
                <a:cs typeface="Corbel"/>
              </a:rPr>
              <a:t>per</a:t>
            </a:r>
            <a:r>
              <a:rPr sz="1800" spc="-25" dirty="0">
                <a:latin typeface="Corbel"/>
                <a:cs typeface="Corbel"/>
              </a:rPr>
              <a:t> </a:t>
            </a:r>
            <a:r>
              <a:rPr sz="1800" dirty="0">
                <a:latin typeface="Corbel"/>
                <a:cs typeface="Corbel"/>
              </a:rPr>
              <a:t>unit</a:t>
            </a:r>
            <a:r>
              <a:rPr sz="1800" spc="-25" dirty="0">
                <a:latin typeface="Corbel"/>
                <a:cs typeface="Corbel"/>
              </a:rPr>
              <a:t> </a:t>
            </a:r>
            <a:r>
              <a:rPr sz="1800" dirty="0">
                <a:latin typeface="Corbel"/>
                <a:cs typeface="Corbel"/>
              </a:rPr>
              <a:t>volume</a:t>
            </a:r>
            <a:r>
              <a:rPr sz="1800" spc="-20" dirty="0">
                <a:latin typeface="Corbel"/>
                <a:cs typeface="Corbel"/>
              </a:rPr>
              <a:t> </a:t>
            </a:r>
            <a:r>
              <a:rPr sz="1800" dirty="0">
                <a:latin typeface="Corbel"/>
                <a:cs typeface="Corbel"/>
              </a:rPr>
              <a:t>is</a:t>
            </a:r>
            <a:r>
              <a:rPr sz="1800" spc="-25" dirty="0">
                <a:latin typeface="Corbel"/>
                <a:cs typeface="Corbel"/>
              </a:rPr>
              <a:t> </a:t>
            </a:r>
            <a:r>
              <a:rPr sz="1800" dirty="0">
                <a:latin typeface="Corbel"/>
                <a:cs typeface="Corbel"/>
              </a:rPr>
              <a:t>called</a:t>
            </a:r>
            <a:r>
              <a:rPr sz="1800" spc="-25" dirty="0">
                <a:latin typeface="Corbel"/>
                <a:cs typeface="Corbel"/>
              </a:rPr>
              <a:t> </a:t>
            </a:r>
            <a:r>
              <a:rPr sz="1800" dirty="0">
                <a:latin typeface="Corbel"/>
                <a:cs typeface="Corbel"/>
              </a:rPr>
              <a:t>air</a:t>
            </a:r>
            <a:r>
              <a:rPr sz="1800" spc="-30" dirty="0">
                <a:latin typeface="Corbel"/>
                <a:cs typeface="Corbel"/>
              </a:rPr>
              <a:t> </a:t>
            </a:r>
            <a:r>
              <a:rPr sz="1800" dirty="0">
                <a:latin typeface="Corbel"/>
                <a:cs typeface="Corbel"/>
              </a:rPr>
              <a:t>density</a:t>
            </a:r>
            <a:r>
              <a:rPr sz="1800" spc="-25" dirty="0">
                <a:latin typeface="Corbel"/>
                <a:cs typeface="Corbel"/>
              </a:rPr>
              <a:t> </a:t>
            </a:r>
            <a:r>
              <a:rPr sz="1800" dirty="0">
                <a:latin typeface="Corbel"/>
                <a:cs typeface="Corbel"/>
              </a:rPr>
              <a:t>(“number”</a:t>
            </a:r>
            <a:r>
              <a:rPr sz="1800" spc="-20" dirty="0">
                <a:latin typeface="Corbel"/>
                <a:cs typeface="Corbel"/>
              </a:rPr>
              <a:t> </a:t>
            </a:r>
            <a:r>
              <a:rPr sz="1800" dirty="0">
                <a:latin typeface="Corbel"/>
                <a:cs typeface="Corbel"/>
              </a:rPr>
              <a:t>of</a:t>
            </a:r>
            <a:r>
              <a:rPr sz="1800" spc="-25" dirty="0">
                <a:latin typeface="Corbel"/>
                <a:cs typeface="Corbel"/>
              </a:rPr>
              <a:t> </a:t>
            </a:r>
            <a:r>
              <a:rPr sz="1800" dirty="0">
                <a:latin typeface="Corbel"/>
                <a:cs typeface="Corbel"/>
              </a:rPr>
              <a:t>air</a:t>
            </a:r>
            <a:r>
              <a:rPr sz="1800" spc="-25" dirty="0">
                <a:latin typeface="Corbel"/>
                <a:cs typeface="Corbel"/>
              </a:rPr>
              <a:t> </a:t>
            </a:r>
            <a:r>
              <a:rPr sz="1800" dirty="0">
                <a:latin typeface="Corbel"/>
                <a:cs typeface="Corbel"/>
              </a:rPr>
              <a:t>particles</a:t>
            </a:r>
            <a:r>
              <a:rPr sz="1800" spc="-25" dirty="0">
                <a:latin typeface="Corbel"/>
                <a:cs typeface="Corbel"/>
              </a:rPr>
              <a:t> </a:t>
            </a:r>
            <a:r>
              <a:rPr sz="1800" dirty="0">
                <a:latin typeface="Corbel"/>
                <a:cs typeface="Corbel"/>
              </a:rPr>
              <a:t>in</a:t>
            </a:r>
            <a:r>
              <a:rPr sz="1800" spc="-25" dirty="0">
                <a:latin typeface="Corbel"/>
                <a:cs typeface="Corbel"/>
              </a:rPr>
              <a:t> </a:t>
            </a:r>
            <a:r>
              <a:rPr sz="1800" dirty="0">
                <a:latin typeface="Corbel"/>
                <a:cs typeface="Corbel"/>
              </a:rPr>
              <a:t>a</a:t>
            </a:r>
            <a:r>
              <a:rPr sz="1800" spc="-20" dirty="0">
                <a:latin typeface="Corbel"/>
                <a:cs typeface="Corbel"/>
              </a:rPr>
              <a:t> </a:t>
            </a:r>
            <a:r>
              <a:rPr sz="1800" dirty="0">
                <a:latin typeface="Corbel"/>
                <a:cs typeface="Corbel"/>
              </a:rPr>
              <a:t>given</a:t>
            </a:r>
            <a:r>
              <a:rPr sz="1800" spc="-20" dirty="0">
                <a:latin typeface="Corbel"/>
                <a:cs typeface="Corbel"/>
              </a:rPr>
              <a:t> </a:t>
            </a:r>
            <a:r>
              <a:rPr sz="1800" spc="-10" dirty="0">
                <a:latin typeface="Corbel"/>
                <a:cs typeface="Corbel"/>
              </a:rPr>
              <a:t>space).</a:t>
            </a:r>
            <a:endParaRPr sz="1800">
              <a:latin typeface="Corbel"/>
              <a:cs typeface="Corbel"/>
            </a:endParaRPr>
          </a:p>
          <a:p>
            <a:pPr marL="296545" indent="-283845">
              <a:lnSpc>
                <a:spcPct val="100000"/>
              </a:lnSpc>
              <a:spcBef>
                <a:spcPts val="650"/>
              </a:spcBef>
              <a:buFont typeface="Arial MT"/>
              <a:buChar char="•"/>
              <a:tabLst>
                <a:tab pos="296545" algn="l"/>
              </a:tabLst>
            </a:pPr>
            <a:r>
              <a:rPr sz="1800" dirty="0">
                <a:latin typeface="Corbel"/>
                <a:cs typeface="Corbel"/>
              </a:rPr>
              <a:t>Air</a:t>
            </a:r>
            <a:r>
              <a:rPr sz="1800" spc="-40" dirty="0">
                <a:latin typeface="Corbel"/>
                <a:cs typeface="Corbel"/>
              </a:rPr>
              <a:t> </a:t>
            </a:r>
            <a:r>
              <a:rPr sz="1800" dirty="0">
                <a:latin typeface="Corbel"/>
                <a:cs typeface="Corbel"/>
              </a:rPr>
              <a:t>density</a:t>
            </a:r>
            <a:r>
              <a:rPr sz="1800" spc="-40" dirty="0">
                <a:latin typeface="Corbel"/>
                <a:cs typeface="Corbel"/>
              </a:rPr>
              <a:t> </a:t>
            </a:r>
            <a:r>
              <a:rPr sz="1800" spc="-25" dirty="0">
                <a:latin typeface="Corbel"/>
                <a:cs typeface="Corbel"/>
              </a:rPr>
              <a:t>is:</a:t>
            </a:r>
            <a:endParaRPr sz="1800">
              <a:latin typeface="Corbel"/>
              <a:cs typeface="Corbel"/>
            </a:endParaRPr>
          </a:p>
          <a:p>
            <a:pPr marL="753745" lvl="1" indent="-283845">
              <a:lnSpc>
                <a:spcPct val="100000"/>
              </a:lnSpc>
              <a:spcBef>
                <a:spcPts val="620"/>
              </a:spcBef>
              <a:buFont typeface="Arial MT"/>
              <a:buChar char="•"/>
              <a:tabLst>
                <a:tab pos="753745" algn="l"/>
              </a:tabLst>
            </a:pPr>
            <a:r>
              <a:rPr sz="1800" dirty="0">
                <a:latin typeface="Corbel"/>
                <a:cs typeface="Corbel"/>
              </a:rPr>
              <a:t>proportional</a:t>
            </a:r>
            <a:r>
              <a:rPr sz="1800" spc="-40" dirty="0">
                <a:latin typeface="Corbel"/>
                <a:cs typeface="Corbel"/>
              </a:rPr>
              <a:t> </a:t>
            </a:r>
            <a:r>
              <a:rPr sz="1800" dirty="0">
                <a:latin typeface="Corbel"/>
                <a:cs typeface="Corbel"/>
              </a:rPr>
              <a:t>to</a:t>
            </a:r>
            <a:r>
              <a:rPr sz="1800" spc="-30" dirty="0">
                <a:latin typeface="Corbel"/>
                <a:cs typeface="Corbel"/>
              </a:rPr>
              <a:t> </a:t>
            </a:r>
            <a:r>
              <a:rPr sz="1800" dirty="0">
                <a:latin typeface="Corbel"/>
                <a:cs typeface="Corbel"/>
              </a:rPr>
              <a:t>the</a:t>
            </a:r>
            <a:r>
              <a:rPr sz="1800" spc="-30" dirty="0">
                <a:latin typeface="Corbel"/>
                <a:cs typeface="Corbel"/>
              </a:rPr>
              <a:t> </a:t>
            </a:r>
            <a:r>
              <a:rPr sz="1800" dirty="0">
                <a:latin typeface="Corbel"/>
                <a:cs typeface="Corbel"/>
              </a:rPr>
              <a:t>static</a:t>
            </a:r>
            <a:r>
              <a:rPr sz="1800" spc="-35" dirty="0">
                <a:latin typeface="Corbel"/>
                <a:cs typeface="Corbel"/>
              </a:rPr>
              <a:t> </a:t>
            </a:r>
            <a:r>
              <a:rPr sz="1800" spc="-10" dirty="0">
                <a:latin typeface="Corbel"/>
                <a:cs typeface="Corbel"/>
              </a:rPr>
              <a:t>pressure;</a:t>
            </a:r>
            <a:endParaRPr sz="1800">
              <a:latin typeface="Corbel"/>
              <a:cs typeface="Corbel"/>
            </a:endParaRPr>
          </a:p>
          <a:p>
            <a:pPr marL="753745" lvl="1" indent="-283845">
              <a:lnSpc>
                <a:spcPct val="100000"/>
              </a:lnSpc>
              <a:spcBef>
                <a:spcPts val="555"/>
              </a:spcBef>
              <a:buFont typeface="Arial MT"/>
              <a:buChar char="•"/>
              <a:tabLst>
                <a:tab pos="753745" algn="l"/>
              </a:tabLst>
            </a:pPr>
            <a:r>
              <a:rPr sz="1800" dirty="0">
                <a:latin typeface="Corbel"/>
                <a:cs typeface="Corbel"/>
              </a:rPr>
              <a:t>inversely</a:t>
            </a:r>
            <a:r>
              <a:rPr sz="1800" spc="-40" dirty="0">
                <a:latin typeface="Corbel"/>
                <a:cs typeface="Corbel"/>
              </a:rPr>
              <a:t> </a:t>
            </a:r>
            <a:r>
              <a:rPr sz="1800" dirty="0">
                <a:latin typeface="Corbel"/>
                <a:cs typeface="Corbel"/>
              </a:rPr>
              <a:t>proportional</a:t>
            </a:r>
            <a:r>
              <a:rPr sz="1800" spc="-45" dirty="0">
                <a:latin typeface="Corbel"/>
                <a:cs typeface="Corbel"/>
              </a:rPr>
              <a:t> </a:t>
            </a:r>
            <a:r>
              <a:rPr sz="1800" dirty="0">
                <a:latin typeface="Corbel"/>
                <a:cs typeface="Corbel"/>
              </a:rPr>
              <a:t>to</a:t>
            </a:r>
            <a:r>
              <a:rPr sz="1800" spc="-35" dirty="0">
                <a:latin typeface="Corbel"/>
                <a:cs typeface="Corbel"/>
              </a:rPr>
              <a:t> </a:t>
            </a:r>
            <a:r>
              <a:rPr sz="1800" dirty="0">
                <a:latin typeface="Corbel"/>
                <a:cs typeface="Corbel"/>
              </a:rPr>
              <a:t>the</a:t>
            </a:r>
            <a:r>
              <a:rPr sz="1800" spc="-35" dirty="0">
                <a:latin typeface="Corbel"/>
                <a:cs typeface="Corbel"/>
              </a:rPr>
              <a:t> </a:t>
            </a:r>
            <a:r>
              <a:rPr sz="1800" spc="-10" dirty="0">
                <a:latin typeface="Corbel"/>
                <a:cs typeface="Corbel"/>
              </a:rPr>
              <a:t>temperature;</a:t>
            </a:r>
            <a:endParaRPr sz="1800">
              <a:latin typeface="Corbel"/>
              <a:cs typeface="Corbel"/>
            </a:endParaRPr>
          </a:p>
          <a:p>
            <a:pPr marL="753745" lvl="1" indent="-283845">
              <a:lnSpc>
                <a:spcPct val="100000"/>
              </a:lnSpc>
              <a:spcBef>
                <a:spcPts val="645"/>
              </a:spcBef>
              <a:buFont typeface="Arial MT"/>
              <a:buChar char="•"/>
              <a:tabLst>
                <a:tab pos="753745" algn="l"/>
              </a:tabLst>
            </a:pPr>
            <a:r>
              <a:rPr sz="1800" dirty="0">
                <a:latin typeface="Corbel"/>
                <a:cs typeface="Corbel"/>
              </a:rPr>
              <a:t>density</a:t>
            </a:r>
            <a:r>
              <a:rPr sz="1800" spc="-65" dirty="0">
                <a:latin typeface="Corbel"/>
                <a:cs typeface="Corbel"/>
              </a:rPr>
              <a:t> </a:t>
            </a:r>
            <a:r>
              <a:rPr sz="1800" dirty="0">
                <a:latin typeface="Corbel"/>
                <a:cs typeface="Corbel"/>
              </a:rPr>
              <a:t>decreases</a:t>
            </a:r>
            <a:r>
              <a:rPr sz="1800" spc="-50" dirty="0">
                <a:latin typeface="Corbel"/>
                <a:cs typeface="Corbel"/>
              </a:rPr>
              <a:t> </a:t>
            </a:r>
            <a:r>
              <a:rPr sz="1800" dirty="0">
                <a:latin typeface="Corbel"/>
                <a:cs typeface="Corbel"/>
              </a:rPr>
              <a:t>if</a:t>
            </a:r>
            <a:r>
              <a:rPr sz="1800" spc="-45" dirty="0">
                <a:latin typeface="Corbel"/>
                <a:cs typeface="Corbel"/>
              </a:rPr>
              <a:t> </a:t>
            </a:r>
            <a:r>
              <a:rPr sz="1800" dirty="0">
                <a:latin typeface="Corbel"/>
                <a:cs typeface="Corbel"/>
              </a:rPr>
              <a:t>humidity</a:t>
            </a:r>
            <a:r>
              <a:rPr sz="1800" spc="-45" dirty="0">
                <a:latin typeface="Corbel"/>
                <a:cs typeface="Corbel"/>
              </a:rPr>
              <a:t> </a:t>
            </a:r>
            <a:r>
              <a:rPr sz="1800" spc="-10" dirty="0">
                <a:latin typeface="Corbel"/>
                <a:cs typeface="Corbel"/>
              </a:rPr>
              <a:t>increases;</a:t>
            </a:r>
            <a:endParaRPr sz="1800">
              <a:latin typeface="Corbel"/>
              <a:cs typeface="Corbel"/>
            </a:endParaRPr>
          </a:p>
          <a:p>
            <a:pPr marL="753745" marR="5715" lvl="1" indent="-284480">
              <a:lnSpc>
                <a:spcPct val="102200"/>
              </a:lnSpc>
              <a:spcBef>
                <a:spcPts val="480"/>
              </a:spcBef>
              <a:buFont typeface="Arial MT"/>
              <a:buChar char="•"/>
              <a:tabLst>
                <a:tab pos="753745" algn="l"/>
              </a:tabLst>
            </a:pPr>
            <a:r>
              <a:rPr sz="1800" dirty="0">
                <a:latin typeface="Corbel"/>
                <a:cs typeface="Corbel"/>
              </a:rPr>
              <a:t>density</a:t>
            </a:r>
            <a:r>
              <a:rPr sz="1800" spc="455" dirty="0">
                <a:latin typeface="Corbel"/>
                <a:cs typeface="Corbel"/>
              </a:rPr>
              <a:t> </a:t>
            </a:r>
            <a:r>
              <a:rPr sz="1800" dirty="0">
                <a:latin typeface="Corbel"/>
                <a:cs typeface="Corbel"/>
              </a:rPr>
              <a:t>decreases</a:t>
            </a:r>
            <a:r>
              <a:rPr sz="1800" spc="459" dirty="0">
                <a:latin typeface="Corbel"/>
                <a:cs typeface="Corbel"/>
              </a:rPr>
              <a:t> </a:t>
            </a:r>
            <a:r>
              <a:rPr sz="1800" dirty="0">
                <a:latin typeface="Corbel"/>
                <a:cs typeface="Corbel"/>
              </a:rPr>
              <a:t>with</a:t>
            </a:r>
            <a:r>
              <a:rPr sz="1800" spc="465" dirty="0">
                <a:latin typeface="Corbel"/>
                <a:cs typeface="Corbel"/>
              </a:rPr>
              <a:t> </a:t>
            </a:r>
            <a:r>
              <a:rPr sz="1800" dirty="0">
                <a:latin typeface="Corbel"/>
                <a:cs typeface="Corbel"/>
              </a:rPr>
              <a:t>increasing</a:t>
            </a:r>
            <a:r>
              <a:rPr sz="1800" spc="455" dirty="0">
                <a:latin typeface="Corbel"/>
                <a:cs typeface="Corbel"/>
              </a:rPr>
              <a:t> </a:t>
            </a:r>
            <a:r>
              <a:rPr sz="1800" dirty="0">
                <a:latin typeface="Corbel"/>
                <a:cs typeface="Corbel"/>
              </a:rPr>
              <a:t>altitude</a:t>
            </a:r>
            <a:r>
              <a:rPr sz="1800" spc="465" dirty="0">
                <a:latin typeface="Corbel"/>
                <a:cs typeface="Corbel"/>
              </a:rPr>
              <a:t> </a:t>
            </a:r>
            <a:r>
              <a:rPr sz="1800" dirty="0">
                <a:latin typeface="Corbel"/>
                <a:cs typeface="Corbel"/>
              </a:rPr>
              <a:t>(Static</a:t>
            </a:r>
            <a:r>
              <a:rPr sz="1800" spc="459" dirty="0">
                <a:latin typeface="Corbel"/>
                <a:cs typeface="Corbel"/>
              </a:rPr>
              <a:t> </a:t>
            </a:r>
            <a:r>
              <a:rPr sz="1800" dirty="0">
                <a:latin typeface="Corbel"/>
                <a:cs typeface="Corbel"/>
              </a:rPr>
              <a:t>pressure</a:t>
            </a:r>
            <a:r>
              <a:rPr sz="1800" spc="459" dirty="0">
                <a:latin typeface="Corbel"/>
                <a:cs typeface="Corbel"/>
              </a:rPr>
              <a:t> </a:t>
            </a:r>
            <a:r>
              <a:rPr sz="1800" dirty="0">
                <a:latin typeface="Corbel"/>
                <a:cs typeface="Corbel"/>
              </a:rPr>
              <a:t>and</a:t>
            </a:r>
            <a:r>
              <a:rPr sz="1800" spc="459" dirty="0">
                <a:latin typeface="Corbel"/>
                <a:cs typeface="Corbel"/>
              </a:rPr>
              <a:t> </a:t>
            </a:r>
            <a:r>
              <a:rPr sz="1800" dirty="0">
                <a:latin typeface="Corbel"/>
                <a:cs typeface="Corbel"/>
              </a:rPr>
              <a:t>temperature</a:t>
            </a:r>
            <a:r>
              <a:rPr sz="1800" spc="465" dirty="0">
                <a:latin typeface="Corbel"/>
                <a:cs typeface="Corbel"/>
              </a:rPr>
              <a:t> </a:t>
            </a:r>
            <a:r>
              <a:rPr sz="1800" dirty="0">
                <a:latin typeface="Corbel"/>
                <a:cs typeface="Corbel"/>
              </a:rPr>
              <a:t>decrease</a:t>
            </a:r>
            <a:r>
              <a:rPr sz="1800" spc="465" dirty="0">
                <a:latin typeface="Corbel"/>
                <a:cs typeface="Corbel"/>
              </a:rPr>
              <a:t> </a:t>
            </a:r>
            <a:r>
              <a:rPr sz="1800" spc="-20" dirty="0">
                <a:latin typeface="Corbel"/>
                <a:cs typeface="Corbel"/>
              </a:rPr>
              <a:t>with </a:t>
            </a:r>
            <a:r>
              <a:rPr sz="1800" dirty="0">
                <a:latin typeface="Corbel"/>
                <a:cs typeface="Corbel"/>
              </a:rPr>
              <a:t>altitude,</a:t>
            </a:r>
            <a:r>
              <a:rPr sz="1800" spc="-40" dirty="0">
                <a:latin typeface="Corbel"/>
                <a:cs typeface="Corbel"/>
              </a:rPr>
              <a:t> </a:t>
            </a:r>
            <a:r>
              <a:rPr sz="1800" dirty="0">
                <a:latin typeface="Corbel"/>
                <a:cs typeface="Corbel"/>
              </a:rPr>
              <a:t>but</a:t>
            </a:r>
            <a:r>
              <a:rPr sz="1800" spc="-40" dirty="0">
                <a:latin typeface="Corbel"/>
                <a:cs typeface="Corbel"/>
              </a:rPr>
              <a:t> </a:t>
            </a:r>
            <a:r>
              <a:rPr sz="1800" dirty="0">
                <a:latin typeface="Corbel"/>
                <a:cs typeface="Corbel"/>
              </a:rPr>
              <a:t>the</a:t>
            </a:r>
            <a:r>
              <a:rPr sz="1800" spc="-35" dirty="0">
                <a:latin typeface="Corbel"/>
                <a:cs typeface="Corbel"/>
              </a:rPr>
              <a:t> </a:t>
            </a:r>
            <a:r>
              <a:rPr sz="1800" dirty="0">
                <a:latin typeface="Corbel"/>
                <a:cs typeface="Corbel"/>
              </a:rPr>
              <a:t>effect</a:t>
            </a:r>
            <a:r>
              <a:rPr sz="1800" spc="-35" dirty="0">
                <a:latin typeface="Corbel"/>
                <a:cs typeface="Corbel"/>
              </a:rPr>
              <a:t> </a:t>
            </a:r>
            <a:r>
              <a:rPr sz="1800" dirty="0">
                <a:latin typeface="Corbel"/>
                <a:cs typeface="Corbel"/>
              </a:rPr>
              <a:t>of</a:t>
            </a:r>
            <a:r>
              <a:rPr sz="1800" spc="-40" dirty="0">
                <a:latin typeface="Corbel"/>
                <a:cs typeface="Corbel"/>
              </a:rPr>
              <a:t> </a:t>
            </a:r>
            <a:r>
              <a:rPr sz="1800" dirty="0">
                <a:latin typeface="Corbel"/>
                <a:cs typeface="Corbel"/>
              </a:rPr>
              <a:t>decreasing</a:t>
            </a:r>
            <a:r>
              <a:rPr sz="1800" spc="-45" dirty="0">
                <a:latin typeface="Corbel"/>
                <a:cs typeface="Corbel"/>
              </a:rPr>
              <a:t> </a:t>
            </a:r>
            <a:r>
              <a:rPr sz="1800" dirty="0">
                <a:latin typeface="Corbel"/>
                <a:cs typeface="Corbel"/>
              </a:rPr>
              <a:t>static</a:t>
            </a:r>
            <a:r>
              <a:rPr sz="1800" spc="-35" dirty="0">
                <a:latin typeface="Corbel"/>
                <a:cs typeface="Corbel"/>
              </a:rPr>
              <a:t> </a:t>
            </a:r>
            <a:r>
              <a:rPr sz="1800" dirty="0">
                <a:latin typeface="Corbel"/>
                <a:cs typeface="Corbel"/>
              </a:rPr>
              <a:t>pressure</a:t>
            </a:r>
            <a:r>
              <a:rPr sz="1800" spc="-35" dirty="0">
                <a:latin typeface="Corbel"/>
                <a:cs typeface="Corbel"/>
              </a:rPr>
              <a:t> </a:t>
            </a:r>
            <a:r>
              <a:rPr sz="1800" dirty="0">
                <a:latin typeface="Corbel"/>
                <a:cs typeface="Corbel"/>
              </a:rPr>
              <a:t>is</a:t>
            </a:r>
            <a:r>
              <a:rPr sz="1800" spc="-40" dirty="0">
                <a:latin typeface="Corbel"/>
                <a:cs typeface="Corbel"/>
              </a:rPr>
              <a:t> </a:t>
            </a:r>
            <a:r>
              <a:rPr sz="1800" spc="-10" dirty="0">
                <a:latin typeface="Corbel"/>
                <a:cs typeface="Corbel"/>
              </a:rPr>
              <a:t>dominant).</a:t>
            </a:r>
            <a:endParaRPr sz="1800">
              <a:latin typeface="Corbel"/>
              <a:cs typeface="Corbel"/>
            </a:endParaRPr>
          </a:p>
          <a:p>
            <a:pPr marL="296545" marR="5715" indent="-284480" algn="just">
              <a:lnSpc>
                <a:spcPct val="100000"/>
              </a:lnSpc>
              <a:spcBef>
                <a:spcPts val="625"/>
              </a:spcBef>
              <a:buFont typeface="Arial MT"/>
              <a:buChar char="•"/>
              <a:tabLst>
                <a:tab pos="296545" algn="l"/>
              </a:tabLst>
            </a:pPr>
            <a:r>
              <a:rPr sz="1800" dirty="0">
                <a:latin typeface="Corbel"/>
                <a:cs typeface="Corbel"/>
              </a:rPr>
              <a:t>When</a:t>
            </a:r>
            <a:r>
              <a:rPr sz="1800" spc="285" dirty="0">
                <a:latin typeface="Corbel"/>
                <a:cs typeface="Corbel"/>
              </a:rPr>
              <a:t> </a:t>
            </a:r>
            <a:r>
              <a:rPr sz="1800" u="sng" dirty="0">
                <a:uFill>
                  <a:solidFill>
                    <a:srgbClr val="000000"/>
                  </a:solidFill>
                </a:uFill>
                <a:latin typeface="Corbel"/>
                <a:cs typeface="Corbel"/>
              </a:rPr>
              <a:t>density</a:t>
            </a:r>
            <a:r>
              <a:rPr sz="1800" u="sng" spc="280" dirty="0">
                <a:uFill>
                  <a:solidFill>
                    <a:srgbClr val="000000"/>
                  </a:solidFill>
                </a:uFill>
                <a:latin typeface="Corbel"/>
                <a:cs typeface="Corbel"/>
              </a:rPr>
              <a:t> </a:t>
            </a:r>
            <a:r>
              <a:rPr sz="1800" u="sng" dirty="0">
                <a:uFill>
                  <a:solidFill>
                    <a:srgbClr val="000000"/>
                  </a:solidFill>
                </a:uFill>
                <a:latin typeface="Corbel"/>
                <a:cs typeface="Corbel"/>
              </a:rPr>
              <a:t>altitude</a:t>
            </a:r>
            <a:r>
              <a:rPr sz="1800" u="sng" spc="290" dirty="0">
                <a:uFill>
                  <a:solidFill>
                    <a:srgbClr val="000000"/>
                  </a:solidFill>
                </a:uFill>
                <a:latin typeface="Corbel"/>
                <a:cs typeface="Corbel"/>
              </a:rPr>
              <a:t> </a:t>
            </a:r>
            <a:r>
              <a:rPr sz="1800" u="sng" dirty="0">
                <a:uFill>
                  <a:solidFill>
                    <a:srgbClr val="000000"/>
                  </a:solidFill>
                </a:uFill>
                <a:latin typeface="Corbel"/>
                <a:cs typeface="Corbel"/>
              </a:rPr>
              <a:t>is</a:t>
            </a:r>
            <a:r>
              <a:rPr sz="1800" u="sng" spc="280" dirty="0">
                <a:uFill>
                  <a:solidFill>
                    <a:srgbClr val="000000"/>
                  </a:solidFill>
                </a:uFill>
                <a:latin typeface="Corbel"/>
                <a:cs typeface="Corbel"/>
              </a:rPr>
              <a:t> </a:t>
            </a:r>
            <a:r>
              <a:rPr sz="1800" u="sng" dirty="0">
                <a:uFill>
                  <a:solidFill>
                    <a:srgbClr val="000000"/>
                  </a:solidFill>
                </a:uFill>
                <a:latin typeface="Corbel"/>
                <a:cs typeface="Corbel"/>
              </a:rPr>
              <a:t>high,</a:t>
            </a:r>
            <a:r>
              <a:rPr sz="1800" u="sng" spc="285" dirty="0">
                <a:uFill>
                  <a:solidFill>
                    <a:srgbClr val="000000"/>
                  </a:solidFill>
                </a:uFill>
                <a:latin typeface="Corbel"/>
                <a:cs typeface="Corbel"/>
              </a:rPr>
              <a:t> </a:t>
            </a:r>
            <a:r>
              <a:rPr sz="1800" u="sng" dirty="0">
                <a:uFill>
                  <a:solidFill>
                    <a:srgbClr val="000000"/>
                  </a:solidFill>
                </a:uFill>
                <a:latin typeface="Corbel"/>
                <a:cs typeface="Corbel"/>
              </a:rPr>
              <a:t>you’ll</a:t>
            </a:r>
            <a:r>
              <a:rPr sz="1800" u="sng" spc="275" dirty="0">
                <a:uFill>
                  <a:solidFill>
                    <a:srgbClr val="000000"/>
                  </a:solidFill>
                </a:uFill>
                <a:latin typeface="Corbel"/>
                <a:cs typeface="Corbel"/>
              </a:rPr>
              <a:t> </a:t>
            </a:r>
            <a:r>
              <a:rPr sz="1800" u="sng" dirty="0">
                <a:uFill>
                  <a:solidFill>
                    <a:srgbClr val="000000"/>
                  </a:solidFill>
                </a:uFill>
                <a:latin typeface="Corbel"/>
                <a:cs typeface="Corbel"/>
              </a:rPr>
              <a:t>experience</a:t>
            </a:r>
            <a:r>
              <a:rPr sz="1800" u="sng" spc="290" dirty="0">
                <a:uFill>
                  <a:solidFill>
                    <a:srgbClr val="000000"/>
                  </a:solidFill>
                </a:uFill>
                <a:latin typeface="Corbel"/>
                <a:cs typeface="Corbel"/>
              </a:rPr>
              <a:t> </a:t>
            </a:r>
            <a:r>
              <a:rPr sz="1800" u="sng" dirty="0">
                <a:uFill>
                  <a:solidFill>
                    <a:srgbClr val="000000"/>
                  </a:solidFill>
                </a:uFill>
                <a:latin typeface="Corbel"/>
                <a:cs typeface="Corbel"/>
              </a:rPr>
              <a:t>reduced</a:t>
            </a:r>
            <a:r>
              <a:rPr sz="1800" u="sng" spc="280" dirty="0">
                <a:uFill>
                  <a:solidFill>
                    <a:srgbClr val="000000"/>
                  </a:solidFill>
                </a:uFill>
                <a:latin typeface="Corbel"/>
                <a:cs typeface="Corbel"/>
              </a:rPr>
              <a:t> </a:t>
            </a:r>
            <a:r>
              <a:rPr sz="1800" u="sng" dirty="0">
                <a:uFill>
                  <a:solidFill>
                    <a:srgbClr val="000000"/>
                  </a:solidFill>
                </a:uFill>
                <a:latin typeface="Corbel"/>
                <a:cs typeface="Corbel"/>
              </a:rPr>
              <a:t>aircraft</a:t>
            </a:r>
            <a:r>
              <a:rPr sz="1800" u="sng" spc="285" dirty="0">
                <a:uFill>
                  <a:solidFill>
                    <a:srgbClr val="000000"/>
                  </a:solidFill>
                </a:uFill>
                <a:latin typeface="Corbel"/>
                <a:cs typeface="Corbel"/>
              </a:rPr>
              <a:t> </a:t>
            </a:r>
            <a:r>
              <a:rPr sz="1800" u="sng" dirty="0">
                <a:uFill>
                  <a:solidFill>
                    <a:srgbClr val="000000"/>
                  </a:solidFill>
                </a:uFill>
                <a:latin typeface="Corbel"/>
                <a:cs typeface="Corbel"/>
              </a:rPr>
              <a:t>performance</a:t>
            </a:r>
            <a:r>
              <a:rPr sz="1800" dirty="0">
                <a:latin typeface="Corbel"/>
                <a:cs typeface="Corbel"/>
              </a:rPr>
              <a:t>.</a:t>
            </a:r>
            <a:r>
              <a:rPr sz="1800" spc="290" dirty="0">
                <a:latin typeface="Corbel"/>
                <a:cs typeface="Corbel"/>
              </a:rPr>
              <a:t> </a:t>
            </a:r>
            <a:r>
              <a:rPr sz="1800" dirty="0">
                <a:latin typeface="Corbel"/>
                <a:cs typeface="Corbel"/>
              </a:rPr>
              <a:t>Because</a:t>
            </a:r>
            <a:r>
              <a:rPr sz="1800" spc="285" dirty="0">
                <a:latin typeface="Corbel"/>
                <a:cs typeface="Corbel"/>
              </a:rPr>
              <a:t> </a:t>
            </a:r>
            <a:r>
              <a:rPr sz="1800" dirty="0">
                <a:latin typeface="Corbel"/>
                <a:cs typeface="Corbel"/>
              </a:rPr>
              <a:t>when</a:t>
            </a:r>
            <a:r>
              <a:rPr sz="1800" spc="285" dirty="0">
                <a:latin typeface="Corbel"/>
                <a:cs typeface="Corbel"/>
              </a:rPr>
              <a:t> </a:t>
            </a:r>
            <a:r>
              <a:rPr sz="1800" spc="-25" dirty="0">
                <a:latin typeface="Corbel"/>
                <a:cs typeface="Corbel"/>
              </a:rPr>
              <a:t>the </a:t>
            </a:r>
            <a:r>
              <a:rPr sz="1800" dirty="0">
                <a:latin typeface="Corbel"/>
                <a:cs typeface="Corbel"/>
              </a:rPr>
              <a:t>density</a:t>
            </a:r>
            <a:r>
              <a:rPr sz="1800" spc="100" dirty="0">
                <a:latin typeface="Corbel"/>
                <a:cs typeface="Corbel"/>
              </a:rPr>
              <a:t> </a:t>
            </a:r>
            <a:r>
              <a:rPr sz="1800" dirty="0">
                <a:latin typeface="Corbel"/>
                <a:cs typeface="Corbel"/>
              </a:rPr>
              <a:t>altitude</a:t>
            </a:r>
            <a:r>
              <a:rPr sz="1800" spc="100" dirty="0">
                <a:latin typeface="Corbel"/>
                <a:cs typeface="Corbel"/>
              </a:rPr>
              <a:t> </a:t>
            </a:r>
            <a:r>
              <a:rPr sz="1800" dirty="0">
                <a:latin typeface="Corbel"/>
                <a:cs typeface="Corbel"/>
              </a:rPr>
              <a:t>is</a:t>
            </a:r>
            <a:r>
              <a:rPr sz="1800" spc="100" dirty="0">
                <a:latin typeface="Corbel"/>
                <a:cs typeface="Corbel"/>
              </a:rPr>
              <a:t> </a:t>
            </a:r>
            <a:r>
              <a:rPr sz="1800" dirty="0">
                <a:latin typeface="Corbel"/>
                <a:cs typeface="Corbel"/>
              </a:rPr>
              <a:t>high,</a:t>
            </a:r>
            <a:r>
              <a:rPr sz="1800" spc="100" dirty="0">
                <a:latin typeface="Corbel"/>
                <a:cs typeface="Corbel"/>
              </a:rPr>
              <a:t> </a:t>
            </a:r>
            <a:r>
              <a:rPr sz="1800" dirty="0">
                <a:latin typeface="Corbel"/>
                <a:cs typeface="Corbel"/>
              </a:rPr>
              <a:t>the</a:t>
            </a:r>
            <a:r>
              <a:rPr sz="1800" spc="105" dirty="0">
                <a:latin typeface="Corbel"/>
                <a:cs typeface="Corbel"/>
              </a:rPr>
              <a:t> </a:t>
            </a:r>
            <a:r>
              <a:rPr sz="1800" dirty="0">
                <a:latin typeface="Corbel"/>
                <a:cs typeface="Corbel"/>
              </a:rPr>
              <a:t>air</a:t>
            </a:r>
            <a:r>
              <a:rPr sz="1800" spc="100" dirty="0">
                <a:latin typeface="Corbel"/>
                <a:cs typeface="Corbel"/>
              </a:rPr>
              <a:t> </a:t>
            </a:r>
            <a:r>
              <a:rPr sz="1800" dirty="0">
                <a:latin typeface="Corbel"/>
                <a:cs typeface="Corbel"/>
              </a:rPr>
              <a:t>is</a:t>
            </a:r>
            <a:r>
              <a:rPr sz="1800" spc="100" dirty="0">
                <a:latin typeface="Corbel"/>
                <a:cs typeface="Corbel"/>
              </a:rPr>
              <a:t> </a:t>
            </a:r>
            <a:r>
              <a:rPr sz="1800" dirty="0">
                <a:latin typeface="Corbel"/>
                <a:cs typeface="Corbel"/>
              </a:rPr>
              <a:t>less</a:t>
            </a:r>
            <a:r>
              <a:rPr sz="1800" spc="100" dirty="0">
                <a:latin typeface="Corbel"/>
                <a:cs typeface="Corbel"/>
              </a:rPr>
              <a:t> </a:t>
            </a:r>
            <a:r>
              <a:rPr sz="1800" dirty="0">
                <a:latin typeface="Corbel"/>
                <a:cs typeface="Corbel"/>
              </a:rPr>
              <a:t>dense,</a:t>
            </a:r>
            <a:r>
              <a:rPr sz="1800" spc="100" dirty="0">
                <a:latin typeface="Corbel"/>
                <a:cs typeface="Corbel"/>
              </a:rPr>
              <a:t> </a:t>
            </a:r>
            <a:r>
              <a:rPr sz="1800" dirty="0">
                <a:latin typeface="Corbel"/>
                <a:cs typeface="Corbel"/>
              </a:rPr>
              <a:t>and</a:t>
            </a:r>
            <a:r>
              <a:rPr sz="1800" spc="100" dirty="0">
                <a:latin typeface="Corbel"/>
                <a:cs typeface="Corbel"/>
              </a:rPr>
              <a:t> </a:t>
            </a:r>
            <a:r>
              <a:rPr sz="1800" dirty="0">
                <a:latin typeface="Corbel"/>
                <a:cs typeface="Corbel"/>
              </a:rPr>
              <a:t>your</a:t>
            </a:r>
            <a:r>
              <a:rPr sz="1800" spc="95" dirty="0">
                <a:latin typeface="Corbel"/>
                <a:cs typeface="Corbel"/>
              </a:rPr>
              <a:t> </a:t>
            </a:r>
            <a:r>
              <a:rPr sz="1800" dirty="0">
                <a:latin typeface="Corbel"/>
                <a:cs typeface="Corbel"/>
              </a:rPr>
              <a:t>propellers</a:t>
            </a:r>
            <a:r>
              <a:rPr sz="1800" spc="95" dirty="0">
                <a:latin typeface="Corbel"/>
                <a:cs typeface="Corbel"/>
              </a:rPr>
              <a:t> </a:t>
            </a:r>
            <a:r>
              <a:rPr sz="1800" dirty="0">
                <a:latin typeface="Corbel"/>
                <a:cs typeface="Corbel"/>
              </a:rPr>
              <a:t>become</a:t>
            </a:r>
            <a:r>
              <a:rPr sz="1800" spc="105" dirty="0">
                <a:latin typeface="Corbel"/>
                <a:cs typeface="Corbel"/>
              </a:rPr>
              <a:t> </a:t>
            </a:r>
            <a:r>
              <a:rPr sz="1800" dirty="0">
                <a:latin typeface="Corbel"/>
                <a:cs typeface="Corbel"/>
              </a:rPr>
              <a:t>less</a:t>
            </a:r>
            <a:r>
              <a:rPr sz="1800" spc="95" dirty="0">
                <a:latin typeface="Corbel"/>
                <a:cs typeface="Corbel"/>
              </a:rPr>
              <a:t> </a:t>
            </a:r>
            <a:r>
              <a:rPr sz="1800" dirty="0">
                <a:latin typeface="Corbel"/>
                <a:cs typeface="Corbel"/>
              </a:rPr>
              <a:t>efficient</a:t>
            </a:r>
            <a:r>
              <a:rPr sz="1800" spc="105" dirty="0">
                <a:latin typeface="Corbel"/>
                <a:cs typeface="Corbel"/>
              </a:rPr>
              <a:t> </a:t>
            </a:r>
            <a:r>
              <a:rPr sz="1800" dirty="0">
                <a:latin typeface="Corbel"/>
                <a:cs typeface="Corbel"/>
              </a:rPr>
              <a:t>in</a:t>
            </a:r>
            <a:r>
              <a:rPr sz="1800" spc="100" dirty="0">
                <a:latin typeface="Corbel"/>
                <a:cs typeface="Corbel"/>
              </a:rPr>
              <a:t> </a:t>
            </a:r>
            <a:r>
              <a:rPr sz="1800" dirty="0">
                <a:latin typeface="Corbel"/>
                <a:cs typeface="Corbel"/>
              </a:rPr>
              <a:t>thin</a:t>
            </a:r>
            <a:r>
              <a:rPr sz="1800" spc="100" dirty="0">
                <a:latin typeface="Corbel"/>
                <a:cs typeface="Corbel"/>
              </a:rPr>
              <a:t> </a:t>
            </a:r>
            <a:r>
              <a:rPr sz="1800" dirty="0">
                <a:latin typeface="Corbel"/>
                <a:cs typeface="Corbel"/>
              </a:rPr>
              <a:t>air.</a:t>
            </a:r>
            <a:r>
              <a:rPr sz="1800" spc="100" dirty="0">
                <a:latin typeface="Corbel"/>
                <a:cs typeface="Corbel"/>
              </a:rPr>
              <a:t> </a:t>
            </a:r>
            <a:r>
              <a:rPr sz="1800" spc="-25" dirty="0">
                <a:latin typeface="Corbel"/>
                <a:cs typeface="Corbel"/>
              </a:rPr>
              <a:t>As </a:t>
            </a:r>
            <a:r>
              <a:rPr sz="1800" dirty="0">
                <a:latin typeface="Corbel"/>
                <a:cs typeface="Corbel"/>
              </a:rPr>
              <a:t>your</a:t>
            </a:r>
            <a:r>
              <a:rPr sz="1800" spc="-45" dirty="0">
                <a:latin typeface="Corbel"/>
                <a:cs typeface="Corbel"/>
              </a:rPr>
              <a:t> </a:t>
            </a:r>
            <a:r>
              <a:rPr sz="1800" dirty="0">
                <a:latin typeface="Corbel"/>
                <a:cs typeface="Corbel"/>
              </a:rPr>
              <a:t>density</a:t>
            </a:r>
            <a:r>
              <a:rPr sz="1800" spc="-40" dirty="0">
                <a:latin typeface="Corbel"/>
                <a:cs typeface="Corbel"/>
              </a:rPr>
              <a:t> </a:t>
            </a:r>
            <a:r>
              <a:rPr sz="1800" dirty="0">
                <a:latin typeface="Corbel"/>
                <a:cs typeface="Corbel"/>
              </a:rPr>
              <a:t>altitude</a:t>
            </a:r>
            <a:r>
              <a:rPr sz="1800" spc="-30" dirty="0">
                <a:latin typeface="Corbel"/>
                <a:cs typeface="Corbel"/>
              </a:rPr>
              <a:t> </a:t>
            </a:r>
            <a:r>
              <a:rPr sz="1800" dirty="0">
                <a:latin typeface="Corbel"/>
                <a:cs typeface="Corbel"/>
              </a:rPr>
              <a:t>increases,</a:t>
            </a:r>
            <a:r>
              <a:rPr sz="1800" spc="-40" dirty="0">
                <a:latin typeface="Corbel"/>
                <a:cs typeface="Corbel"/>
              </a:rPr>
              <a:t> </a:t>
            </a:r>
            <a:r>
              <a:rPr sz="1800" dirty="0">
                <a:latin typeface="Corbel"/>
                <a:cs typeface="Corbel"/>
              </a:rPr>
              <a:t>the</a:t>
            </a:r>
            <a:r>
              <a:rPr sz="1800" spc="-30" dirty="0">
                <a:latin typeface="Corbel"/>
                <a:cs typeface="Corbel"/>
              </a:rPr>
              <a:t> </a:t>
            </a:r>
            <a:r>
              <a:rPr sz="1800" dirty="0">
                <a:latin typeface="Corbel"/>
                <a:cs typeface="Corbel"/>
              </a:rPr>
              <a:t>performance</a:t>
            </a:r>
            <a:r>
              <a:rPr sz="1800" spc="-40" dirty="0">
                <a:latin typeface="Corbel"/>
                <a:cs typeface="Corbel"/>
              </a:rPr>
              <a:t> </a:t>
            </a:r>
            <a:r>
              <a:rPr sz="1800" dirty="0">
                <a:latin typeface="Corbel"/>
                <a:cs typeface="Corbel"/>
              </a:rPr>
              <a:t>of</a:t>
            </a:r>
            <a:r>
              <a:rPr sz="1800" spc="-35" dirty="0">
                <a:latin typeface="Corbel"/>
                <a:cs typeface="Corbel"/>
              </a:rPr>
              <a:t> </a:t>
            </a:r>
            <a:r>
              <a:rPr sz="1800" dirty="0">
                <a:latin typeface="Corbel"/>
                <a:cs typeface="Corbel"/>
              </a:rPr>
              <a:t>your</a:t>
            </a:r>
            <a:r>
              <a:rPr sz="1800" spc="-90" dirty="0">
                <a:latin typeface="Corbel"/>
                <a:cs typeface="Corbel"/>
              </a:rPr>
              <a:t> </a:t>
            </a:r>
            <a:r>
              <a:rPr sz="1800" dirty="0">
                <a:latin typeface="Corbel"/>
                <a:cs typeface="Corbel"/>
              </a:rPr>
              <a:t>UA</a:t>
            </a:r>
            <a:r>
              <a:rPr sz="1800" spc="-40" dirty="0">
                <a:latin typeface="Corbel"/>
                <a:cs typeface="Corbel"/>
              </a:rPr>
              <a:t> </a:t>
            </a:r>
            <a:r>
              <a:rPr sz="1800" spc="-10" dirty="0">
                <a:latin typeface="Corbel"/>
                <a:cs typeface="Corbel"/>
              </a:rPr>
              <a:t>decreases</a:t>
            </a:r>
            <a:endParaRPr sz="1800">
              <a:latin typeface="Corbel"/>
              <a:cs typeface="Corbel"/>
            </a:endParaRPr>
          </a:p>
          <a:p>
            <a:pPr marL="296545" marR="5080" indent="-284480" algn="just">
              <a:lnSpc>
                <a:spcPct val="102200"/>
              </a:lnSpc>
              <a:spcBef>
                <a:spcPts val="480"/>
              </a:spcBef>
              <a:buFont typeface="Arial MT"/>
              <a:buChar char="•"/>
              <a:tabLst>
                <a:tab pos="296545" algn="l"/>
              </a:tabLst>
            </a:pPr>
            <a:r>
              <a:rPr sz="1800" dirty="0">
                <a:latin typeface="Corbel"/>
                <a:cs typeface="Corbel"/>
              </a:rPr>
              <a:t>A</a:t>
            </a:r>
            <a:r>
              <a:rPr sz="1800" spc="254" dirty="0">
                <a:latin typeface="Corbel"/>
                <a:cs typeface="Corbel"/>
              </a:rPr>
              <a:t> </a:t>
            </a:r>
            <a:r>
              <a:rPr sz="1800" dirty="0">
                <a:latin typeface="Corbel"/>
                <a:cs typeface="Corbel"/>
              </a:rPr>
              <a:t>decrease</a:t>
            </a:r>
            <a:r>
              <a:rPr sz="1800" spc="270" dirty="0">
                <a:latin typeface="Corbel"/>
                <a:cs typeface="Corbel"/>
              </a:rPr>
              <a:t> </a:t>
            </a:r>
            <a:r>
              <a:rPr sz="1800" dirty="0">
                <a:latin typeface="Corbel"/>
                <a:cs typeface="Corbel"/>
              </a:rPr>
              <a:t>in</a:t>
            </a:r>
            <a:r>
              <a:rPr sz="1800" spc="265" dirty="0">
                <a:latin typeface="Corbel"/>
                <a:cs typeface="Corbel"/>
              </a:rPr>
              <a:t> </a:t>
            </a:r>
            <a:r>
              <a:rPr sz="1800" dirty="0">
                <a:latin typeface="Corbel"/>
                <a:cs typeface="Corbel"/>
              </a:rPr>
              <a:t>air</a:t>
            </a:r>
            <a:r>
              <a:rPr sz="1800" spc="265" dirty="0">
                <a:latin typeface="Corbel"/>
                <a:cs typeface="Corbel"/>
              </a:rPr>
              <a:t> </a:t>
            </a:r>
            <a:r>
              <a:rPr sz="1800" dirty="0">
                <a:latin typeface="Corbel"/>
                <a:cs typeface="Corbel"/>
              </a:rPr>
              <a:t>density</a:t>
            </a:r>
            <a:r>
              <a:rPr sz="1800" spc="265" dirty="0">
                <a:latin typeface="Corbel"/>
                <a:cs typeface="Corbel"/>
              </a:rPr>
              <a:t> </a:t>
            </a:r>
            <a:r>
              <a:rPr sz="1800" dirty="0">
                <a:latin typeface="Corbel"/>
                <a:cs typeface="Corbel"/>
              </a:rPr>
              <a:t>means</a:t>
            </a:r>
            <a:r>
              <a:rPr sz="1800" spc="260" dirty="0">
                <a:latin typeface="Corbel"/>
                <a:cs typeface="Corbel"/>
              </a:rPr>
              <a:t> </a:t>
            </a:r>
            <a:r>
              <a:rPr sz="1800" dirty="0">
                <a:latin typeface="Corbel"/>
                <a:cs typeface="Corbel"/>
              </a:rPr>
              <a:t>a</a:t>
            </a:r>
            <a:r>
              <a:rPr sz="1800" spc="265" dirty="0">
                <a:latin typeface="Corbel"/>
                <a:cs typeface="Corbel"/>
              </a:rPr>
              <a:t> </a:t>
            </a:r>
            <a:r>
              <a:rPr sz="1800" dirty="0">
                <a:latin typeface="Corbel"/>
                <a:cs typeface="Corbel"/>
              </a:rPr>
              <a:t>high</a:t>
            </a:r>
            <a:r>
              <a:rPr sz="1800" spc="270" dirty="0">
                <a:latin typeface="Corbel"/>
                <a:cs typeface="Corbel"/>
              </a:rPr>
              <a:t> </a:t>
            </a:r>
            <a:r>
              <a:rPr sz="1800" dirty="0">
                <a:latin typeface="Corbel"/>
                <a:cs typeface="Corbel"/>
              </a:rPr>
              <a:t>density</a:t>
            </a:r>
            <a:r>
              <a:rPr sz="1800" spc="265" dirty="0">
                <a:latin typeface="Corbel"/>
                <a:cs typeface="Corbel"/>
              </a:rPr>
              <a:t> </a:t>
            </a:r>
            <a:r>
              <a:rPr sz="1800" dirty="0">
                <a:latin typeface="Corbel"/>
                <a:cs typeface="Corbel"/>
              </a:rPr>
              <a:t>altitude;</a:t>
            </a:r>
            <a:r>
              <a:rPr sz="1800" spc="260" dirty="0">
                <a:latin typeface="Corbel"/>
                <a:cs typeface="Corbel"/>
              </a:rPr>
              <a:t> </a:t>
            </a:r>
            <a:r>
              <a:rPr sz="1800" dirty="0">
                <a:latin typeface="Corbel"/>
                <a:cs typeface="Corbel"/>
              </a:rPr>
              <a:t>an</a:t>
            </a:r>
            <a:r>
              <a:rPr sz="1800" spc="265" dirty="0">
                <a:latin typeface="Corbel"/>
                <a:cs typeface="Corbel"/>
              </a:rPr>
              <a:t> </a:t>
            </a:r>
            <a:r>
              <a:rPr sz="1800" dirty="0">
                <a:latin typeface="Corbel"/>
                <a:cs typeface="Corbel"/>
              </a:rPr>
              <a:t>increase</a:t>
            </a:r>
            <a:r>
              <a:rPr sz="1800" spc="265" dirty="0">
                <a:latin typeface="Corbel"/>
                <a:cs typeface="Corbel"/>
              </a:rPr>
              <a:t> </a:t>
            </a:r>
            <a:r>
              <a:rPr sz="1800" dirty="0">
                <a:latin typeface="Corbel"/>
                <a:cs typeface="Corbel"/>
              </a:rPr>
              <a:t>in</a:t>
            </a:r>
            <a:r>
              <a:rPr sz="1800" spc="265" dirty="0">
                <a:latin typeface="Corbel"/>
                <a:cs typeface="Corbel"/>
              </a:rPr>
              <a:t> </a:t>
            </a:r>
            <a:r>
              <a:rPr sz="1800" dirty="0">
                <a:latin typeface="Corbel"/>
                <a:cs typeface="Corbel"/>
              </a:rPr>
              <a:t>air</a:t>
            </a:r>
            <a:r>
              <a:rPr sz="1800" spc="265" dirty="0">
                <a:latin typeface="Corbel"/>
                <a:cs typeface="Corbel"/>
              </a:rPr>
              <a:t> </a:t>
            </a:r>
            <a:r>
              <a:rPr sz="1800" dirty="0">
                <a:latin typeface="Corbel"/>
                <a:cs typeface="Corbel"/>
              </a:rPr>
              <a:t>density</a:t>
            </a:r>
            <a:r>
              <a:rPr sz="1800" spc="265" dirty="0">
                <a:latin typeface="Corbel"/>
                <a:cs typeface="Corbel"/>
              </a:rPr>
              <a:t> </a:t>
            </a:r>
            <a:r>
              <a:rPr sz="1800" dirty="0">
                <a:latin typeface="Corbel"/>
                <a:cs typeface="Corbel"/>
              </a:rPr>
              <a:t>means</a:t>
            </a:r>
            <a:r>
              <a:rPr sz="1800" spc="260" dirty="0">
                <a:latin typeface="Corbel"/>
                <a:cs typeface="Corbel"/>
              </a:rPr>
              <a:t> </a:t>
            </a:r>
            <a:r>
              <a:rPr sz="1800" dirty="0">
                <a:latin typeface="Corbel"/>
                <a:cs typeface="Corbel"/>
              </a:rPr>
              <a:t>a</a:t>
            </a:r>
            <a:r>
              <a:rPr sz="1800" spc="270" dirty="0">
                <a:latin typeface="Corbel"/>
                <a:cs typeface="Corbel"/>
              </a:rPr>
              <a:t> </a:t>
            </a:r>
            <a:r>
              <a:rPr sz="1800" spc="-10" dirty="0">
                <a:latin typeface="Corbel"/>
                <a:cs typeface="Corbel"/>
              </a:rPr>
              <a:t>lower </a:t>
            </a:r>
            <a:r>
              <a:rPr sz="1800" dirty="0">
                <a:latin typeface="Corbel"/>
                <a:cs typeface="Corbel"/>
              </a:rPr>
              <a:t>density</a:t>
            </a:r>
            <a:r>
              <a:rPr sz="1800" spc="-55" dirty="0">
                <a:latin typeface="Corbel"/>
                <a:cs typeface="Corbel"/>
              </a:rPr>
              <a:t> </a:t>
            </a:r>
            <a:r>
              <a:rPr sz="1800" spc="-10" dirty="0">
                <a:latin typeface="Corbel"/>
                <a:cs typeface="Corbel"/>
              </a:rPr>
              <a:t>altitude.</a:t>
            </a:r>
            <a:endParaRPr sz="1800">
              <a:latin typeface="Corbel"/>
              <a:cs typeface="Corbel"/>
            </a:endParaRPr>
          </a:p>
        </p:txBody>
      </p:sp>
      <p:pic>
        <p:nvPicPr>
          <p:cNvPr id="3" name="object 3"/>
          <p:cNvPicPr/>
          <p:nvPr/>
        </p:nvPicPr>
        <p:blipFill>
          <a:blip r:embed="rId3" cstate="print"/>
          <a:stretch>
            <a:fillRect/>
          </a:stretch>
        </p:blipFill>
        <p:spPr>
          <a:xfrm>
            <a:off x="3758184" y="5513832"/>
            <a:ext cx="2188464" cy="527304"/>
          </a:xfrm>
          <a:prstGeom prst="rect">
            <a:avLst/>
          </a:prstGeom>
        </p:spPr>
      </p:pic>
      <p:sp>
        <p:nvSpPr>
          <p:cNvPr id="4" name="object 4"/>
          <p:cNvSpPr txBox="1"/>
          <p:nvPr/>
        </p:nvSpPr>
        <p:spPr>
          <a:xfrm>
            <a:off x="3890564" y="5565140"/>
            <a:ext cx="1852295"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FF0000"/>
                </a:solidFill>
                <a:latin typeface="Corbel"/>
                <a:cs typeface="Corbel"/>
              </a:rPr>
              <a:t>Fewer</a:t>
            </a:r>
            <a:r>
              <a:rPr sz="1800" b="1" spc="-85" dirty="0">
                <a:solidFill>
                  <a:srgbClr val="FF0000"/>
                </a:solidFill>
                <a:latin typeface="Corbel"/>
                <a:cs typeface="Corbel"/>
              </a:rPr>
              <a:t> </a:t>
            </a:r>
            <a:r>
              <a:rPr sz="1800" b="1" dirty="0">
                <a:solidFill>
                  <a:srgbClr val="FF0000"/>
                </a:solidFill>
                <a:latin typeface="Corbel"/>
                <a:cs typeface="Corbel"/>
              </a:rPr>
              <a:t>Air</a:t>
            </a:r>
            <a:r>
              <a:rPr sz="1800" b="1" spc="-10" dirty="0">
                <a:solidFill>
                  <a:srgbClr val="FF0000"/>
                </a:solidFill>
                <a:latin typeface="Corbel"/>
                <a:cs typeface="Corbel"/>
              </a:rPr>
              <a:t> Particles</a:t>
            </a:r>
            <a:endParaRPr sz="1800">
              <a:latin typeface="Corbel"/>
              <a:cs typeface="Corbel"/>
            </a:endParaRPr>
          </a:p>
        </p:txBody>
      </p:sp>
      <p:pic>
        <p:nvPicPr>
          <p:cNvPr id="5" name="object 5"/>
          <p:cNvPicPr/>
          <p:nvPr/>
        </p:nvPicPr>
        <p:blipFill>
          <a:blip r:embed="rId4" cstate="print"/>
          <a:stretch>
            <a:fillRect/>
          </a:stretch>
        </p:blipFill>
        <p:spPr>
          <a:xfrm>
            <a:off x="6522719" y="5513832"/>
            <a:ext cx="1136903" cy="527304"/>
          </a:xfrm>
          <a:prstGeom prst="rect">
            <a:avLst/>
          </a:prstGeom>
        </p:spPr>
      </p:pic>
      <p:sp>
        <p:nvSpPr>
          <p:cNvPr id="6" name="object 6"/>
          <p:cNvSpPr txBox="1"/>
          <p:nvPr/>
        </p:nvSpPr>
        <p:spPr>
          <a:xfrm>
            <a:off x="6655072" y="5565140"/>
            <a:ext cx="84772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0000"/>
                </a:solidFill>
                <a:latin typeface="Corbel"/>
                <a:cs typeface="Corbel"/>
              </a:rPr>
              <a:t>Less</a:t>
            </a:r>
            <a:r>
              <a:rPr sz="1800" b="1" spc="-25" dirty="0">
                <a:solidFill>
                  <a:srgbClr val="FF0000"/>
                </a:solidFill>
                <a:latin typeface="Corbel"/>
                <a:cs typeface="Corbel"/>
              </a:rPr>
              <a:t> </a:t>
            </a:r>
            <a:r>
              <a:rPr sz="1800" b="1" spc="-20" dirty="0">
                <a:solidFill>
                  <a:srgbClr val="FF0000"/>
                </a:solidFill>
                <a:latin typeface="Corbel"/>
                <a:cs typeface="Corbel"/>
              </a:rPr>
              <a:t>Lift</a:t>
            </a:r>
            <a:endParaRPr sz="1800">
              <a:latin typeface="Corbel"/>
              <a:cs typeface="Corbel"/>
            </a:endParaRPr>
          </a:p>
        </p:txBody>
      </p:sp>
      <p:grpSp>
        <p:nvGrpSpPr>
          <p:cNvPr id="7" name="object 7"/>
          <p:cNvGrpSpPr/>
          <p:nvPr/>
        </p:nvGrpSpPr>
        <p:grpSpPr>
          <a:xfrm>
            <a:off x="6035040" y="5596127"/>
            <a:ext cx="381000" cy="326390"/>
            <a:chOff x="6035040" y="5596127"/>
            <a:chExt cx="381000" cy="326390"/>
          </a:xfrm>
        </p:grpSpPr>
        <p:pic>
          <p:nvPicPr>
            <p:cNvPr id="8" name="object 8"/>
            <p:cNvPicPr/>
            <p:nvPr/>
          </p:nvPicPr>
          <p:blipFill>
            <a:blip r:embed="rId5" cstate="print"/>
            <a:stretch>
              <a:fillRect/>
            </a:stretch>
          </p:blipFill>
          <p:spPr>
            <a:xfrm>
              <a:off x="6035040" y="5596127"/>
              <a:ext cx="381000" cy="326135"/>
            </a:xfrm>
            <a:prstGeom prst="rect">
              <a:avLst/>
            </a:prstGeom>
          </p:spPr>
        </p:pic>
        <p:sp>
          <p:nvSpPr>
            <p:cNvPr id="9" name="object 9"/>
            <p:cNvSpPr/>
            <p:nvPr/>
          </p:nvSpPr>
          <p:spPr>
            <a:xfrm>
              <a:off x="6060605" y="5621565"/>
              <a:ext cx="277495" cy="223520"/>
            </a:xfrm>
            <a:custGeom>
              <a:avLst/>
              <a:gdLst/>
              <a:ahLst/>
              <a:cxnLst/>
              <a:rect l="l" t="t" r="r" b="b"/>
              <a:pathLst>
                <a:path w="277495" h="223520">
                  <a:moveTo>
                    <a:pt x="277152" y="152311"/>
                  </a:moveTo>
                  <a:lnTo>
                    <a:pt x="0" y="152311"/>
                  </a:lnTo>
                  <a:lnTo>
                    <a:pt x="0" y="222935"/>
                  </a:lnTo>
                  <a:lnTo>
                    <a:pt x="277152" y="222935"/>
                  </a:lnTo>
                  <a:lnTo>
                    <a:pt x="277152" y="152311"/>
                  </a:lnTo>
                  <a:close/>
                </a:path>
                <a:path w="277495" h="223520">
                  <a:moveTo>
                    <a:pt x="277152" y="0"/>
                  </a:moveTo>
                  <a:lnTo>
                    <a:pt x="0" y="0"/>
                  </a:lnTo>
                  <a:lnTo>
                    <a:pt x="0" y="70637"/>
                  </a:lnTo>
                  <a:lnTo>
                    <a:pt x="277152" y="70637"/>
                  </a:lnTo>
                  <a:lnTo>
                    <a:pt x="277152" y="0"/>
                  </a:lnTo>
                  <a:close/>
                </a:path>
              </a:pathLst>
            </a:custGeom>
            <a:solidFill>
              <a:srgbClr val="FF0000">
                <a:alpha val="70199"/>
              </a:srgbClr>
            </a:solidFill>
          </p:spPr>
          <p:txBody>
            <a:bodyPr wrap="square" lIns="0" tIns="0" rIns="0" bIns="0" rtlCol="0"/>
            <a:lstStyle/>
            <a:p>
              <a:endParaRPr/>
            </a:p>
          </p:txBody>
        </p:sp>
      </p:gr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22</a:t>
            </a:fld>
            <a:endParaRPr spc="-2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3" cstate="print"/>
          <a:stretch>
            <a:fillRect/>
          </a:stretch>
        </p:blipFill>
        <p:spPr>
          <a:xfrm>
            <a:off x="1417319" y="566927"/>
            <a:ext cx="3761231" cy="573024"/>
          </a:xfrm>
          <a:prstGeom prst="rect">
            <a:avLst/>
          </a:prstGeom>
        </p:spPr>
      </p:pic>
      <p:sp>
        <p:nvSpPr>
          <p:cNvPr id="4" name="object 4"/>
          <p:cNvSpPr txBox="1">
            <a:spLocks noGrp="1"/>
          </p:cNvSpPr>
          <p:nvPr>
            <p:ph type="title"/>
          </p:nvPr>
        </p:nvSpPr>
        <p:spPr>
          <a:prstGeom prst="rect">
            <a:avLst/>
          </a:prstGeom>
        </p:spPr>
        <p:txBody>
          <a:bodyPr vert="horz" wrap="square" lIns="0" tIns="329691" rIns="0" bIns="0" rtlCol="0">
            <a:spAutoFit/>
          </a:bodyPr>
          <a:lstStyle/>
          <a:p>
            <a:pPr marL="640715">
              <a:lnSpc>
                <a:spcPct val="100000"/>
              </a:lnSpc>
              <a:spcBef>
                <a:spcPts val="100"/>
              </a:spcBef>
            </a:pPr>
            <a:r>
              <a:rPr dirty="0"/>
              <a:t>040</a:t>
            </a:r>
            <a:r>
              <a:rPr spc="-50" dirty="0"/>
              <a:t> </a:t>
            </a:r>
            <a:r>
              <a:rPr dirty="0"/>
              <a:t>02</a:t>
            </a:r>
            <a:r>
              <a:rPr spc="-40" dirty="0"/>
              <a:t> </a:t>
            </a:r>
            <a:r>
              <a:rPr dirty="0"/>
              <a:t>02:</a:t>
            </a:r>
            <a:r>
              <a:rPr spc="-45" dirty="0"/>
              <a:t> </a:t>
            </a:r>
            <a:r>
              <a:rPr dirty="0"/>
              <a:t>Basic</a:t>
            </a:r>
            <a:r>
              <a:rPr spc="-50" dirty="0"/>
              <a:t> </a:t>
            </a:r>
            <a:r>
              <a:rPr dirty="0"/>
              <a:t>altimetry</a:t>
            </a:r>
            <a:r>
              <a:rPr spc="-40" dirty="0"/>
              <a:t> </a:t>
            </a:r>
            <a:r>
              <a:rPr spc="-10" dirty="0"/>
              <a:t>terms:</a:t>
            </a:r>
          </a:p>
        </p:txBody>
      </p:sp>
      <p:sp>
        <p:nvSpPr>
          <p:cNvPr id="5" name="object 5"/>
          <p:cNvSpPr txBox="1"/>
          <p:nvPr/>
        </p:nvSpPr>
        <p:spPr>
          <a:xfrm>
            <a:off x="1563051" y="1273555"/>
            <a:ext cx="4417695" cy="4390390"/>
          </a:xfrm>
          <a:prstGeom prst="rect">
            <a:avLst/>
          </a:prstGeom>
        </p:spPr>
        <p:txBody>
          <a:bodyPr vert="horz" wrap="square" lIns="0" tIns="26670" rIns="0" bIns="0" rtlCol="0">
            <a:spAutoFit/>
          </a:bodyPr>
          <a:lstStyle/>
          <a:p>
            <a:pPr marL="12700" marR="6350" algn="just">
              <a:lnSpc>
                <a:spcPts val="2110"/>
              </a:lnSpc>
              <a:spcBef>
                <a:spcPts val="210"/>
              </a:spcBef>
            </a:pPr>
            <a:r>
              <a:rPr sz="1800" b="1" u="sng" dirty="0">
                <a:uFill>
                  <a:solidFill>
                    <a:srgbClr val="000000"/>
                  </a:solidFill>
                </a:uFill>
                <a:latin typeface="Corbel"/>
                <a:cs typeface="Corbel"/>
              </a:rPr>
              <a:t>Height</a:t>
            </a:r>
            <a:r>
              <a:rPr sz="1800" b="1" spc="409" dirty="0">
                <a:latin typeface="Corbel"/>
                <a:cs typeface="Corbel"/>
              </a:rPr>
              <a:t> </a:t>
            </a:r>
            <a:r>
              <a:rPr sz="1800" dirty="0">
                <a:latin typeface="Corbel"/>
                <a:cs typeface="Corbel"/>
              </a:rPr>
              <a:t>–</a:t>
            </a:r>
            <a:r>
              <a:rPr sz="1800" spc="405" dirty="0">
                <a:latin typeface="Corbel"/>
                <a:cs typeface="Corbel"/>
              </a:rPr>
              <a:t> </a:t>
            </a:r>
            <a:r>
              <a:rPr sz="1800" dirty="0">
                <a:latin typeface="Corbel"/>
                <a:cs typeface="Corbel"/>
              </a:rPr>
              <a:t>is</a:t>
            </a:r>
            <a:r>
              <a:rPr sz="1800" spc="409" dirty="0">
                <a:latin typeface="Corbel"/>
                <a:cs typeface="Corbel"/>
              </a:rPr>
              <a:t> </a:t>
            </a:r>
            <a:r>
              <a:rPr sz="1800" dirty="0">
                <a:latin typeface="Corbel"/>
                <a:cs typeface="Corbel"/>
              </a:rPr>
              <a:t>a</a:t>
            </a:r>
            <a:r>
              <a:rPr sz="1800" spc="415" dirty="0">
                <a:latin typeface="Corbel"/>
                <a:cs typeface="Corbel"/>
              </a:rPr>
              <a:t> </a:t>
            </a:r>
            <a:r>
              <a:rPr sz="1800" dirty="0">
                <a:latin typeface="Corbel"/>
                <a:cs typeface="Corbel"/>
              </a:rPr>
              <a:t>vertical</a:t>
            </a:r>
            <a:r>
              <a:rPr sz="1800" spc="409" dirty="0">
                <a:latin typeface="Corbel"/>
                <a:cs typeface="Corbel"/>
              </a:rPr>
              <a:t> </a:t>
            </a:r>
            <a:r>
              <a:rPr sz="1800" dirty="0">
                <a:latin typeface="Corbel"/>
                <a:cs typeface="Corbel"/>
              </a:rPr>
              <a:t>distance</a:t>
            </a:r>
            <a:r>
              <a:rPr sz="1800" spc="415" dirty="0">
                <a:latin typeface="Corbel"/>
                <a:cs typeface="Corbel"/>
              </a:rPr>
              <a:t> </a:t>
            </a:r>
            <a:r>
              <a:rPr sz="1800" dirty="0">
                <a:latin typeface="Corbel"/>
                <a:cs typeface="Corbel"/>
              </a:rPr>
              <a:t>between</a:t>
            </a:r>
            <a:r>
              <a:rPr sz="1800" spc="409" dirty="0">
                <a:latin typeface="Corbel"/>
                <a:cs typeface="Corbel"/>
              </a:rPr>
              <a:t> </a:t>
            </a:r>
            <a:r>
              <a:rPr sz="1800" spc="-25" dirty="0">
                <a:latin typeface="Corbel"/>
                <a:cs typeface="Corbel"/>
              </a:rPr>
              <a:t>the </a:t>
            </a:r>
            <a:r>
              <a:rPr sz="1800" dirty="0">
                <a:latin typeface="Corbel"/>
                <a:cs typeface="Corbel"/>
              </a:rPr>
              <a:t>aircraft</a:t>
            </a:r>
            <a:r>
              <a:rPr sz="1800" spc="-40" dirty="0">
                <a:latin typeface="Corbel"/>
                <a:cs typeface="Corbel"/>
              </a:rPr>
              <a:t> </a:t>
            </a:r>
            <a:r>
              <a:rPr sz="1800" dirty="0">
                <a:latin typeface="Corbel"/>
                <a:cs typeface="Corbel"/>
              </a:rPr>
              <a:t>and</a:t>
            </a:r>
            <a:r>
              <a:rPr sz="1800" spc="-40" dirty="0">
                <a:latin typeface="Corbel"/>
                <a:cs typeface="Corbel"/>
              </a:rPr>
              <a:t> </a:t>
            </a:r>
            <a:r>
              <a:rPr sz="1800" dirty="0">
                <a:latin typeface="Corbel"/>
                <a:cs typeface="Corbel"/>
              </a:rPr>
              <a:t>whatever</a:t>
            </a:r>
            <a:r>
              <a:rPr sz="1800" spc="-45" dirty="0">
                <a:latin typeface="Corbel"/>
                <a:cs typeface="Corbel"/>
              </a:rPr>
              <a:t> </a:t>
            </a:r>
            <a:r>
              <a:rPr sz="1800" spc="-10" dirty="0">
                <a:latin typeface="Corbel"/>
                <a:cs typeface="Corbel"/>
              </a:rPr>
              <a:t>surface.</a:t>
            </a:r>
            <a:endParaRPr sz="1800" dirty="0">
              <a:latin typeface="Corbel"/>
              <a:cs typeface="Corbel"/>
            </a:endParaRPr>
          </a:p>
          <a:p>
            <a:pPr marL="12700" marR="5080" algn="just">
              <a:lnSpc>
                <a:spcPct val="101699"/>
              </a:lnSpc>
              <a:spcBef>
                <a:spcPts val="935"/>
              </a:spcBef>
            </a:pPr>
            <a:r>
              <a:rPr sz="1800" b="1" u="sng" dirty="0">
                <a:uFill>
                  <a:solidFill>
                    <a:srgbClr val="000000"/>
                  </a:solidFill>
                </a:uFill>
                <a:latin typeface="Corbel"/>
                <a:cs typeface="Corbel"/>
              </a:rPr>
              <a:t>Elevation</a:t>
            </a:r>
            <a:r>
              <a:rPr sz="1800" b="1" spc="195" dirty="0">
                <a:latin typeface="Corbel"/>
                <a:cs typeface="Corbel"/>
              </a:rPr>
              <a:t>  </a:t>
            </a:r>
            <a:r>
              <a:rPr sz="1800" dirty="0">
                <a:latin typeface="Corbel"/>
                <a:cs typeface="Corbel"/>
              </a:rPr>
              <a:t>–</a:t>
            </a:r>
            <a:r>
              <a:rPr sz="1800" spc="200" dirty="0">
                <a:latin typeface="Corbel"/>
                <a:cs typeface="Corbel"/>
              </a:rPr>
              <a:t>  </a:t>
            </a:r>
            <a:r>
              <a:rPr sz="1800" dirty="0">
                <a:latin typeface="Corbel"/>
                <a:cs typeface="Corbel"/>
              </a:rPr>
              <a:t>is</a:t>
            </a:r>
            <a:r>
              <a:rPr sz="1800" spc="210" dirty="0">
                <a:latin typeface="Corbel"/>
                <a:cs typeface="Corbel"/>
              </a:rPr>
              <a:t>  </a:t>
            </a:r>
            <a:r>
              <a:rPr sz="1800" dirty="0">
                <a:latin typeface="Corbel"/>
                <a:cs typeface="Corbel"/>
              </a:rPr>
              <a:t>a</a:t>
            </a:r>
            <a:r>
              <a:rPr sz="1800" spc="210" dirty="0">
                <a:latin typeface="Corbel"/>
                <a:cs typeface="Corbel"/>
              </a:rPr>
              <a:t>  </a:t>
            </a:r>
            <a:r>
              <a:rPr sz="1800" dirty="0">
                <a:latin typeface="Corbel"/>
                <a:cs typeface="Corbel"/>
              </a:rPr>
              <a:t>vertical</a:t>
            </a:r>
            <a:r>
              <a:rPr sz="1800" spc="200" dirty="0">
                <a:latin typeface="Corbel"/>
                <a:cs typeface="Corbel"/>
              </a:rPr>
              <a:t>  </a:t>
            </a:r>
            <a:r>
              <a:rPr sz="1800" dirty="0">
                <a:latin typeface="Corbel"/>
                <a:cs typeface="Corbel"/>
              </a:rPr>
              <a:t>distance</a:t>
            </a:r>
            <a:r>
              <a:rPr sz="1800" spc="210" dirty="0">
                <a:latin typeface="Corbel"/>
                <a:cs typeface="Corbel"/>
              </a:rPr>
              <a:t>  </a:t>
            </a:r>
            <a:r>
              <a:rPr sz="1800" dirty="0">
                <a:latin typeface="Corbel"/>
                <a:cs typeface="Corbel"/>
              </a:rPr>
              <a:t>from</a:t>
            </a:r>
            <a:r>
              <a:rPr sz="1800" spc="204" dirty="0">
                <a:latin typeface="Corbel"/>
                <a:cs typeface="Corbel"/>
              </a:rPr>
              <a:t>  </a:t>
            </a:r>
            <a:r>
              <a:rPr sz="1800" spc="-50" dirty="0">
                <a:latin typeface="Corbel"/>
                <a:cs typeface="Corbel"/>
              </a:rPr>
              <a:t>a </a:t>
            </a:r>
            <a:r>
              <a:rPr sz="1800" dirty="0">
                <a:latin typeface="Corbel"/>
                <a:cs typeface="Corbel"/>
              </a:rPr>
              <a:t>datum,</a:t>
            </a:r>
            <a:r>
              <a:rPr sz="1800" spc="65" dirty="0">
                <a:latin typeface="Corbel"/>
                <a:cs typeface="Corbel"/>
              </a:rPr>
              <a:t> </a:t>
            </a:r>
            <a:r>
              <a:rPr sz="1800" dirty="0">
                <a:latin typeface="Corbel"/>
                <a:cs typeface="Corbel"/>
              </a:rPr>
              <a:t>generally</a:t>
            </a:r>
            <a:r>
              <a:rPr sz="1800" spc="75" dirty="0">
                <a:latin typeface="Corbel"/>
                <a:cs typeface="Corbel"/>
              </a:rPr>
              <a:t> </a:t>
            </a:r>
            <a:r>
              <a:rPr sz="1800" dirty="0">
                <a:latin typeface="Corbel"/>
                <a:cs typeface="Corbel"/>
              </a:rPr>
              <a:t>mean</a:t>
            </a:r>
            <a:r>
              <a:rPr sz="1800" spc="70" dirty="0">
                <a:latin typeface="Corbel"/>
                <a:cs typeface="Corbel"/>
              </a:rPr>
              <a:t> </a:t>
            </a:r>
            <a:r>
              <a:rPr sz="1800" dirty="0">
                <a:latin typeface="Corbel"/>
                <a:cs typeface="Corbel"/>
              </a:rPr>
              <a:t>sea</a:t>
            </a:r>
            <a:r>
              <a:rPr sz="1800" spc="75" dirty="0">
                <a:latin typeface="Corbel"/>
                <a:cs typeface="Corbel"/>
              </a:rPr>
              <a:t> </a:t>
            </a:r>
            <a:r>
              <a:rPr sz="1800" dirty="0">
                <a:latin typeface="Corbel"/>
                <a:cs typeface="Corbel"/>
              </a:rPr>
              <a:t>level,</a:t>
            </a:r>
            <a:r>
              <a:rPr sz="1800" spc="65" dirty="0">
                <a:latin typeface="Corbel"/>
                <a:cs typeface="Corbel"/>
              </a:rPr>
              <a:t> </a:t>
            </a:r>
            <a:r>
              <a:rPr sz="1800" dirty="0">
                <a:latin typeface="Corbel"/>
                <a:cs typeface="Corbel"/>
              </a:rPr>
              <a:t>to</a:t>
            </a:r>
            <a:r>
              <a:rPr sz="1800" spc="75" dirty="0">
                <a:latin typeface="Corbel"/>
                <a:cs typeface="Corbel"/>
              </a:rPr>
              <a:t> </a:t>
            </a:r>
            <a:r>
              <a:rPr sz="1800" dirty="0">
                <a:latin typeface="Corbel"/>
                <a:cs typeface="Corbel"/>
              </a:rPr>
              <a:t>a</a:t>
            </a:r>
            <a:r>
              <a:rPr sz="1800" spc="80" dirty="0">
                <a:latin typeface="Corbel"/>
                <a:cs typeface="Corbel"/>
              </a:rPr>
              <a:t> </a:t>
            </a:r>
            <a:r>
              <a:rPr sz="1800" dirty="0">
                <a:latin typeface="Corbel"/>
                <a:cs typeface="Corbel"/>
              </a:rPr>
              <a:t>point</a:t>
            </a:r>
            <a:r>
              <a:rPr sz="1800" spc="70" dirty="0">
                <a:latin typeface="Corbel"/>
                <a:cs typeface="Corbel"/>
              </a:rPr>
              <a:t> </a:t>
            </a:r>
            <a:r>
              <a:rPr sz="1800" spc="-25" dirty="0">
                <a:latin typeface="Corbel"/>
                <a:cs typeface="Corbel"/>
              </a:rPr>
              <a:t>or </a:t>
            </a:r>
            <a:r>
              <a:rPr sz="1800" dirty="0">
                <a:latin typeface="Corbel"/>
                <a:cs typeface="Corbel"/>
              </a:rPr>
              <a:t>object</a:t>
            </a:r>
            <a:r>
              <a:rPr sz="1800" spc="-35" dirty="0">
                <a:latin typeface="Corbel"/>
                <a:cs typeface="Corbel"/>
              </a:rPr>
              <a:t> </a:t>
            </a:r>
            <a:r>
              <a:rPr sz="1800" dirty="0">
                <a:latin typeface="Corbel"/>
                <a:cs typeface="Corbel"/>
              </a:rPr>
              <a:t>on</a:t>
            </a:r>
            <a:r>
              <a:rPr sz="1800" spc="-35" dirty="0">
                <a:latin typeface="Corbel"/>
                <a:cs typeface="Corbel"/>
              </a:rPr>
              <a:t> </a:t>
            </a:r>
            <a:r>
              <a:rPr sz="1800" dirty="0">
                <a:latin typeface="Corbel"/>
                <a:cs typeface="Corbel"/>
              </a:rPr>
              <a:t>the</a:t>
            </a:r>
            <a:r>
              <a:rPr sz="1800" spc="-30" dirty="0">
                <a:latin typeface="Corbel"/>
                <a:cs typeface="Corbel"/>
              </a:rPr>
              <a:t> </a:t>
            </a:r>
            <a:r>
              <a:rPr sz="1800" dirty="0">
                <a:latin typeface="Corbel"/>
                <a:cs typeface="Corbel"/>
              </a:rPr>
              <a:t>earth's</a:t>
            </a:r>
            <a:r>
              <a:rPr sz="1800" spc="-30" dirty="0">
                <a:latin typeface="Corbel"/>
                <a:cs typeface="Corbel"/>
              </a:rPr>
              <a:t> </a:t>
            </a:r>
            <a:r>
              <a:rPr sz="1800" spc="-10" dirty="0">
                <a:latin typeface="Corbel"/>
                <a:cs typeface="Corbel"/>
              </a:rPr>
              <a:t>surface.</a:t>
            </a:r>
            <a:endParaRPr sz="1800" dirty="0">
              <a:latin typeface="Corbel"/>
              <a:cs typeface="Corbel"/>
            </a:endParaRPr>
          </a:p>
          <a:p>
            <a:pPr marL="12700" marR="6350" algn="just">
              <a:lnSpc>
                <a:spcPct val="101099"/>
              </a:lnSpc>
              <a:spcBef>
                <a:spcPts val="935"/>
              </a:spcBef>
            </a:pPr>
            <a:r>
              <a:rPr sz="1800" b="1" u="sng" dirty="0">
                <a:uFill>
                  <a:solidFill>
                    <a:srgbClr val="000000"/>
                  </a:solidFill>
                </a:uFill>
                <a:latin typeface="Corbel"/>
                <a:cs typeface="Corbel"/>
              </a:rPr>
              <a:t>Altitude</a:t>
            </a:r>
            <a:r>
              <a:rPr sz="1800" b="1" spc="480" dirty="0">
                <a:latin typeface="Corbel"/>
                <a:cs typeface="Corbel"/>
              </a:rPr>
              <a:t> </a:t>
            </a:r>
            <a:r>
              <a:rPr sz="1800" dirty="0">
                <a:latin typeface="Corbel"/>
                <a:cs typeface="Corbel"/>
              </a:rPr>
              <a:t>–</a:t>
            </a:r>
            <a:r>
              <a:rPr sz="1800" spc="484" dirty="0">
                <a:latin typeface="Corbel"/>
                <a:cs typeface="Corbel"/>
              </a:rPr>
              <a:t> </a:t>
            </a:r>
            <a:r>
              <a:rPr sz="1800" dirty="0">
                <a:latin typeface="Corbel"/>
                <a:cs typeface="Corbel"/>
              </a:rPr>
              <a:t>is</a:t>
            </a:r>
            <a:r>
              <a:rPr sz="1800" spc="490" dirty="0">
                <a:latin typeface="Corbel"/>
                <a:cs typeface="Corbel"/>
              </a:rPr>
              <a:t> </a:t>
            </a:r>
            <a:r>
              <a:rPr sz="1800" dirty="0">
                <a:latin typeface="Corbel"/>
                <a:cs typeface="Corbel"/>
              </a:rPr>
              <a:t>a</a:t>
            </a:r>
            <a:r>
              <a:rPr sz="1800" spc="495" dirty="0">
                <a:latin typeface="Corbel"/>
                <a:cs typeface="Corbel"/>
              </a:rPr>
              <a:t> </a:t>
            </a:r>
            <a:r>
              <a:rPr sz="1800" dirty="0">
                <a:latin typeface="Corbel"/>
                <a:cs typeface="Corbel"/>
              </a:rPr>
              <a:t>vertical</a:t>
            </a:r>
            <a:r>
              <a:rPr sz="1800" spc="484" dirty="0">
                <a:latin typeface="Corbel"/>
                <a:cs typeface="Corbel"/>
              </a:rPr>
              <a:t> </a:t>
            </a:r>
            <a:r>
              <a:rPr sz="1800" dirty="0">
                <a:latin typeface="Corbel"/>
                <a:cs typeface="Corbel"/>
              </a:rPr>
              <a:t>distance</a:t>
            </a:r>
            <a:r>
              <a:rPr sz="1800" spc="495" dirty="0">
                <a:latin typeface="Corbel"/>
                <a:cs typeface="Corbel"/>
              </a:rPr>
              <a:t> </a:t>
            </a:r>
            <a:r>
              <a:rPr sz="1800" dirty="0">
                <a:latin typeface="Corbel"/>
                <a:cs typeface="Corbel"/>
              </a:rPr>
              <a:t>between</a:t>
            </a:r>
            <a:r>
              <a:rPr sz="1800" spc="490" dirty="0">
                <a:latin typeface="Corbel"/>
                <a:cs typeface="Corbel"/>
              </a:rPr>
              <a:t> </a:t>
            </a:r>
            <a:r>
              <a:rPr sz="1800" spc="-50" dirty="0">
                <a:latin typeface="Corbel"/>
                <a:cs typeface="Corbel"/>
              </a:rPr>
              <a:t>a </a:t>
            </a:r>
            <a:r>
              <a:rPr sz="1800" dirty="0">
                <a:latin typeface="Corbel"/>
                <a:cs typeface="Corbel"/>
              </a:rPr>
              <a:t>reference</a:t>
            </a:r>
            <a:r>
              <a:rPr sz="1800" spc="-30" dirty="0">
                <a:latin typeface="Corbel"/>
                <a:cs typeface="Corbel"/>
              </a:rPr>
              <a:t> </a:t>
            </a:r>
            <a:r>
              <a:rPr sz="1800" dirty="0">
                <a:latin typeface="Corbel"/>
                <a:cs typeface="Corbel"/>
              </a:rPr>
              <a:t>datum</a:t>
            </a:r>
            <a:r>
              <a:rPr sz="1800" spc="-30" dirty="0">
                <a:latin typeface="Corbel"/>
                <a:cs typeface="Corbel"/>
              </a:rPr>
              <a:t> </a:t>
            </a:r>
            <a:r>
              <a:rPr sz="1800" dirty="0">
                <a:latin typeface="Corbel"/>
                <a:cs typeface="Corbel"/>
              </a:rPr>
              <a:t>and</a:t>
            </a:r>
            <a:r>
              <a:rPr sz="1800" spc="-25" dirty="0">
                <a:latin typeface="Corbel"/>
                <a:cs typeface="Corbel"/>
              </a:rPr>
              <a:t> </a:t>
            </a:r>
            <a:r>
              <a:rPr sz="1800" dirty="0">
                <a:latin typeface="Corbel"/>
                <a:cs typeface="Corbel"/>
              </a:rPr>
              <a:t>a</a:t>
            </a:r>
            <a:r>
              <a:rPr sz="1800" spc="-20" dirty="0">
                <a:latin typeface="Corbel"/>
                <a:cs typeface="Corbel"/>
              </a:rPr>
              <a:t> </a:t>
            </a:r>
            <a:r>
              <a:rPr sz="1800" dirty="0">
                <a:latin typeface="Corbel"/>
                <a:cs typeface="Corbel"/>
              </a:rPr>
              <a:t>point</a:t>
            </a:r>
            <a:r>
              <a:rPr sz="1800" spc="-30" dirty="0">
                <a:latin typeface="Corbel"/>
                <a:cs typeface="Corbel"/>
              </a:rPr>
              <a:t> </a:t>
            </a:r>
            <a:r>
              <a:rPr sz="1800" dirty="0">
                <a:latin typeface="Corbel"/>
                <a:cs typeface="Corbel"/>
              </a:rPr>
              <a:t>or</a:t>
            </a:r>
            <a:r>
              <a:rPr sz="1800" spc="-30" dirty="0">
                <a:latin typeface="Corbel"/>
                <a:cs typeface="Corbel"/>
              </a:rPr>
              <a:t> </a:t>
            </a:r>
            <a:r>
              <a:rPr sz="1800" spc="-10" dirty="0">
                <a:latin typeface="Corbel"/>
                <a:cs typeface="Corbel"/>
              </a:rPr>
              <a:t>object.</a:t>
            </a:r>
            <a:endParaRPr sz="1800" dirty="0">
              <a:latin typeface="Corbel"/>
              <a:cs typeface="Corbel"/>
            </a:endParaRPr>
          </a:p>
          <a:p>
            <a:pPr marL="12700" marR="5080" algn="just">
              <a:lnSpc>
                <a:spcPct val="100000"/>
              </a:lnSpc>
              <a:spcBef>
                <a:spcPts val="1060"/>
              </a:spcBef>
            </a:pPr>
            <a:r>
              <a:rPr sz="1800" b="1" u="sng" dirty="0">
                <a:uFill>
                  <a:solidFill>
                    <a:srgbClr val="000000"/>
                  </a:solidFill>
                </a:uFill>
                <a:latin typeface="Corbel"/>
                <a:cs typeface="Corbel"/>
              </a:rPr>
              <a:t>Above</a:t>
            </a:r>
            <a:r>
              <a:rPr sz="1800" b="1" u="sng" spc="-20" dirty="0">
                <a:uFill>
                  <a:solidFill>
                    <a:srgbClr val="000000"/>
                  </a:solidFill>
                </a:uFill>
                <a:latin typeface="Corbel"/>
                <a:cs typeface="Corbel"/>
              </a:rPr>
              <a:t> </a:t>
            </a:r>
            <a:r>
              <a:rPr sz="1800" b="1" u="sng" dirty="0">
                <a:uFill>
                  <a:solidFill>
                    <a:srgbClr val="000000"/>
                  </a:solidFill>
                </a:uFill>
                <a:latin typeface="Corbel"/>
                <a:cs typeface="Corbel"/>
              </a:rPr>
              <a:t>Mean</a:t>
            </a:r>
            <a:r>
              <a:rPr sz="1800" b="1" u="sng" spc="-20" dirty="0">
                <a:uFill>
                  <a:solidFill>
                    <a:srgbClr val="000000"/>
                  </a:solidFill>
                </a:uFill>
                <a:latin typeface="Corbel"/>
                <a:cs typeface="Corbel"/>
              </a:rPr>
              <a:t> </a:t>
            </a:r>
            <a:r>
              <a:rPr sz="1800" b="1" u="sng" dirty="0">
                <a:uFill>
                  <a:solidFill>
                    <a:srgbClr val="000000"/>
                  </a:solidFill>
                </a:uFill>
                <a:latin typeface="Corbel"/>
                <a:cs typeface="Corbel"/>
              </a:rPr>
              <a:t>Sea</a:t>
            </a:r>
            <a:r>
              <a:rPr sz="1800" b="1" u="sng" spc="-15" dirty="0">
                <a:uFill>
                  <a:solidFill>
                    <a:srgbClr val="000000"/>
                  </a:solidFill>
                </a:uFill>
                <a:latin typeface="Corbel"/>
                <a:cs typeface="Corbel"/>
              </a:rPr>
              <a:t> </a:t>
            </a:r>
            <a:r>
              <a:rPr sz="1800" b="1" u="sng" dirty="0">
                <a:uFill>
                  <a:solidFill>
                    <a:srgbClr val="000000"/>
                  </a:solidFill>
                </a:uFill>
                <a:latin typeface="Corbel"/>
                <a:cs typeface="Corbel"/>
              </a:rPr>
              <a:t>Level</a:t>
            </a:r>
            <a:r>
              <a:rPr sz="1800" b="1" u="sng" spc="-20" dirty="0">
                <a:uFill>
                  <a:solidFill>
                    <a:srgbClr val="000000"/>
                  </a:solidFill>
                </a:uFill>
                <a:latin typeface="Corbel"/>
                <a:cs typeface="Corbel"/>
              </a:rPr>
              <a:t> </a:t>
            </a:r>
            <a:r>
              <a:rPr sz="1800" b="1" u="sng" dirty="0">
                <a:uFill>
                  <a:solidFill>
                    <a:srgbClr val="000000"/>
                  </a:solidFill>
                </a:uFill>
                <a:latin typeface="Corbel"/>
                <a:cs typeface="Corbel"/>
              </a:rPr>
              <a:t>(AMSL)</a:t>
            </a:r>
            <a:r>
              <a:rPr sz="1800" b="1" spc="-15" dirty="0">
                <a:latin typeface="Corbel"/>
                <a:cs typeface="Corbel"/>
              </a:rPr>
              <a:t> </a:t>
            </a:r>
            <a:r>
              <a:rPr sz="1800" dirty="0">
                <a:latin typeface="Corbel"/>
                <a:cs typeface="Corbel"/>
              </a:rPr>
              <a:t>–</a:t>
            </a:r>
            <a:r>
              <a:rPr sz="1800" spc="-15" dirty="0">
                <a:latin typeface="Corbel"/>
                <a:cs typeface="Corbel"/>
              </a:rPr>
              <a:t> </a:t>
            </a:r>
            <a:r>
              <a:rPr sz="1800" dirty="0">
                <a:latin typeface="Corbel"/>
                <a:cs typeface="Corbel"/>
              </a:rPr>
              <a:t>Is</a:t>
            </a:r>
            <a:r>
              <a:rPr sz="1800" spc="-5" dirty="0">
                <a:latin typeface="Corbel"/>
                <a:cs typeface="Corbel"/>
              </a:rPr>
              <a:t> </a:t>
            </a:r>
            <a:r>
              <a:rPr sz="1800" dirty="0">
                <a:latin typeface="Corbel"/>
                <a:cs typeface="Corbel"/>
              </a:rPr>
              <a:t>a</a:t>
            </a:r>
            <a:r>
              <a:rPr sz="1800" spc="-5" dirty="0">
                <a:latin typeface="Corbel"/>
                <a:cs typeface="Corbel"/>
              </a:rPr>
              <a:t> </a:t>
            </a:r>
            <a:r>
              <a:rPr sz="1800" spc="-10" dirty="0">
                <a:latin typeface="Corbel"/>
                <a:cs typeface="Corbel"/>
              </a:rPr>
              <a:t>measure </a:t>
            </a:r>
            <a:r>
              <a:rPr sz="1800" dirty="0">
                <a:latin typeface="Corbel"/>
                <a:cs typeface="Corbel"/>
              </a:rPr>
              <a:t>of</a:t>
            </a:r>
            <a:r>
              <a:rPr sz="1800" spc="355" dirty="0">
                <a:latin typeface="Corbel"/>
                <a:cs typeface="Corbel"/>
              </a:rPr>
              <a:t> </a:t>
            </a:r>
            <a:r>
              <a:rPr sz="1800" dirty="0">
                <a:latin typeface="Corbel"/>
                <a:cs typeface="Corbel"/>
              </a:rPr>
              <a:t>the</a:t>
            </a:r>
            <a:r>
              <a:rPr sz="1800" spc="365" dirty="0">
                <a:latin typeface="Corbel"/>
                <a:cs typeface="Corbel"/>
              </a:rPr>
              <a:t> </a:t>
            </a:r>
            <a:r>
              <a:rPr sz="1800" dirty="0">
                <a:latin typeface="Corbel"/>
                <a:cs typeface="Corbel"/>
              </a:rPr>
              <a:t>vertical</a:t>
            </a:r>
            <a:r>
              <a:rPr sz="1800" spc="355" dirty="0">
                <a:latin typeface="Corbel"/>
                <a:cs typeface="Corbel"/>
              </a:rPr>
              <a:t> </a:t>
            </a:r>
            <a:r>
              <a:rPr sz="1800" dirty="0">
                <a:latin typeface="Corbel"/>
                <a:cs typeface="Corbel"/>
              </a:rPr>
              <a:t>distance</a:t>
            </a:r>
            <a:r>
              <a:rPr sz="1800" spc="360" dirty="0">
                <a:latin typeface="Corbel"/>
                <a:cs typeface="Corbel"/>
              </a:rPr>
              <a:t> </a:t>
            </a:r>
            <a:r>
              <a:rPr sz="1800" dirty="0">
                <a:latin typeface="Corbel"/>
                <a:cs typeface="Corbel"/>
              </a:rPr>
              <a:t>(height,</a:t>
            </a:r>
            <a:r>
              <a:rPr sz="1800" spc="360" dirty="0">
                <a:latin typeface="Corbel"/>
                <a:cs typeface="Corbel"/>
              </a:rPr>
              <a:t> </a:t>
            </a:r>
            <a:r>
              <a:rPr sz="1800" dirty="0">
                <a:latin typeface="Corbel"/>
                <a:cs typeface="Corbel"/>
              </a:rPr>
              <a:t>elevation</a:t>
            </a:r>
            <a:r>
              <a:rPr sz="1800" spc="360" dirty="0">
                <a:latin typeface="Corbel"/>
                <a:cs typeface="Corbel"/>
              </a:rPr>
              <a:t> </a:t>
            </a:r>
            <a:r>
              <a:rPr sz="1800" spc="-25" dirty="0">
                <a:latin typeface="Corbel"/>
                <a:cs typeface="Corbel"/>
              </a:rPr>
              <a:t>or </a:t>
            </a:r>
            <a:r>
              <a:rPr sz="1800" dirty="0">
                <a:latin typeface="Corbel"/>
                <a:cs typeface="Corbel"/>
              </a:rPr>
              <a:t>altitude)</a:t>
            </a:r>
            <a:r>
              <a:rPr sz="1800" spc="25" dirty="0">
                <a:latin typeface="Corbel"/>
                <a:cs typeface="Corbel"/>
              </a:rPr>
              <a:t> </a:t>
            </a:r>
            <a:r>
              <a:rPr sz="1800" dirty="0">
                <a:latin typeface="Corbel"/>
                <a:cs typeface="Corbel"/>
              </a:rPr>
              <a:t>of</a:t>
            </a:r>
            <a:r>
              <a:rPr sz="1800" spc="35" dirty="0">
                <a:latin typeface="Corbel"/>
                <a:cs typeface="Corbel"/>
              </a:rPr>
              <a:t> </a:t>
            </a:r>
            <a:r>
              <a:rPr sz="1800" dirty="0">
                <a:latin typeface="Corbel"/>
                <a:cs typeface="Corbel"/>
              </a:rPr>
              <a:t>a</a:t>
            </a:r>
            <a:r>
              <a:rPr sz="1800" spc="40" dirty="0">
                <a:latin typeface="Corbel"/>
                <a:cs typeface="Corbel"/>
              </a:rPr>
              <a:t> </a:t>
            </a:r>
            <a:r>
              <a:rPr sz="1800" dirty="0">
                <a:latin typeface="Corbel"/>
                <a:cs typeface="Corbel"/>
              </a:rPr>
              <a:t>location</a:t>
            </a:r>
            <a:r>
              <a:rPr sz="1800" spc="30" dirty="0">
                <a:latin typeface="Corbel"/>
                <a:cs typeface="Corbel"/>
              </a:rPr>
              <a:t> </a:t>
            </a:r>
            <a:r>
              <a:rPr sz="1800" dirty="0">
                <a:latin typeface="Corbel"/>
                <a:cs typeface="Corbel"/>
              </a:rPr>
              <a:t>in</a:t>
            </a:r>
            <a:r>
              <a:rPr sz="1800" spc="35" dirty="0">
                <a:latin typeface="Corbel"/>
                <a:cs typeface="Corbel"/>
              </a:rPr>
              <a:t> </a:t>
            </a:r>
            <a:r>
              <a:rPr sz="1800" dirty="0">
                <a:latin typeface="Corbel"/>
                <a:cs typeface="Corbel"/>
              </a:rPr>
              <a:t>reference</a:t>
            </a:r>
            <a:r>
              <a:rPr sz="1800" spc="35" dirty="0">
                <a:latin typeface="Corbel"/>
                <a:cs typeface="Corbel"/>
              </a:rPr>
              <a:t> </a:t>
            </a:r>
            <a:r>
              <a:rPr sz="1800" dirty="0">
                <a:latin typeface="Corbel"/>
                <a:cs typeface="Corbel"/>
              </a:rPr>
              <a:t>to</a:t>
            </a:r>
            <a:r>
              <a:rPr sz="1800" spc="35" dirty="0">
                <a:latin typeface="Corbel"/>
                <a:cs typeface="Corbel"/>
              </a:rPr>
              <a:t> </a:t>
            </a:r>
            <a:r>
              <a:rPr sz="1800" dirty="0">
                <a:latin typeface="Corbel"/>
                <a:cs typeface="Corbel"/>
              </a:rPr>
              <a:t>a</a:t>
            </a:r>
            <a:r>
              <a:rPr sz="1800" spc="35" dirty="0">
                <a:latin typeface="Corbel"/>
                <a:cs typeface="Corbel"/>
              </a:rPr>
              <a:t> </a:t>
            </a:r>
            <a:r>
              <a:rPr sz="1800" spc="-10" dirty="0">
                <a:latin typeface="Corbel"/>
                <a:cs typeface="Corbel"/>
              </a:rPr>
              <a:t>historic </a:t>
            </a:r>
            <a:r>
              <a:rPr sz="1800" dirty="0">
                <a:latin typeface="Corbel"/>
                <a:cs typeface="Corbel"/>
              </a:rPr>
              <a:t>mean</a:t>
            </a:r>
            <a:r>
              <a:rPr sz="1800" spc="-35" dirty="0">
                <a:latin typeface="Corbel"/>
                <a:cs typeface="Corbel"/>
              </a:rPr>
              <a:t> </a:t>
            </a:r>
            <a:r>
              <a:rPr sz="1800" dirty="0">
                <a:latin typeface="Corbel"/>
                <a:cs typeface="Corbel"/>
              </a:rPr>
              <a:t>sea</a:t>
            </a:r>
            <a:r>
              <a:rPr sz="1800" spc="-25" dirty="0">
                <a:latin typeface="Corbel"/>
                <a:cs typeface="Corbel"/>
              </a:rPr>
              <a:t> </a:t>
            </a:r>
            <a:r>
              <a:rPr sz="1800" dirty="0">
                <a:latin typeface="Corbel"/>
                <a:cs typeface="Corbel"/>
              </a:rPr>
              <a:t>level</a:t>
            </a:r>
            <a:r>
              <a:rPr sz="1800" spc="-40" dirty="0">
                <a:latin typeface="Corbel"/>
                <a:cs typeface="Corbel"/>
              </a:rPr>
              <a:t> </a:t>
            </a:r>
            <a:r>
              <a:rPr sz="1800" dirty="0">
                <a:latin typeface="Corbel"/>
                <a:cs typeface="Corbel"/>
              </a:rPr>
              <a:t>taken</a:t>
            </a:r>
            <a:r>
              <a:rPr sz="1800" spc="-30" dirty="0">
                <a:latin typeface="Corbel"/>
                <a:cs typeface="Corbel"/>
              </a:rPr>
              <a:t> </a:t>
            </a:r>
            <a:r>
              <a:rPr sz="1800" dirty="0">
                <a:latin typeface="Corbel"/>
                <a:cs typeface="Corbel"/>
              </a:rPr>
              <a:t>as</a:t>
            </a:r>
            <a:r>
              <a:rPr sz="1800" spc="-35" dirty="0">
                <a:latin typeface="Corbel"/>
                <a:cs typeface="Corbel"/>
              </a:rPr>
              <a:t> </a:t>
            </a:r>
            <a:r>
              <a:rPr sz="1800" dirty="0">
                <a:latin typeface="Corbel"/>
                <a:cs typeface="Corbel"/>
              </a:rPr>
              <a:t>a</a:t>
            </a:r>
            <a:r>
              <a:rPr sz="1800" spc="-25" dirty="0">
                <a:latin typeface="Corbel"/>
                <a:cs typeface="Corbel"/>
              </a:rPr>
              <a:t> </a:t>
            </a:r>
            <a:r>
              <a:rPr sz="1800" dirty="0">
                <a:latin typeface="Corbel"/>
                <a:cs typeface="Corbel"/>
              </a:rPr>
              <a:t>vertical</a:t>
            </a:r>
            <a:r>
              <a:rPr sz="1800" spc="-35" dirty="0">
                <a:latin typeface="Corbel"/>
                <a:cs typeface="Corbel"/>
              </a:rPr>
              <a:t> </a:t>
            </a:r>
            <a:r>
              <a:rPr sz="1800" spc="-10" dirty="0">
                <a:latin typeface="Corbel"/>
                <a:cs typeface="Corbel"/>
              </a:rPr>
              <a:t>datum.</a:t>
            </a:r>
            <a:endParaRPr sz="1800" dirty="0">
              <a:latin typeface="Corbel"/>
              <a:cs typeface="Corbel"/>
            </a:endParaRPr>
          </a:p>
          <a:p>
            <a:pPr marL="12700" marR="6350" algn="just">
              <a:lnSpc>
                <a:spcPct val="99400"/>
              </a:lnSpc>
              <a:spcBef>
                <a:spcPts val="1065"/>
              </a:spcBef>
            </a:pPr>
            <a:r>
              <a:rPr sz="1800" b="1" u="sng" dirty="0">
                <a:uFill>
                  <a:solidFill>
                    <a:srgbClr val="000000"/>
                  </a:solidFill>
                </a:uFill>
                <a:latin typeface="Corbel"/>
                <a:cs typeface="Corbel"/>
              </a:rPr>
              <a:t>Above</a:t>
            </a:r>
            <a:r>
              <a:rPr sz="1800" b="1" u="sng" spc="355" dirty="0">
                <a:uFill>
                  <a:solidFill>
                    <a:srgbClr val="000000"/>
                  </a:solidFill>
                </a:uFill>
                <a:latin typeface="Corbel"/>
                <a:cs typeface="Corbel"/>
              </a:rPr>
              <a:t> </a:t>
            </a:r>
            <a:r>
              <a:rPr sz="1800" b="1" u="sng" dirty="0">
                <a:uFill>
                  <a:solidFill>
                    <a:srgbClr val="000000"/>
                  </a:solidFill>
                </a:uFill>
                <a:latin typeface="Corbel"/>
                <a:cs typeface="Corbel"/>
              </a:rPr>
              <a:t>Ground</a:t>
            </a:r>
            <a:r>
              <a:rPr sz="1800" b="1" u="sng" spc="355" dirty="0">
                <a:uFill>
                  <a:solidFill>
                    <a:srgbClr val="000000"/>
                  </a:solidFill>
                </a:uFill>
                <a:latin typeface="Corbel"/>
                <a:cs typeface="Corbel"/>
              </a:rPr>
              <a:t> </a:t>
            </a:r>
            <a:r>
              <a:rPr sz="1800" b="1" u="sng" dirty="0">
                <a:uFill>
                  <a:solidFill>
                    <a:srgbClr val="000000"/>
                  </a:solidFill>
                </a:uFill>
                <a:latin typeface="Corbel"/>
                <a:cs typeface="Corbel"/>
              </a:rPr>
              <a:t>Level</a:t>
            </a:r>
            <a:r>
              <a:rPr sz="1800" b="1" u="sng" spc="355" dirty="0">
                <a:uFill>
                  <a:solidFill>
                    <a:srgbClr val="000000"/>
                  </a:solidFill>
                </a:uFill>
                <a:latin typeface="Corbel"/>
                <a:cs typeface="Corbel"/>
              </a:rPr>
              <a:t> </a:t>
            </a:r>
            <a:r>
              <a:rPr sz="1800" b="1" u="sng" dirty="0">
                <a:uFill>
                  <a:solidFill>
                    <a:srgbClr val="000000"/>
                  </a:solidFill>
                </a:uFill>
                <a:latin typeface="Corbel"/>
                <a:cs typeface="Corbel"/>
              </a:rPr>
              <a:t>(AGL)</a:t>
            </a:r>
            <a:r>
              <a:rPr sz="1800" b="1" spc="360" dirty="0">
                <a:latin typeface="Corbel"/>
                <a:cs typeface="Corbel"/>
              </a:rPr>
              <a:t> </a:t>
            </a:r>
            <a:r>
              <a:rPr sz="1800" dirty="0">
                <a:latin typeface="Corbel"/>
                <a:cs typeface="Corbel"/>
              </a:rPr>
              <a:t>–</a:t>
            </a:r>
            <a:r>
              <a:rPr sz="1800" spc="360" dirty="0">
                <a:latin typeface="Corbel"/>
                <a:cs typeface="Corbel"/>
              </a:rPr>
              <a:t> </a:t>
            </a:r>
            <a:r>
              <a:rPr sz="1800" dirty="0">
                <a:latin typeface="Corbel"/>
                <a:cs typeface="Corbel"/>
              </a:rPr>
              <a:t>Describes</a:t>
            </a:r>
            <a:r>
              <a:rPr sz="1800" spc="365" dirty="0">
                <a:latin typeface="Corbel"/>
                <a:cs typeface="Corbel"/>
              </a:rPr>
              <a:t> </a:t>
            </a:r>
            <a:r>
              <a:rPr sz="1800" spc="-25" dirty="0">
                <a:latin typeface="Corbel"/>
                <a:cs typeface="Corbel"/>
              </a:rPr>
              <a:t>the </a:t>
            </a:r>
            <a:r>
              <a:rPr sz="1800" dirty="0">
                <a:latin typeface="Corbel"/>
                <a:cs typeface="Corbel"/>
              </a:rPr>
              <a:t>literal</a:t>
            </a:r>
            <a:r>
              <a:rPr sz="1800" spc="495" dirty="0">
                <a:latin typeface="Corbel"/>
                <a:cs typeface="Corbel"/>
              </a:rPr>
              <a:t> </a:t>
            </a:r>
            <a:r>
              <a:rPr sz="1800" dirty="0">
                <a:latin typeface="Corbel"/>
                <a:cs typeface="Corbel"/>
              </a:rPr>
              <a:t>height</a:t>
            </a:r>
            <a:r>
              <a:rPr sz="1800" spc="65" dirty="0">
                <a:latin typeface="Corbel"/>
                <a:cs typeface="Corbel"/>
              </a:rPr>
              <a:t>  </a:t>
            </a:r>
            <a:r>
              <a:rPr sz="1800" dirty="0">
                <a:latin typeface="Corbel"/>
                <a:cs typeface="Corbel"/>
              </a:rPr>
              <a:t>above</a:t>
            </a:r>
            <a:r>
              <a:rPr sz="1800" spc="75" dirty="0">
                <a:latin typeface="Corbel"/>
                <a:cs typeface="Corbel"/>
              </a:rPr>
              <a:t>  </a:t>
            </a:r>
            <a:r>
              <a:rPr sz="1800" dirty="0">
                <a:latin typeface="Corbel"/>
                <a:cs typeface="Corbel"/>
              </a:rPr>
              <a:t>the</a:t>
            </a:r>
            <a:r>
              <a:rPr sz="1800" spc="75" dirty="0">
                <a:latin typeface="Corbel"/>
                <a:cs typeface="Corbel"/>
              </a:rPr>
              <a:t>  </a:t>
            </a:r>
            <a:r>
              <a:rPr sz="1800" dirty="0">
                <a:latin typeface="Corbel"/>
                <a:cs typeface="Corbel"/>
              </a:rPr>
              <a:t>ground</a:t>
            </a:r>
            <a:r>
              <a:rPr sz="1800" spc="70" dirty="0">
                <a:latin typeface="Corbel"/>
                <a:cs typeface="Corbel"/>
              </a:rPr>
              <a:t>  </a:t>
            </a:r>
            <a:r>
              <a:rPr sz="1800" dirty="0">
                <a:latin typeface="Corbel"/>
                <a:cs typeface="Corbel"/>
              </a:rPr>
              <a:t>over</a:t>
            </a:r>
            <a:r>
              <a:rPr sz="1800" spc="70" dirty="0">
                <a:latin typeface="Corbel"/>
                <a:cs typeface="Corbel"/>
              </a:rPr>
              <a:t>  </a:t>
            </a:r>
            <a:r>
              <a:rPr sz="1800" spc="-10" dirty="0">
                <a:latin typeface="Corbel"/>
                <a:cs typeface="Corbel"/>
              </a:rPr>
              <a:t>which </a:t>
            </a:r>
            <a:r>
              <a:rPr sz="1800" dirty="0">
                <a:latin typeface="Corbel"/>
                <a:cs typeface="Corbel"/>
              </a:rPr>
              <a:t>you’re</a:t>
            </a:r>
            <a:r>
              <a:rPr sz="1800" spc="-40" dirty="0">
                <a:latin typeface="Corbel"/>
                <a:cs typeface="Corbel"/>
              </a:rPr>
              <a:t> </a:t>
            </a:r>
            <a:r>
              <a:rPr sz="1800" spc="-10" dirty="0">
                <a:latin typeface="Corbel"/>
                <a:cs typeface="Corbel"/>
              </a:rPr>
              <a:t>flying</a:t>
            </a:r>
            <a:endParaRPr sz="1800" dirty="0">
              <a:latin typeface="Corbel"/>
              <a:cs typeface="Corbel"/>
            </a:endParaRPr>
          </a:p>
        </p:txBody>
      </p:sp>
      <p:pic>
        <p:nvPicPr>
          <p:cNvPr id="6" name="object 6"/>
          <p:cNvPicPr/>
          <p:nvPr/>
        </p:nvPicPr>
        <p:blipFill>
          <a:blip r:embed="rId4" cstate="print"/>
          <a:stretch>
            <a:fillRect/>
          </a:stretch>
        </p:blipFill>
        <p:spPr>
          <a:xfrm>
            <a:off x="6132513" y="2251193"/>
            <a:ext cx="5370509" cy="2765812"/>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23</a:t>
            </a:fld>
            <a:endParaRPr spc="-2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2" cstate="print"/>
          <a:stretch>
            <a:fillRect/>
          </a:stretch>
        </p:blipFill>
        <p:spPr>
          <a:xfrm>
            <a:off x="1417319" y="566927"/>
            <a:ext cx="4980432" cy="573024"/>
          </a:xfrm>
          <a:prstGeom prst="rect">
            <a:avLst/>
          </a:prstGeom>
        </p:spPr>
      </p:pic>
      <p:sp>
        <p:nvSpPr>
          <p:cNvPr id="4" name="object 4"/>
          <p:cNvSpPr txBox="1">
            <a:spLocks noGrp="1"/>
          </p:cNvSpPr>
          <p:nvPr>
            <p:ph type="title"/>
          </p:nvPr>
        </p:nvSpPr>
        <p:spPr>
          <a:prstGeom prst="rect">
            <a:avLst/>
          </a:prstGeom>
        </p:spPr>
        <p:txBody>
          <a:bodyPr vert="horz" wrap="square" lIns="0" tIns="329691" rIns="0" bIns="0" rtlCol="0">
            <a:spAutoFit/>
          </a:bodyPr>
          <a:lstStyle/>
          <a:p>
            <a:pPr marL="640715">
              <a:lnSpc>
                <a:spcPct val="100000"/>
              </a:lnSpc>
              <a:spcBef>
                <a:spcPts val="100"/>
              </a:spcBef>
            </a:pPr>
            <a:r>
              <a:rPr dirty="0"/>
              <a:t>040</a:t>
            </a:r>
            <a:r>
              <a:rPr spc="-60" dirty="0"/>
              <a:t> </a:t>
            </a:r>
            <a:r>
              <a:rPr dirty="0"/>
              <a:t>02</a:t>
            </a:r>
            <a:r>
              <a:rPr spc="-30" dirty="0"/>
              <a:t> </a:t>
            </a:r>
            <a:r>
              <a:rPr spc="-20" dirty="0"/>
              <a:t>03:</a:t>
            </a:r>
            <a:r>
              <a:rPr spc="-85" dirty="0"/>
              <a:t> </a:t>
            </a:r>
            <a:r>
              <a:rPr dirty="0"/>
              <a:t>Characteristics</a:t>
            </a:r>
            <a:r>
              <a:rPr spc="-30" dirty="0"/>
              <a:t> </a:t>
            </a:r>
            <a:r>
              <a:rPr dirty="0"/>
              <a:t>of</a:t>
            </a:r>
            <a:r>
              <a:rPr spc="-25" dirty="0"/>
              <a:t> </a:t>
            </a:r>
            <a:r>
              <a:rPr dirty="0"/>
              <a:t>the</a:t>
            </a:r>
            <a:r>
              <a:rPr spc="-30" dirty="0"/>
              <a:t> </a:t>
            </a:r>
            <a:r>
              <a:rPr dirty="0"/>
              <a:t>cloud</a:t>
            </a:r>
            <a:r>
              <a:rPr spc="-30" dirty="0"/>
              <a:t> </a:t>
            </a:r>
            <a:r>
              <a:rPr spc="-10" dirty="0"/>
              <a:t>types:</a:t>
            </a:r>
          </a:p>
        </p:txBody>
      </p:sp>
      <p:sp>
        <p:nvSpPr>
          <p:cNvPr id="5" name="object 5"/>
          <p:cNvSpPr txBox="1"/>
          <p:nvPr/>
        </p:nvSpPr>
        <p:spPr>
          <a:xfrm>
            <a:off x="1563049" y="1166367"/>
            <a:ext cx="4417060" cy="5165725"/>
          </a:xfrm>
          <a:prstGeom prst="rect">
            <a:avLst/>
          </a:prstGeom>
        </p:spPr>
        <p:txBody>
          <a:bodyPr vert="horz" wrap="square" lIns="0" tIns="107315" rIns="0" bIns="0" rtlCol="0">
            <a:spAutoFit/>
          </a:bodyPr>
          <a:lstStyle/>
          <a:p>
            <a:pPr marL="12700">
              <a:lnSpc>
                <a:spcPct val="100000"/>
              </a:lnSpc>
              <a:spcBef>
                <a:spcPts val="845"/>
              </a:spcBef>
            </a:pPr>
            <a:r>
              <a:rPr sz="1300" b="1" u="sng" dirty="0">
                <a:uFill>
                  <a:solidFill>
                    <a:srgbClr val="000000"/>
                  </a:solidFill>
                </a:uFill>
                <a:latin typeface="Corbel"/>
                <a:cs typeface="Corbel"/>
              </a:rPr>
              <a:t>Cumulus</a:t>
            </a:r>
            <a:r>
              <a:rPr sz="1300" b="1" u="sng" spc="-60" dirty="0">
                <a:uFill>
                  <a:solidFill>
                    <a:srgbClr val="000000"/>
                  </a:solidFill>
                </a:uFill>
                <a:latin typeface="Corbel"/>
                <a:cs typeface="Corbel"/>
              </a:rPr>
              <a:t> </a:t>
            </a:r>
            <a:r>
              <a:rPr sz="1300" b="1" u="sng" spc="-20" dirty="0">
                <a:uFill>
                  <a:solidFill>
                    <a:srgbClr val="000000"/>
                  </a:solidFill>
                </a:uFill>
                <a:latin typeface="Corbel"/>
                <a:cs typeface="Corbel"/>
              </a:rPr>
              <a:t>(CU)</a:t>
            </a:r>
            <a:endParaRPr sz="1300" dirty="0">
              <a:latin typeface="Corbel"/>
              <a:cs typeface="Corbel"/>
            </a:endParaRPr>
          </a:p>
          <a:p>
            <a:pPr marL="298450" marR="5080" indent="-285750" algn="just">
              <a:lnSpc>
                <a:spcPts val="1390"/>
              </a:lnSpc>
              <a:spcBef>
                <a:spcPts val="930"/>
              </a:spcBef>
              <a:buFont typeface="Arial MT"/>
              <a:buChar char="•"/>
              <a:tabLst>
                <a:tab pos="298450" algn="l"/>
              </a:tabLst>
            </a:pPr>
            <a:r>
              <a:rPr sz="1300" dirty="0">
                <a:latin typeface="Corbel"/>
                <a:cs typeface="Corbel"/>
              </a:rPr>
              <a:t>Cumulus</a:t>
            </a:r>
            <a:r>
              <a:rPr sz="1300" spc="290" dirty="0">
                <a:latin typeface="Corbel"/>
                <a:cs typeface="Corbel"/>
              </a:rPr>
              <a:t> </a:t>
            </a:r>
            <a:r>
              <a:rPr sz="1300" dirty="0">
                <a:latin typeface="Corbel"/>
                <a:cs typeface="Corbel"/>
              </a:rPr>
              <a:t>are</a:t>
            </a:r>
            <a:r>
              <a:rPr sz="1300" spc="300" dirty="0">
                <a:latin typeface="Corbel"/>
                <a:cs typeface="Corbel"/>
              </a:rPr>
              <a:t> </a:t>
            </a:r>
            <a:r>
              <a:rPr sz="1300" dirty="0">
                <a:latin typeface="Corbel"/>
                <a:cs typeface="Corbel"/>
              </a:rPr>
              <a:t>clouds</a:t>
            </a:r>
            <a:r>
              <a:rPr sz="1300" spc="300" dirty="0">
                <a:latin typeface="Corbel"/>
                <a:cs typeface="Corbel"/>
              </a:rPr>
              <a:t> </a:t>
            </a:r>
            <a:r>
              <a:rPr sz="1300" dirty="0">
                <a:latin typeface="Corbel"/>
                <a:cs typeface="Corbel"/>
              </a:rPr>
              <a:t>which</a:t>
            </a:r>
            <a:r>
              <a:rPr sz="1300" spc="295" dirty="0">
                <a:latin typeface="Corbel"/>
                <a:cs typeface="Corbel"/>
              </a:rPr>
              <a:t> </a:t>
            </a:r>
            <a:r>
              <a:rPr sz="1300" dirty="0">
                <a:latin typeface="Corbel"/>
                <a:cs typeface="Corbel"/>
              </a:rPr>
              <a:t>have</a:t>
            </a:r>
            <a:r>
              <a:rPr sz="1300" spc="300" dirty="0">
                <a:latin typeface="Corbel"/>
                <a:cs typeface="Corbel"/>
              </a:rPr>
              <a:t> </a:t>
            </a:r>
            <a:r>
              <a:rPr sz="1300" dirty="0">
                <a:latin typeface="Corbel"/>
                <a:cs typeface="Corbel"/>
              </a:rPr>
              <a:t>flat</a:t>
            </a:r>
            <a:r>
              <a:rPr sz="1300" spc="295" dirty="0">
                <a:latin typeface="Corbel"/>
                <a:cs typeface="Corbel"/>
              </a:rPr>
              <a:t> </a:t>
            </a:r>
            <a:r>
              <a:rPr sz="1300" dirty="0">
                <a:latin typeface="Corbel"/>
                <a:cs typeface="Corbel"/>
              </a:rPr>
              <a:t>bases</a:t>
            </a:r>
            <a:r>
              <a:rPr sz="1300" spc="300" dirty="0">
                <a:latin typeface="Corbel"/>
                <a:cs typeface="Corbel"/>
              </a:rPr>
              <a:t> </a:t>
            </a:r>
            <a:r>
              <a:rPr sz="1300" dirty="0">
                <a:latin typeface="Corbel"/>
                <a:cs typeface="Corbel"/>
              </a:rPr>
              <a:t>and</a:t>
            </a:r>
            <a:r>
              <a:rPr sz="1300" spc="305" dirty="0">
                <a:latin typeface="Corbel"/>
                <a:cs typeface="Corbel"/>
              </a:rPr>
              <a:t> </a:t>
            </a:r>
            <a:r>
              <a:rPr sz="1300" dirty="0">
                <a:latin typeface="Corbel"/>
                <a:cs typeface="Corbel"/>
              </a:rPr>
              <a:t>are</a:t>
            </a:r>
            <a:r>
              <a:rPr sz="1300" spc="300" dirty="0">
                <a:latin typeface="Corbel"/>
                <a:cs typeface="Corbel"/>
              </a:rPr>
              <a:t> </a:t>
            </a:r>
            <a:r>
              <a:rPr sz="1300" spc="-10" dirty="0">
                <a:latin typeface="Corbel"/>
                <a:cs typeface="Corbel"/>
              </a:rPr>
              <a:t>often </a:t>
            </a:r>
            <a:r>
              <a:rPr sz="1300" dirty="0">
                <a:latin typeface="Corbel"/>
                <a:cs typeface="Corbel"/>
              </a:rPr>
              <a:t>described</a:t>
            </a:r>
            <a:r>
              <a:rPr sz="1300" spc="-25" dirty="0">
                <a:latin typeface="Corbel"/>
                <a:cs typeface="Corbel"/>
              </a:rPr>
              <a:t> </a:t>
            </a:r>
            <a:r>
              <a:rPr sz="1300" dirty="0">
                <a:latin typeface="Corbel"/>
                <a:cs typeface="Corbel"/>
              </a:rPr>
              <a:t>as</a:t>
            </a:r>
            <a:r>
              <a:rPr sz="1300" spc="-30" dirty="0">
                <a:latin typeface="Corbel"/>
                <a:cs typeface="Corbel"/>
              </a:rPr>
              <a:t> </a:t>
            </a:r>
            <a:r>
              <a:rPr sz="1300" dirty="0">
                <a:latin typeface="Corbel"/>
                <a:cs typeface="Corbel"/>
              </a:rPr>
              <a:t>"puffy",</a:t>
            </a:r>
            <a:r>
              <a:rPr sz="1300" spc="-30" dirty="0">
                <a:latin typeface="Corbel"/>
                <a:cs typeface="Corbel"/>
              </a:rPr>
              <a:t> </a:t>
            </a:r>
            <a:r>
              <a:rPr sz="1300" spc="-10" dirty="0">
                <a:latin typeface="Corbel"/>
                <a:cs typeface="Corbel"/>
              </a:rPr>
              <a:t>"cotton-</a:t>
            </a:r>
            <a:r>
              <a:rPr sz="1300" dirty="0">
                <a:latin typeface="Corbel"/>
                <a:cs typeface="Corbel"/>
              </a:rPr>
              <a:t>like"</a:t>
            </a:r>
            <a:r>
              <a:rPr sz="1300" spc="-25" dirty="0">
                <a:latin typeface="Corbel"/>
                <a:cs typeface="Corbel"/>
              </a:rPr>
              <a:t> </a:t>
            </a:r>
            <a:r>
              <a:rPr sz="1300" dirty="0">
                <a:latin typeface="Corbel"/>
                <a:cs typeface="Corbel"/>
              </a:rPr>
              <a:t>or</a:t>
            </a:r>
            <a:r>
              <a:rPr sz="1300" spc="-30" dirty="0">
                <a:latin typeface="Corbel"/>
                <a:cs typeface="Corbel"/>
              </a:rPr>
              <a:t> </a:t>
            </a:r>
            <a:r>
              <a:rPr sz="1300" dirty="0">
                <a:latin typeface="Corbel"/>
                <a:cs typeface="Corbel"/>
              </a:rPr>
              <a:t>"fluffy"</a:t>
            </a:r>
            <a:r>
              <a:rPr sz="1300" spc="-20" dirty="0">
                <a:latin typeface="Corbel"/>
                <a:cs typeface="Corbel"/>
              </a:rPr>
              <a:t> </a:t>
            </a:r>
            <a:r>
              <a:rPr sz="1300" dirty="0">
                <a:latin typeface="Corbel"/>
                <a:cs typeface="Corbel"/>
              </a:rPr>
              <a:t>in</a:t>
            </a:r>
            <a:r>
              <a:rPr sz="1300" spc="-30" dirty="0">
                <a:latin typeface="Corbel"/>
                <a:cs typeface="Corbel"/>
              </a:rPr>
              <a:t> </a:t>
            </a:r>
            <a:r>
              <a:rPr sz="1300" spc="-10" dirty="0">
                <a:latin typeface="Corbel"/>
                <a:cs typeface="Corbel"/>
              </a:rPr>
              <a:t>appearance.</a:t>
            </a:r>
            <a:endParaRPr sz="1300" dirty="0">
              <a:latin typeface="Corbel"/>
              <a:cs typeface="Corbel"/>
            </a:endParaRPr>
          </a:p>
          <a:p>
            <a:pPr marL="298450" marR="5080" indent="-285750" algn="just">
              <a:lnSpc>
                <a:spcPct val="90000"/>
              </a:lnSpc>
              <a:spcBef>
                <a:spcPts val="885"/>
              </a:spcBef>
              <a:buFont typeface="Arial MT"/>
              <a:buChar char="•"/>
              <a:tabLst>
                <a:tab pos="298450" algn="l"/>
              </a:tabLst>
            </a:pPr>
            <a:r>
              <a:rPr sz="1300" dirty="0">
                <a:latin typeface="Corbel"/>
                <a:cs typeface="Corbel"/>
              </a:rPr>
              <a:t>Cumulus</a:t>
            </a:r>
            <a:r>
              <a:rPr sz="1300" spc="330" dirty="0">
                <a:latin typeface="Corbel"/>
                <a:cs typeface="Corbel"/>
              </a:rPr>
              <a:t> </a:t>
            </a:r>
            <a:r>
              <a:rPr sz="1300" dirty="0">
                <a:latin typeface="Corbel"/>
                <a:cs typeface="Corbel"/>
              </a:rPr>
              <a:t>clouds</a:t>
            </a:r>
            <a:r>
              <a:rPr sz="1300" spc="330" dirty="0">
                <a:latin typeface="Corbel"/>
                <a:cs typeface="Corbel"/>
              </a:rPr>
              <a:t> </a:t>
            </a:r>
            <a:r>
              <a:rPr sz="1300" dirty="0">
                <a:latin typeface="Corbel"/>
                <a:cs typeface="Corbel"/>
              </a:rPr>
              <a:t>are</a:t>
            </a:r>
            <a:r>
              <a:rPr sz="1300" spc="335" dirty="0">
                <a:latin typeface="Corbel"/>
                <a:cs typeface="Corbel"/>
              </a:rPr>
              <a:t> </a:t>
            </a:r>
            <a:r>
              <a:rPr sz="1300" spc="-10" dirty="0">
                <a:latin typeface="Corbel"/>
                <a:cs typeface="Corbel"/>
              </a:rPr>
              <a:t>low-</a:t>
            </a:r>
            <a:r>
              <a:rPr sz="1300" dirty="0">
                <a:latin typeface="Corbel"/>
                <a:cs typeface="Corbel"/>
              </a:rPr>
              <a:t>level</a:t>
            </a:r>
            <a:r>
              <a:rPr sz="1300" spc="335" dirty="0">
                <a:latin typeface="Corbel"/>
                <a:cs typeface="Corbel"/>
              </a:rPr>
              <a:t> </a:t>
            </a:r>
            <a:r>
              <a:rPr sz="1300" dirty="0">
                <a:latin typeface="Corbel"/>
                <a:cs typeface="Corbel"/>
              </a:rPr>
              <a:t>clouds,</a:t>
            </a:r>
            <a:r>
              <a:rPr sz="1300" spc="325" dirty="0">
                <a:latin typeface="Corbel"/>
                <a:cs typeface="Corbel"/>
              </a:rPr>
              <a:t> </a:t>
            </a:r>
            <a:r>
              <a:rPr sz="1300" u="sng" dirty="0">
                <a:uFill>
                  <a:solidFill>
                    <a:srgbClr val="000000"/>
                  </a:solidFill>
                </a:uFill>
                <a:latin typeface="Corbel"/>
                <a:cs typeface="Corbel"/>
              </a:rPr>
              <a:t>generally</a:t>
            </a:r>
            <a:r>
              <a:rPr sz="1300" u="sng" spc="335" dirty="0">
                <a:uFill>
                  <a:solidFill>
                    <a:srgbClr val="000000"/>
                  </a:solidFill>
                </a:uFill>
                <a:latin typeface="Corbel"/>
                <a:cs typeface="Corbel"/>
              </a:rPr>
              <a:t> </a:t>
            </a:r>
            <a:r>
              <a:rPr sz="1300" u="sng" dirty="0">
                <a:uFill>
                  <a:solidFill>
                    <a:srgbClr val="000000"/>
                  </a:solidFill>
                </a:uFill>
                <a:latin typeface="Corbel"/>
                <a:cs typeface="Corbel"/>
              </a:rPr>
              <a:t>less</a:t>
            </a:r>
            <a:r>
              <a:rPr sz="1300" u="sng" spc="335" dirty="0">
                <a:uFill>
                  <a:solidFill>
                    <a:srgbClr val="000000"/>
                  </a:solidFill>
                </a:uFill>
                <a:latin typeface="Corbel"/>
                <a:cs typeface="Corbel"/>
              </a:rPr>
              <a:t> </a:t>
            </a:r>
            <a:r>
              <a:rPr sz="1300" u="sng" spc="-20" dirty="0">
                <a:uFill>
                  <a:solidFill>
                    <a:srgbClr val="000000"/>
                  </a:solidFill>
                </a:uFill>
                <a:latin typeface="Corbel"/>
                <a:cs typeface="Corbel"/>
              </a:rPr>
              <a:t>than</a:t>
            </a:r>
            <a:r>
              <a:rPr sz="1300" spc="-20" dirty="0">
                <a:latin typeface="Corbel"/>
                <a:cs typeface="Corbel"/>
              </a:rPr>
              <a:t> </a:t>
            </a:r>
            <a:r>
              <a:rPr sz="1300" u="sng" dirty="0">
                <a:uFill>
                  <a:solidFill>
                    <a:srgbClr val="000000"/>
                  </a:solidFill>
                </a:uFill>
                <a:latin typeface="Corbel"/>
                <a:cs typeface="Corbel"/>
              </a:rPr>
              <a:t>2,000</a:t>
            </a:r>
            <a:r>
              <a:rPr sz="1300" u="sng" spc="335" dirty="0">
                <a:uFill>
                  <a:solidFill>
                    <a:srgbClr val="000000"/>
                  </a:solidFill>
                </a:uFill>
                <a:latin typeface="Corbel"/>
                <a:cs typeface="Corbel"/>
              </a:rPr>
              <a:t> </a:t>
            </a:r>
            <a:r>
              <a:rPr sz="1300" u="sng" dirty="0">
                <a:uFill>
                  <a:solidFill>
                    <a:srgbClr val="000000"/>
                  </a:solidFill>
                </a:uFill>
                <a:latin typeface="Corbel"/>
                <a:cs typeface="Corbel"/>
              </a:rPr>
              <a:t>m</a:t>
            </a:r>
            <a:r>
              <a:rPr sz="1300" spc="345" dirty="0">
                <a:latin typeface="Corbel"/>
                <a:cs typeface="Corbel"/>
              </a:rPr>
              <a:t> </a:t>
            </a:r>
            <a:r>
              <a:rPr sz="1300" dirty="0">
                <a:latin typeface="Corbel"/>
                <a:cs typeface="Corbel"/>
              </a:rPr>
              <a:t>(6,600</a:t>
            </a:r>
            <a:r>
              <a:rPr sz="1300" spc="340" dirty="0">
                <a:latin typeface="Corbel"/>
                <a:cs typeface="Corbel"/>
              </a:rPr>
              <a:t> </a:t>
            </a:r>
            <a:r>
              <a:rPr sz="1300" dirty="0">
                <a:latin typeface="Corbel"/>
                <a:cs typeface="Corbel"/>
              </a:rPr>
              <a:t>ft)</a:t>
            </a:r>
            <a:r>
              <a:rPr sz="1300" spc="340" dirty="0">
                <a:latin typeface="Corbel"/>
                <a:cs typeface="Corbel"/>
              </a:rPr>
              <a:t> </a:t>
            </a:r>
            <a:r>
              <a:rPr sz="1300" dirty="0">
                <a:latin typeface="Corbel"/>
                <a:cs typeface="Corbel"/>
              </a:rPr>
              <a:t>in</a:t>
            </a:r>
            <a:r>
              <a:rPr sz="1300" spc="350" dirty="0">
                <a:latin typeface="Corbel"/>
                <a:cs typeface="Corbel"/>
              </a:rPr>
              <a:t> </a:t>
            </a:r>
            <a:r>
              <a:rPr sz="1300" dirty="0">
                <a:latin typeface="Corbel"/>
                <a:cs typeface="Corbel"/>
              </a:rPr>
              <a:t>altitude</a:t>
            </a:r>
            <a:r>
              <a:rPr sz="1300" spc="350" dirty="0">
                <a:latin typeface="Corbel"/>
                <a:cs typeface="Corbel"/>
              </a:rPr>
              <a:t> </a:t>
            </a:r>
            <a:r>
              <a:rPr sz="1300" dirty="0">
                <a:latin typeface="Corbel"/>
                <a:cs typeface="Corbel"/>
              </a:rPr>
              <a:t>unless</a:t>
            </a:r>
            <a:r>
              <a:rPr sz="1300" spc="340" dirty="0">
                <a:latin typeface="Corbel"/>
                <a:cs typeface="Corbel"/>
              </a:rPr>
              <a:t> </a:t>
            </a:r>
            <a:r>
              <a:rPr sz="1300" dirty="0">
                <a:latin typeface="Corbel"/>
                <a:cs typeface="Corbel"/>
              </a:rPr>
              <a:t>they</a:t>
            </a:r>
            <a:r>
              <a:rPr sz="1300" spc="350" dirty="0">
                <a:latin typeface="Corbel"/>
                <a:cs typeface="Corbel"/>
              </a:rPr>
              <a:t> </a:t>
            </a:r>
            <a:r>
              <a:rPr sz="1300" dirty="0">
                <a:latin typeface="Corbel"/>
                <a:cs typeface="Corbel"/>
              </a:rPr>
              <a:t>are</a:t>
            </a:r>
            <a:r>
              <a:rPr sz="1300" spc="350" dirty="0">
                <a:latin typeface="Corbel"/>
                <a:cs typeface="Corbel"/>
              </a:rPr>
              <a:t> </a:t>
            </a:r>
            <a:r>
              <a:rPr sz="1300" dirty="0">
                <a:latin typeface="Corbel"/>
                <a:cs typeface="Corbel"/>
              </a:rPr>
              <a:t>the</a:t>
            </a:r>
            <a:r>
              <a:rPr sz="1300" spc="345" dirty="0">
                <a:latin typeface="Corbel"/>
                <a:cs typeface="Corbel"/>
              </a:rPr>
              <a:t> </a:t>
            </a:r>
            <a:r>
              <a:rPr sz="1300" spc="-20" dirty="0">
                <a:latin typeface="Corbel"/>
                <a:cs typeface="Corbel"/>
              </a:rPr>
              <a:t>more </a:t>
            </a:r>
            <a:r>
              <a:rPr sz="1300" dirty="0">
                <a:latin typeface="Corbel"/>
                <a:cs typeface="Corbel"/>
              </a:rPr>
              <a:t>vertical</a:t>
            </a:r>
            <a:r>
              <a:rPr sz="1300" spc="-45" dirty="0">
                <a:latin typeface="Corbel"/>
                <a:cs typeface="Corbel"/>
              </a:rPr>
              <a:t> </a:t>
            </a:r>
            <a:r>
              <a:rPr sz="1300" dirty="0">
                <a:latin typeface="Corbel"/>
                <a:cs typeface="Corbel"/>
              </a:rPr>
              <a:t>cumulus</a:t>
            </a:r>
            <a:r>
              <a:rPr sz="1300" spc="-35" dirty="0">
                <a:latin typeface="Corbel"/>
                <a:cs typeface="Corbel"/>
              </a:rPr>
              <a:t> </a:t>
            </a:r>
            <a:r>
              <a:rPr sz="1300" dirty="0">
                <a:latin typeface="Corbel"/>
                <a:cs typeface="Corbel"/>
              </a:rPr>
              <a:t>congestus</a:t>
            </a:r>
            <a:r>
              <a:rPr sz="1300" spc="-40" dirty="0">
                <a:latin typeface="Corbel"/>
                <a:cs typeface="Corbel"/>
              </a:rPr>
              <a:t> </a:t>
            </a:r>
            <a:r>
              <a:rPr sz="1300" spc="-20" dirty="0">
                <a:latin typeface="Corbel"/>
                <a:cs typeface="Corbel"/>
              </a:rPr>
              <a:t>form.</a:t>
            </a:r>
            <a:endParaRPr sz="1300" dirty="0">
              <a:latin typeface="Corbel"/>
              <a:cs typeface="Corbel"/>
            </a:endParaRPr>
          </a:p>
          <a:p>
            <a:pPr marL="755015" lvl="1" indent="-285115">
              <a:lnSpc>
                <a:spcPct val="100000"/>
              </a:lnSpc>
              <a:spcBef>
                <a:spcPts val="725"/>
              </a:spcBef>
              <a:buFont typeface="Arial MT"/>
              <a:buChar char="•"/>
              <a:tabLst>
                <a:tab pos="755015" algn="l"/>
              </a:tabLst>
            </a:pPr>
            <a:r>
              <a:rPr sz="1100" spc="-10" dirty="0">
                <a:latin typeface="Corbel"/>
                <a:cs typeface="Corbel"/>
              </a:rPr>
              <a:t>Turbulence</a:t>
            </a:r>
            <a:endParaRPr sz="1100" dirty="0">
              <a:latin typeface="Corbel"/>
              <a:cs typeface="Corbel"/>
            </a:endParaRPr>
          </a:p>
          <a:p>
            <a:pPr marL="755015" lvl="1" indent="-285115">
              <a:lnSpc>
                <a:spcPct val="100000"/>
              </a:lnSpc>
              <a:spcBef>
                <a:spcPts val="795"/>
              </a:spcBef>
              <a:buFont typeface="Arial MT"/>
              <a:buChar char="•"/>
              <a:tabLst>
                <a:tab pos="755015" algn="l"/>
              </a:tabLst>
            </a:pPr>
            <a:r>
              <a:rPr sz="1100" dirty="0">
                <a:latin typeface="Corbel"/>
                <a:cs typeface="Corbel"/>
              </a:rPr>
              <a:t>Excites</a:t>
            </a:r>
            <a:r>
              <a:rPr sz="1100" spc="-25" dirty="0">
                <a:latin typeface="Corbel"/>
                <a:cs typeface="Corbel"/>
              </a:rPr>
              <a:t> </a:t>
            </a:r>
            <a:r>
              <a:rPr sz="1100" dirty="0">
                <a:latin typeface="Corbel"/>
                <a:cs typeface="Corbel"/>
              </a:rPr>
              <a:t>rapid</a:t>
            </a:r>
            <a:r>
              <a:rPr sz="1100" spc="-30" dirty="0">
                <a:latin typeface="Corbel"/>
                <a:cs typeface="Corbel"/>
              </a:rPr>
              <a:t> </a:t>
            </a:r>
            <a:r>
              <a:rPr sz="1100" dirty="0">
                <a:latin typeface="Corbel"/>
                <a:cs typeface="Corbel"/>
              </a:rPr>
              <a:t>pitching,</a:t>
            </a:r>
            <a:r>
              <a:rPr sz="1100" spc="-30" dirty="0">
                <a:latin typeface="Corbel"/>
                <a:cs typeface="Corbel"/>
              </a:rPr>
              <a:t> </a:t>
            </a:r>
            <a:r>
              <a:rPr sz="1100" dirty="0">
                <a:latin typeface="Corbel"/>
                <a:cs typeface="Corbel"/>
              </a:rPr>
              <a:t>rolling</a:t>
            </a:r>
            <a:r>
              <a:rPr sz="1100" spc="-25" dirty="0">
                <a:latin typeface="Corbel"/>
                <a:cs typeface="Corbel"/>
              </a:rPr>
              <a:t> </a:t>
            </a:r>
            <a:r>
              <a:rPr sz="1100" dirty="0">
                <a:latin typeface="Corbel"/>
                <a:cs typeface="Corbel"/>
              </a:rPr>
              <a:t>and</a:t>
            </a:r>
            <a:r>
              <a:rPr sz="1100" spc="-30" dirty="0">
                <a:latin typeface="Corbel"/>
                <a:cs typeface="Corbel"/>
              </a:rPr>
              <a:t> </a:t>
            </a:r>
            <a:r>
              <a:rPr sz="1100" dirty="0">
                <a:latin typeface="Corbel"/>
                <a:cs typeface="Corbel"/>
              </a:rPr>
              <a:t>vertical</a:t>
            </a:r>
            <a:r>
              <a:rPr sz="1100" spc="-35" dirty="0">
                <a:latin typeface="Corbel"/>
                <a:cs typeface="Corbel"/>
              </a:rPr>
              <a:t> </a:t>
            </a:r>
            <a:r>
              <a:rPr sz="1100" spc="-10" dirty="0">
                <a:latin typeface="Corbel"/>
                <a:cs typeface="Corbel"/>
              </a:rPr>
              <a:t>motions</a:t>
            </a:r>
            <a:endParaRPr sz="1100" dirty="0">
              <a:latin typeface="Corbel"/>
              <a:cs typeface="Corbel"/>
            </a:endParaRPr>
          </a:p>
          <a:p>
            <a:pPr marL="755015" lvl="1" indent="-285115">
              <a:lnSpc>
                <a:spcPct val="100000"/>
              </a:lnSpc>
              <a:spcBef>
                <a:spcPts val="765"/>
              </a:spcBef>
              <a:buFont typeface="Arial MT"/>
              <a:buChar char="•"/>
              <a:tabLst>
                <a:tab pos="755015" algn="l"/>
              </a:tabLst>
            </a:pPr>
            <a:r>
              <a:rPr sz="1100" dirty="0">
                <a:latin typeface="Corbel"/>
                <a:cs typeface="Corbel"/>
              </a:rPr>
              <a:t>Excites</a:t>
            </a:r>
            <a:r>
              <a:rPr sz="1100" spc="-20" dirty="0">
                <a:latin typeface="Corbel"/>
                <a:cs typeface="Corbel"/>
              </a:rPr>
              <a:t> </a:t>
            </a:r>
            <a:r>
              <a:rPr sz="1100" dirty="0">
                <a:latin typeface="Corbel"/>
                <a:cs typeface="Corbel"/>
              </a:rPr>
              <a:t>flexible</a:t>
            </a:r>
            <a:r>
              <a:rPr sz="1100" spc="-25" dirty="0">
                <a:latin typeface="Corbel"/>
                <a:cs typeface="Corbel"/>
              </a:rPr>
              <a:t> </a:t>
            </a:r>
            <a:r>
              <a:rPr sz="1100" dirty="0">
                <a:latin typeface="Corbel"/>
                <a:cs typeface="Corbel"/>
              </a:rPr>
              <a:t>modes</a:t>
            </a:r>
            <a:r>
              <a:rPr sz="1100" spc="-25" dirty="0">
                <a:latin typeface="Corbel"/>
                <a:cs typeface="Corbel"/>
              </a:rPr>
              <a:t> </a:t>
            </a:r>
            <a:r>
              <a:rPr sz="1100" dirty="0">
                <a:latin typeface="Corbel"/>
                <a:cs typeface="Corbel"/>
              </a:rPr>
              <a:t>–</a:t>
            </a:r>
            <a:r>
              <a:rPr sz="1100" spc="-20" dirty="0">
                <a:latin typeface="Corbel"/>
                <a:cs typeface="Corbel"/>
              </a:rPr>
              <a:t> </a:t>
            </a:r>
            <a:r>
              <a:rPr sz="1100" dirty="0">
                <a:latin typeface="Corbel"/>
                <a:cs typeface="Corbel"/>
              </a:rPr>
              <a:t>but</a:t>
            </a:r>
            <a:r>
              <a:rPr sz="1100" spc="-25" dirty="0">
                <a:latin typeface="Corbel"/>
                <a:cs typeface="Corbel"/>
              </a:rPr>
              <a:t> </a:t>
            </a:r>
            <a:r>
              <a:rPr sz="1100" dirty="0">
                <a:latin typeface="Corbel"/>
                <a:cs typeface="Corbel"/>
              </a:rPr>
              <a:t>typically</a:t>
            </a:r>
            <a:r>
              <a:rPr sz="1100" spc="-25" dirty="0">
                <a:latin typeface="Corbel"/>
                <a:cs typeface="Corbel"/>
              </a:rPr>
              <a:t> </a:t>
            </a:r>
            <a:r>
              <a:rPr sz="1100" dirty="0">
                <a:latin typeface="Corbel"/>
                <a:cs typeface="Corbel"/>
              </a:rPr>
              <a:t>small</a:t>
            </a:r>
            <a:r>
              <a:rPr sz="1100" spc="-30" dirty="0">
                <a:latin typeface="Corbel"/>
                <a:cs typeface="Corbel"/>
              </a:rPr>
              <a:t> </a:t>
            </a:r>
            <a:r>
              <a:rPr sz="1100" spc="-10" dirty="0">
                <a:latin typeface="Corbel"/>
                <a:cs typeface="Corbel"/>
              </a:rPr>
              <a:t>amplitude</a:t>
            </a:r>
            <a:endParaRPr sz="1100" dirty="0">
              <a:latin typeface="Corbel"/>
              <a:cs typeface="Corbel"/>
            </a:endParaRPr>
          </a:p>
          <a:p>
            <a:pPr marL="12700">
              <a:lnSpc>
                <a:spcPct val="100000"/>
              </a:lnSpc>
              <a:spcBef>
                <a:spcPts val="785"/>
              </a:spcBef>
            </a:pPr>
            <a:r>
              <a:rPr sz="1300" b="1" u="sng" spc="-10" dirty="0">
                <a:uFill>
                  <a:solidFill>
                    <a:srgbClr val="000000"/>
                  </a:solidFill>
                </a:uFill>
                <a:latin typeface="Corbel"/>
                <a:cs typeface="Corbel"/>
              </a:rPr>
              <a:t>Cumulonimbus</a:t>
            </a:r>
            <a:r>
              <a:rPr sz="1300" b="1" u="sng" spc="25" dirty="0">
                <a:uFill>
                  <a:solidFill>
                    <a:srgbClr val="000000"/>
                  </a:solidFill>
                </a:uFill>
                <a:latin typeface="Corbel"/>
                <a:cs typeface="Corbel"/>
              </a:rPr>
              <a:t> </a:t>
            </a:r>
            <a:r>
              <a:rPr sz="1300" b="1" u="sng" spc="-20" dirty="0">
                <a:uFill>
                  <a:solidFill>
                    <a:srgbClr val="000000"/>
                  </a:solidFill>
                </a:uFill>
                <a:latin typeface="Corbel"/>
                <a:cs typeface="Corbel"/>
              </a:rPr>
              <a:t>(CB)</a:t>
            </a:r>
            <a:endParaRPr sz="1300" dirty="0">
              <a:latin typeface="Corbel"/>
              <a:cs typeface="Corbel"/>
            </a:endParaRPr>
          </a:p>
          <a:p>
            <a:pPr marL="298450" marR="5080" indent="-285750" algn="just">
              <a:lnSpc>
                <a:spcPct val="89700"/>
              </a:lnSpc>
              <a:spcBef>
                <a:spcPts val="905"/>
              </a:spcBef>
              <a:buFont typeface="Arial MT"/>
              <a:buChar char="•"/>
              <a:tabLst>
                <a:tab pos="298450" algn="l"/>
              </a:tabLst>
            </a:pPr>
            <a:r>
              <a:rPr sz="1300" dirty="0">
                <a:latin typeface="Corbel"/>
                <a:cs typeface="Corbel"/>
              </a:rPr>
              <a:t>(from</a:t>
            </a:r>
            <a:r>
              <a:rPr sz="1300" spc="45" dirty="0">
                <a:latin typeface="Corbel"/>
                <a:cs typeface="Corbel"/>
              </a:rPr>
              <a:t> </a:t>
            </a:r>
            <a:r>
              <a:rPr sz="1300" dirty="0">
                <a:latin typeface="Corbel"/>
                <a:cs typeface="Corbel"/>
              </a:rPr>
              <a:t>Latin</a:t>
            </a:r>
            <a:r>
              <a:rPr sz="1300" spc="55" dirty="0">
                <a:latin typeface="Corbel"/>
                <a:cs typeface="Corbel"/>
              </a:rPr>
              <a:t> </a:t>
            </a:r>
            <a:r>
              <a:rPr sz="1300" dirty="0">
                <a:latin typeface="Corbel"/>
                <a:cs typeface="Corbel"/>
              </a:rPr>
              <a:t>cumulus,</a:t>
            </a:r>
            <a:r>
              <a:rPr sz="1300" spc="45" dirty="0">
                <a:latin typeface="Corbel"/>
                <a:cs typeface="Corbel"/>
              </a:rPr>
              <a:t> </a:t>
            </a:r>
            <a:r>
              <a:rPr sz="1300" dirty="0">
                <a:latin typeface="Corbel"/>
                <a:cs typeface="Corbel"/>
              </a:rPr>
              <a:t>"heaped"</a:t>
            </a:r>
            <a:r>
              <a:rPr sz="1300" spc="55" dirty="0">
                <a:latin typeface="Corbel"/>
                <a:cs typeface="Corbel"/>
              </a:rPr>
              <a:t> </a:t>
            </a:r>
            <a:r>
              <a:rPr sz="1300" dirty="0">
                <a:latin typeface="Corbel"/>
                <a:cs typeface="Corbel"/>
              </a:rPr>
              <a:t>and</a:t>
            </a:r>
            <a:r>
              <a:rPr sz="1300" spc="55" dirty="0">
                <a:latin typeface="Corbel"/>
                <a:cs typeface="Corbel"/>
              </a:rPr>
              <a:t> </a:t>
            </a:r>
            <a:r>
              <a:rPr sz="1300" b="1" u="sng" dirty="0">
                <a:uFill>
                  <a:solidFill>
                    <a:srgbClr val="000000"/>
                  </a:solidFill>
                </a:uFill>
                <a:latin typeface="Corbel"/>
                <a:cs typeface="Corbel"/>
              </a:rPr>
              <a:t>nimbus,</a:t>
            </a:r>
            <a:r>
              <a:rPr sz="1300" b="1" u="sng" spc="45" dirty="0">
                <a:uFill>
                  <a:solidFill>
                    <a:srgbClr val="000000"/>
                  </a:solidFill>
                </a:uFill>
                <a:latin typeface="Corbel"/>
                <a:cs typeface="Corbel"/>
              </a:rPr>
              <a:t> </a:t>
            </a:r>
            <a:r>
              <a:rPr sz="1300" b="1" u="sng" dirty="0">
                <a:uFill>
                  <a:solidFill>
                    <a:srgbClr val="000000"/>
                  </a:solidFill>
                </a:uFill>
                <a:latin typeface="Corbel"/>
                <a:cs typeface="Corbel"/>
              </a:rPr>
              <a:t>"rainstorm"</a:t>
            </a:r>
            <a:r>
              <a:rPr sz="1300" dirty="0">
                <a:latin typeface="Corbel"/>
                <a:cs typeface="Corbel"/>
              </a:rPr>
              <a:t>)</a:t>
            </a:r>
            <a:r>
              <a:rPr sz="1300" spc="50" dirty="0">
                <a:latin typeface="Corbel"/>
                <a:cs typeface="Corbel"/>
              </a:rPr>
              <a:t> </a:t>
            </a:r>
            <a:r>
              <a:rPr sz="1300" spc="-25" dirty="0">
                <a:latin typeface="Corbel"/>
                <a:cs typeface="Corbel"/>
              </a:rPr>
              <a:t>is </a:t>
            </a:r>
            <a:r>
              <a:rPr sz="1300" dirty="0">
                <a:latin typeface="Corbel"/>
                <a:cs typeface="Corbel"/>
              </a:rPr>
              <a:t>a</a:t>
            </a:r>
            <a:r>
              <a:rPr sz="1300" spc="375" dirty="0">
                <a:latin typeface="Corbel"/>
                <a:cs typeface="Corbel"/>
              </a:rPr>
              <a:t> </a:t>
            </a:r>
            <a:r>
              <a:rPr sz="1300" dirty="0">
                <a:latin typeface="Corbel"/>
                <a:cs typeface="Corbel"/>
              </a:rPr>
              <a:t>dense,</a:t>
            </a:r>
            <a:r>
              <a:rPr sz="1300" spc="375" dirty="0">
                <a:latin typeface="Corbel"/>
                <a:cs typeface="Corbel"/>
              </a:rPr>
              <a:t> </a:t>
            </a:r>
            <a:r>
              <a:rPr sz="1300" dirty="0">
                <a:latin typeface="Corbel"/>
                <a:cs typeface="Corbel"/>
              </a:rPr>
              <a:t>towering</a:t>
            </a:r>
            <a:r>
              <a:rPr sz="1300" spc="375" dirty="0">
                <a:latin typeface="Corbel"/>
                <a:cs typeface="Corbel"/>
              </a:rPr>
              <a:t> </a:t>
            </a:r>
            <a:r>
              <a:rPr sz="1300" dirty="0">
                <a:latin typeface="Corbel"/>
                <a:cs typeface="Corbel"/>
              </a:rPr>
              <a:t>vertical</a:t>
            </a:r>
            <a:r>
              <a:rPr sz="1300" spc="375" dirty="0">
                <a:latin typeface="Corbel"/>
                <a:cs typeface="Corbel"/>
              </a:rPr>
              <a:t> </a:t>
            </a:r>
            <a:r>
              <a:rPr sz="1300" dirty="0">
                <a:latin typeface="Corbel"/>
                <a:cs typeface="Corbel"/>
              </a:rPr>
              <a:t>cloud,</a:t>
            </a:r>
            <a:r>
              <a:rPr sz="1300" spc="375" dirty="0">
                <a:latin typeface="Corbel"/>
                <a:cs typeface="Corbel"/>
              </a:rPr>
              <a:t> </a:t>
            </a:r>
            <a:r>
              <a:rPr sz="1300" dirty="0">
                <a:latin typeface="Corbel"/>
                <a:cs typeface="Corbel"/>
              </a:rPr>
              <a:t>typically</a:t>
            </a:r>
            <a:r>
              <a:rPr sz="1300" spc="375" dirty="0">
                <a:latin typeface="Corbel"/>
                <a:cs typeface="Corbel"/>
              </a:rPr>
              <a:t> </a:t>
            </a:r>
            <a:r>
              <a:rPr sz="1300" dirty="0">
                <a:latin typeface="Corbel"/>
                <a:cs typeface="Corbel"/>
              </a:rPr>
              <a:t>forming</a:t>
            </a:r>
            <a:r>
              <a:rPr sz="1300" spc="375" dirty="0">
                <a:latin typeface="Corbel"/>
                <a:cs typeface="Corbel"/>
              </a:rPr>
              <a:t> </a:t>
            </a:r>
            <a:r>
              <a:rPr sz="1300" spc="-20" dirty="0">
                <a:latin typeface="Corbel"/>
                <a:cs typeface="Corbel"/>
              </a:rPr>
              <a:t>from </a:t>
            </a:r>
            <a:r>
              <a:rPr sz="1300" dirty="0">
                <a:latin typeface="Corbel"/>
                <a:cs typeface="Corbel"/>
              </a:rPr>
              <a:t>water</a:t>
            </a:r>
            <a:r>
              <a:rPr sz="1300" spc="-25" dirty="0">
                <a:latin typeface="Corbel"/>
                <a:cs typeface="Corbel"/>
              </a:rPr>
              <a:t> </a:t>
            </a:r>
            <a:r>
              <a:rPr sz="1300" dirty="0">
                <a:latin typeface="Corbel"/>
                <a:cs typeface="Corbel"/>
              </a:rPr>
              <a:t>vapor</a:t>
            </a:r>
            <a:r>
              <a:rPr sz="1300" spc="-20" dirty="0">
                <a:latin typeface="Corbel"/>
                <a:cs typeface="Corbel"/>
              </a:rPr>
              <a:t> </a:t>
            </a:r>
            <a:r>
              <a:rPr sz="1300" dirty="0">
                <a:latin typeface="Corbel"/>
                <a:cs typeface="Corbel"/>
              </a:rPr>
              <a:t>condensing</a:t>
            </a:r>
            <a:r>
              <a:rPr sz="1300" spc="-20" dirty="0">
                <a:latin typeface="Corbel"/>
                <a:cs typeface="Corbel"/>
              </a:rPr>
              <a:t> </a:t>
            </a:r>
            <a:r>
              <a:rPr sz="1300" dirty="0">
                <a:latin typeface="Corbel"/>
                <a:cs typeface="Corbel"/>
              </a:rPr>
              <a:t>in</a:t>
            </a:r>
            <a:r>
              <a:rPr sz="1300" spc="-20" dirty="0">
                <a:latin typeface="Corbel"/>
                <a:cs typeface="Corbel"/>
              </a:rPr>
              <a:t> </a:t>
            </a:r>
            <a:r>
              <a:rPr sz="1300" dirty="0">
                <a:latin typeface="Corbel"/>
                <a:cs typeface="Corbel"/>
              </a:rPr>
              <a:t>the</a:t>
            </a:r>
            <a:r>
              <a:rPr sz="1300" spc="-20" dirty="0">
                <a:latin typeface="Corbel"/>
                <a:cs typeface="Corbel"/>
              </a:rPr>
              <a:t> </a:t>
            </a:r>
            <a:r>
              <a:rPr sz="1300" dirty="0">
                <a:latin typeface="Corbel"/>
                <a:cs typeface="Corbel"/>
              </a:rPr>
              <a:t>lower</a:t>
            </a:r>
            <a:r>
              <a:rPr sz="1300" spc="-20" dirty="0">
                <a:latin typeface="Corbel"/>
                <a:cs typeface="Corbel"/>
              </a:rPr>
              <a:t> </a:t>
            </a:r>
            <a:r>
              <a:rPr sz="1300" dirty="0">
                <a:latin typeface="Corbel"/>
                <a:cs typeface="Corbel"/>
              </a:rPr>
              <a:t>troposphere</a:t>
            </a:r>
            <a:r>
              <a:rPr sz="1300" spc="-20" dirty="0">
                <a:latin typeface="Corbel"/>
                <a:cs typeface="Corbel"/>
              </a:rPr>
              <a:t> </a:t>
            </a:r>
            <a:r>
              <a:rPr sz="1300" dirty="0">
                <a:latin typeface="Corbel"/>
                <a:cs typeface="Corbel"/>
              </a:rPr>
              <a:t>that</a:t>
            </a:r>
            <a:r>
              <a:rPr sz="1300" spc="-25" dirty="0">
                <a:latin typeface="Corbel"/>
                <a:cs typeface="Corbel"/>
              </a:rPr>
              <a:t> </a:t>
            </a:r>
            <a:r>
              <a:rPr sz="1300" spc="-10" dirty="0">
                <a:latin typeface="Corbel"/>
                <a:cs typeface="Corbel"/>
              </a:rPr>
              <a:t>builds </a:t>
            </a:r>
            <a:r>
              <a:rPr sz="1300" dirty="0">
                <a:latin typeface="Corbel"/>
                <a:cs typeface="Corbel"/>
              </a:rPr>
              <a:t>upward</a:t>
            </a:r>
            <a:r>
              <a:rPr sz="1300" spc="-25" dirty="0">
                <a:latin typeface="Corbel"/>
                <a:cs typeface="Corbel"/>
              </a:rPr>
              <a:t> </a:t>
            </a:r>
            <a:r>
              <a:rPr sz="1300" dirty="0">
                <a:latin typeface="Corbel"/>
                <a:cs typeface="Corbel"/>
              </a:rPr>
              <a:t>carried</a:t>
            </a:r>
            <a:r>
              <a:rPr sz="1300" spc="-25" dirty="0">
                <a:latin typeface="Corbel"/>
                <a:cs typeface="Corbel"/>
              </a:rPr>
              <a:t> </a:t>
            </a:r>
            <a:r>
              <a:rPr sz="1300" dirty="0">
                <a:latin typeface="Corbel"/>
                <a:cs typeface="Corbel"/>
              </a:rPr>
              <a:t>by</a:t>
            </a:r>
            <a:r>
              <a:rPr sz="1300" spc="-25" dirty="0">
                <a:latin typeface="Corbel"/>
                <a:cs typeface="Corbel"/>
              </a:rPr>
              <a:t> </a:t>
            </a:r>
            <a:r>
              <a:rPr sz="1300" dirty="0">
                <a:latin typeface="Corbel"/>
                <a:cs typeface="Corbel"/>
              </a:rPr>
              <a:t>powerful</a:t>
            </a:r>
            <a:r>
              <a:rPr sz="1300" spc="-25" dirty="0">
                <a:latin typeface="Corbel"/>
                <a:cs typeface="Corbel"/>
              </a:rPr>
              <a:t> </a:t>
            </a:r>
            <a:r>
              <a:rPr sz="1300" dirty="0">
                <a:latin typeface="Corbel"/>
                <a:cs typeface="Corbel"/>
              </a:rPr>
              <a:t>buoyant</a:t>
            </a:r>
            <a:r>
              <a:rPr sz="1300" spc="-30" dirty="0">
                <a:latin typeface="Corbel"/>
                <a:cs typeface="Corbel"/>
              </a:rPr>
              <a:t> </a:t>
            </a:r>
            <a:r>
              <a:rPr sz="1300" dirty="0">
                <a:latin typeface="Corbel"/>
                <a:cs typeface="Corbel"/>
              </a:rPr>
              <a:t>air</a:t>
            </a:r>
            <a:r>
              <a:rPr sz="1300" spc="-25" dirty="0">
                <a:latin typeface="Corbel"/>
                <a:cs typeface="Corbel"/>
              </a:rPr>
              <a:t> </a:t>
            </a:r>
            <a:r>
              <a:rPr sz="1300" spc="-10" dirty="0">
                <a:latin typeface="Corbel"/>
                <a:cs typeface="Corbel"/>
              </a:rPr>
              <a:t>currents.</a:t>
            </a:r>
            <a:endParaRPr sz="1300" dirty="0">
              <a:latin typeface="Corbel"/>
              <a:cs typeface="Corbel"/>
            </a:endParaRPr>
          </a:p>
          <a:p>
            <a:pPr marL="297815" indent="-285115">
              <a:lnSpc>
                <a:spcPct val="100000"/>
              </a:lnSpc>
              <a:spcBef>
                <a:spcPts val="840"/>
              </a:spcBef>
              <a:buFont typeface="Arial MT"/>
              <a:buChar char="•"/>
              <a:tabLst>
                <a:tab pos="297815" algn="l"/>
              </a:tabLst>
            </a:pPr>
            <a:r>
              <a:rPr sz="1300" u="sng" dirty="0">
                <a:uFill>
                  <a:solidFill>
                    <a:srgbClr val="000000"/>
                  </a:solidFill>
                </a:uFill>
                <a:latin typeface="Corbel"/>
                <a:cs typeface="Corbel"/>
              </a:rPr>
              <a:t>Form</a:t>
            </a:r>
            <a:r>
              <a:rPr sz="1300" u="sng" spc="-15" dirty="0">
                <a:uFill>
                  <a:solidFill>
                    <a:srgbClr val="000000"/>
                  </a:solidFill>
                </a:uFill>
                <a:latin typeface="Corbel"/>
                <a:cs typeface="Corbel"/>
              </a:rPr>
              <a:t> </a:t>
            </a:r>
            <a:r>
              <a:rPr sz="1300" u="sng" dirty="0">
                <a:uFill>
                  <a:solidFill>
                    <a:srgbClr val="000000"/>
                  </a:solidFill>
                </a:uFill>
                <a:latin typeface="Corbel"/>
                <a:cs typeface="Corbel"/>
              </a:rPr>
              <a:t>in</a:t>
            </a:r>
            <a:r>
              <a:rPr sz="1300" u="sng" spc="-15" dirty="0">
                <a:uFill>
                  <a:solidFill>
                    <a:srgbClr val="000000"/>
                  </a:solidFill>
                </a:uFill>
                <a:latin typeface="Corbel"/>
                <a:cs typeface="Corbel"/>
              </a:rPr>
              <a:t> </a:t>
            </a:r>
            <a:r>
              <a:rPr sz="1300" u="sng" dirty="0">
                <a:uFill>
                  <a:solidFill>
                    <a:srgbClr val="000000"/>
                  </a:solidFill>
                </a:uFill>
                <a:latin typeface="Corbel"/>
                <a:cs typeface="Corbel"/>
              </a:rPr>
              <a:t>the</a:t>
            </a:r>
            <a:r>
              <a:rPr sz="1300" u="sng" spc="-5" dirty="0">
                <a:uFill>
                  <a:solidFill>
                    <a:srgbClr val="000000"/>
                  </a:solidFill>
                </a:uFill>
                <a:latin typeface="Corbel"/>
                <a:cs typeface="Corbel"/>
              </a:rPr>
              <a:t> </a:t>
            </a:r>
            <a:r>
              <a:rPr sz="1300" u="sng" spc="-10" dirty="0">
                <a:uFill>
                  <a:solidFill>
                    <a:srgbClr val="000000"/>
                  </a:solidFill>
                </a:uFill>
                <a:latin typeface="Corbel"/>
                <a:cs typeface="Corbel"/>
              </a:rPr>
              <a:t>troposphere </a:t>
            </a:r>
            <a:r>
              <a:rPr sz="1300" u="sng" dirty="0">
                <a:uFill>
                  <a:solidFill>
                    <a:srgbClr val="000000"/>
                  </a:solidFill>
                </a:uFill>
                <a:latin typeface="Corbel"/>
                <a:cs typeface="Corbel"/>
              </a:rPr>
              <a:t>around</a:t>
            </a:r>
            <a:r>
              <a:rPr sz="1300" u="sng" spc="-5" dirty="0">
                <a:uFill>
                  <a:solidFill>
                    <a:srgbClr val="000000"/>
                  </a:solidFill>
                </a:uFill>
                <a:latin typeface="Corbel"/>
                <a:cs typeface="Corbel"/>
              </a:rPr>
              <a:t> </a:t>
            </a:r>
            <a:r>
              <a:rPr sz="1300" u="sng" spc="-10" dirty="0">
                <a:uFill>
                  <a:solidFill>
                    <a:srgbClr val="000000"/>
                  </a:solidFill>
                </a:uFill>
                <a:latin typeface="Corbel"/>
                <a:cs typeface="Corbel"/>
              </a:rPr>
              <a:t>16,000m</a:t>
            </a:r>
            <a:endParaRPr sz="1300" dirty="0">
              <a:latin typeface="Corbel"/>
              <a:cs typeface="Corbel"/>
            </a:endParaRPr>
          </a:p>
          <a:p>
            <a:pPr marL="298450" marR="5715" indent="-285750" algn="just">
              <a:lnSpc>
                <a:spcPts val="1390"/>
              </a:lnSpc>
              <a:spcBef>
                <a:spcPts val="930"/>
              </a:spcBef>
              <a:buFont typeface="Arial MT"/>
              <a:buChar char="•"/>
              <a:tabLst>
                <a:tab pos="298450" algn="l"/>
              </a:tabLst>
            </a:pPr>
            <a:r>
              <a:rPr sz="1300" u="sng" dirty="0">
                <a:uFill>
                  <a:solidFill>
                    <a:srgbClr val="000000"/>
                  </a:solidFill>
                </a:uFill>
                <a:latin typeface="Corbel"/>
                <a:cs typeface="Corbel"/>
              </a:rPr>
              <a:t>In</a:t>
            </a:r>
            <a:r>
              <a:rPr sz="1300" u="sng" spc="155" dirty="0">
                <a:uFill>
                  <a:solidFill>
                    <a:srgbClr val="000000"/>
                  </a:solidFill>
                </a:uFill>
                <a:latin typeface="Corbel"/>
                <a:cs typeface="Corbel"/>
              </a:rPr>
              <a:t>  </a:t>
            </a:r>
            <a:r>
              <a:rPr sz="1300" u="sng" dirty="0">
                <a:uFill>
                  <a:solidFill>
                    <a:srgbClr val="000000"/>
                  </a:solidFill>
                </a:uFill>
                <a:latin typeface="Corbel"/>
                <a:cs typeface="Corbel"/>
              </a:rPr>
              <a:t>extreme</a:t>
            </a:r>
            <a:r>
              <a:rPr sz="1300" u="sng" spc="155" dirty="0">
                <a:uFill>
                  <a:solidFill>
                    <a:srgbClr val="000000"/>
                  </a:solidFill>
                </a:uFill>
                <a:latin typeface="Corbel"/>
                <a:cs typeface="Corbel"/>
              </a:rPr>
              <a:t>  </a:t>
            </a:r>
            <a:r>
              <a:rPr sz="1300" u="sng" dirty="0">
                <a:uFill>
                  <a:solidFill>
                    <a:srgbClr val="000000"/>
                  </a:solidFill>
                </a:uFill>
                <a:latin typeface="Corbel"/>
                <a:cs typeface="Corbel"/>
              </a:rPr>
              <a:t>case,</a:t>
            </a:r>
            <a:r>
              <a:rPr sz="1300" u="sng" spc="150" dirty="0">
                <a:uFill>
                  <a:solidFill>
                    <a:srgbClr val="000000"/>
                  </a:solidFill>
                </a:uFill>
                <a:latin typeface="Corbel"/>
                <a:cs typeface="Corbel"/>
              </a:rPr>
              <a:t>  </a:t>
            </a:r>
            <a:r>
              <a:rPr sz="1300" u="sng" dirty="0">
                <a:uFill>
                  <a:solidFill>
                    <a:srgbClr val="000000"/>
                  </a:solidFill>
                </a:uFill>
                <a:latin typeface="Corbel"/>
                <a:cs typeface="Corbel"/>
              </a:rPr>
              <a:t>it</a:t>
            </a:r>
            <a:r>
              <a:rPr sz="1300" u="sng" spc="150" dirty="0">
                <a:uFill>
                  <a:solidFill>
                    <a:srgbClr val="000000"/>
                  </a:solidFill>
                </a:uFill>
                <a:latin typeface="Corbel"/>
                <a:cs typeface="Corbel"/>
              </a:rPr>
              <a:t>  </a:t>
            </a:r>
            <a:r>
              <a:rPr sz="1300" u="sng" dirty="0">
                <a:uFill>
                  <a:solidFill>
                    <a:srgbClr val="000000"/>
                  </a:solidFill>
                </a:uFill>
                <a:latin typeface="Corbel"/>
                <a:cs typeface="Corbel"/>
              </a:rPr>
              <a:t>can</a:t>
            </a:r>
            <a:r>
              <a:rPr sz="1300" u="sng" spc="155" dirty="0">
                <a:uFill>
                  <a:solidFill>
                    <a:srgbClr val="000000"/>
                  </a:solidFill>
                </a:uFill>
                <a:latin typeface="Corbel"/>
                <a:cs typeface="Corbel"/>
              </a:rPr>
              <a:t>  </a:t>
            </a:r>
            <a:r>
              <a:rPr sz="1300" u="sng" dirty="0">
                <a:uFill>
                  <a:solidFill>
                    <a:srgbClr val="000000"/>
                  </a:solidFill>
                </a:uFill>
                <a:latin typeface="Corbel"/>
                <a:cs typeface="Corbel"/>
              </a:rPr>
              <a:t>reach</a:t>
            </a:r>
            <a:r>
              <a:rPr sz="1300" u="sng" spc="155" dirty="0">
                <a:uFill>
                  <a:solidFill>
                    <a:srgbClr val="000000"/>
                  </a:solidFill>
                </a:uFill>
                <a:latin typeface="Corbel"/>
                <a:cs typeface="Corbel"/>
              </a:rPr>
              <a:t>  </a:t>
            </a:r>
            <a:r>
              <a:rPr sz="1300" u="sng" dirty="0">
                <a:uFill>
                  <a:solidFill>
                    <a:srgbClr val="000000"/>
                  </a:solidFill>
                </a:uFill>
                <a:latin typeface="Corbel"/>
                <a:cs typeface="Corbel"/>
              </a:rPr>
              <a:t>the</a:t>
            </a:r>
            <a:r>
              <a:rPr sz="1300" u="sng" spc="155" dirty="0">
                <a:uFill>
                  <a:solidFill>
                    <a:srgbClr val="000000"/>
                  </a:solidFill>
                </a:uFill>
                <a:latin typeface="Corbel"/>
                <a:cs typeface="Corbel"/>
              </a:rPr>
              <a:t>  </a:t>
            </a:r>
            <a:r>
              <a:rPr sz="1300" u="sng" dirty="0">
                <a:uFill>
                  <a:solidFill>
                    <a:srgbClr val="000000"/>
                  </a:solidFill>
                </a:uFill>
                <a:latin typeface="Corbel"/>
                <a:cs typeface="Corbel"/>
              </a:rPr>
              <a:t>boundary</a:t>
            </a:r>
            <a:r>
              <a:rPr sz="1300" u="sng" spc="155" dirty="0">
                <a:uFill>
                  <a:solidFill>
                    <a:srgbClr val="000000"/>
                  </a:solidFill>
                </a:uFill>
                <a:latin typeface="Corbel"/>
                <a:cs typeface="Corbel"/>
              </a:rPr>
              <a:t>  </a:t>
            </a:r>
            <a:r>
              <a:rPr sz="1300" u="sng" spc="-10" dirty="0">
                <a:uFill>
                  <a:solidFill>
                    <a:srgbClr val="000000"/>
                  </a:solidFill>
                </a:uFill>
                <a:latin typeface="Corbel"/>
                <a:cs typeface="Corbel"/>
              </a:rPr>
              <a:t>between</a:t>
            </a:r>
            <a:r>
              <a:rPr sz="1300" spc="-10" dirty="0">
                <a:latin typeface="Corbel"/>
                <a:cs typeface="Corbel"/>
              </a:rPr>
              <a:t> </a:t>
            </a:r>
            <a:r>
              <a:rPr sz="1300" u="sng" spc="-10" dirty="0">
                <a:uFill>
                  <a:solidFill>
                    <a:srgbClr val="000000"/>
                  </a:solidFill>
                </a:uFill>
                <a:latin typeface="Corbel"/>
                <a:cs typeface="Corbel"/>
              </a:rPr>
              <a:t>troposphere </a:t>
            </a:r>
            <a:r>
              <a:rPr sz="1300" u="sng" dirty="0">
                <a:uFill>
                  <a:solidFill>
                    <a:srgbClr val="000000"/>
                  </a:solidFill>
                </a:uFill>
                <a:latin typeface="Corbel"/>
                <a:cs typeface="Corbel"/>
              </a:rPr>
              <a:t>and stratosphere</a:t>
            </a:r>
            <a:r>
              <a:rPr sz="1300" u="sng" spc="-5" dirty="0">
                <a:uFill>
                  <a:solidFill>
                    <a:srgbClr val="000000"/>
                  </a:solidFill>
                </a:uFill>
                <a:latin typeface="Corbel"/>
                <a:cs typeface="Corbel"/>
              </a:rPr>
              <a:t> </a:t>
            </a:r>
            <a:r>
              <a:rPr sz="1300" u="sng" spc="-10" dirty="0">
                <a:uFill>
                  <a:solidFill>
                    <a:srgbClr val="000000"/>
                  </a:solidFill>
                </a:uFill>
                <a:latin typeface="Corbel"/>
                <a:cs typeface="Corbel"/>
              </a:rPr>
              <a:t>(tropopause) </a:t>
            </a:r>
            <a:r>
              <a:rPr sz="1300" u="sng" dirty="0">
                <a:uFill>
                  <a:solidFill>
                    <a:srgbClr val="000000"/>
                  </a:solidFill>
                </a:uFill>
                <a:latin typeface="Corbel"/>
                <a:cs typeface="Corbel"/>
              </a:rPr>
              <a:t>at</a:t>
            </a:r>
            <a:r>
              <a:rPr sz="1300" u="sng" spc="-5" dirty="0">
                <a:uFill>
                  <a:solidFill>
                    <a:srgbClr val="000000"/>
                  </a:solidFill>
                </a:uFill>
                <a:latin typeface="Corbel"/>
                <a:cs typeface="Corbel"/>
              </a:rPr>
              <a:t> </a:t>
            </a:r>
            <a:r>
              <a:rPr sz="1300" u="sng" dirty="0">
                <a:uFill>
                  <a:solidFill>
                    <a:srgbClr val="000000"/>
                  </a:solidFill>
                </a:uFill>
                <a:latin typeface="Corbel"/>
                <a:cs typeface="Corbel"/>
              </a:rPr>
              <a:t>18000</a:t>
            </a:r>
            <a:r>
              <a:rPr sz="1300" u="sng" spc="-10" dirty="0">
                <a:uFill>
                  <a:solidFill>
                    <a:srgbClr val="000000"/>
                  </a:solidFill>
                </a:uFill>
                <a:latin typeface="Corbel"/>
                <a:cs typeface="Corbel"/>
              </a:rPr>
              <a:t> meters</a:t>
            </a:r>
            <a:endParaRPr sz="1300" dirty="0">
              <a:latin typeface="Corbel"/>
              <a:cs typeface="Corbel"/>
            </a:endParaRPr>
          </a:p>
          <a:p>
            <a:pPr marL="755015" lvl="1" indent="-285115">
              <a:lnSpc>
                <a:spcPct val="100000"/>
              </a:lnSpc>
              <a:spcBef>
                <a:spcPts val="740"/>
              </a:spcBef>
              <a:buFont typeface="Arial MT"/>
              <a:buChar char="•"/>
              <a:tabLst>
                <a:tab pos="755015" algn="l"/>
              </a:tabLst>
            </a:pPr>
            <a:r>
              <a:rPr sz="1100" dirty="0">
                <a:latin typeface="Corbel"/>
                <a:cs typeface="Corbel"/>
              </a:rPr>
              <a:t>Radio</a:t>
            </a:r>
            <a:r>
              <a:rPr sz="1100" spc="-25" dirty="0">
                <a:latin typeface="Corbel"/>
                <a:cs typeface="Corbel"/>
              </a:rPr>
              <a:t> </a:t>
            </a:r>
            <a:r>
              <a:rPr sz="1100" spc="-10" dirty="0">
                <a:latin typeface="Corbel"/>
                <a:cs typeface="Corbel"/>
              </a:rPr>
              <a:t>interference</a:t>
            </a:r>
            <a:endParaRPr sz="1100" dirty="0">
              <a:latin typeface="Corbel"/>
              <a:cs typeface="Corbel"/>
            </a:endParaRPr>
          </a:p>
          <a:p>
            <a:pPr marL="755015" lvl="1" indent="-285115">
              <a:lnSpc>
                <a:spcPct val="100000"/>
              </a:lnSpc>
              <a:spcBef>
                <a:spcPts val="670"/>
              </a:spcBef>
              <a:buFont typeface="Arial MT"/>
              <a:buChar char="•"/>
              <a:tabLst>
                <a:tab pos="755015" algn="l"/>
              </a:tabLst>
            </a:pPr>
            <a:r>
              <a:rPr sz="1100" dirty="0">
                <a:latin typeface="Corbel"/>
                <a:cs typeface="Corbel"/>
              </a:rPr>
              <a:t>Lighting</a:t>
            </a:r>
            <a:r>
              <a:rPr sz="1100" spc="-30" dirty="0">
                <a:latin typeface="Corbel"/>
                <a:cs typeface="Corbel"/>
              </a:rPr>
              <a:t> </a:t>
            </a:r>
            <a:r>
              <a:rPr sz="1100" spc="-10" dirty="0">
                <a:latin typeface="Corbel"/>
                <a:cs typeface="Corbel"/>
              </a:rPr>
              <a:t>strikes</a:t>
            </a:r>
            <a:endParaRPr sz="1100" dirty="0">
              <a:latin typeface="Corbel"/>
              <a:cs typeface="Corbel"/>
            </a:endParaRPr>
          </a:p>
          <a:p>
            <a:pPr marL="755015" lvl="1" indent="-285115">
              <a:lnSpc>
                <a:spcPct val="100000"/>
              </a:lnSpc>
              <a:spcBef>
                <a:spcPts val="790"/>
              </a:spcBef>
              <a:buFont typeface="Arial MT"/>
              <a:buChar char="•"/>
              <a:tabLst>
                <a:tab pos="755015" algn="l"/>
              </a:tabLst>
            </a:pPr>
            <a:r>
              <a:rPr sz="1100" dirty="0">
                <a:latin typeface="Corbel"/>
                <a:cs typeface="Corbel"/>
              </a:rPr>
              <a:t>Reduced</a:t>
            </a:r>
            <a:r>
              <a:rPr sz="1100" spc="-40" dirty="0">
                <a:latin typeface="Corbel"/>
                <a:cs typeface="Corbel"/>
              </a:rPr>
              <a:t> </a:t>
            </a:r>
            <a:r>
              <a:rPr sz="1100" spc="-10" dirty="0">
                <a:latin typeface="Corbel"/>
                <a:cs typeface="Corbel"/>
              </a:rPr>
              <a:t>visibility</a:t>
            </a:r>
            <a:endParaRPr sz="1100" dirty="0">
              <a:latin typeface="Corbel"/>
              <a:cs typeface="Corbel"/>
            </a:endParaRPr>
          </a:p>
          <a:p>
            <a:pPr marL="755015" lvl="1" indent="-285115">
              <a:lnSpc>
                <a:spcPct val="100000"/>
              </a:lnSpc>
              <a:spcBef>
                <a:spcPts val="675"/>
              </a:spcBef>
              <a:buFont typeface="Arial MT"/>
              <a:buChar char="•"/>
              <a:tabLst>
                <a:tab pos="755015" algn="l"/>
              </a:tabLst>
            </a:pPr>
            <a:r>
              <a:rPr sz="1100" dirty="0">
                <a:latin typeface="Corbel"/>
                <a:cs typeface="Corbel"/>
              </a:rPr>
              <a:t>Severe</a:t>
            </a:r>
            <a:r>
              <a:rPr sz="1100" spc="-20" dirty="0">
                <a:latin typeface="Corbel"/>
                <a:cs typeface="Corbel"/>
              </a:rPr>
              <a:t> </a:t>
            </a:r>
            <a:r>
              <a:rPr sz="1100" dirty="0">
                <a:latin typeface="Corbel"/>
                <a:cs typeface="Corbel"/>
              </a:rPr>
              <a:t>wind</a:t>
            </a:r>
            <a:r>
              <a:rPr sz="1100" spc="-20" dirty="0">
                <a:latin typeface="Corbel"/>
                <a:cs typeface="Corbel"/>
              </a:rPr>
              <a:t> shear</a:t>
            </a:r>
            <a:endParaRPr sz="1100" dirty="0">
              <a:latin typeface="Corbel"/>
              <a:cs typeface="Corbel"/>
            </a:endParaRPr>
          </a:p>
        </p:txBody>
      </p:sp>
      <p:pic>
        <p:nvPicPr>
          <p:cNvPr id="6" name="object 6"/>
          <p:cNvPicPr/>
          <p:nvPr/>
        </p:nvPicPr>
        <p:blipFill>
          <a:blip r:embed="rId3" cstate="print"/>
          <a:stretch>
            <a:fillRect/>
          </a:stretch>
        </p:blipFill>
        <p:spPr>
          <a:xfrm>
            <a:off x="6165895" y="1482395"/>
            <a:ext cx="5312076" cy="4904054"/>
          </a:xfrm>
          <a:prstGeom prst="rect">
            <a:avLst/>
          </a:prstGeom>
        </p:spPr>
      </p:pic>
      <p:grpSp>
        <p:nvGrpSpPr>
          <p:cNvPr id="7" name="object 7"/>
          <p:cNvGrpSpPr/>
          <p:nvPr/>
        </p:nvGrpSpPr>
        <p:grpSpPr>
          <a:xfrm>
            <a:off x="43542" y="6462030"/>
            <a:ext cx="745490" cy="362585"/>
            <a:chOff x="43542" y="6462030"/>
            <a:chExt cx="745490" cy="362585"/>
          </a:xfrm>
        </p:grpSpPr>
        <p:sp>
          <p:nvSpPr>
            <p:cNvPr id="8" name="object 8"/>
            <p:cNvSpPr/>
            <p:nvPr/>
          </p:nvSpPr>
          <p:spPr>
            <a:xfrm>
              <a:off x="43542" y="6462030"/>
              <a:ext cx="360045" cy="360045"/>
            </a:xfrm>
            <a:custGeom>
              <a:avLst/>
              <a:gdLst/>
              <a:ahLst/>
              <a:cxnLst/>
              <a:rect l="l" t="t" r="r" b="b"/>
              <a:pathLst>
                <a:path w="360045" h="360045">
                  <a:moveTo>
                    <a:pt x="359999" y="0"/>
                  </a:moveTo>
                  <a:lnTo>
                    <a:pt x="0" y="0"/>
                  </a:lnTo>
                  <a:lnTo>
                    <a:pt x="0" y="359999"/>
                  </a:lnTo>
                  <a:lnTo>
                    <a:pt x="359999" y="359999"/>
                  </a:lnTo>
                  <a:lnTo>
                    <a:pt x="359999" y="314999"/>
                  </a:lnTo>
                  <a:lnTo>
                    <a:pt x="179999" y="314999"/>
                  </a:lnTo>
                  <a:lnTo>
                    <a:pt x="137329" y="308117"/>
                  </a:lnTo>
                  <a:lnTo>
                    <a:pt x="100270" y="288952"/>
                  </a:lnTo>
                  <a:lnTo>
                    <a:pt x="71047" y="259729"/>
                  </a:lnTo>
                  <a:lnTo>
                    <a:pt x="51882" y="222670"/>
                  </a:lnTo>
                  <a:lnTo>
                    <a:pt x="44999" y="179999"/>
                  </a:lnTo>
                  <a:lnTo>
                    <a:pt x="51882" y="137329"/>
                  </a:lnTo>
                  <a:lnTo>
                    <a:pt x="71047" y="100270"/>
                  </a:lnTo>
                  <a:lnTo>
                    <a:pt x="100270" y="71047"/>
                  </a:lnTo>
                  <a:lnTo>
                    <a:pt x="137329" y="51882"/>
                  </a:lnTo>
                  <a:lnTo>
                    <a:pt x="179999" y="44999"/>
                  </a:lnTo>
                  <a:lnTo>
                    <a:pt x="359999" y="44999"/>
                  </a:lnTo>
                  <a:lnTo>
                    <a:pt x="359999" y="0"/>
                  </a:lnTo>
                  <a:close/>
                </a:path>
                <a:path w="360045" h="360045">
                  <a:moveTo>
                    <a:pt x="359999" y="44999"/>
                  </a:moveTo>
                  <a:lnTo>
                    <a:pt x="179999" y="44999"/>
                  </a:lnTo>
                  <a:lnTo>
                    <a:pt x="222670" y="51882"/>
                  </a:lnTo>
                  <a:lnTo>
                    <a:pt x="259729" y="71047"/>
                  </a:lnTo>
                  <a:lnTo>
                    <a:pt x="288952" y="100270"/>
                  </a:lnTo>
                  <a:lnTo>
                    <a:pt x="308117" y="137329"/>
                  </a:lnTo>
                  <a:lnTo>
                    <a:pt x="314999" y="179999"/>
                  </a:lnTo>
                  <a:lnTo>
                    <a:pt x="308117" y="222670"/>
                  </a:lnTo>
                  <a:lnTo>
                    <a:pt x="288952" y="259729"/>
                  </a:lnTo>
                  <a:lnTo>
                    <a:pt x="259729" y="288952"/>
                  </a:lnTo>
                  <a:lnTo>
                    <a:pt x="222670" y="308117"/>
                  </a:lnTo>
                  <a:lnTo>
                    <a:pt x="179999" y="314999"/>
                  </a:lnTo>
                  <a:lnTo>
                    <a:pt x="359999" y="314999"/>
                  </a:lnTo>
                  <a:lnTo>
                    <a:pt x="359999" y="44999"/>
                  </a:lnTo>
                  <a:close/>
                </a:path>
              </a:pathLst>
            </a:custGeom>
            <a:solidFill>
              <a:srgbClr val="1CADE4"/>
            </a:solidFill>
          </p:spPr>
          <p:txBody>
            <a:bodyPr wrap="square" lIns="0" tIns="0" rIns="0" bIns="0" rtlCol="0"/>
            <a:lstStyle/>
            <a:p>
              <a:endParaRPr/>
            </a:p>
          </p:txBody>
        </p:sp>
        <p:sp>
          <p:nvSpPr>
            <p:cNvPr id="9" name="object 9"/>
            <p:cNvSpPr/>
            <p:nvPr/>
          </p:nvSpPr>
          <p:spPr>
            <a:xfrm>
              <a:off x="88542" y="6507030"/>
              <a:ext cx="270510" cy="270510"/>
            </a:xfrm>
            <a:custGeom>
              <a:avLst/>
              <a:gdLst/>
              <a:ahLst/>
              <a:cxnLst/>
              <a:rect l="l" t="t" r="r" b="b"/>
              <a:pathLst>
                <a:path w="270510"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10" h="270509">
                  <a:moveTo>
                    <a:pt x="259004" y="84375"/>
                  </a:moveTo>
                  <a:lnTo>
                    <a:pt x="160312" y="84375"/>
                  </a:lnTo>
                  <a:lnTo>
                    <a:pt x="160312" y="219375"/>
                  </a:lnTo>
                  <a:lnTo>
                    <a:pt x="185625" y="219375"/>
                  </a:lnTo>
                  <a:lnTo>
                    <a:pt x="185625" y="236250"/>
                  </a:lnTo>
                  <a:lnTo>
                    <a:pt x="222432" y="236250"/>
                  </a:lnTo>
                  <a:lnTo>
                    <a:pt x="243952" y="214729"/>
                  </a:lnTo>
                  <a:lnTo>
                    <a:pt x="263117" y="177670"/>
                  </a:lnTo>
                  <a:lnTo>
                    <a:pt x="269999" y="134999"/>
                  </a:lnTo>
                  <a:lnTo>
                    <a:pt x="263117" y="92329"/>
                  </a:lnTo>
                  <a:lnTo>
                    <a:pt x="259004" y="84375"/>
                  </a:lnTo>
                  <a:close/>
                </a:path>
                <a:path w="270510"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10" name="object 10"/>
            <p:cNvPicPr/>
            <p:nvPr/>
          </p:nvPicPr>
          <p:blipFill>
            <a:blip r:embed="rId4" cstate="print"/>
            <a:stretch>
              <a:fillRect/>
            </a:stretch>
          </p:blipFill>
          <p:spPr>
            <a:xfrm>
              <a:off x="172917" y="6515468"/>
              <a:ext cx="101249" cy="227812"/>
            </a:xfrm>
            <a:prstGeom prst="rect">
              <a:avLst/>
            </a:prstGeom>
          </p:spPr>
        </p:pic>
        <p:sp>
          <p:nvSpPr>
            <p:cNvPr id="11" name="object 11"/>
            <p:cNvSpPr/>
            <p:nvPr/>
          </p:nvSpPr>
          <p:spPr>
            <a:xfrm>
              <a:off x="428941" y="6464161"/>
              <a:ext cx="360045" cy="360045"/>
            </a:xfrm>
            <a:custGeom>
              <a:avLst/>
              <a:gdLst/>
              <a:ahLst/>
              <a:cxnLst/>
              <a:rect l="l" t="t" r="r" b="b"/>
              <a:pathLst>
                <a:path w="360045" h="360045">
                  <a:moveTo>
                    <a:pt x="360000" y="0"/>
                  </a:moveTo>
                  <a:lnTo>
                    <a:pt x="0" y="0"/>
                  </a:lnTo>
                  <a:lnTo>
                    <a:pt x="0" y="359999"/>
                  </a:lnTo>
                  <a:lnTo>
                    <a:pt x="360000" y="359999"/>
                  </a:lnTo>
                  <a:lnTo>
                    <a:pt x="360000" y="314999"/>
                  </a:lnTo>
                  <a:lnTo>
                    <a:pt x="180000" y="314999"/>
                  </a:lnTo>
                  <a:lnTo>
                    <a:pt x="137329" y="308117"/>
                  </a:lnTo>
                  <a:lnTo>
                    <a:pt x="100270" y="288952"/>
                  </a:lnTo>
                  <a:lnTo>
                    <a:pt x="71047" y="259729"/>
                  </a:lnTo>
                  <a:lnTo>
                    <a:pt x="51882" y="222670"/>
                  </a:lnTo>
                  <a:lnTo>
                    <a:pt x="45000" y="180000"/>
                  </a:lnTo>
                  <a:lnTo>
                    <a:pt x="51882" y="137329"/>
                  </a:lnTo>
                  <a:lnTo>
                    <a:pt x="71047" y="100270"/>
                  </a:lnTo>
                  <a:lnTo>
                    <a:pt x="100270" y="71047"/>
                  </a:lnTo>
                  <a:lnTo>
                    <a:pt x="137329" y="51882"/>
                  </a:lnTo>
                  <a:lnTo>
                    <a:pt x="180000" y="45000"/>
                  </a:lnTo>
                  <a:lnTo>
                    <a:pt x="360000" y="45000"/>
                  </a:lnTo>
                  <a:lnTo>
                    <a:pt x="360000" y="0"/>
                  </a:lnTo>
                  <a:close/>
                </a:path>
                <a:path w="360045" h="360045">
                  <a:moveTo>
                    <a:pt x="360000" y="45000"/>
                  </a:moveTo>
                  <a:lnTo>
                    <a:pt x="180000" y="45000"/>
                  </a:lnTo>
                  <a:lnTo>
                    <a:pt x="222670" y="51882"/>
                  </a:lnTo>
                  <a:lnTo>
                    <a:pt x="259729" y="71047"/>
                  </a:lnTo>
                  <a:lnTo>
                    <a:pt x="288952" y="100270"/>
                  </a:lnTo>
                  <a:lnTo>
                    <a:pt x="308117" y="137329"/>
                  </a:lnTo>
                  <a:lnTo>
                    <a:pt x="315000" y="180000"/>
                  </a:lnTo>
                  <a:lnTo>
                    <a:pt x="308117" y="222670"/>
                  </a:lnTo>
                  <a:lnTo>
                    <a:pt x="288952" y="259729"/>
                  </a:lnTo>
                  <a:lnTo>
                    <a:pt x="259729" y="288952"/>
                  </a:lnTo>
                  <a:lnTo>
                    <a:pt x="222670" y="308117"/>
                  </a:lnTo>
                  <a:lnTo>
                    <a:pt x="180000" y="314999"/>
                  </a:lnTo>
                  <a:lnTo>
                    <a:pt x="360000" y="314999"/>
                  </a:lnTo>
                  <a:lnTo>
                    <a:pt x="360000" y="45000"/>
                  </a:lnTo>
                  <a:close/>
                </a:path>
              </a:pathLst>
            </a:custGeom>
            <a:solidFill>
              <a:srgbClr val="1CADE4"/>
            </a:solidFill>
          </p:spPr>
          <p:txBody>
            <a:bodyPr wrap="square" lIns="0" tIns="0" rIns="0" bIns="0" rtlCol="0"/>
            <a:lstStyle/>
            <a:p>
              <a:endParaRPr/>
            </a:p>
          </p:txBody>
        </p:sp>
        <p:sp>
          <p:nvSpPr>
            <p:cNvPr id="12" name="object 12"/>
            <p:cNvSpPr/>
            <p:nvPr/>
          </p:nvSpPr>
          <p:spPr>
            <a:xfrm>
              <a:off x="473942" y="6509161"/>
              <a:ext cx="270510" cy="270510"/>
            </a:xfrm>
            <a:custGeom>
              <a:avLst/>
              <a:gdLst/>
              <a:ahLst/>
              <a:cxnLst/>
              <a:rect l="l" t="t" r="r" b="b"/>
              <a:pathLst>
                <a:path w="270509"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69999"/>
                  </a:lnTo>
                  <a:lnTo>
                    <a:pt x="177670" y="263117"/>
                  </a:lnTo>
                  <a:lnTo>
                    <a:pt x="214729" y="243952"/>
                  </a:lnTo>
                  <a:lnTo>
                    <a:pt x="222432" y="236249"/>
                  </a:lnTo>
                  <a:lnTo>
                    <a:pt x="84375" y="236249"/>
                  </a:lnTo>
                  <a:lnTo>
                    <a:pt x="84375" y="219375"/>
                  </a:lnTo>
                  <a:lnTo>
                    <a:pt x="109687" y="219375"/>
                  </a:lnTo>
                  <a:lnTo>
                    <a:pt x="109687" y="101249"/>
                  </a:lnTo>
                  <a:lnTo>
                    <a:pt x="84375" y="101249"/>
                  </a:lnTo>
                  <a:lnTo>
                    <a:pt x="84375" y="84375"/>
                  </a:lnTo>
                  <a:lnTo>
                    <a:pt x="259003"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09" h="270509">
                  <a:moveTo>
                    <a:pt x="259003" y="84375"/>
                  </a:moveTo>
                  <a:lnTo>
                    <a:pt x="160312" y="84375"/>
                  </a:lnTo>
                  <a:lnTo>
                    <a:pt x="160312" y="219375"/>
                  </a:lnTo>
                  <a:lnTo>
                    <a:pt x="185625" y="219375"/>
                  </a:lnTo>
                  <a:lnTo>
                    <a:pt x="185625" y="236249"/>
                  </a:lnTo>
                  <a:lnTo>
                    <a:pt x="222432" y="236249"/>
                  </a:lnTo>
                  <a:lnTo>
                    <a:pt x="243952" y="214729"/>
                  </a:lnTo>
                  <a:lnTo>
                    <a:pt x="263117" y="177670"/>
                  </a:lnTo>
                  <a:lnTo>
                    <a:pt x="269999" y="134999"/>
                  </a:lnTo>
                  <a:lnTo>
                    <a:pt x="263117" y="92329"/>
                  </a:lnTo>
                  <a:lnTo>
                    <a:pt x="259003" y="84375"/>
                  </a:lnTo>
                  <a:close/>
                </a:path>
                <a:path w="270509"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13" name="object 13"/>
            <p:cNvPicPr/>
            <p:nvPr/>
          </p:nvPicPr>
          <p:blipFill>
            <a:blip r:embed="rId5" cstate="print"/>
            <a:stretch>
              <a:fillRect/>
            </a:stretch>
          </p:blipFill>
          <p:spPr>
            <a:xfrm>
              <a:off x="558317" y="6517599"/>
              <a:ext cx="101249" cy="227812"/>
            </a:xfrm>
            <a:prstGeom prst="rect">
              <a:avLst/>
            </a:prstGeom>
          </p:spPr>
        </p:pic>
      </p:grpSp>
      <p:pic>
        <p:nvPicPr>
          <p:cNvPr id="14" name="object 14"/>
          <p:cNvPicPr/>
          <p:nvPr/>
        </p:nvPicPr>
        <p:blipFill>
          <a:blip r:embed="rId6" cstate="print"/>
          <a:stretch>
            <a:fillRect/>
          </a:stretch>
        </p:blipFill>
        <p:spPr>
          <a:xfrm>
            <a:off x="223541" y="1253796"/>
            <a:ext cx="1271588" cy="787308"/>
          </a:xfrm>
          <a:prstGeom prst="rect">
            <a:avLst/>
          </a:prstGeom>
        </p:spPr>
      </p:pic>
      <p:pic>
        <p:nvPicPr>
          <p:cNvPr id="15" name="object 15"/>
          <p:cNvPicPr/>
          <p:nvPr/>
        </p:nvPicPr>
        <p:blipFill>
          <a:blip r:embed="rId7" cstate="print"/>
          <a:stretch>
            <a:fillRect/>
          </a:stretch>
        </p:blipFill>
        <p:spPr>
          <a:xfrm>
            <a:off x="186208" y="3465512"/>
            <a:ext cx="1271588" cy="787309"/>
          </a:xfrm>
          <a:prstGeom prst="rect">
            <a:avLst/>
          </a:prstGeom>
        </p:spPr>
      </p:pic>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24</a:t>
            </a:fld>
            <a:endParaRPr spc="-2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3" cstate="print"/>
          <a:stretch>
            <a:fillRect/>
          </a:stretch>
        </p:blipFill>
        <p:spPr>
          <a:xfrm>
            <a:off x="1417319" y="566927"/>
            <a:ext cx="10061448" cy="573024"/>
          </a:xfrm>
          <a:prstGeom prst="rect">
            <a:avLst/>
          </a:prstGeom>
        </p:spPr>
      </p:pic>
      <p:sp>
        <p:nvSpPr>
          <p:cNvPr id="4" name="object 4"/>
          <p:cNvSpPr txBox="1">
            <a:spLocks noGrp="1"/>
          </p:cNvSpPr>
          <p:nvPr>
            <p:ph type="title"/>
          </p:nvPr>
        </p:nvSpPr>
        <p:spPr>
          <a:prstGeom prst="rect">
            <a:avLst/>
          </a:prstGeom>
        </p:spPr>
        <p:txBody>
          <a:bodyPr vert="horz" wrap="square" lIns="0" tIns="329691" rIns="0" bIns="0" rtlCol="0">
            <a:spAutoFit/>
          </a:bodyPr>
          <a:lstStyle/>
          <a:p>
            <a:pPr marL="640715">
              <a:lnSpc>
                <a:spcPct val="100000"/>
              </a:lnSpc>
              <a:spcBef>
                <a:spcPts val="100"/>
              </a:spcBef>
            </a:pPr>
            <a:r>
              <a:rPr dirty="0"/>
              <a:t>040</a:t>
            </a:r>
            <a:r>
              <a:rPr spc="-40" dirty="0"/>
              <a:t> </a:t>
            </a:r>
            <a:r>
              <a:rPr dirty="0"/>
              <a:t>02</a:t>
            </a:r>
            <a:r>
              <a:rPr spc="-35" dirty="0"/>
              <a:t> </a:t>
            </a:r>
            <a:r>
              <a:rPr dirty="0"/>
              <a:t>04:</a:t>
            </a:r>
            <a:r>
              <a:rPr spc="-35" dirty="0"/>
              <a:t> </a:t>
            </a:r>
            <a:r>
              <a:rPr dirty="0"/>
              <a:t>Different</a:t>
            </a:r>
            <a:r>
              <a:rPr spc="-30" dirty="0"/>
              <a:t> </a:t>
            </a:r>
            <a:r>
              <a:rPr dirty="0"/>
              <a:t>types</a:t>
            </a:r>
            <a:r>
              <a:rPr spc="-35" dirty="0"/>
              <a:t> </a:t>
            </a:r>
            <a:r>
              <a:rPr dirty="0"/>
              <a:t>of</a:t>
            </a:r>
            <a:r>
              <a:rPr spc="-35" dirty="0"/>
              <a:t> </a:t>
            </a:r>
            <a:r>
              <a:rPr dirty="0"/>
              <a:t>winds</a:t>
            </a:r>
            <a:r>
              <a:rPr spc="-30" dirty="0"/>
              <a:t> </a:t>
            </a:r>
            <a:r>
              <a:rPr dirty="0"/>
              <a:t>and</a:t>
            </a:r>
            <a:r>
              <a:rPr spc="-35" dirty="0"/>
              <a:t> </a:t>
            </a:r>
            <a:r>
              <a:rPr dirty="0"/>
              <a:t>their</a:t>
            </a:r>
            <a:r>
              <a:rPr spc="-35" dirty="0"/>
              <a:t> </a:t>
            </a:r>
            <a:r>
              <a:rPr dirty="0"/>
              <a:t>impact</a:t>
            </a:r>
            <a:r>
              <a:rPr spc="-30" dirty="0"/>
              <a:t> </a:t>
            </a:r>
            <a:r>
              <a:rPr dirty="0"/>
              <a:t>on</a:t>
            </a:r>
            <a:r>
              <a:rPr spc="-90" dirty="0"/>
              <a:t> </a:t>
            </a:r>
            <a:r>
              <a:rPr dirty="0"/>
              <a:t>UA</a:t>
            </a:r>
            <a:r>
              <a:rPr spc="-35" dirty="0"/>
              <a:t> </a:t>
            </a:r>
            <a:r>
              <a:rPr dirty="0"/>
              <a:t>ground</a:t>
            </a:r>
            <a:r>
              <a:rPr spc="-35" dirty="0"/>
              <a:t> </a:t>
            </a:r>
            <a:r>
              <a:rPr dirty="0"/>
              <a:t>speeds</a:t>
            </a:r>
            <a:r>
              <a:rPr spc="-30" dirty="0"/>
              <a:t> </a:t>
            </a:r>
            <a:r>
              <a:rPr dirty="0"/>
              <a:t>during</a:t>
            </a:r>
            <a:r>
              <a:rPr spc="-35" dirty="0"/>
              <a:t> </a:t>
            </a:r>
            <a:r>
              <a:rPr spc="-10" dirty="0"/>
              <a:t>operations:</a:t>
            </a:r>
          </a:p>
        </p:txBody>
      </p:sp>
      <p:grpSp>
        <p:nvGrpSpPr>
          <p:cNvPr id="5" name="object 5"/>
          <p:cNvGrpSpPr/>
          <p:nvPr/>
        </p:nvGrpSpPr>
        <p:grpSpPr>
          <a:xfrm>
            <a:off x="43542" y="6462030"/>
            <a:ext cx="360045" cy="360045"/>
            <a:chOff x="43542" y="6462030"/>
            <a:chExt cx="360045" cy="360045"/>
          </a:xfrm>
        </p:grpSpPr>
        <p:sp>
          <p:nvSpPr>
            <p:cNvPr id="6" name="object 6"/>
            <p:cNvSpPr/>
            <p:nvPr/>
          </p:nvSpPr>
          <p:spPr>
            <a:xfrm>
              <a:off x="43542" y="6462030"/>
              <a:ext cx="360045" cy="360045"/>
            </a:xfrm>
            <a:custGeom>
              <a:avLst/>
              <a:gdLst/>
              <a:ahLst/>
              <a:cxnLst/>
              <a:rect l="l" t="t" r="r" b="b"/>
              <a:pathLst>
                <a:path w="360045" h="360045">
                  <a:moveTo>
                    <a:pt x="359999" y="0"/>
                  </a:moveTo>
                  <a:lnTo>
                    <a:pt x="0" y="0"/>
                  </a:lnTo>
                  <a:lnTo>
                    <a:pt x="0" y="359999"/>
                  </a:lnTo>
                  <a:lnTo>
                    <a:pt x="359999" y="359999"/>
                  </a:lnTo>
                  <a:lnTo>
                    <a:pt x="359999" y="314999"/>
                  </a:lnTo>
                  <a:lnTo>
                    <a:pt x="179999" y="314999"/>
                  </a:lnTo>
                  <a:lnTo>
                    <a:pt x="137329" y="308117"/>
                  </a:lnTo>
                  <a:lnTo>
                    <a:pt x="100270" y="288952"/>
                  </a:lnTo>
                  <a:lnTo>
                    <a:pt x="71047" y="259729"/>
                  </a:lnTo>
                  <a:lnTo>
                    <a:pt x="51882" y="222670"/>
                  </a:lnTo>
                  <a:lnTo>
                    <a:pt x="44999" y="179999"/>
                  </a:lnTo>
                  <a:lnTo>
                    <a:pt x="51882" y="137329"/>
                  </a:lnTo>
                  <a:lnTo>
                    <a:pt x="71047" y="100270"/>
                  </a:lnTo>
                  <a:lnTo>
                    <a:pt x="100270" y="71047"/>
                  </a:lnTo>
                  <a:lnTo>
                    <a:pt x="137329" y="51882"/>
                  </a:lnTo>
                  <a:lnTo>
                    <a:pt x="179999" y="44999"/>
                  </a:lnTo>
                  <a:lnTo>
                    <a:pt x="359999" y="44999"/>
                  </a:lnTo>
                  <a:lnTo>
                    <a:pt x="359999" y="0"/>
                  </a:lnTo>
                  <a:close/>
                </a:path>
                <a:path w="360045" h="360045">
                  <a:moveTo>
                    <a:pt x="359999" y="44999"/>
                  </a:moveTo>
                  <a:lnTo>
                    <a:pt x="179999" y="44999"/>
                  </a:lnTo>
                  <a:lnTo>
                    <a:pt x="222670" y="51882"/>
                  </a:lnTo>
                  <a:lnTo>
                    <a:pt x="259729" y="71047"/>
                  </a:lnTo>
                  <a:lnTo>
                    <a:pt x="288952" y="100270"/>
                  </a:lnTo>
                  <a:lnTo>
                    <a:pt x="308117" y="137329"/>
                  </a:lnTo>
                  <a:lnTo>
                    <a:pt x="314999" y="179999"/>
                  </a:lnTo>
                  <a:lnTo>
                    <a:pt x="308117" y="222670"/>
                  </a:lnTo>
                  <a:lnTo>
                    <a:pt x="288952" y="259729"/>
                  </a:lnTo>
                  <a:lnTo>
                    <a:pt x="259729" y="288952"/>
                  </a:lnTo>
                  <a:lnTo>
                    <a:pt x="222670" y="308117"/>
                  </a:lnTo>
                  <a:lnTo>
                    <a:pt x="179999" y="314999"/>
                  </a:lnTo>
                  <a:lnTo>
                    <a:pt x="359999" y="314999"/>
                  </a:lnTo>
                  <a:lnTo>
                    <a:pt x="359999" y="44999"/>
                  </a:lnTo>
                  <a:close/>
                </a:path>
              </a:pathLst>
            </a:custGeom>
            <a:solidFill>
              <a:srgbClr val="1CADE4"/>
            </a:solidFill>
          </p:spPr>
          <p:txBody>
            <a:bodyPr wrap="square" lIns="0" tIns="0" rIns="0" bIns="0" rtlCol="0"/>
            <a:lstStyle/>
            <a:p>
              <a:endParaRPr/>
            </a:p>
          </p:txBody>
        </p:sp>
        <p:sp>
          <p:nvSpPr>
            <p:cNvPr id="7" name="object 7"/>
            <p:cNvSpPr/>
            <p:nvPr/>
          </p:nvSpPr>
          <p:spPr>
            <a:xfrm>
              <a:off x="88542" y="6507030"/>
              <a:ext cx="270510" cy="270510"/>
            </a:xfrm>
            <a:custGeom>
              <a:avLst/>
              <a:gdLst/>
              <a:ahLst/>
              <a:cxnLst/>
              <a:rect l="l" t="t" r="r" b="b"/>
              <a:pathLst>
                <a:path w="270510"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10" h="270509">
                  <a:moveTo>
                    <a:pt x="259004" y="84375"/>
                  </a:moveTo>
                  <a:lnTo>
                    <a:pt x="160312" y="84375"/>
                  </a:lnTo>
                  <a:lnTo>
                    <a:pt x="160312" y="219375"/>
                  </a:lnTo>
                  <a:lnTo>
                    <a:pt x="185625" y="219375"/>
                  </a:lnTo>
                  <a:lnTo>
                    <a:pt x="185625" y="236250"/>
                  </a:lnTo>
                  <a:lnTo>
                    <a:pt x="222432" y="236250"/>
                  </a:lnTo>
                  <a:lnTo>
                    <a:pt x="243952" y="214729"/>
                  </a:lnTo>
                  <a:lnTo>
                    <a:pt x="263117" y="177670"/>
                  </a:lnTo>
                  <a:lnTo>
                    <a:pt x="269999" y="134999"/>
                  </a:lnTo>
                  <a:lnTo>
                    <a:pt x="263117" y="92329"/>
                  </a:lnTo>
                  <a:lnTo>
                    <a:pt x="259004" y="84375"/>
                  </a:lnTo>
                  <a:close/>
                </a:path>
                <a:path w="270510"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8" name="object 8"/>
            <p:cNvPicPr/>
            <p:nvPr/>
          </p:nvPicPr>
          <p:blipFill>
            <a:blip r:embed="rId4" cstate="print"/>
            <a:stretch>
              <a:fillRect/>
            </a:stretch>
          </p:blipFill>
          <p:spPr>
            <a:xfrm>
              <a:off x="172917" y="6515468"/>
              <a:ext cx="101249" cy="227812"/>
            </a:xfrm>
            <a:prstGeom prst="rect">
              <a:avLst/>
            </a:prstGeom>
          </p:spPr>
        </p:pic>
      </p:grpSp>
      <p:grpSp>
        <p:nvGrpSpPr>
          <p:cNvPr id="9" name="object 9"/>
          <p:cNvGrpSpPr/>
          <p:nvPr/>
        </p:nvGrpSpPr>
        <p:grpSpPr>
          <a:xfrm>
            <a:off x="2484120" y="5671698"/>
            <a:ext cx="2921635" cy="1045844"/>
            <a:chOff x="2484120" y="5671698"/>
            <a:chExt cx="2921635" cy="1045844"/>
          </a:xfrm>
        </p:grpSpPr>
        <p:pic>
          <p:nvPicPr>
            <p:cNvPr id="10" name="object 10"/>
            <p:cNvPicPr/>
            <p:nvPr/>
          </p:nvPicPr>
          <p:blipFill>
            <a:blip r:embed="rId5" cstate="print"/>
            <a:stretch>
              <a:fillRect/>
            </a:stretch>
          </p:blipFill>
          <p:spPr>
            <a:xfrm>
              <a:off x="2484120" y="5727191"/>
              <a:ext cx="917447" cy="917447"/>
            </a:xfrm>
            <a:prstGeom prst="rect">
              <a:avLst/>
            </a:prstGeom>
          </p:spPr>
        </p:pic>
        <p:sp>
          <p:nvSpPr>
            <p:cNvPr id="11" name="object 11"/>
            <p:cNvSpPr/>
            <p:nvPr/>
          </p:nvSpPr>
          <p:spPr>
            <a:xfrm>
              <a:off x="4839785" y="6108631"/>
              <a:ext cx="565785" cy="152400"/>
            </a:xfrm>
            <a:custGeom>
              <a:avLst/>
              <a:gdLst/>
              <a:ahLst/>
              <a:cxnLst/>
              <a:rect l="l" t="t" r="r" b="b"/>
              <a:pathLst>
                <a:path w="565785" h="152400">
                  <a:moveTo>
                    <a:pt x="101600" y="0"/>
                  </a:moveTo>
                  <a:lnTo>
                    <a:pt x="0" y="76200"/>
                  </a:lnTo>
                  <a:lnTo>
                    <a:pt x="101600" y="152400"/>
                  </a:lnTo>
                  <a:lnTo>
                    <a:pt x="101600" y="101600"/>
                  </a:lnTo>
                  <a:lnTo>
                    <a:pt x="76200" y="101600"/>
                  </a:lnTo>
                  <a:lnTo>
                    <a:pt x="66313" y="99604"/>
                  </a:lnTo>
                  <a:lnTo>
                    <a:pt x="58239" y="94160"/>
                  </a:lnTo>
                  <a:lnTo>
                    <a:pt x="52796" y="86086"/>
                  </a:lnTo>
                  <a:lnTo>
                    <a:pt x="50800" y="76200"/>
                  </a:lnTo>
                  <a:lnTo>
                    <a:pt x="52796" y="66313"/>
                  </a:lnTo>
                  <a:lnTo>
                    <a:pt x="58239" y="58239"/>
                  </a:lnTo>
                  <a:lnTo>
                    <a:pt x="66313" y="52796"/>
                  </a:lnTo>
                  <a:lnTo>
                    <a:pt x="76200" y="50800"/>
                  </a:lnTo>
                  <a:lnTo>
                    <a:pt x="101600" y="50800"/>
                  </a:lnTo>
                  <a:lnTo>
                    <a:pt x="101600" y="0"/>
                  </a:lnTo>
                  <a:close/>
                </a:path>
                <a:path w="565785" h="152400">
                  <a:moveTo>
                    <a:pt x="101600" y="50800"/>
                  </a:moveTo>
                  <a:lnTo>
                    <a:pt x="76200" y="50800"/>
                  </a:lnTo>
                  <a:lnTo>
                    <a:pt x="66313" y="52796"/>
                  </a:lnTo>
                  <a:lnTo>
                    <a:pt x="58239" y="58239"/>
                  </a:lnTo>
                  <a:lnTo>
                    <a:pt x="52796" y="66313"/>
                  </a:lnTo>
                  <a:lnTo>
                    <a:pt x="50800" y="76200"/>
                  </a:lnTo>
                  <a:lnTo>
                    <a:pt x="52796" y="86086"/>
                  </a:lnTo>
                  <a:lnTo>
                    <a:pt x="58239" y="94160"/>
                  </a:lnTo>
                  <a:lnTo>
                    <a:pt x="66313" y="99604"/>
                  </a:lnTo>
                  <a:lnTo>
                    <a:pt x="76200" y="101600"/>
                  </a:lnTo>
                  <a:lnTo>
                    <a:pt x="101600" y="101600"/>
                  </a:lnTo>
                  <a:lnTo>
                    <a:pt x="101600" y="50800"/>
                  </a:lnTo>
                  <a:close/>
                </a:path>
                <a:path w="565785" h="152400">
                  <a:moveTo>
                    <a:pt x="540004" y="50800"/>
                  </a:moveTo>
                  <a:lnTo>
                    <a:pt x="101600" y="50800"/>
                  </a:lnTo>
                  <a:lnTo>
                    <a:pt x="101600" y="101600"/>
                  </a:lnTo>
                  <a:lnTo>
                    <a:pt x="539995" y="101600"/>
                  </a:lnTo>
                  <a:lnTo>
                    <a:pt x="549882" y="99604"/>
                  </a:lnTo>
                  <a:lnTo>
                    <a:pt x="557959" y="94160"/>
                  </a:lnTo>
                  <a:lnTo>
                    <a:pt x="563403" y="86086"/>
                  </a:lnTo>
                  <a:lnTo>
                    <a:pt x="565399" y="76200"/>
                  </a:lnTo>
                  <a:lnTo>
                    <a:pt x="563404" y="66313"/>
                  </a:lnTo>
                  <a:lnTo>
                    <a:pt x="557960" y="58239"/>
                  </a:lnTo>
                  <a:lnTo>
                    <a:pt x="549887" y="52796"/>
                  </a:lnTo>
                  <a:lnTo>
                    <a:pt x="540004" y="50800"/>
                  </a:lnTo>
                  <a:close/>
                </a:path>
              </a:pathLst>
            </a:custGeom>
            <a:solidFill>
              <a:srgbClr val="FF0000"/>
            </a:solidFill>
          </p:spPr>
          <p:txBody>
            <a:bodyPr wrap="square" lIns="0" tIns="0" rIns="0" bIns="0" rtlCol="0"/>
            <a:lstStyle/>
            <a:p>
              <a:endParaRPr/>
            </a:p>
          </p:txBody>
        </p:sp>
        <p:sp>
          <p:nvSpPr>
            <p:cNvPr id="12" name="object 12"/>
            <p:cNvSpPr/>
            <p:nvPr/>
          </p:nvSpPr>
          <p:spPr>
            <a:xfrm>
              <a:off x="3374386" y="6108631"/>
              <a:ext cx="1465580" cy="152400"/>
            </a:xfrm>
            <a:custGeom>
              <a:avLst/>
              <a:gdLst/>
              <a:ahLst/>
              <a:cxnLst/>
              <a:rect l="l" t="t" r="r" b="b"/>
              <a:pathLst>
                <a:path w="1465579" h="152400">
                  <a:moveTo>
                    <a:pt x="1363799" y="0"/>
                  </a:moveTo>
                  <a:lnTo>
                    <a:pt x="1363799" y="152399"/>
                  </a:lnTo>
                  <a:lnTo>
                    <a:pt x="1431532" y="101599"/>
                  </a:lnTo>
                  <a:lnTo>
                    <a:pt x="1389199" y="101599"/>
                  </a:lnTo>
                  <a:lnTo>
                    <a:pt x="1399086" y="99603"/>
                  </a:lnTo>
                  <a:lnTo>
                    <a:pt x="1407160" y="94160"/>
                  </a:lnTo>
                  <a:lnTo>
                    <a:pt x="1412603" y="86086"/>
                  </a:lnTo>
                  <a:lnTo>
                    <a:pt x="1414599" y="76200"/>
                  </a:lnTo>
                  <a:lnTo>
                    <a:pt x="1412603" y="66313"/>
                  </a:lnTo>
                  <a:lnTo>
                    <a:pt x="1407160" y="58239"/>
                  </a:lnTo>
                  <a:lnTo>
                    <a:pt x="1399086" y="52796"/>
                  </a:lnTo>
                  <a:lnTo>
                    <a:pt x="1389199" y="50799"/>
                  </a:lnTo>
                  <a:lnTo>
                    <a:pt x="1431532" y="50799"/>
                  </a:lnTo>
                  <a:lnTo>
                    <a:pt x="1363799" y="0"/>
                  </a:lnTo>
                  <a:close/>
                </a:path>
                <a:path w="1465579" h="152400">
                  <a:moveTo>
                    <a:pt x="1363799" y="50799"/>
                  </a:moveTo>
                  <a:lnTo>
                    <a:pt x="25395" y="50799"/>
                  </a:lnTo>
                  <a:lnTo>
                    <a:pt x="15511" y="52796"/>
                  </a:lnTo>
                  <a:lnTo>
                    <a:pt x="7438" y="58239"/>
                  </a:lnTo>
                  <a:lnTo>
                    <a:pt x="1995" y="66313"/>
                  </a:lnTo>
                  <a:lnTo>
                    <a:pt x="0" y="76200"/>
                  </a:lnTo>
                  <a:lnTo>
                    <a:pt x="1996" y="86086"/>
                  </a:lnTo>
                  <a:lnTo>
                    <a:pt x="7440" y="94160"/>
                  </a:lnTo>
                  <a:lnTo>
                    <a:pt x="15517" y="99603"/>
                  </a:lnTo>
                  <a:lnTo>
                    <a:pt x="25404" y="101599"/>
                  </a:lnTo>
                  <a:lnTo>
                    <a:pt x="1363799" y="101599"/>
                  </a:lnTo>
                  <a:lnTo>
                    <a:pt x="1363799" y="50799"/>
                  </a:lnTo>
                  <a:close/>
                </a:path>
                <a:path w="1465579" h="152400">
                  <a:moveTo>
                    <a:pt x="1431532" y="50799"/>
                  </a:moveTo>
                  <a:lnTo>
                    <a:pt x="1389199" y="50799"/>
                  </a:lnTo>
                  <a:lnTo>
                    <a:pt x="1399086" y="52796"/>
                  </a:lnTo>
                  <a:lnTo>
                    <a:pt x="1407160" y="58239"/>
                  </a:lnTo>
                  <a:lnTo>
                    <a:pt x="1412603" y="66313"/>
                  </a:lnTo>
                  <a:lnTo>
                    <a:pt x="1414599" y="76200"/>
                  </a:lnTo>
                  <a:lnTo>
                    <a:pt x="1412603" y="86086"/>
                  </a:lnTo>
                  <a:lnTo>
                    <a:pt x="1407160" y="94160"/>
                  </a:lnTo>
                  <a:lnTo>
                    <a:pt x="1399086" y="99603"/>
                  </a:lnTo>
                  <a:lnTo>
                    <a:pt x="1389199" y="101599"/>
                  </a:lnTo>
                  <a:lnTo>
                    <a:pt x="1431532" y="101599"/>
                  </a:lnTo>
                  <a:lnTo>
                    <a:pt x="1465399" y="76200"/>
                  </a:lnTo>
                  <a:lnTo>
                    <a:pt x="1431532" y="50799"/>
                  </a:lnTo>
                  <a:close/>
                </a:path>
              </a:pathLst>
            </a:custGeom>
            <a:solidFill>
              <a:srgbClr val="0070C0"/>
            </a:solidFill>
          </p:spPr>
          <p:txBody>
            <a:bodyPr wrap="square" lIns="0" tIns="0" rIns="0" bIns="0" rtlCol="0"/>
            <a:lstStyle/>
            <a:p>
              <a:endParaRPr/>
            </a:p>
          </p:txBody>
        </p:sp>
        <p:sp>
          <p:nvSpPr>
            <p:cNvPr id="13" name="object 13"/>
            <p:cNvSpPr/>
            <p:nvPr/>
          </p:nvSpPr>
          <p:spPr>
            <a:xfrm>
              <a:off x="3374386" y="5671698"/>
              <a:ext cx="2005964" cy="152400"/>
            </a:xfrm>
            <a:custGeom>
              <a:avLst/>
              <a:gdLst/>
              <a:ahLst/>
              <a:cxnLst/>
              <a:rect l="l" t="t" r="r" b="b"/>
              <a:pathLst>
                <a:path w="2005964" h="152400">
                  <a:moveTo>
                    <a:pt x="1903799" y="0"/>
                  </a:moveTo>
                  <a:lnTo>
                    <a:pt x="1903799" y="152399"/>
                  </a:lnTo>
                  <a:lnTo>
                    <a:pt x="1971532" y="101600"/>
                  </a:lnTo>
                  <a:lnTo>
                    <a:pt x="1929202" y="101600"/>
                  </a:lnTo>
                  <a:lnTo>
                    <a:pt x="1939088" y="99604"/>
                  </a:lnTo>
                  <a:lnTo>
                    <a:pt x="1947162" y="94160"/>
                  </a:lnTo>
                  <a:lnTo>
                    <a:pt x="1952606" y="86086"/>
                  </a:lnTo>
                  <a:lnTo>
                    <a:pt x="1954602" y="76200"/>
                  </a:lnTo>
                  <a:lnTo>
                    <a:pt x="1952606" y="66313"/>
                  </a:lnTo>
                  <a:lnTo>
                    <a:pt x="1947162" y="58239"/>
                  </a:lnTo>
                  <a:lnTo>
                    <a:pt x="1939088" y="52796"/>
                  </a:lnTo>
                  <a:lnTo>
                    <a:pt x="1929202" y="50800"/>
                  </a:lnTo>
                  <a:lnTo>
                    <a:pt x="1971533" y="50800"/>
                  </a:lnTo>
                  <a:lnTo>
                    <a:pt x="1903799" y="0"/>
                  </a:lnTo>
                  <a:close/>
                </a:path>
                <a:path w="2005964" h="152400">
                  <a:moveTo>
                    <a:pt x="1903799" y="50800"/>
                  </a:moveTo>
                  <a:lnTo>
                    <a:pt x="25394" y="50800"/>
                  </a:lnTo>
                  <a:lnTo>
                    <a:pt x="15511" y="52796"/>
                  </a:lnTo>
                  <a:lnTo>
                    <a:pt x="7438" y="58239"/>
                  </a:lnTo>
                  <a:lnTo>
                    <a:pt x="1995" y="66313"/>
                  </a:lnTo>
                  <a:lnTo>
                    <a:pt x="0" y="76200"/>
                  </a:lnTo>
                  <a:lnTo>
                    <a:pt x="1996" y="86086"/>
                  </a:lnTo>
                  <a:lnTo>
                    <a:pt x="7440" y="94160"/>
                  </a:lnTo>
                  <a:lnTo>
                    <a:pt x="15517" y="99604"/>
                  </a:lnTo>
                  <a:lnTo>
                    <a:pt x="25404" y="101600"/>
                  </a:lnTo>
                  <a:lnTo>
                    <a:pt x="1903799" y="101600"/>
                  </a:lnTo>
                  <a:lnTo>
                    <a:pt x="1903799" y="50800"/>
                  </a:lnTo>
                  <a:close/>
                </a:path>
                <a:path w="2005964" h="152400">
                  <a:moveTo>
                    <a:pt x="1971533" y="50800"/>
                  </a:moveTo>
                  <a:lnTo>
                    <a:pt x="1929202" y="50800"/>
                  </a:lnTo>
                  <a:lnTo>
                    <a:pt x="1939088" y="52796"/>
                  </a:lnTo>
                  <a:lnTo>
                    <a:pt x="1947162" y="58239"/>
                  </a:lnTo>
                  <a:lnTo>
                    <a:pt x="1952606" y="66313"/>
                  </a:lnTo>
                  <a:lnTo>
                    <a:pt x="1954602" y="76200"/>
                  </a:lnTo>
                  <a:lnTo>
                    <a:pt x="1952606" y="86086"/>
                  </a:lnTo>
                  <a:lnTo>
                    <a:pt x="1947162" y="94160"/>
                  </a:lnTo>
                  <a:lnTo>
                    <a:pt x="1939088" y="99604"/>
                  </a:lnTo>
                  <a:lnTo>
                    <a:pt x="1929202" y="101600"/>
                  </a:lnTo>
                  <a:lnTo>
                    <a:pt x="1971532" y="101600"/>
                  </a:lnTo>
                  <a:lnTo>
                    <a:pt x="2005399" y="76200"/>
                  </a:lnTo>
                  <a:lnTo>
                    <a:pt x="1971533" y="50800"/>
                  </a:lnTo>
                  <a:close/>
                </a:path>
              </a:pathLst>
            </a:custGeom>
            <a:solidFill>
              <a:srgbClr val="00B050"/>
            </a:solidFill>
          </p:spPr>
          <p:txBody>
            <a:bodyPr wrap="square" lIns="0" tIns="0" rIns="0" bIns="0" rtlCol="0"/>
            <a:lstStyle/>
            <a:p>
              <a:endParaRPr/>
            </a:p>
          </p:txBody>
        </p:sp>
        <p:sp>
          <p:nvSpPr>
            <p:cNvPr id="14" name="object 14"/>
            <p:cNvSpPr/>
            <p:nvPr/>
          </p:nvSpPr>
          <p:spPr>
            <a:xfrm>
              <a:off x="3374386" y="6564762"/>
              <a:ext cx="925830" cy="152400"/>
            </a:xfrm>
            <a:custGeom>
              <a:avLst/>
              <a:gdLst/>
              <a:ahLst/>
              <a:cxnLst/>
              <a:rect l="l" t="t" r="r" b="b"/>
              <a:pathLst>
                <a:path w="925829" h="152400">
                  <a:moveTo>
                    <a:pt x="823799" y="0"/>
                  </a:moveTo>
                  <a:lnTo>
                    <a:pt x="823799" y="152399"/>
                  </a:lnTo>
                  <a:lnTo>
                    <a:pt x="891532" y="101599"/>
                  </a:lnTo>
                  <a:lnTo>
                    <a:pt x="849199" y="101599"/>
                  </a:lnTo>
                  <a:lnTo>
                    <a:pt x="859086" y="99603"/>
                  </a:lnTo>
                  <a:lnTo>
                    <a:pt x="867159" y="94160"/>
                  </a:lnTo>
                  <a:lnTo>
                    <a:pt x="872603" y="86086"/>
                  </a:lnTo>
                  <a:lnTo>
                    <a:pt x="874599" y="76200"/>
                  </a:lnTo>
                  <a:lnTo>
                    <a:pt x="872603" y="66313"/>
                  </a:lnTo>
                  <a:lnTo>
                    <a:pt x="867159" y="58239"/>
                  </a:lnTo>
                  <a:lnTo>
                    <a:pt x="859086" y="52796"/>
                  </a:lnTo>
                  <a:lnTo>
                    <a:pt x="849199" y="50799"/>
                  </a:lnTo>
                  <a:lnTo>
                    <a:pt x="891532" y="50799"/>
                  </a:lnTo>
                  <a:lnTo>
                    <a:pt x="823799" y="0"/>
                  </a:lnTo>
                  <a:close/>
                </a:path>
                <a:path w="925829" h="152400">
                  <a:moveTo>
                    <a:pt x="823799" y="50799"/>
                  </a:moveTo>
                  <a:lnTo>
                    <a:pt x="25395" y="50799"/>
                  </a:lnTo>
                  <a:lnTo>
                    <a:pt x="15511" y="52796"/>
                  </a:lnTo>
                  <a:lnTo>
                    <a:pt x="7438" y="58239"/>
                  </a:lnTo>
                  <a:lnTo>
                    <a:pt x="1995" y="66313"/>
                  </a:lnTo>
                  <a:lnTo>
                    <a:pt x="0" y="76200"/>
                  </a:lnTo>
                  <a:lnTo>
                    <a:pt x="1996" y="86086"/>
                  </a:lnTo>
                  <a:lnTo>
                    <a:pt x="7440" y="94160"/>
                  </a:lnTo>
                  <a:lnTo>
                    <a:pt x="15517" y="99603"/>
                  </a:lnTo>
                  <a:lnTo>
                    <a:pt x="25404" y="101599"/>
                  </a:lnTo>
                  <a:lnTo>
                    <a:pt x="823799" y="101599"/>
                  </a:lnTo>
                  <a:lnTo>
                    <a:pt x="823799" y="50799"/>
                  </a:lnTo>
                  <a:close/>
                </a:path>
                <a:path w="925829" h="152400">
                  <a:moveTo>
                    <a:pt x="891532" y="50799"/>
                  </a:moveTo>
                  <a:lnTo>
                    <a:pt x="849199" y="50799"/>
                  </a:lnTo>
                  <a:lnTo>
                    <a:pt x="859086" y="52796"/>
                  </a:lnTo>
                  <a:lnTo>
                    <a:pt x="867159" y="58239"/>
                  </a:lnTo>
                  <a:lnTo>
                    <a:pt x="872603" y="66313"/>
                  </a:lnTo>
                  <a:lnTo>
                    <a:pt x="874599" y="76200"/>
                  </a:lnTo>
                  <a:lnTo>
                    <a:pt x="872603" y="86086"/>
                  </a:lnTo>
                  <a:lnTo>
                    <a:pt x="867159" y="94160"/>
                  </a:lnTo>
                  <a:lnTo>
                    <a:pt x="859086" y="99603"/>
                  </a:lnTo>
                  <a:lnTo>
                    <a:pt x="849199" y="101599"/>
                  </a:lnTo>
                  <a:lnTo>
                    <a:pt x="891532" y="101599"/>
                  </a:lnTo>
                  <a:lnTo>
                    <a:pt x="925399" y="76200"/>
                  </a:lnTo>
                  <a:lnTo>
                    <a:pt x="891532" y="50799"/>
                  </a:lnTo>
                  <a:close/>
                </a:path>
              </a:pathLst>
            </a:custGeom>
            <a:solidFill>
              <a:srgbClr val="FFC000"/>
            </a:solidFill>
          </p:spPr>
          <p:txBody>
            <a:bodyPr wrap="square" lIns="0" tIns="0" rIns="0" bIns="0" rtlCol="0"/>
            <a:lstStyle/>
            <a:p>
              <a:endParaRPr/>
            </a:p>
          </p:txBody>
        </p:sp>
      </p:grpSp>
      <p:sp>
        <p:nvSpPr>
          <p:cNvPr id="15" name="object 15"/>
          <p:cNvSpPr txBox="1"/>
          <p:nvPr/>
        </p:nvSpPr>
        <p:spPr>
          <a:xfrm>
            <a:off x="1563047" y="1124584"/>
            <a:ext cx="9860915" cy="4572635"/>
          </a:xfrm>
          <a:prstGeom prst="rect">
            <a:avLst/>
          </a:prstGeom>
        </p:spPr>
        <p:txBody>
          <a:bodyPr vert="horz" wrap="square" lIns="0" tIns="137160" rIns="0" bIns="0" rtlCol="0">
            <a:spAutoFit/>
          </a:bodyPr>
          <a:lstStyle/>
          <a:p>
            <a:pPr marL="12700">
              <a:lnSpc>
                <a:spcPct val="100000"/>
              </a:lnSpc>
              <a:spcBef>
                <a:spcPts val="1080"/>
              </a:spcBef>
            </a:pPr>
            <a:r>
              <a:rPr sz="1800" b="1" u="sng" spc="-10" dirty="0">
                <a:uFill>
                  <a:solidFill>
                    <a:srgbClr val="000000"/>
                  </a:solidFill>
                </a:uFill>
                <a:latin typeface="Corbel"/>
                <a:cs typeface="Corbel"/>
              </a:rPr>
              <a:t>Headwind</a:t>
            </a:r>
            <a:endParaRPr sz="1800" dirty="0">
              <a:latin typeface="Corbel"/>
              <a:cs typeface="Corbel"/>
            </a:endParaRPr>
          </a:p>
          <a:p>
            <a:pPr marL="297815" indent="-285115">
              <a:lnSpc>
                <a:spcPct val="100000"/>
              </a:lnSpc>
              <a:spcBef>
                <a:spcPts val="869"/>
              </a:spcBef>
              <a:buFont typeface="Arial MT"/>
              <a:buChar char="•"/>
              <a:tabLst>
                <a:tab pos="297815" algn="l"/>
              </a:tabLst>
            </a:pPr>
            <a:r>
              <a:rPr sz="1600" dirty="0">
                <a:latin typeface="Corbel"/>
                <a:cs typeface="Corbel"/>
              </a:rPr>
              <a:t>When</a:t>
            </a:r>
            <a:r>
              <a:rPr sz="1600" spc="-20"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wind</a:t>
            </a:r>
            <a:r>
              <a:rPr sz="1600" spc="-20" dirty="0">
                <a:latin typeface="Corbel"/>
                <a:cs typeface="Corbel"/>
              </a:rPr>
              <a:t> </a:t>
            </a:r>
            <a:r>
              <a:rPr sz="1600" dirty="0">
                <a:latin typeface="Corbel"/>
                <a:cs typeface="Corbel"/>
              </a:rPr>
              <a:t>blows</a:t>
            </a:r>
            <a:r>
              <a:rPr sz="1600" spc="-20" dirty="0">
                <a:latin typeface="Corbel"/>
                <a:cs typeface="Corbel"/>
              </a:rPr>
              <a:t> </a:t>
            </a:r>
            <a:r>
              <a:rPr sz="1600" dirty="0">
                <a:latin typeface="Corbel"/>
                <a:cs typeface="Corbel"/>
              </a:rPr>
              <a:t>against</a:t>
            </a:r>
            <a:r>
              <a:rPr sz="1600" spc="-30"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direction</a:t>
            </a:r>
            <a:r>
              <a:rPr sz="1600" spc="-15" dirty="0">
                <a:latin typeface="Corbel"/>
                <a:cs typeface="Corbel"/>
              </a:rPr>
              <a:t> </a:t>
            </a:r>
            <a:r>
              <a:rPr sz="1600" dirty="0">
                <a:latin typeface="Corbel"/>
                <a:cs typeface="Corbel"/>
              </a:rPr>
              <a:t>in</a:t>
            </a:r>
            <a:r>
              <a:rPr sz="1600" spc="-20" dirty="0">
                <a:latin typeface="Corbel"/>
                <a:cs typeface="Corbel"/>
              </a:rPr>
              <a:t> </a:t>
            </a:r>
            <a:r>
              <a:rPr sz="1600" dirty="0">
                <a:latin typeface="Corbel"/>
                <a:cs typeface="Corbel"/>
              </a:rPr>
              <a:t>which</a:t>
            </a:r>
            <a:r>
              <a:rPr sz="1600" spc="-30" dirty="0">
                <a:latin typeface="Corbel"/>
                <a:cs typeface="Corbel"/>
              </a:rPr>
              <a:t> </a:t>
            </a:r>
            <a:r>
              <a:rPr sz="1600" dirty="0">
                <a:latin typeface="Corbel"/>
                <a:cs typeface="Corbel"/>
              </a:rPr>
              <a:t>the</a:t>
            </a:r>
            <a:r>
              <a:rPr sz="1600" spc="-20" dirty="0">
                <a:latin typeface="Corbel"/>
                <a:cs typeface="Corbel"/>
              </a:rPr>
              <a:t> </a:t>
            </a:r>
            <a:r>
              <a:rPr sz="1600" dirty="0">
                <a:latin typeface="Corbel"/>
                <a:cs typeface="Corbel"/>
              </a:rPr>
              <a:t>aircraft</a:t>
            </a:r>
            <a:r>
              <a:rPr sz="1600" spc="-30" dirty="0">
                <a:latin typeface="Corbel"/>
                <a:cs typeface="Corbel"/>
              </a:rPr>
              <a:t> </a:t>
            </a:r>
            <a:r>
              <a:rPr sz="1600" dirty="0">
                <a:latin typeface="Corbel"/>
                <a:cs typeface="Corbel"/>
              </a:rPr>
              <a:t>moves</a:t>
            </a:r>
            <a:r>
              <a:rPr sz="1600" spc="-25" dirty="0">
                <a:latin typeface="Corbel"/>
                <a:cs typeface="Corbel"/>
              </a:rPr>
              <a:t> </a:t>
            </a:r>
            <a:r>
              <a:rPr sz="1600" dirty="0">
                <a:latin typeface="Corbel"/>
                <a:cs typeface="Corbel"/>
              </a:rPr>
              <a:t>it</a:t>
            </a:r>
            <a:r>
              <a:rPr sz="1600" spc="-30" dirty="0">
                <a:latin typeface="Corbel"/>
                <a:cs typeface="Corbel"/>
              </a:rPr>
              <a:t> </a:t>
            </a:r>
            <a:r>
              <a:rPr sz="1600" dirty="0">
                <a:latin typeface="Corbel"/>
                <a:cs typeface="Corbel"/>
              </a:rPr>
              <a:t>is</a:t>
            </a:r>
            <a:r>
              <a:rPr sz="1600" spc="-25" dirty="0">
                <a:latin typeface="Corbel"/>
                <a:cs typeface="Corbel"/>
              </a:rPr>
              <a:t> </a:t>
            </a:r>
            <a:r>
              <a:rPr sz="1600" dirty="0">
                <a:latin typeface="Corbel"/>
                <a:cs typeface="Corbel"/>
              </a:rPr>
              <a:t>called</a:t>
            </a:r>
            <a:r>
              <a:rPr sz="1600" spc="-25" dirty="0">
                <a:latin typeface="Corbel"/>
                <a:cs typeface="Corbel"/>
              </a:rPr>
              <a:t> </a:t>
            </a:r>
            <a:r>
              <a:rPr sz="1600" spc="-10" dirty="0">
                <a:latin typeface="Corbel"/>
                <a:cs typeface="Corbel"/>
              </a:rPr>
              <a:t>headwind.</a:t>
            </a:r>
            <a:endParaRPr sz="1600" dirty="0">
              <a:latin typeface="Corbel"/>
              <a:cs typeface="Corbel"/>
            </a:endParaRPr>
          </a:p>
          <a:p>
            <a:pPr marL="12700">
              <a:lnSpc>
                <a:spcPct val="100000"/>
              </a:lnSpc>
              <a:spcBef>
                <a:spcPts val="994"/>
              </a:spcBef>
            </a:pPr>
            <a:r>
              <a:rPr sz="1400" b="1" spc="-10" dirty="0">
                <a:latin typeface="Corbel"/>
                <a:cs typeface="Corbel"/>
              </a:rPr>
              <a:t>Effects:</a:t>
            </a:r>
            <a:endParaRPr sz="1400" dirty="0">
              <a:latin typeface="Corbel"/>
              <a:cs typeface="Corbel"/>
            </a:endParaRPr>
          </a:p>
          <a:p>
            <a:pPr marL="297180" marR="5080" indent="-284480">
              <a:lnSpc>
                <a:spcPct val="101400"/>
              </a:lnSpc>
              <a:spcBef>
                <a:spcPts val="575"/>
              </a:spcBef>
              <a:buFont typeface="Arial MT"/>
              <a:buChar char="•"/>
              <a:tabLst>
                <a:tab pos="297180" algn="l"/>
              </a:tabLst>
            </a:pPr>
            <a:r>
              <a:rPr sz="1400" dirty="0">
                <a:latin typeface="Corbel"/>
                <a:cs typeface="Corbel"/>
              </a:rPr>
              <a:t>In</a:t>
            </a:r>
            <a:r>
              <a:rPr sz="1400" spc="20" dirty="0">
                <a:latin typeface="Corbel"/>
                <a:cs typeface="Corbel"/>
              </a:rPr>
              <a:t> </a:t>
            </a:r>
            <a:r>
              <a:rPr sz="1400" dirty="0">
                <a:latin typeface="Corbel"/>
                <a:cs typeface="Corbel"/>
              </a:rPr>
              <a:t>aerodynamics,</a:t>
            </a:r>
            <a:r>
              <a:rPr sz="1400" spc="30" dirty="0">
                <a:latin typeface="Corbel"/>
                <a:cs typeface="Corbel"/>
              </a:rPr>
              <a:t> </a:t>
            </a:r>
            <a:r>
              <a:rPr sz="1400" dirty="0">
                <a:latin typeface="Corbel"/>
                <a:cs typeface="Corbel"/>
              </a:rPr>
              <a:t>flying</a:t>
            </a:r>
            <a:r>
              <a:rPr sz="1400" spc="10" dirty="0">
                <a:latin typeface="Corbel"/>
                <a:cs typeface="Corbel"/>
              </a:rPr>
              <a:t> </a:t>
            </a:r>
            <a:r>
              <a:rPr sz="1400" dirty="0">
                <a:latin typeface="Corbel"/>
                <a:cs typeface="Corbel"/>
              </a:rPr>
              <a:t>against</a:t>
            </a:r>
            <a:r>
              <a:rPr sz="1400" spc="25" dirty="0">
                <a:latin typeface="Corbel"/>
                <a:cs typeface="Corbel"/>
              </a:rPr>
              <a:t> </a:t>
            </a:r>
            <a:r>
              <a:rPr sz="1400" dirty="0">
                <a:latin typeface="Corbel"/>
                <a:cs typeface="Corbel"/>
              </a:rPr>
              <a:t>the</a:t>
            </a:r>
            <a:r>
              <a:rPr sz="1400" spc="20" dirty="0">
                <a:latin typeface="Corbel"/>
                <a:cs typeface="Corbel"/>
              </a:rPr>
              <a:t> </a:t>
            </a:r>
            <a:r>
              <a:rPr sz="1400" dirty="0">
                <a:latin typeface="Corbel"/>
                <a:cs typeface="Corbel"/>
              </a:rPr>
              <a:t>wind</a:t>
            </a:r>
            <a:r>
              <a:rPr sz="1400" spc="25" dirty="0">
                <a:latin typeface="Corbel"/>
                <a:cs typeface="Corbel"/>
              </a:rPr>
              <a:t> </a:t>
            </a:r>
            <a:r>
              <a:rPr sz="1400" dirty="0">
                <a:latin typeface="Corbel"/>
                <a:cs typeface="Corbel"/>
              </a:rPr>
              <a:t>at</a:t>
            </a:r>
            <a:r>
              <a:rPr sz="1400" spc="25" dirty="0">
                <a:latin typeface="Corbel"/>
                <a:cs typeface="Corbel"/>
              </a:rPr>
              <a:t> </a:t>
            </a:r>
            <a:r>
              <a:rPr sz="1400" dirty="0">
                <a:latin typeface="Corbel"/>
                <a:cs typeface="Corbel"/>
              </a:rPr>
              <a:t>a</a:t>
            </a:r>
            <a:r>
              <a:rPr sz="1400" spc="20" dirty="0">
                <a:latin typeface="Corbel"/>
                <a:cs typeface="Corbel"/>
              </a:rPr>
              <a:t> </a:t>
            </a:r>
            <a:r>
              <a:rPr sz="1400" dirty="0">
                <a:latin typeface="Corbel"/>
                <a:cs typeface="Corbel"/>
              </a:rPr>
              <a:t>certain</a:t>
            </a:r>
            <a:r>
              <a:rPr sz="1400" spc="20" dirty="0">
                <a:latin typeface="Corbel"/>
                <a:cs typeface="Corbel"/>
              </a:rPr>
              <a:t> </a:t>
            </a:r>
            <a:r>
              <a:rPr sz="1400" dirty="0">
                <a:latin typeface="Corbel"/>
                <a:cs typeface="Corbel"/>
              </a:rPr>
              <a:t>speed</a:t>
            </a:r>
            <a:r>
              <a:rPr sz="1400" spc="20" dirty="0">
                <a:latin typeface="Corbel"/>
                <a:cs typeface="Corbel"/>
              </a:rPr>
              <a:t> </a:t>
            </a:r>
            <a:r>
              <a:rPr sz="1400" dirty="0">
                <a:latin typeface="Corbel"/>
                <a:cs typeface="Corbel"/>
              </a:rPr>
              <a:t>is</a:t>
            </a:r>
            <a:r>
              <a:rPr sz="1400" spc="20" dirty="0">
                <a:latin typeface="Corbel"/>
                <a:cs typeface="Corbel"/>
              </a:rPr>
              <a:t> </a:t>
            </a:r>
            <a:r>
              <a:rPr sz="1400" dirty="0">
                <a:latin typeface="Corbel"/>
                <a:cs typeface="Corbel"/>
              </a:rPr>
              <a:t>equivalent</a:t>
            </a:r>
            <a:r>
              <a:rPr sz="1400" spc="25" dirty="0">
                <a:latin typeface="Corbel"/>
                <a:cs typeface="Corbel"/>
              </a:rPr>
              <a:t> </a:t>
            </a:r>
            <a:r>
              <a:rPr sz="1400" dirty="0">
                <a:latin typeface="Corbel"/>
                <a:cs typeface="Corbel"/>
              </a:rPr>
              <a:t>to</a:t>
            </a:r>
            <a:r>
              <a:rPr sz="1400" spc="20" dirty="0">
                <a:latin typeface="Corbel"/>
                <a:cs typeface="Corbel"/>
              </a:rPr>
              <a:t> </a:t>
            </a:r>
            <a:r>
              <a:rPr sz="1400" dirty="0">
                <a:latin typeface="Corbel"/>
                <a:cs typeface="Corbel"/>
              </a:rPr>
              <a:t>flying</a:t>
            </a:r>
            <a:r>
              <a:rPr sz="1400" spc="15" dirty="0">
                <a:latin typeface="Corbel"/>
                <a:cs typeface="Corbel"/>
              </a:rPr>
              <a:t> </a:t>
            </a:r>
            <a:r>
              <a:rPr sz="1400" dirty="0">
                <a:latin typeface="Corbel"/>
                <a:cs typeface="Corbel"/>
              </a:rPr>
              <a:t>in</a:t>
            </a:r>
            <a:r>
              <a:rPr sz="1400" spc="20" dirty="0">
                <a:latin typeface="Corbel"/>
                <a:cs typeface="Corbel"/>
              </a:rPr>
              <a:t> </a:t>
            </a:r>
            <a:r>
              <a:rPr sz="1400" dirty="0">
                <a:latin typeface="Corbel"/>
                <a:cs typeface="Corbel"/>
              </a:rPr>
              <a:t>calm</a:t>
            </a:r>
            <a:r>
              <a:rPr sz="1400" spc="25" dirty="0">
                <a:latin typeface="Corbel"/>
                <a:cs typeface="Corbel"/>
              </a:rPr>
              <a:t> </a:t>
            </a:r>
            <a:r>
              <a:rPr sz="1400" dirty="0">
                <a:latin typeface="Corbel"/>
                <a:cs typeface="Corbel"/>
              </a:rPr>
              <a:t>air</a:t>
            </a:r>
            <a:r>
              <a:rPr sz="1400" spc="25" dirty="0">
                <a:latin typeface="Corbel"/>
                <a:cs typeface="Corbel"/>
              </a:rPr>
              <a:t> </a:t>
            </a:r>
            <a:r>
              <a:rPr sz="1400" dirty="0">
                <a:latin typeface="Corbel"/>
                <a:cs typeface="Corbel"/>
              </a:rPr>
              <a:t>at</a:t>
            </a:r>
            <a:r>
              <a:rPr sz="1400" spc="25" dirty="0">
                <a:latin typeface="Corbel"/>
                <a:cs typeface="Corbel"/>
              </a:rPr>
              <a:t> </a:t>
            </a:r>
            <a:r>
              <a:rPr sz="1400" dirty="0">
                <a:latin typeface="Corbel"/>
                <a:cs typeface="Corbel"/>
              </a:rPr>
              <a:t>an</a:t>
            </a:r>
            <a:r>
              <a:rPr sz="1400" spc="25" dirty="0">
                <a:latin typeface="Corbel"/>
                <a:cs typeface="Corbel"/>
              </a:rPr>
              <a:t> </a:t>
            </a:r>
            <a:r>
              <a:rPr sz="1400" dirty="0">
                <a:latin typeface="Corbel"/>
                <a:cs typeface="Corbel"/>
              </a:rPr>
              <a:t>increased</a:t>
            </a:r>
            <a:r>
              <a:rPr sz="1400" spc="20" dirty="0">
                <a:latin typeface="Corbel"/>
                <a:cs typeface="Corbel"/>
              </a:rPr>
              <a:t> </a:t>
            </a:r>
            <a:r>
              <a:rPr sz="1400" dirty="0">
                <a:latin typeface="Corbel"/>
                <a:cs typeface="Corbel"/>
              </a:rPr>
              <a:t>airspeed</a:t>
            </a:r>
            <a:r>
              <a:rPr sz="1400" spc="25" dirty="0">
                <a:latin typeface="Corbel"/>
                <a:cs typeface="Corbel"/>
              </a:rPr>
              <a:t> </a:t>
            </a:r>
            <a:r>
              <a:rPr sz="1400" dirty="0">
                <a:latin typeface="Corbel"/>
                <a:cs typeface="Corbel"/>
              </a:rPr>
              <a:t>and</a:t>
            </a:r>
            <a:r>
              <a:rPr sz="1400" spc="20" dirty="0">
                <a:latin typeface="Corbel"/>
                <a:cs typeface="Corbel"/>
              </a:rPr>
              <a:t> </a:t>
            </a:r>
            <a:r>
              <a:rPr sz="1400" spc="-10" dirty="0">
                <a:latin typeface="Corbel"/>
                <a:cs typeface="Corbel"/>
              </a:rPr>
              <a:t>reduced groundspeed.</a:t>
            </a:r>
            <a:endParaRPr sz="1400" dirty="0">
              <a:latin typeface="Corbel"/>
              <a:cs typeface="Corbel"/>
            </a:endParaRPr>
          </a:p>
          <a:p>
            <a:pPr marL="12700">
              <a:lnSpc>
                <a:spcPct val="100000"/>
              </a:lnSpc>
              <a:spcBef>
                <a:spcPts val="625"/>
              </a:spcBef>
            </a:pPr>
            <a:r>
              <a:rPr sz="1400" b="1" dirty="0">
                <a:latin typeface="Corbel"/>
                <a:cs typeface="Corbel"/>
              </a:rPr>
              <a:t>Impact</a:t>
            </a:r>
            <a:r>
              <a:rPr sz="1400" b="1" spc="-25" dirty="0">
                <a:latin typeface="Corbel"/>
                <a:cs typeface="Corbel"/>
              </a:rPr>
              <a:t> </a:t>
            </a:r>
            <a:r>
              <a:rPr sz="1400" b="1" dirty="0">
                <a:latin typeface="Corbel"/>
                <a:cs typeface="Corbel"/>
              </a:rPr>
              <a:t>on</a:t>
            </a:r>
            <a:r>
              <a:rPr sz="1400" b="1" spc="-70" dirty="0">
                <a:latin typeface="Corbel"/>
                <a:cs typeface="Corbel"/>
              </a:rPr>
              <a:t> </a:t>
            </a:r>
            <a:r>
              <a:rPr sz="1400" b="1" spc="-10" dirty="0">
                <a:latin typeface="Corbel"/>
                <a:cs typeface="Corbel"/>
              </a:rPr>
              <a:t>Operations</a:t>
            </a:r>
            <a:endParaRPr sz="1400" dirty="0">
              <a:latin typeface="Corbel"/>
              <a:cs typeface="Corbel"/>
            </a:endParaRPr>
          </a:p>
          <a:p>
            <a:pPr marL="295910" marR="5080" indent="-283210" algn="just">
              <a:lnSpc>
                <a:spcPct val="100699"/>
              </a:lnSpc>
              <a:spcBef>
                <a:spcPts val="515"/>
              </a:spcBef>
              <a:buFont typeface="Arial MT"/>
              <a:buChar char="•"/>
              <a:tabLst>
                <a:tab pos="297180" algn="l"/>
              </a:tabLst>
            </a:pPr>
            <a:r>
              <a:rPr sz="1400" dirty="0">
                <a:latin typeface="Corbel"/>
                <a:cs typeface="Corbel"/>
              </a:rPr>
              <a:t>During</a:t>
            </a:r>
            <a:r>
              <a:rPr sz="1400" spc="45" dirty="0">
                <a:latin typeface="Corbel"/>
                <a:cs typeface="Corbel"/>
              </a:rPr>
              <a:t> </a:t>
            </a:r>
            <a:r>
              <a:rPr sz="1400" dirty="0">
                <a:latin typeface="Corbel"/>
                <a:cs typeface="Corbel"/>
              </a:rPr>
              <a:t>take</a:t>
            </a:r>
            <a:r>
              <a:rPr sz="1400" spc="55" dirty="0">
                <a:latin typeface="Corbel"/>
                <a:cs typeface="Corbel"/>
              </a:rPr>
              <a:t> </a:t>
            </a:r>
            <a:r>
              <a:rPr sz="1400" dirty="0">
                <a:latin typeface="Corbel"/>
                <a:cs typeface="Corbel"/>
              </a:rPr>
              <a:t>off</a:t>
            </a:r>
            <a:r>
              <a:rPr sz="1400" spc="55" dirty="0">
                <a:latin typeface="Corbel"/>
                <a:cs typeface="Corbel"/>
              </a:rPr>
              <a:t> </a:t>
            </a:r>
            <a:r>
              <a:rPr sz="1400" dirty="0">
                <a:latin typeface="Corbel"/>
                <a:cs typeface="Corbel"/>
              </a:rPr>
              <a:t>and</a:t>
            </a:r>
            <a:r>
              <a:rPr sz="1400" spc="60" dirty="0">
                <a:latin typeface="Corbel"/>
                <a:cs typeface="Corbel"/>
              </a:rPr>
              <a:t> </a:t>
            </a:r>
            <a:r>
              <a:rPr sz="1400" dirty="0">
                <a:latin typeface="Corbel"/>
                <a:cs typeface="Corbel"/>
              </a:rPr>
              <a:t>landing,</a:t>
            </a:r>
            <a:r>
              <a:rPr sz="1400" spc="55" dirty="0">
                <a:latin typeface="Corbel"/>
                <a:cs typeface="Corbel"/>
              </a:rPr>
              <a:t> </a:t>
            </a:r>
            <a:r>
              <a:rPr sz="1400" dirty="0">
                <a:latin typeface="Corbel"/>
                <a:cs typeface="Corbel"/>
              </a:rPr>
              <a:t>headwind</a:t>
            </a:r>
            <a:r>
              <a:rPr sz="1400" spc="55" dirty="0">
                <a:latin typeface="Corbel"/>
                <a:cs typeface="Corbel"/>
              </a:rPr>
              <a:t> </a:t>
            </a:r>
            <a:r>
              <a:rPr sz="1400" dirty="0">
                <a:latin typeface="Corbel"/>
                <a:cs typeface="Corbel"/>
              </a:rPr>
              <a:t>increases</a:t>
            </a:r>
            <a:r>
              <a:rPr sz="1400" spc="55" dirty="0">
                <a:latin typeface="Corbel"/>
                <a:cs typeface="Corbel"/>
              </a:rPr>
              <a:t> </a:t>
            </a:r>
            <a:r>
              <a:rPr sz="1400" dirty="0">
                <a:latin typeface="Corbel"/>
                <a:cs typeface="Corbel"/>
              </a:rPr>
              <a:t>the</a:t>
            </a:r>
            <a:r>
              <a:rPr sz="1400" spc="55" dirty="0">
                <a:latin typeface="Corbel"/>
                <a:cs typeface="Corbel"/>
              </a:rPr>
              <a:t> </a:t>
            </a:r>
            <a:r>
              <a:rPr sz="1400" dirty="0">
                <a:latin typeface="Corbel"/>
                <a:cs typeface="Corbel"/>
              </a:rPr>
              <a:t>airflow,</a:t>
            </a:r>
            <a:r>
              <a:rPr sz="1400" spc="60" dirty="0">
                <a:latin typeface="Corbel"/>
                <a:cs typeface="Corbel"/>
              </a:rPr>
              <a:t> </a:t>
            </a:r>
            <a:r>
              <a:rPr sz="1400" dirty="0">
                <a:latin typeface="Corbel"/>
                <a:cs typeface="Corbel"/>
              </a:rPr>
              <a:t>hence</a:t>
            </a:r>
            <a:r>
              <a:rPr sz="1400" spc="55" dirty="0">
                <a:latin typeface="Corbel"/>
                <a:cs typeface="Corbel"/>
              </a:rPr>
              <a:t> </a:t>
            </a:r>
            <a:r>
              <a:rPr sz="1400" dirty="0">
                <a:latin typeface="Corbel"/>
                <a:cs typeface="Corbel"/>
              </a:rPr>
              <a:t>the</a:t>
            </a:r>
            <a:r>
              <a:rPr sz="1400" spc="60" dirty="0">
                <a:latin typeface="Corbel"/>
                <a:cs typeface="Corbel"/>
              </a:rPr>
              <a:t> </a:t>
            </a:r>
            <a:r>
              <a:rPr sz="1400" dirty="0">
                <a:latin typeface="Corbel"/>
                <a:cs typeface="Corbel"/>
              </a:rPr>
              <a:t>necessary</a:t>
            </a:r>
            <a:r>
              <a:rPr sz="1400" spc="55" dirty="0">
                <a:latin typeface="Corbel"/>
                <a:cs typeface="Corbel"/>
              </a:rPr>
              <a:t> </a:t>
            </a:r>
            <a:r>
              <a:rPr sz="1400" dirty="0">
                <a:latin typeface="Corbel"/>
                <a:cs typeface="Corbel"/>
              </a:rPr>
              <a:t>lift</a:t>
            </a:r>
            <a:r>
              <a:rPr sz="1400" spc="55" dirty="0">
                <a:latin typeface="Corbel"/>
                <a:cs typeface="Corbel"/>
              </a:rPr>
              <a:t> </a:t>
            </a:r>
            <a:r>
              <a:rPr sz="1400" dirty="0">
                <a:latin typeface="Corbel"/>
                <a:cs typeface="Corbel"/>
              </a:rPr>
              <a:t>is</a:t>
            </a:r>
            <a:r>
              <a:rPr sz="1400" spc="50" dirty="0">
                <a:latin typeface="Corbel"/>
                <a:cs typeface="Corbel"/>
              </a:rPr>
              <a:t> </a:t>
            </a:r>
            <a:r>
              <a:rPr sz="1400" dirty="0">
                <a:latin typeface="Corbel"/>
                <a:cs typeface="Corbel"/>
              </a:rPr>
              <a:t>achieved</a:t>
            </a:r>
            <a:r>
              <a:rPr sz="1400" spc="60" dirty="0">
                <a:latin typeface="Corbel"/>
                <a:cs typeface="Corbel"/>
              </a:rPr>
              <a:t> </a:t>
            </a:r>
            <a:r>
              <a:rPr sz="1400" dirty="0">
                <a:latin typeface="Corbel"/>
                <a:cs typeface="Corbel"/>
              </a:rPr>
              <a:t>earlier</a:t>
            </a:r>
            <a:r>
              <a:rPr sz="1400" spc="60" dirty="0">
                <a:latin typeface="Corbel"/>
                <a:cs typeface="Corbel"/>
              </a:rPr>
              <a:t> </a:t>
            </a:r>
            <a:r>
              <a:rPr sz="1400" dirty="0">
                <a:latin typeface="Corbel"/>
                <a:cs typeface="Corbel"/>
              </a:rPr>
              <a:t>and</a:t>
            </a:r>
            <a:r>
              <a:rPr sz="1400" spc="55" dirty="0">
                <a:latin typeface="Corbel"/>
                <a:cs typeface="Corbel"/>
              </a:rPr>
              <a:t> </a:t>
            </a:r>
            <a:r>
              <a:rPr sz="1400" dirty="0">
                <a:latin typeface="Corbel"/>
                <a:cs typeface="Corbel"/>
              </a:rPr>
              <a:t>at</a:t>
            </a:r>
            <a:r>
              <a:rPr sz="1400" spc="55" dirty="0">
                <a:latin typeface="Corbel"/>
                <a:cs typeface="Corbel"/>
              </a:rPr>
              <a:t> </a:t>
            </a:r>
            <a:r>
              <a:rPr sz="1400" dirty="0">
                <a:latin typeface="Corbel"/>
                <a:cs typeface="Corbel"/>
              </a:rPr>
              <a:t>lower</a:t>
            </a:r>
            <a:r>
              <a:rPr sz="1400" spc="65" dirty="0">
                <a:latin typeface="Corbel"/>
                <a:cs typeface="Corbel"/>
              </a:rPr>
              <a:t> </a:t>
            </a:r>
            <a:r>
              <a:rPr sz="1400" dirty="0">
                <a:latin typeface="Corbel"/>
                <a:cs typeface="Corbel"/>
              </a:rPr>
              <a:t>speeds</a:t>
            </a:r>
            <a:r>
              <a:rPr sz="1400" spc="50" dirty="0">
                <a:latin typeface="Corbel"/>
                <a:cs typeface="Corbel"/>
              </a:rPr>
              <a:t> </a:t>
            </a:r>
            <a:r>
              <a:rPr sz="1400" spc="-20" dirty="0">
                <a:latin typeface="Corbel"/>
                <a:cs typeface="Corbel"/>
              </a:rPr>
              <a:t>(the 	</a:t>
            </a:r>
            <a:r>
              <a:rPr sz="1400" dirty="0">
                <a:latin typeface="Corbel"/>
                <a:cs typeface="Corbel"/>
              </a:rPr>
              <a:t>wind</a:t>
            </a:r>
            <a:r>
              <a:rPr sz="1400" spc="105" dirty="0">
                <a:latin typeface="Corbel"/>
                <a:cs typeface="Corbel"/>
              </a:rPr>
              <a:t> </a:t>
            </a:r>
            <a:r>
              <a:rPr sz="1400" dirty="0">
                <a:latin typeface="Corbel"/>
                <a:cs typeface="Corbel"/>
              </a:rPr>
              <a:t>speed</a:t>
            </a:r>
            <a:r>
              <a:rPr sz="1400" spc="105" dirty="0">
                <a:latin typeface="Corbel"/>
                <a:cs typeface="Corbel"/>
              </a:rPr>
              <a:t> </a:t>
            </a:r>
            <a:r>
              <a:rPr sz="1400" dirty="0">
                <a:latin typeface="Corbel"/>
                <a:cs typeface="Corbel"/>
              </a:rPr>
              <a:t>is</a:t>
            </a:r>
            <a:r>
              <a:rPr sz="1400" spc="100" dirty="0">
                <a:latin typeface="Corbel"/>
                <a:cs typeface="Corbel"/>
              </a:rPr>
              <a:t> </a:t>
            </a:r>
            <a:r>
              <a:rPr sz="1400" dirty="0">
                <a:latin typeface="Corbel"/>
                <a:cs typeface="Corbel"/>
              </a:rPr>
              <a:t>added</a:t>
            </a:r>
            <a:r>
              <a:rPr sz="1400" spc="105" dirty="0">
                <a:latin typeface="Corbel"/>
                <a:cs typeface="Corbel"/>
              </a:rPr>
              <a:t> </a:t>
            </a:r>
            <a:r>
              <a:rPr sz="1400" dirty="0">
                <a:latin typeface="Corbel"/>
                <a:cs typeface="Corbel"/>
              </a:rPr>
              <a:t>to</a:t>
            </a:r>
            <a:r>
              <a:rPr sz="1400" spc="105" dirty="0">
                <a:latin typeface="Corbel"/>
                <a:cs typeface="Corbel"/>
              </a:rPr>
              <a:t> </a:t>
            </a:r>
            <a:r>
              <a:rPr sz="1400" dirty="0">
                <a:latin typeface="Corbel"/>
                <a:cs typeface="Corbel"/>
              </a:rPr>
              <a:t>the</a:t>
            </a:r>
            <a:r>
              <a:rPr sz="1400" spc="105" dirty="0">
                <a:latin typeface="Corbel"/>
                <a:cs typeface="Corbel"/>
              </a:rPr>
              <a:t> </a:t>
            </a:r>
            <a:r>
              <a:rPr sz="1400" dirty="0">
                <a:latin typeface="Corbel"/>
                <a:cs typeface="Corbel"/>
              </a:rPr>
              <a:t>aircraft</a:t>
            </a:r>
            <a:r>
              <a:rPr sz="1400" spc="105" dirty="0">
                <a:latin typeface="Corbel"/>
                <a:cs typeface="Corbel"/>
              </a:rPr>
              <a:t> </a:t>
            </a:r>
            <a:r>
              <a:rPr sz="1400" dirty="0">
                <a:latin typeface="Corbel"/>
                <a:cs typeface="Corbel"/>
              </a:rPr>
              <a:t>speed).</a:t>
            </a:r>
            <a:r>
              <a:rPr sz="1400" spc="110" dirty="0">
                <a:latin typeface="Corbel"/>
                <a:cs typeface="Corbel"/>
              </a:rPr>
              <a:t> </a:t>
            </a:r>
            <a:r>
              <a:rPr sz="1400" dirty="0">
                <a:latin typeface="Corbel"/>
                <a:cs typeface="Corbel"/>
              </a:rPr>
              <a:t>As</a:t>
            </a:r>
            <a:r>
              <a:rPr sz="1400" spc="105" dirty="0">
                <a:latin typeface="Corbel"/>
                <a:cs typeface="Corbel"/>
              </a:rPr>
              <a:t> </a:t>
            </a:r>
            <a:r>
              <a:rPr sz="1400" dirty="0">
                <a:latin typeface="Corbel"/>
                <a:cs typeface="Corbel"/>
              </a:rPr>
              <a:t>a</a:t>
            </a:r>
            <a:r>
              <a:rPr sz="1400" spc="105" dirty="0">
                <a:latin typeface="Corbel"/>
                <a:cs typeface="Corbel"/>
              </a:rPr>
              <a:t> </a:t>
            </a:r>
            <a:r>
              <a:rPr sz="1400" dirty="0">
                <a:latin typeface="Corbel"/>
                <a:cs typeface="Corbel"/>
              </a:rPr>
              <a:t>result,</a:t>
            </a:r>
            <a:r>
              <a:rPr sz="1400" spc="110" dirty="0">
                <a:latin typeface="Corbel"/>
                <a:cs typeface="Corbel"/>
              </a:rPr>
              <a:t> </a:t>
            </a:r>
            <a:r>
              <a:rPr sz="1400" dirty="0">
                <a:latin typeface="Corbel"/>
                <a:cs typeface="Corbel"/>
              </a:rPr>
              <a:t>less</a:t>
            </a:r>
            <a:r>
              <a:rPr sz="1400" spc="100" dirty="0">
                <a:latin typeface="Corbel"/>
                <a:cs typeface="Corbel"/>
              </a:rPr>
              <a:t> </a:t>
            </a:r>
            <a:r>
              <a:rPr sz="1400" dirty="0">
                <a:latin typeface="Corbel"/>
                <a:cs typeface="Corbel"/>
              </a:rPr>
              <a:t>runway</a:t>
            </a:r>
            <a:r>
              <a:rPr sz="1400" spc="110" dirty="0">
                <a:latin typeface="Corbel"/>
                <a:cs typeface="Corbel"/>
              </a:rPr>
              <a:t> </a:t>
            </a:r>
            <a:r>
              <a:rPr sz="1400" dirty="0">
                <a:latin typeface="Corbel"/>
                <a:cs typeface="Corbel"/>
              </a:rPr>
              <a:t>is</a:t>
            </a:r>
            <a:r>
              <a:rPr sz="1400" spc="100" dirty="0">
                <a:latin typeface="Corbel"/>
                <a:cs typeface="Corbel"/>
              </a:rPr>
              <a:t> </a:t>
            </a:r>
            <a:r>
              <a:rPr sz="1400" dirty="0">
                <a:latin typeface="Corbel"/>
                <a:cs typeface="Corbel"/>
              </a:rPr>
              <a:t>required</a:t>
            </a:r>
            <a:r>
              <a:rPr sz="1400" spc="100" dirty="0">
                <a:latin typeface="Corbel"/>
                <a:cs typeface="Corbel"/>
              </a:rPr>
              <a:t> </a:t>
            </a:r>
            <a:r>
              <a:rPr sz="1400" dirty="0">
                <a:latin typeface="Corbel"/>
                <a:cs typeface="Corbel"/>
              </a:rPr>
              <a:t>to</a:t>
            </a:r>
            <a:r>
              <a:rPr sz="1400" spc="105" dirty="0">
                <a:latin typeface="Corbel"/>
                <a:cs typeface="Corbel"/>
              </a:rPr>
              <a:t> </a:t>
            </a:r>
            <a:r>
              <a:rPr sz="1400" dirty="0">
                <a:latin typeface="Corbel"/>
                <a:cs typeface="Corbel"/>
              </a:rPr>
              <a:t>perform</a:t>
            </a:r>
            <a:r>
              <a:rPr sz="1400" spc="110" dirty="0">
                <a:latin typeface="Corbel"/>
                <a:cs typeface="Corbel"/>
              </a:rPr>
              <a:t> </a:t>
            </a:r>
            <a:r>
              <a:rPr sz="1400" dirty="0">
                <a:latin typeface="Corbel"/>
                <a:cs typeface="Corbel"/>
              </a:rPr>
              <a:t>a</a:t>
            </a:r>
            <a:r>
              <a:rPr sz="1400" spc="105" dirty="0">
                <a:latin typeface="Corbel"/>
                <a:cs typeface="Corbel"/>
              </a:rPr>
              <a:t> </a:t>
            </a:r>
            <a:r>
              <a:rPr sz="1400" dirty="0">
                <a:latin typeface="Corbel"/>
                <a:cs typeface="Corbel"/>
              </a:rPr>
              <a:t>safe</a:t>
            </a:r>
            <a:r>
              <a:rPr sz="1400" spc="105" dirty="0">
                <a:latin typeface="Corbel"/>
                <a:cs typeface="Corbel"/>
              </a:rPr>
              <a:t> </a:t>
            </a:r>
            <a:r>
              <a:rPr sz="1400" dirty="0">
                <a:latin typeface="Corbel"/>
                <a:cs typeface="Corbel"/>
              </a:rPr>
              <a:t>take</a:t>
            </a:r>
            <a:r>
              <a:rPr sz="1400" spc="105" dirty="0">
                <a:latin typeface="Corbel"/>
                <a:cs typeface="Corbel"/>
              </a:rPr>
              <a:t> </a:t>
            </a:r>
            <a:r>
              <a:rPr sz="1400" dirty="0">
                <a:latin typeface="Corbel"/>
                <a:cs typeface="Corbel"/>
              </a:rPr>
              <a:t>off</a:t>
            </a:r>
            <a:r>
              <a:rPr sz="1400" spc="110" dirty="0">
                <a:latin typeface="Corbel"/>
                <a:cs typeface="Corbel"/>
              </a:rPr>
              <a:t> </a:t>
            </a:r>
            <a:r>
              <a:rPr sz="1400" dirty="0">
                <a:latin typeface="Corbel"/>
                <a:cs typeface="Corbel"/>
              </a:rPr>
              <a:t>or</a:t>
            </a:r>
            <a:r>
              <a:rPr sz="1400" spc="114" dirty="0">
                <a:latin typeface="Corbel"/>
                <a:cs typeface="Corbel"/>
              </a:rPr>
              <a:t> </a:t>
            </a:r>
            <a:r>
              <a:rPr sz="1400" dirty="0">
                <a:latin typeface="Corbel"/>
                <a:cs typeface="Corbel"/>
              </a:rPr>
              <a:t>landing.</a:t>
            </a:r>
            <a:r>
              <a:rPr sz="1400" spc="110" dirty="0">
                <a:latin typeface="Corbel"/>
                <a:cs typeface="Corbel"/>
              </a:rPr>
              <a:t> </a:t>
            </a:r>
            <a:r>
              <a:rPr sz="1400" spc="-10" dirty="0">
                <a:latin typeface="Corbel"/>
                <a:cs typeface="Corbel"/>
              </a:rPr>
              <a:t>Therefore, 	</a:t>
            </a:r>
            <a:r>
              <a:rPr sz="1400" dirty="0">
                <a:latin typeface="Corbel"/>
                <a:cs typeface="Corbel"/>
              </a:rPr>
              <a:t>headwind</a:t>
            </a:r>
            <a:r>
              <a:rPr sz="1400" spc="-25" dirty="0">
                <a:latin typeface="Corbel"/>
                <a:cs typeface="Corbel"/>
              </a:rPr>
              <a:t> </a:t>
            </a:r>
            <a:r>
              <a:rPr sz="1400" dirty="0">
                <a:latin typeface="Corbel"/>
                <a:cs typeface="Corbel"/>
              </a:rPr>
              <a:t>is</a:t>
            </a:r>
            <a:r>
              <a:rPr sz="1400" spc="-25" dirty="0">
                <a:latin typeface="Corbel"/>
                <a:cs typeface="Corbel"/>
              </a:rPr>
              <a:t> </a:t>
            </a:r>
            <a:r>
              <a:rPr sz="1400" dirty="0">
                <a:latin typeface="Corbel"/>
                <a:cs typeface="Corbel"/>
              </a:rPr>
              <a:t>more</a:t>
            </a:r>
            <a:r>
              <a:rPr sz="1400" spc="-25" dirty="0">
                <a:latin typeface="Corbel"/>
                <a:cs typeface="Corbel"/>
              </a:rPr>
              <a:t> </a:t>
            </a:r>
            <a:r>
              <a:rPr sz="1400" spc="-10" dirty="0">
                <a:latin typeface="Corbel"/>
                <a:cs typeface="Corbel"/>
              </a:rPr>
              <a:t>favourable</a:t>
            </a:r>
            <a:r>
              <a:rPr sz="1400" spc="-20" dirty="0">
                <a:latin typeface="Corbel"/>
                <a:cs typeface="Corbel"/>
              </a:rPr>
              <a:t> </a:t>
            </a:r>
            <a:r>
              <a:rPr sz="1400" dirty="0">
                <a:latin typeface="Corbel"/>
                <a:cs typeface="Corbel"/>
              </a:rPr>
              <a:t>for</a:t>
            </a:r>
            <a:r>
              <a:rPr sz="1400" spc="-20" dirty="0">
                <a:latin typeface="Corbel"/>
                <a:cs typeface="Corbel"/>
              </a:rPr>
              <a:t> </a:t>
            </a:r>
            <a:r>
              <a:rPr sz="1400" dirty="0">
                <a:latin typeface="Corbel"/>
                <a:cs typeface="Corbel"/>
              </a:rPr>
              <a:t>these</a:t>
            </a:r>
            <a:r>
              <a:rPr sz="1400" spc="-20" dirty="0">
                <a:latin typeface="Corbel"/>
                <a:cs typeface="Corbel"/>
              </a:rPr>
              <a:t> </a:t>
            </a:r>
            <a:r>
              <a:rPr sz="1400" dirty="0">
                <a:latin typeface="Corbel"/>
                <a:cs typeface="Corbel"/>
              </a:rPr>
              <a:t>phases</a:t>
            </a:r>
            <a:r>
              <a:rPr sz="1400" spc="-30" dirty="0">
                <a:latin typeface="Corbel"/>
                <a:cs typeface="Corbel"/>
              </a:rPr>
              <a:t> </a:t>
            </a:r>
            <a:r>
              <a:rPr sz="1400" dirty="0">
                <a:latin typeface="Corbel"/>
                <a:cs typeface="Corbel"/>
              </a:rPr>
              <a:t>of</a:t>
            </a:r>
            <a:r>
              <a:rPr sz="1400" spc="-20" dirty="0">
                <a:latin typeface="Corbel"/>
                <a:cs typeface="Corbel"/>
              </a:rPr>
              <a:t> </a:t>
            </a:r>
            <a:r>
              <a:rPr sz="1400" dirty="0">
                <a:latin typeface="Corbel"/>
                <a:cs typeface="Corbel"/>
              </a:rPr>
              <a:t>the</a:t>
            </a:r>
            <a:r>
              <a:rPr sz="1400" spc="-25" dirty="0">
                <a:latin typeface="Corbel"/>
                <a:cs typeface="Corbel"/>
              </a:rPr>
              <a:t> </a:t>
            </a:r>
            <a:r>
              <a:rPr sz="1400" spc="-10" dirty="0">
                <a:latin typeface="Corbel"/>
                <a:cs typeface="Corbel"/>
              </a:rPr>
              <a:t>flight.</a:t>
            </a:r>
            <a:endParaRPr sz="1400" dirty="0">
              <a:latin typeface="Corbel"/>
              <a:cs typeface="Corbel"/>
            </a:endParaRPr>
          </a:p>
          <a:p>
            <a:pPr marL="295910" marR="5080" indent="-283210" algn="just">
              <a:lnSpc>
                <a:spcPct val="98600"/>
              </a:lnSpc>
              <a:spcBef>
                <a:spcPts val="650"/>
              </a:spcBef>
              <a:buFont typeface="Arial MT"/>
              <a:buChar char="•"/>
              <a:tabLst>
                <a:tab pos="297180" algn="l"/>
              </a:tabLst>
            </a:pPr>
            <a:r>
              <a:rPr sz="1400" dirty="0">
                <a:latin typeface="Corbel"/>
                <a:cs typeface="Corbel"/>
              </a:rPr>
              <a:t>A</a:t>
            </a:r>
            <a:r>
              <a:rPr sz="1400" spc="40" dirty="0">
                <a:latin typeface="Corbel"/>
                <a:cs typeface="Corbel"/>
              </a:rPr>
              <a:t> </a:t>
            </a:r>
            <a:r>
              <a:rPr sz="1400" dirty="0">
                <a:latin typeface="Corbel"/>
                <a:cs typeface="Corbel"/>
              </a:rPr>
              <a:t>climb</a:t>
            </a:r>
            <a:r>
              <a:rPr sz="1400" spc="45" dirty="0">
                <a:latin typeface="Corbel"/>
                <a:cs typeface="Corbel"/>
              </a:rPr>
              <a:t> </a:t>
            </a:r>
            <a:r>
              <a:rPr sz="1400" dirty="0">
                <a:latin typeface="Corbel"/>
                <a:cs typeface="Corbel"/>
              </a:rPr>
              <a:t>or</a:t>
            </a:r>
            <a:r>
              <a:rPr sz="1400" spc="45" dirty="0">
                <a:latin typeface="Corbel"/>
                <a:cs typeface="Corbel"/>
              </a:rPr>
              <a:t> </a:t>
            </a:r>
            <a:r>
              <a:rPr sz="1400" dirty="0">
                <a:latin typeface="Corbel"/>
                <a:cs typeface="Corbel"/>
              </a:rPr>
              <a:t>descent</a:t>
            </a:r>
            <a:r>
              <a:rPr sz="1400" spc="45" dirty="0">
                <a:latin typeface="Corbel"/>
                <a:cs typeface="Corbel"/>
              </a:rPr>
              <a:t> </a:t>
            </a:r>
            <a:r>
              <a:rPr sz="1400" dirty="0">
                <a:latin typeface="Corbel"/>
                <a:cs typeface="Corbel"/>
              </a:rPr>
              <a:t>in</a:t>
            </a:r>
            <a:r>
              <a:rPr sz="1400" spc="40" dirty="0">
                <a:latin typeface="Corbel"/>
                <a:cs typeface="Corbel"/>
              </a:rPr>
              <a:t> </a:t>
            </a:r>
            <a:r>
              <a:rPr sz="1400" dirty="0">
                <a:latin typeface="Corbel"/>
                <a:cs typeface="Corbel"/>
              </a:rPr>
              <a:t>headwind</a:t>
            </a:r>
            <a:r>
              <a:rPr sz="1400" spc="45" dirty="0">
                <a:latin typeface="Corbel"/>
                <a:cs typeface="Corbel"/>
              </a:rPr>
              <a:t> </a:t>
            </a:r>
            <a:r>
              <a:rPr sz="1400" dirty="0">
                <a:latin typeface="Corbel"/>
                <a:cs typeface="Corbel"/>
              </a:rPr>
              <a:t>conditions</a:t>
            </a:r>
            <a:r>
              <a:rPr sz="1400" spc="40" dirty="0">
                <a:latin typeface="Corbel"/>
                <a:cs typeface="Corbel"/>
              </a:rPr>
              <a:t> </a:t>
            </a:r>
            <a:r>
              <a:rPr sz="1400" dirty="0">
                <a:latin typeface="Corbel"/>
                <a:cs typeface="Corbel"/>
              </a:rPr>
              <a:t>results</a:t>
            </a:r>
            <a:r>
              <a:rPr sz="1400" spc="40" dirty="0">
                <a:latin typeface="Corbel"/>
                <a:cs typeface="Corbel"/>
              </a:rPr>
              <a:t> </a:t>
            </a:r>
            <a:r>
              <a:rPr sz="1400" dirty="0">
                <a:latin typeface="Corbel"/>
                <a:cs typeface="Corbel"/>
              </a:rPr>
              <a:t>in</a:t>
            </a:r>
            <a:r>
              <a:rPr sz="1400" spc="40" dirty="0">
                <a:latin typeface="Corbel"/>
                <a:cs typeface="Corbel"/>
              </a:rPr>
              <a:t> </a:t>
            </a:r>
            <a:r>
              <a:rPr sz="1400" dirty="0">
                <a:latin typeface="Corbel"/>
                <a:cs typeface="Corbel"/>
              </a:rPr>
              <a:t>an</a:t>
            </a:r>
            <a:r>
              <a:rPr sz="1400" spc="45" dirty="0">
                <a:latin typeface="Corbel"/>
                <a:cs typeface="Corbel"/>
              </a:rPr>
              <a:t> </a:t>
            </a:r>
            <a:r>
              <a:rPr sz="1400" dirty="0">
                <a:latin typeface="Corbel"/>
                <a:cs typeface="Corbel"/>
              </a:rPr>
              <a:t>increase</a:t>
            </a:r>
            <a:r>
              <a:rPr sz="1400" spc="45" dirty="0">
                <a:latin typeface="Corbel"/>
                <a:cs typeface="Corbel"/>
              </a:rPr>
              <a:t> </a:t>
            </a:r>
            <a:r>
              <a:rPr sz="1400" dirty="0">
                <a:latin typeface="Corbel"/>
                <a:cs typeface="Corbel"/>
              </a:rPr>
              <a:t>of</a:t>
            </a:r>
            <a:r>
              <a:rPr sz="1400" spc="50" dirty="0">
                <a:latin typeface="Corbel"/>
                <a:cs typeface="Corbel"/>
              </a:rPr>
              <a:t> </a:t>
            </a:r>
            <a:r>
              <a:rPr sz="1400" dirty="0">
                <a:latin typeface="Corbel"/>
                <a:cs typeface="Corbel"/>
              </a:rPr>
              <a:t>the</a:t>
            </a:r>
            <a:r>
              <a:rPr sz="1400" spc="45" dirty="0">
                <a:latin typeface="Corbel"/>
                <a:cs typeface="Corbel"/>
              </a:rPr>
              <a:t> </a:t>
            </a:r>
            <a:r>
              <a:rPr sz="1400" dirty="0">
                <a:latin typeface="Corbel"/>
                <a:cs typeface="Corbel"/>
              </a:rPr>
              <a:t>gradient</a:t>
            </a:r>
            <a:r>
              <a:rPr sz="1400" spc="50" dirty="0">
                <a:latin typeface="Corbel"/>
                <a:cs typeface="Corbel"/>
              </a:rPr>
              <a:t> </a:t>
            </a:r>
            <a:r>
              <a:rPr sz="1400" dirty="0">
                <a:latin typeface="Corbel"/>
                <a:cs typeface="Corbel"/>
              </a:rPr>
              <a:t>(i.e.</a:t>
            </a:r>
            <a:r>
              <a:rPr sz="1400" spc="45" dirty="0">
                <a:latin typeface="Corbel"/>
                <a:cs typeface="Corbel"/>
              </a:rPr>
              <a:t> </a:t>
            </a:r>
            <a:r>
              <a:rPr sz="1400" dirty="0">
                <a:latin typeface="Corbel"/>
                <a:cs typeface="Corbel"/>
              </a:rPr>
              <a:t>the</a:t>
            </a:r>
            <a:r>
              <a:rPr sz="1400" spc="45" dirty="0">
                <a:latin typeface="Corbel"/>
                <a:cs typeface="Corbel"/>
              </a:rPr>
              <a:t> </a:t>
            </a:r>
            <a:r>
              <a:rPr sz="1400" dirty="0">
                <a:latin typeface="Corbel"/>
                <a:cs typeface="Corbel"/>
              </a:rPr>
              <a:t>level</a:t>
            </a:r>
            <a:r>
              <a:rPr sz="1400" spc="45" dirty="0">
                <a:latin typeface="Corbel"/>
                <a:cs typeface="Corbel"/>
              </a:rPr>
              <a:t> </a:t>
            </a:r>
            <a:r>
              <a:rPr sz="1400" dirty="0">
                <a:latin typeface="Corbel"/>
                <a:cs typeface="Corbel"/>
              </a:rPr>
              <a:t>change</a:t>
            </a:r>
            <a:r>
              <a:rPr sz="1400" spc="45" dirty="0">
                <a:latin typeface="Corbel"/>
                <a:cs typeface="Corbel"/>
              </a:rPr>
              <a:t> </a:t>
            </a:r>
            <a:r>
              <a:rPr sz="1400" dirty="0">
                <a:latin typeface="Corbel"/>
                <a:cs typeface="Corbel"/>
              </a:rPr>
              <a:t>over</a:t>
            </a:r>
            <a:r>
              <a:rPr sz="1400" spc="50" dirty="0">
                <a:latin typeface="Corbel"/>
                <a:cs typeface="Corbel"/>
              </a:rPr>
              <a:t> </a:t>
            </a:r>
            <a:r>
              <a:rPr sz="1400" dirty="0">
                <a:latin typeface="Corbel"/>
                <a:cs typeface="Corbel"/>
              </a:rPr>
              <a:t>the</a:t>
            </a:r>
            <a:r>
              <a:rPr sz="1400" spc="45" dirty="0">
                <a:latin typeface="Corbel"/>
                <a:cs typeface="Corbel"/>
              </a:rPr>
              <a:t> </a:t>
            </a:r>
            <a:r>
              <a:rPr sz="1400" dirty="0">
                <a:latin typeface="Corbel"/>
                <a:cs typeface="Corbel"/>
              </a:rPr>
              <a:t>distance</a:t>
            </a:r>
            <a:r>
              <a:rPr sz="1400" spc="50" dirty="0">
                <a:latin typeface="Corbel"/>
                <a:cs typeface="Corbel"/>
              </a:rPr>
              <a:t> </a:t>
            </a:r>
            <a:r>
              <a:rPr sz="1400" spc="-10" dirty="0">
                <a:latin typeface="Corbel"/>
                <a:cs typeface="Corbel"/>
              </a:rPr>
              <a:t>travelled) 	</a:t>
            </a:r>
            <a:r>
              <a:rPr sz="1400" dirty="0">
                <a:latin typeface="Corbel"/>
                <a:cs typeface="Corbel"/>
              </a:rPr>
              <a:t>even</a:t>
            </a:r>
            <a:r>
              <a:rPr sz="1400" spc="-15" dirty="0">
                <a:latin typeface="Corbel"/>
                <a:cs typeface="Corbel"/>
              </a:rPr>
              <a:t> </a:t>
            </a:r>
            <a:r>
              <a:rPr sz="1400" dirty="0">
                <a:latin typeface="Corbel"/>
                <a:cs typeface="Corbel"/>
              </a:rPr>
              <a:t>though</a:t>
            </a:r>
            <a:r>
              <a:rPr sz="1400" spc="-10" dirty="0">
                <a:latin typeface="Corbel"/>
                <a:cs typeface="Corbel"/>
              </a:rPr>
              <a:t> </a:t>
            </a:r>
            <a:r>
              <a:rPr sz="1400" dirty="0">
                <a:latin typeface="Corbel"/>
                <a:cs typeface="Corbel"/>
              </a:rPr>
              <a:t>the</a:t>
            </a:r>
            <a:r>
              <a:rPr sz="1400" spc="-15" dirty="0">
                <a:latin typeface="Corbel"/>
                <a:cs typeface="Corbel"/>
              </a:rPr>
              <a:t> </a:t>
            </a:r>
            <a:r>
              <a:rPr sz="1400" dirty="0">
                <a:latin typeface="Corbel"/>
                <a:cs typeface="Corbel"/>
              </a:rPr>
              <a:t>rate</a:t>
            </a:r>
            <a:r>
              <a:rPr sz="1400" spc="-10" dirty="0">
                <a:latin typeface="Corbel"/>
                <a:cs typeface="Corbel"/>
              </a:rPr>
              <a:t> </a:t>
            </a:r>
            <a:r>
              <a:rPr sz="1400" dirty="0">
                <a:latin typeface="Corbel"/>
                <a:cs typeface="Corbel"/>
              </a:rPr>
              <a:t>of</a:t>
            </a:r>
            <a:r>
              <a:rPr sz="1400" spc="-10" dirty="0">
                <a:latin typeface="Corbel"/>
                <a:cs typeface="Corbel"/>
              </a:rPr>
              <a:t> </a:t>
            </a:r>
            <a:r>
              <a:rPr sz="1400" dirty="0">
                <a:latin typeface="Corbel"/>
                <a:cs typeface="Corbel"/>
              </a:rPr>
              <a:t>climb</a:t>
            </a:r>
            <a:r>
              <a:rPr sz="1400" spc="-20" dirty="0">
                <a:latin typeface="Corbel"/>
                <a:cs typeface="Corbel"/>
              </a:rPr>
              <a:t> </a:t>
            </a:r>
            <a:r>
              <a:rPr sz="1400" dirty="0">
                <a:latin typeface="Corbel"/>
                <a:cs typeface="Corbel"/>
              </a:rPr>
              <a:t>or</a:t>
            </a:r>
            <a:r>
              <a:rPr sz="1400" spc="-5" dirty="0">
                <a:latin typeface="Corbel"/>
                <a:cs typeface="Corbel"/>
              </a:rPr>
              <a:t> </a:t>
            </a:r>
            <a:r>
              <a:rPr sz="1400" dirty="0">
                <a:latin typeface="Corbel"/>
                <a:cs typeface="Corbel"/>
              </a:rPr>
              <a:t>descent</a:t>
            </a:r>
            <a:r>
              <a:rPr sz="1400" spc="-10" dirty="0">
                <a:latin typeface="Corbel"/>
                <a:cs typeface="Corbel"/>
              </a:rPr>
              <a:t> </a:t>
            </a:r>
            <a:r>
              <a:rPr sz="1400" dirty="0">
                <a:latin typeface="Corbel"/>
                <a:cs typeface="Corbel"/>
              </a:rPr>
              <a:t>(i.e.</a:t>
            </a:r>
            <a:r>
              <a:rPr sz="1400" spc="-10" dirty="0">
                <a:latin typeface="Corbel"/>
                <a:cs typeface="Corbel"/>
              </a:rPr>
              <a:t> </a:t>
            </a:r>
            <a:r>
              <a:rPr sz="1400" dirty="0">
                <a:latin typeface="Corbel"/>
                <a:cs typeface="Corbel"/>
              </a:rPr>
              <a:t>the</a:t>
            </a:r>
            <a:r>
              <a:rPr sz="1400" spc="-10" dirty="0">
                <a:latin typeface="Corbel"/>
                <a:cs typeface="Corbel"/>
              </a:rPr>
              <a:t> </a:t>
            </a:r>
            <a:r>
              <a:rPr sz="1400" dirty="0">
                <a:latin typeface="Corbel"/>
                <a:cs typeface="Corbel"/>
              </a:rPr>
              <a:t>level</a:t>
            </a:r>
            <a:r>
              <a:rPr sz="1400" spc="-15" dirty="0">
                <a:latin typeface="Corbel"/>
                <a:cs typeface="Corbel"/>
              </a:rPr>
              <a:t> </a:t>
            </a:r>
            <a:r>
              <a:rPr sz="1400" dirty="0">
                <a:latin typeface="Corbel"/>
                <a:cs typeface="Corbel"/>
              </a:rPr>
              <a:t>change</a:t>
            </a:r>
            <a:r>
              <a:rPr sz="1400" spc="-10" dirty="0">
                <a:latin typeface="Corbel"/>
                <a:cs typeface="Corbel"/>
              </a:rPr>
              <a:t> </a:t>
            </a:r>
            <a:r>
              <a:rPr sz="1400" dirty="0">
                <a:latin typeface="Corbel"/>
                <a:cs typeface="Corbel"/>
              </a:rPr>
              <a:t>over</a:t>
            </a:r>
            <a:r>
              <a:rPr sz="1400" spc="-10" dirty="0">
                <a:latin typeface="Corbel"/>
                <a:cs typeface="Corbel"/>
              </a:rPr>
              <a:t> </a:t>
            </a:r>
            <a:r>
              <a:rPr sz="1400" dirty="0">
                <a:latin typeface="Corbel"/>
                <a:cs typeface="Corbel"/>
              </a:rPr>
              <a:t>time)</a:t>
            </a:r>
            <a:r>
              <a:rPr sz="1400" spc="-10" dirty="0">
                <a:latin typeface="Corbel"/>
                <a:cs typeface="Corbel"/>
              </a:rPr>
              <a:t> </a:t>
            </a:r>
            <a:r>
              <a:rPr sz="1400" dirty="0">
                <a:latin typeface="Corbel"/>
                <a:cs typeface="Corbel"/>
              </a:rPr>
              <a:t>remains</a:t>
            </a:r>
            <a:r>
              <a:rPr sz="1400" spc="-15" dirty="0">
                <a:latin typeface="Corbel"/>
                <a:cs typeface="Corbel"/>
              </a:rPr>
              <a:t> </a:t>
            </a:r>
            <a:r>
              <a:rPr sz="1400" dirty="0">
                <a:latin typeface="Corbel"/>
                <a:cs typeface="Corbel"/>
              </a:rPr>
              <a:t>the</a:t>
            </a:r>
            <a:r>
              <a:rPr sz="1400" spc="-10" dirty="0">
                <a:latin typeface="Corbel"/>
                <a:cs typeface="Corbel"/>
              </a:rPr>
              <a:t> </a:t>
            </a:r>
            <a:r>
              <a:rPr sz="1400" dirty="0">
                <a:latin typeface="Corbel"/>
                <a:cs typeface="Corbel"/>
              </a:rPr>
              <a:t>same.</a:t>
            </a:r>
            <a:r>
              <a:rPr sz="1400" spc="-10" dirty="0">
                <a:latin typeface="Corbel"/>
                <a:cs typeface="Corbel"/>
              </a:rPr>
              <a:t> </a:t>
            </a:r>
            <a:r>
              <a:rPr sz="1400" dirty="0">
                <a:latin typeface="Corbel"/>
                <a:cs typeface="Corbel"/>
              </a:rPr>
              <a:t>As</a:t>
            </a:r>
            <a:r>
              <a:rPr sz="1400" spc="-15" dirty="0">
                <a:latin typeface="Corbel"/>
                <a:cs typeface="Corbel"/>
              </a:rPr>
              <a:t> </a:t>
            </a:r>
            <a:r>
              <a:rPr sz="1400" dirty="0">
                <a:latin typeface="Corbel"/>
                <a:cs typeface="Corbel"/>
              </a:rPr>
              <a:t>a</a:t>
            </a:r>
            <a:r>
              <a:rPr sz="1400" spc="-10" dirty="0">
                <a:latin typeface="Corbel"/>
                <a:cs typeface="Corbel"/>
              </a:rPr>
              <a:t> </a:t>
            </a:r>
            <a:r>
              <a:rPr sz="1400" dirty="0">
                <a:latin typeface="Corbel"/>
                <a:cs typeface="Corbel"/>
              </a:rPr>
              <a:t>result,</a:t>
            </a:r>
            <a:r>
              <a:rPr sz="1400" spc="-10" dirty="0">
                <a:latin typeface="Corbel"/>
                <a:cs typeface="Corbel"/>
              </a:rPr>
              <a:t> </a:t>
            </a:r>
            <a:r>
              <a:rPr sz="1400" dirty="0">
                <a:latin typeface="Corbel"/>
                <a:cs typeface="Corbel"/>
              </a:rPr>
              <a:t>aircraft</a:t>
            </a:r>
            <a:r>
              <a:rPr sz="1400" spc="-10" dirty="0">
                <a:latin typeface="Corbel"/>
                <a:cs typeface="Corbel"/>
              </a:rPr>
              <a:t> </a:t>
            </a:r>
            <a:r>
              <a:rPr sz="1400" dirty="0">
                <a:latin typeface="Corbel"/>
                <a:cs typeface="Corbel"/>
              </a:rPr>
              <a:t>reach</a:t>
            </a:r>
            <a:r>
              <a:rPr sz="1400" spc="-15" dirty="0">
                <a:latin typeface="Corbel"/>
                <a:cs typeface="Corbel"/>
              </a:rPr>
              <a:t> </a:t>
            </a:r>
            <a:r>
              <a:rPr sz="1400" dirty="0">
                <a:latin typeface="Corbel"/>
                <a:cs typeface="Corbel"/>
              </a:rPr>
              <a:t>their</a:t>
            </a:r>
            <a:r>
              <a:rPr sz="1400" spc="-5" dirty="0">
                <a:latin typeface="Corbel"/>
                <a:cs typeface="Corbel"/>
              </a:rPr>
              <a:t> </a:t>
            </a:r>
            <a:r>
              <a:rPr sz="1400" spc="-10" dirty="0">
                <a:latin typeface="Corbel"/>
                <a:cs typeface="Corbel"/>
              </a:rPr>
              <a:t>cleared 	</a:t>
            </a:r>
            <a:r>
              <a:rPr sz="1400" dirty="0">
                <a:latin typeface="Corbel"/>
                <a:cs typeface="Corbel"/>
              </a:rPr>
              <a:t>levels</a:t>
            </a:r>
            <a:r>
              <a:rPr sz="1400" spc="-30" dirty="0">
                <a:latin typeface="Corbel"/>
                <a:cs typeface="Corbel"/>
              </a:rPr>
              <a:t> </a:t>
            </a:r>
            <a:r>
              <a:rPr sz="1400" dirty="0">
                <a:latin typeface="Corbel"/>
                <a:cs typeface="Corbel"/>
              </a:rPr>
              <a:t>earlier</a:t>
            </a:r>
            <a:r>
              <a:rPr sz="1400" spc="-25" dirty="0">
                <a:latin typeface="Corbel"/>
                <a:cs typeface="Corbel"/>
              </a:rPr>
              <a:t> </a:t>
            </a:r>
            <a:r>
              <a:rPr sz="1400" spc="-10" dirty="0">
                <a:latin typeface="Corbel"/>
                <a:cs typeface="Corbel"/>
              </a:rPr>
              <a:t>compared</a:t>
            </a:r>
            <a:r>
              <a:rPr sz="1400" spc="-30" dirty="0">
                <a:latin typeface="Corbel"/>
                <a:cs typeface="Corbel"/>
              </a:rPr>
              <a:t> </a:t>
            </a:r>
            <a:r>
              <a:rPr sz="1400" dirty="0">
                <a:latin typeface="Corbel"/>
                <a:cs typeface="Corbel"/>
              </a:rPr>
              <a:t>to</a:t>
            </a:r>
            <a:r>
              <a:rPr sz="1400" spc="-25" dirty="0">
                <a:latin typeface="Corbel"/>
                <a:cs typeface="Corbel"/>
              </a:rPr>
              <a:t> </a:t>
            </a:r>
            <a:r>
              <a:rPr sz="1400" dirty="0">
                <a:latin typeface="Corbel"/>
                <a:cs typeface="Corbel"/>
              </a:rPr>
              <a:t>the</a:t>
            </a:r>
            <a:r>
              <a:rPr sz="1400" spc="-25" dirty="0">
                <a:latin typeface="Corbel"/>
                <a:cs typeface="Corbel"/>
              </a:rPr>
              <a:t> </a:t>
            </a:r>
            <a:r>
              <a:rPr sz="1400" dirty="0">
                <a:latin typeface="Corbel"/>
                <a:cs typeface="Corbel"/>
              </a:rPr>
              <a:t>calm</a:t>
            </a:r>
            <a:r>
              <a:rPr sz="1400" spc="-25" dirty="0">
                <a:latin typeface="Corbel"/>
                <a:cs typeface="Corbel"/>
              </a:rPr>
              <a:t> </a:t>
            </a:r>
            <a:r>
              <a:rPr sz="1400" dirty="0">
                <a:latin typeface="Corbel"/>
                <a:cs typeface="Corbel"/>
              </a:rPr>
              <a:t>wind</a:t>
            </a:r>
            <a:r>
              <a:rPr sz="1400" spc="-25" dirty="0">
                <a:latin typeface="Corbel"/>
                <a:cs typeface="Corbel"/>
              </a:rPr>
              <a:t> </a:t>
            </a:r>
            <a:r>
              <a:rPr sz="1400" spc="-10" dirty="0">
                <a:latin typeface="Corbel"/>
                <a:cs typeface="Corbel"/>
              </a:rPr>
              <a:t>scenario.</a:t>
            </a:r>
            <a:endParaRPr sz="1400" dirty="0">
              <a:latin typeface="Corbel"/>
              <a:cs typeface="Corbel"/>
            </a:endParaRPr>
          </a:p>
          <a:p>
            <a:pPr marL="295910" marR="5080" indent="-283210" algn="just">
              <a:lnSpc>
                <a:spcPct val="101000"/>
              </a:lnSpc>
              <a:spcBef>
                <a:spcPts val="605"/>
              </a:spcBef>
              <a:buFont typeface="Arial MT"/>
              <a:buChar char="•"/>
              <a:tabLst>
                <a:tab pos="297180" algn="l"/>
              </a:tabLst>
            </a:pPr>
            <a:r>
              <a:rPr sz="1400" dirty="0">
                <a:latin typeface="Corbel"/>
                <a:cs typeface="Corbel"/>
              </a:rPr>
              <a:t>In</a:t>
            </a:r>
            <a:r>
              <a:rPr sz="1400" spc="40" dirty="0">
                <a:latin typeface="Corbel"/>
                <a:cs typeface="Corbel"/>
              </a:rPr>
              <a:t> </a:t>
            </a:r>
            <a:r>
              <a:rPr sz="1400" dirty="0">
                <a:latin typeface="Corbel"/>
                <a:cs typeface="Corbel"/>
              </a:rPr>
              <a:t>the</a:t>
            </a:r>
            <a:r>
              <a:rPr sz="1400" spc="45" dirty="0">
                <a:latin typeface="Corbel"/>
                <a:cs typeface="Corbel"/>
              </a:rPr>
              <a:t> </a:t>
            </a:r>
            <a:r>
              <a:rPr sz="1400" dirty="0">
                <a:latin typeface="Corbel"/>
                <a:cs typeface="Corbel"/>
              </a:rPr>
              <a:t>cruise</a:t>
            </a:r>
            <a:r>
              <a:rPr sz="1400" spc="40" dirty="0">
                <a:latin typeface="Corbel"/>
                <a:cs typeface="Corbel"/>
              </a:rPr>
              <a:t> </a:t>
            </a:r>
            <a:r>
              <a:rPr sz="1400" dirty="0">
                <a:latin typeface="Corbel"/>
                <a:cs typeface="Corbel"/>
              </a:rPr>
              <a:t>phase,</a:t>
            </a:r>
            <a:r>
              <a:rPr sz="1400" spc="45" dirty="0">
                <a:latin typeface="Corbel"/>
                <a:cs typeface="Corbel"/>
              </a:rPr>
              <a:t> </a:t>
            </a:r>
            <a:r>
              <a:rPr sz="1400" dirty="0">
                <a:latin typeface="Corbel"/>
                <a:cs typeface="Corbel"/>
              </a:rPr>
              <a:t>having</a:t>
            </a:r>
            <a:r>
              <a:rPr sz="1400" spc="40" dirty="0">
                <a:latin typeface="Corbel"/>
                <a:cs typeface="Corbel"/>
              </a:rPr>
              <a:t> </a:t>
            </a:r>
            <a:r>
              <a:rPr sz="1400" dirty="0">
                <a:latin typeface="Corbel"/>
                <a:cs typeface="Corbel"/>
              </a:rPr>
              <a:t>headwind</a:t>
            </a:r>
            <a:r>
              <a:rPr sz="1400" spc="45" dirty="0">
                <a:latin typeface="Corbel"/>
                <a:cs typeface="Corbel"/>
              </a:rPr>
              <a:t> </a:t>
            </a:r>
            <a:r>
              <a:rPr sz="1400" dirty="0">
                <a:latin typeface="Corbel"/>
                <a:cs typeface="Corbel"/>
              </a:rPr>
              <a:t>means</a:t>
            </a:r>
            <a:r>
              <a:rPr sz="1400" spc="35" dirty="0">
                <a:latin typeface="Corbel"/>
                <a:cs typeface="Corbel"/>
              </a:rPr>
              <a:t> </a:t>
            </a:r>
            <a:r>
              <a:rPr sz="1400" dirty="0">
                <a:latin typeface="Corbel"/>
                <a:cs typeface="Corbel"/>
              </a:rPr>
              <a:t>increased</a:t>
            </a:r>
            <a:r>
              <a:rPr sz="1400" spc="45" dirty="0">
                <a:latin typeface="Corbel"/>
                <a:cs typeface="Corbel"/>
              </a:rPr>
              <a:t> </a:t>
            </a:r>
            <a:r>
              <a:rPr sz="1400" dirty="0">
                <a:latin typeface="Corbel"/>
                <a:cs typeface="Corbel"/>
              </a:rPr>
              <a:t>fuel</a:t>
            </a:r>
            <a:r>
              <a:rPr sz="1400" spc="40" dirty="0">
                <a:latin typeface="Corbel"/>
                <a:cs typeface="Corbel"/>
              </a:rPr>
              <a:t> </a:t>
            </a:r>
            <a:r>
              <a:rPr sz="1400" dirty="0">
                <a:latin typeface="Corbel"/>
                <a:cs typeface="Corbel"/>
              </a:rPr>
              <a:t>burn</a:t>
            </a:r>
            <a:r>
              <a:rPr sz="1400" spc="45" dirty="0">
                <a:latin typeface="Corbel"/>
                <a:cs typeface="Corbel"/>
              </a:rPr>
              <a:t> </a:t>
            </a:r>
            <a:r>
              <a:rPr sz="1400" dirty="0">
                <a:latin typeface="Corbel"/>
                <a:cs typeface="Corbel"/>
              </a:rPr>
              <a:t>(due</a:t>
            </a:r>
            <a:r>
              <a:rPr sz="1400" spc="40" dirty="0">
                <a:latin typeface="Corbel"/>
                <a:cs typeface="Corbel"/>
              </a:rPr>
              <a:t> </a:t>
            </a:r>
            <a:r>
              <a:rPr sz="1400" dirty="0">
                <a:latin typeface="Corbel"/>
                <a:cs typeface="Corbel"/>
              </a:rPr>
              <a:t>to</a:t>
            </a:r>
            <a:r>
              <a:rPr sz="1400" spc="45" dirty="0">
                <a:latin typeface="Corbel"/>
                <a:cs typeface="Corbel"/>
              </a:rPr>
              <a:t> </a:t>
            </a:r>
            <a:r>
              <a:rPr sz="1400" dirty="0">
                <a:latin typeface="Corbel"/>
                <a:cs typeface="Corbel"/>
              </a:rPr>
              <a:t>the</a:t>
            </a:r>
            <a:r>
              <a:rPr sz="1400" spc="40" dirty="0">
                <a:latin typeface="Corbel"/>
                <a:cs typeface="Corbel"/>
              </a:rPr>
              <a:t> </a:t>
            </a:r>
            <a:r>
              <a:rPr sz="1400" dirty="0">
                <a:latin typeface="Corbel"/>
                <a:cs typeface="Corbel"/>
              </a:rPr>
              <a:t>increased</a:t>
            </a:r>
            <a:r>
              <a:rPr sz="1400" spc="45" dirty="0">
                <a:latin typeface="Corbel"/>
                <a:cs typeface="Corbel"/>
              </a:rPr>
              <a:t> </a:t>
            </a:r>
            <a:r>
              <a:rPr sz="1400" dirty="0">
                <a:latin typeface="Corbel"/>
                <a:cs typeface="Corbel"/>
              </a:rPr>
              <a:t>drag)</a:t>
            </a:r>
            <a:r>
              <a:rPr sz="1400" spc="45" dirty="0">
                <a:latin typeface="Corbel"/>
                <a:cs typeface="Corbel"/>
              </a:rPr>
              <a:t> </a:t>
            </a:r>
            <a:r>
              <a:rPr sz="1400" dirty="0">
                <a:latin typeface="Corbel"/>
                <a:cs typeface="Corbel"/>
              </a:rPr>
              <a:t>and</a:t>
            </a:r>
            <a:r>
              <a:rPr sz="1400" spc="45" dirty="0">
                <a:latin typeface="Corbel"/>
                <a:cs typeface="Corbel"/>
              </a:rPr>
              <a:t> </a:t>
            </a:r>
            <a:r>
              <a:rPr sz="1400" dirty="0">
                <a:latin typeface="Corbel"/>
                <a:cs typeface="Corbel"/>
              </a:rPr>
              <a:t>increased</a:t>
            </a:r>
            <a:r>
              <a:rPr sz="1400" spc="40" dirty="0">
                <a:latin typeface="Corbel"/>
                <a:cs typeface="Corbel"/>
              </a:rPr>
              <a:t> </a:t>
            </a:r>
            <a:r>
              <a:rPr sz="1400" dirty="0">
                <a:latin typeface="Corbel"/>
                <a:cs typeface="Corbel"/>
              </a:rPr>
              <a:t>flight</a:t>
            </a:r>
            <a:r>
              <a:rPr sz="1400" spc="45" dirty="0">
                <a:latin typeface="Corbel"/>
                <a:cs typeface="Corbel"/>
              </a:rPr>
              <a:t> </a:t>
            </a:r>
            <a:r>
              <a:rPr sz="1400" dirty="0">
                <a:latin typeface="Corbel"/>
                <a:cs typeface="Corbel"/>
              </a:rPr>
              <a:t>time</a:t>
            </a:r>
            <a:r>
              <a:rPr sz="1400" spc="40" dirty="0">
                <a:latin typeface="Corbel"/>
                <a:cs typeface="Corbel"/>
              </a:rPr>
              <a:t> </a:t>
            </a:r>
            <a:r>
              <a:rPr sz="1400" dirty="0">
                <a:latin typeface="Corbel"/>
                <a:cs typeface="Corbel"/>
              </a:rPr>
              <a:t>(due</a:t>
            </a:r>
            <a:r>
              <a:rPr sz="1400" spc="45" dirty="0">
                <a:latin typeface="Corbel"/>
                <a:cs typeface="Corbel"/>
              </a:rPr>
              <a:t> </a:t>
            </a:r>
            <a:r>
              <a:rPr sz="1400" dirty="0">
                <a:latin typeface="Corbel"/>
                <a:cs typeface="Corbel"/>
              </a:rPr>
              <a:t>to</a:t>
            </a:r>
            <a:r>
              <a:rPr sz="1400" spc="45" dirty="0">
                <a:latin typeface="Corbel"/>
                <a:cs typeface="Corbel"/>
              </a:rPr>
              <a:t> </a:t>
            </a:r>
            <a:r>
              <a:rPr sz="1400" spc="-25" dirty="0">
                <a:latin typeface="Corbel"/>
                <a:cs typeface="Corbel"/>
              </a:rPr>
              <a:t>the 	</a:t>
            </a:r>
            <a:r>
              <a:rPr sz="1400" dirty="0">
                <a:latin typeface="Corbel"/>
                <a:cs typeface="Corbel"/>
              </a:rPr>
              <a:t>reduction</a:t>
            </a:r>
            <a:r>
              <a:rPr sz="1400" spc="285" dirty="0">
                <a:latin typeface="Corbel"/>
                <a:cs typeface="Corbel"/>
              </a:rPr>
              <a:t> </a:t>
            </a:r>
            <a:r>
              <a:rPr sz="1400" dirty="0">
                <a:latin typeface="Corbel"/>
                <a:cs typeface="Corbel"/>
              </a:rPr>
              <a:t>in</a:t>
            </a:r>
            <a:r>
              <a:rPr sz="1400" spc="285" dirty="0">
                <a:latin typeface="Corbel"/>
                <a:cs typeface="Corbel"/>
              </a:rPr>
              <a:t> </a:t>
            </a:r>
            <a:r>
              <a:rPr sz="1400" dirty="0">
                <a:latin typeface="Corbel"/>
                <a:cs typeface="Corbel"/>
              </a:rPr>
              <a:t>groundspeed).</a:t>
            </a:r>
            <a:r>
              <a:rPr sz="1400" spc="295" dirty="0">
                <a:latin typeface="Corbel"/>
                <a:cs typeface="Corbel"/>
              </a:rPr>
              <a:t> </a:t>
            </a:r>
            <a:r>
              <a:rPr sz="1400" dirty="0">
                <a:latin typeface="Corbel"/>
                <a:cs typeface="Corbel"/>
              </a:rPr>
              <a:t>Operators</a:t>
            </a:r>
            <a:r>
              <a:rPr sz="1400" spc="280" dirty="0">
                <a:latin typeface="Corbel"/>
                <a:cs typeface="Corbel"/>
              </a:rPr>
              <a:t> </a:t>
            </a:r>
            <a:r>
              <a:rPr sz="1400" dirty="0">
                <a:latin typeface="Corbel"/>
                <a:cs typeface="Corbel"/>
              </a:rPr>
              <a:t>try</a:t>
            </a:r>
            <a:r>
              <a:rPr sz="1400" spc="295" dirty="0">
                <a:latin typeface="Corbel"/>
                <a:cs typeface="Corbel"/>
              </a:rPr>
              <a:t> </a:t>
            </a:r>
            <a:r>
              <a:rPr sz="1400" dirty="0">
                <a:latin typeface="Corbel"/>
                <a:cs typeface="Corbel"/>
              </a:rPr>
              <a:t>to</a:t>
            </a:r>
            <a:r>
              <a:rPr sz="1400" spc="290" dirty="0">
                <a:latin typeface="Corbel"/>
                <a:cs typeface="Corbel"/>
              </a:rPr>
              <a:t> </a:t>
            </a:r>
            <a:r>
              <a:rPr sz="1400" dirty="0">
                <a:latin typeface="Corbel"/>
                <a:cs typeface="Corbel"/>
              </a:rPr>
              <a:t>avoid</a:t>
            </a:r>
            <a:r>
              <a:rPr sz="1400" spc="285" dirty="0">
                <a:latin typeface="Corbel"/>
                <a:cs typeface="Corbel"/>
              </a:rPr>
              <a:t> </a:t>
            </a:r>
            <a:r>
              <a:rPr sz="1400" dirty="0">
                <a:latin typeface="Corbel"/>
                <a:cs typeface="Corbel"/>
              </a:rPr>
              <a:t>flying</a:t>
            </a:r>
            <a:r>
              <a:rPr sz="1400" spc="280" dirty="0">
                <a:latin typeface="Corbel"/>
                <a:cs typeface="Corbel"/>
              </a:rPr>
              <a:t> </a:t>
            </a:r>
            <a:r>
              <a:rPr sz="1400" dirty="0">
                <a:latin typeface="Corbel"/>
                <a:cs typeface="Corbel"/>
              </a:rPr>
              <a:t>in</a:t>
            </a:r>
            <a:r>
              <a:rPr sz="1400" spc="285" dirty="0">
                <a:latin typeface="Corbel"/>
                <a:cs typeface="Corbel"/>
              </a:rPr>
              <a:t> </a:t>
            </a:r>
            <a:r>
              <a:rPr sz="1400" dirty="0">
                <a:latin typeface="Corbel"/>
                <a:cs typeface="Corbel"/>
              </a:rPr>
              <a:t>headwind</a:t>
            </a:r>
            <a:r>
              <a:rPr sz="1400" spc="290" dirty="0">
                <a:latin typeface="Corbel"/>
                <a:cs typeface="Corbel"/>
              </a:rPr>
              <a:t> </a:t>
            </a:r>
            <a:r>
              <a:rPr sz="1400" dirty="0">
                <a:latin typeface="Corbel"/>
                <a:cs typeface="Corbel"/>
              </a:rPr>
              <a:t>conditions</a:t>
            </a:r>
            <a:r>
              <a:rPr sz="1400" spc="280" dirty="0">
                <a:latin typeface="Corbel"/>
                <a:cs typeface="Corbel"/>
              </a:rPr>
              <a:t> </a:t>
            </a:r>
            <a:r>
              <a:rPr sz="1400" dirty="0">
                <a:latin typeface="Corbel"/>
                <a:cs typeface="Corbel"/>
              </a:rPr>
              <a:t>whenever</a:t>
            </a:r>
            <a:r>
              <a:rPr sz="1400" spc="295" dirty="0">
                <a:latin typeface="Corbel"/>
                <a:cs typeface="Corbel"/>
              </a:rPr>
              <a:t> </a:t>
            </a:r>
            <a:r>
              <a:rPr sz="1400" dirty="0">
                <a:latin typeface="Corbel"/>
                <a:cs typeface="Corbel"/>
              </a:rPr>
              <a:t>practicable</a:t>
            </a:r>
            <a:r>
              <a:rPr sz="1400" spc="290" dirty="0">
                <a:latin typeface="Corbel"/>
                <a:cs typeface="Corbel"/>
              </a:rPr>
              <a:t> </a:t>
            </a:r>
            <a:r>
              <a:rPr sz="1400" dirty="0">
                <a:latin typeface="Corbel"/>
                <a:cs typeface="Corbel"/>
              </a:rPr>
              <a:t>by</a:t>
            </a:r>
            <a:r>
              <a:rPr sz="1400" spc="290" dirty="0">
                <a:latin typeface="Corbel"/>
                <a:cs typeface="Corbel"/>
              </a:rPr>
              <a:t> </a:t>
            </a:r>
            <a:r>
              <a:rPr sz="1400" dirty="0">
                <a:latin typeface="Corbel"/>
                <a:cs typeface="Corbel"/>
              </a:rPr>
              <a:t>e.g.</a:t>
            </a:r>
            <a:r>
              <a:rPr sz="1400" spc="295" dirty="0">
                <a:latin typeface="Corbel"/>
                <a:cs typeface="Corbel"/>
              </a:rPr>
              <a:t> </a:t>
            </a:r>
            <a:r>
              <a:rPr sz="1400" dirty="0">
                <a:latin typeface="Corbel"/>
                <a:cs typeface="Corbel"/>
              </a:rPr>
              <a:t>choosing</a:t>
            </a:r>
            <a:r>
              <a:rPr sz="1400" spc="280" dirty="0">
                <a:latin typeface="Corbel"/>
                <a:cs typeface="Corbel"/>
              </a:rPr>
              <a:t> </a:t>
            </a:r>
            <a:r>
              <a:rPr sz="1400" spc="-25" dirty="0">
                <a:latin typeface="Corbel"/>
                <a:cs typeface="Corbel"/>
              </a:rPr>
              <a:t>an 	</a:t>
            </a:r>
            <a:r>
              <a:rPr sz="1400" dirty="0">
                <a:latin typeface="Corbel"/>
                <a:cs typeface="Corbel"/>
              </a:rPr>
              <a:t>alternative</a:t>
            </a:r>
            <a:r>
              <a:rPr sz="1400" spc="30" dirty="0">
                <a:latin typeface="Corbel"/>
                <a:cs typeface="Corbel"/>
              </a:rPr>
              <a:t> </a:t>
            </a:r>
            <a:r>
              <a:rPr sz="1400" dirty="0">
                <a:latin typeface="Corbel"/>
                <a:cs typeface="Corbel"/>
              </a:rPr>
              <a:t>route</a:t>
            </a:r>
            <a:r>
              <a:rPr sz="1400" spc="30" dirty="0">
                <a:latin typeface="Corbel"/>
                <a:cs typeface="Corbel"/>
              </a:rPr>
              <a:t> </a:t>
            </a:r>
            <a:r>
              <a:rPr sz="1400" dirty="0">
                <a:latin typeface="Corbel"/>
                <a:cs typeface="Corbel"/>
              </a:rPr>
              <a:t>(which</a:t>
            </a:r>
            <a:r>
              <a:rPr sz="1400" spc="35" dirty="0">
                <a:latin typeface="Corbel"/>
                <a:cs typeface="Corbel"/>
              </a:rPr>
              <a:t> </a:t>
            </a:r>
            <a:r>
              <a:rPr sz="1400" dirty="0">
                <a:latin typeface="Corbel"/>
                <a:cs typeface="Corbel"/>
              </a:rPr>
              <a:t>can</a:t>
            </a:r>
            <a:r>
              <a:rPr sz="1400" spc="25" dirty="0">
                <a:latin typeface="Corbel"/>
                <a:cs typeface="Corbel"/>
              </a:rPr>
              <a:t> </a:t>
            </a:r>
            <a:r>
              <a:rPr sz="1400" dirty="0">
                <a:latin typeface="Corbel"/>
                <a:cs typeface="Corbel"/>
              </a:rPr>
              <a:t>be</a:t>
            </a:r>
            <a:r>
              <a:rPr sz="1400" spc="35" dirty="0">
                <a:latin typeface="Corbel"/>
                <a:cs typeface="Corbel"/>
              </a:rPr>
              <a:t> </a:t>
            </a:r>
            <a:r>
              <a:rPr sz="1400" dirty="0">
                <a:latin typeface="Corbel"/>
                <a:cs typeface="Corbel"/>
              </a:rPr>
              <a:t>a</a:t>
            </a:r>
            <a:r>
              <a:rPr sz="1400" spc="30" dirty="0">
                <a:latin typeface="Corbel"/>
                <a:cs typeface="Corbel"/>
              </a:rPr>
              <a:t> </a:t>
            </a:r>
            <a:r>
              <a:rPr sz="1400" dirty="0">
                <a:latin typeface="Corbel"/>
                <a:cs typeface="Corbel"/>
              </a:rPr>
              <a:t>bit</a:t>
            </a:r>
            <a:r>
              <a:rPr sz="1400" spc="35" dirty="0">
                <a:latin typeface="Corbel"/>
                <a:cs typeface="Corbel"/>
              </a:rPr>
              <a:t> </a:t>
            </a:r>
            <a:r>
              <a:rPr sz="1400" dirty="0">
                <a:latin typeface="Corbel"/>
                <a:cs typeface="Corbel"/>
              </a:rPr>
              <a:t>longer</a:t>
            </a:r>
            <a:r>
              <a:rPr sz="1400" spc="30" dirty="0">
                <a:latin typeface="Corbel"/>
                <a:cs typeface="Corbel"/>
              </a:rPr>
              <a:t> </a:t>
            </a:r>
            <a:r>
              <a:rPr sz="1400" dirty="0">
                <a:latin typeface="Corbel"/>
                <a:cs typeface="Corbel"/>
              </a:rPr>
              <a:t>but</a:t>
            </a:r>
            <a:r>
              <a:rPr sz="1400" spc="35" dirty="0">
                <a:latin typeface="Corbel"/>
                <a:cs typeface="Corbel"/>
              </a:rPr>
              <a:t> </a:t>
            </a:r>
            <a:r>
              <a:rPr sz="1400" dirty="0">
                <a:latin typeface="Corbel"/>
                <a:cs typeface="Corbel"/>
              </a:rPr>
              <a:t>with</a:t>
            </a:r>
            <a:r>
              <a:rPr sz="1400" spc="30" dirty="0">
                <a:latin typeface="Corbel"/>
                <a:cs typeface="Corbel"/>
              </a:rPr>
              <a:t> </a:t>
            </a:r>
            <a:r>
              <a:rPr sz="1400" dirty="0">
                <a:latin typeface="Corbel"/>
                <a:cs typeface="Corbel"/>
              </a:rPr>
              <a:t>less</a:t>
            </a:r>
            <a:r>
              <a:rPr sz="1400" spc="25" dirty="0">
                <a:latin typeface="Corbel"/>
                <a:cs typeface="Corbel"/>
              </a:rPr>
              <a:t> </a:t>
            </a:r>
            <a:r>
              <a:rPr sz="1400" dirty="0">
                <a:latin typeface="Corbel"/>
                <a:cs typeface="Corbel"/>
              </a:rPr>
              <a:t>or</a:t>
            </a:r>
            <a:r>
              <a:rPr sz="1400" spc="30" dirty="0">
                <a:latin typeface="Corbel"/>
                <a:cs typeface="Corbel"/>
              </a:rPr>
              <a:t> </a:t>
            </a:r>
            <a:r>
              <a:rPr sz="1400" dirty="0">
                <a:latin typeface="Corbel"/>
                <a:cs typeface="Corbel"/>
              </a:rPr>
              <a:t>no</a:t>
            </a:r>
            <a:r>
              <a:rPr sz="1400" spc="35" dirty="0">
                <a:latin typeface="Corbel"/>
                <a:cs typeface="Corbel"/>
              </a:rPr>
              <a:t> </a:t>
            </a:r>
            <a:r>
              <a:rPr sz="1400" dirty="0">
                <a:latin typeface="Corbel"/>
                <a:cs typeface="Corbel"/>
              </a:rPr>
              <a:t>headwind)</a:t>
            </a:r>
            <a:r>
              <a:rPr sz="1400" spc="30" dirty="0">
                <a:latin typeface="Corbel"/>
                <a:cs typeface="Corbel"/>
              </a:rPr>
              <a:t> </a:t>
            </a:r>
            <a:r>
              <a:rPr sz="1400" dirty="0">
                <a:latin typeface="Corbel"/>
                <a:cs typeface="Corbel"/>
              </a:rPr>
              <a:t>or</a:t>
            </a:r>
            <a:r>
              <a:rPr sz="1400" spc="35" dirty="0">
                <a:latin typeface="Corbel"/>
                <a:cs typeface="Corbel"/>
              </a:rPr>
              <a:t> </a:t>
            </a:r>
            <a:r>
              <a:rPr sz="1400" dirty="0">
                <a:latin typeface="Corbel"/>
                <a:cs typeface="Corbel"/>
              </a:rPr>
              <a:t>choosing</a:t>
            </a:r>
            <a:r>
              <a:rPr sz="1400" spc="20" dirty="0">
                <a:latin typeface="Corbel"/>
                <a:cs typeface="Corbel"/>
              </a:rPr>
              <a:t> </a:t>
            </a:r>
            <a:r>
              <a:rPr sz="1400" dirty="0">
                <a:latin typeface="Corbel"/>
                <a:cs typeface="Corbel"/>
              </a:rPr>
              <a:t>a</a:t>
            </a:r>
            <a:r>
              <a:rPr sz="1400" spc="35" dirty="0">
                <a:latin typeface="Corbel"/>
                <a:cs typeface="Corbel"/>
              </a:rPr>
              <a:t> </a:t>
            </a:r>
            <a:r>
              <a:rPr sz="1400" dirty="0">
                <a:latin typeface="Corbel"/>
                <a:cs typeface="Corbel"/>
              </a:rPr>
              <a:t>different</a:t>
            </a:r>
            <a:r>
              <a:rPr sz="1400" spc="30" dirty="0">
                <a:latin typeface="Corbel"/>
                <a:cs typeface="Corbel"/>
              </a:rPr>
              <a:t> </a:t>
            </a:r>
            <a:r>
              <a:rPr sz="1400" dirty="0">
                <a:latin typeface="Corbel"/>
                <a:cs typeface="Corbel"/>
              </a:rPr>
              <a:t>(normally</a:t>
            </a:r>
            <a:r>
              <a:rPr sz="1400" spc="35" dirty="0">
                <a:latin typeface="Corbel"/>
                <a:cs typeface="Corbel"/>
              </a:rPr>
              <a:t> </a:t>
            </a:r>
            <a:r>
              <a:rPr sz="1400" dirty="0">
                <a:latin typeface="Corbel"/>
                <a:cs typeface="Corbel"/>
              </a:rPr>
              <a:t>lower)</a:t>
            </a:r>
            <a:r>
              <a:rPr sz="1400" spc="30" dirty="0">
                <a:latin typeface="Corbel"/>
                <a:cs typeface="Corbel"/>
              </a:rPr>
              <a:t> </a:t>
            </a:r>
            <a:r>
              <a:rPr sz="1400" dirty="0">
                <a:latin typeface="Corbel"/>
                <a:cs typeface="Corbel"/>
              </a:rPr>
              <a:t>cruising</a:t>
            </a:r>
            <a:r>
              <a:rPr sz="1400" spc="25" dirty="0">
                <a:latin typeface="Corbel"/>
                <a:cs typeface="Corbel"/>
              </a:rPr>
              <a:t> </a:t>
            </a:r>
            <a:r>
              <a:rPr sz="1400" dirty="0">
                <a:latin typeface="Corbel"/>
                <a:cs typeface="Corbel"/>
              </a:rPr>
              <a:t>level</a:t>
            </a:r>
            <a:r>
              <a:rPr sz="1400" spc="25" dirty="0">
                <a:latin typeface="Corbel"/>
                <a:cs typeface="Corbel"/>
              </a:rPr>
              <a:t> </a:t>
            </a:r>
            <a:r>
              <a:rPr sz="1400" spc="-25" dirty="0">
                <a:latin typeface="Corbel"/>
                <a:cs typeface="Corbel"/>
              </a:rPr>
              <a:t>if 	</a:t>
            </a:r>
            <a:r>
              <a:rPr sz="1400" dirty="0">
                <a:latin typeface="Corbel"/>
                <a:cs typeface="Corbel"/>
              </a:rPr>
              <a:t>the</a:t>
            </a:r>
            <a:r>
              <a:rPr sz="1400" spc="-10" dirty="0">
                <a:latin typeface="Corbel"/>
                <a:cs typeface="Corbel"/>
              </a:rPr>
              <a:t> predicted</a:t>
            </a:r>
            <a:r>
              <a:rPr sz="1400" spc="-5" dirty="0">
                <a:latin typeface="Corbel"/>
                <a:cs typeface="Corbel"/>
              </a:rPr>
              <a:t> </a:t>
            </a:r>
            <a:r>
              <a:rPr sz="1400" spc="-10" dirty="0">
                <a:latin typeface="Corbel"/>
                <a:cs typeface="Corbel"/>
              </a:rPr>
              <a:t>windspeed</a:t>
            </a:r>
            <a:r>
              <a:rPr sz="1400" spc="-5" dirty="0">
                <a:latin typeface="Corbel"/>
                <a:cs typeface="Corbel"/>
              </a:rPr>
              <a:t> </a:t>
            </a:r>
            <a:r>
              <a:rPr sz="1400" dirty="0">
                <a:latin typeface="Corbel"/>
                <a:cs typeface="Corbel"/>
              </a:rPr>
              <a:t>is</a:t>
            </a:r>
            <a:r>
              <a:rPr sz="1400" spc="-10" dirty="0">
                <a:latin typeface="Corbel"/>
                <a:cs typeface="Corbel"/>
              </a:rPr>
              <a:t> </a:t>
            </a:r>
            <a:r>
              <a:rPr sz="1400" dirty="0">
                <a:latin typeface="Corbel"/>
                <a:cs typeface="Corbel"/>
              </a:rPr>
              <a:t>more</a:t>
            </a:r>
            <a:r>
              <a:rPr sz="1400" spc="-5" dirty="0">
                <a:latin typeface="Corbel"/>
                <a:cs typeface="Corbel"/>
              </a:rPr>
              <a:t> </a:t>
            </a:r>
            <a:r>
              <a:rPr sz="1400" spc="-10" dirty="0">
                <a:latin typeface="Corbel"/>
                <a:cs typeface="Corbel"/>
              </a:rPr>
              <a:t>favourable.</a:t>
            </a:r>
            <a:endParaRPr sz="1400" dirty="0">
              <a:latin typeface="Corbel"/>
              <a:cs typeface="Corbel"/>
            </a:endParaRPr>
          </a:p>
          <a:p>
            <a:pPr marL="1915160">
              <a:lnSpc>
                <a:spcPct val="100000"/>
              </a:lnSpc>
              <a:spcBef>
                <a:spcPts val="869"/>
              </a:spcBef>
            </a:pPr>
            <a:r>
              <a:rPr sz="1200" b="1" spc="-10" dirty="0">
                <a:solidFill>
                  <a:srgbClr val="00B050"/>
                </a:solidFill>
                <a:latin typeface="Corbel"/>
                <a:cs typeface="Corbel"/>
              </a:rPr>
              <a:t>Resultant</a:t>
            </a:r>
            <a:r>
              <a:rPr sz="1200" b="1" spc="20" dirty="0">
                <a:solidFill>
                  <a:srgbClr val="00B050"/>
                </a:solidFill>
                <a:latin typeface="Corbel"/>
                <a:cs typeface="Corbel"/>
              </a:rPr>
              <a:t> </a:t>
            </a:r>
            <a:r>
              <a:rPr sz="1200" b="1" spc="-10" dirty="0">
                <a:solidFill>
                  <a:srgbClr val="00B050"/>
                </a:solidFill>
                <a:latin typeface="Corbel"/>
                <a:cs typeface="Corbel"/>
              </a:rPr>
              <a:t>airspeed</a:t>
            </a:r>
            <a:endParaRPr sz="1200" dirty="0">
              <a:latin typeface="Corbel"/>
              <a:cs typeface="Corbel"/>
            </a:endParaRPr>
          </a:p>
        </p:txBody>
      </p:sp>
      <p:sp>
        <p:nvSpPr>
          <p:cNvPr id="19" name="object 19"/>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25</a:t>
            </a:fld>
            <a:endParaRPr spc="-25" dirty="0"/>
          </a:p>
        </p:txBody>
      </p:sp>
      <p:sp>
        <p:nvSpPr>
          <p:cNvPr id="16" name="object 16"/>
          <p:cNvSpPr txBox="1"/>
          <p:nvPr/>
        </p:nvSpPr>
        <p:spPr>
          <a:xfrm>
            <a:off x="3478526" y="5909564"/>
            <a:ext cx="1115695"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0070C0"/>
                </a:solidFill>
                <a:latin typeface="Corbel"/>
                <a:cs typeface="Corbel"/>
              </a:rPr>
              <a:t>Aircraft</a:t>
            </a:r>
            <a:r>
              <a:rPr sz="1200" b="1" spc="-45" dirty="0">
                <a:solidFill>
                  <a:srgbClr val="0070C0"/>
                </a:solidFill>
                <a:latin typeface="Corbel"/>
                <a:cs typeface="Corbel"/>
              </a:rPr>
              <a:t> </a:t>
            </a:r>
            <a:r>
              <a:rPr sz="1200" b="1" spc="-10" dirty="0">
                <a:solidFill>
                  <a:srgbClr val="0070C0"/>
                </a:solidFill>
                <a:latin typeface="Corbel"/>
                <a:cs typeface="Corbel"/>
              </a:rPr>
              <a:t>airspeed</a:t>
            </a:r>
            <a:endParaRPr sz="1200">
              <a:latin typeface="Corbel"/>
              <a:cs typeface="Corbel"/>
            </a:endParaRPr>
          </a:p>
        </p:txBody>
      </p:sp>
      <p:sp>
        <p:nvSpPr>
          <p:cNvPr id="17" name="object 17"/>
          <p:cNvSpPr txBox="1"/>
          <p:nvPr/>
        </p:nvSpPr>
        <p:spPr>
          <a:xfrm>
            <a:off x="5012545" y="5927852"/>
            <a:ext cx="694690" cy="208279"/>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FF0000"/>
                </a:solidFill>
                <a:latin typeface="Corbel"/>
                <a:cs typeface="Corbel"/>
              </a:rPr>
              <a:t>Headwind</a:t>
            </a:r>
            <a:endParaRPr sz="1200">
              <a:latin typeface="Corbel"/>
              <a:cs typeface="Corbel"/>
            </a:endParaRPr>
          </a:p>
        </p:txBody>
      </p:sp>
      <p:sp>
        <p:nvSpPr>
          <p:cNvPr id="18" name="object 18"/>
          <p:cNvSpPr txBox="1"/>
          <p:nvPr/>
        </p:nvSpPr>
        <p:spPr>
          <a:xfrm>
            <a:off x="3472065" y="6382003"/>
            <a:ext cx="1554480" cy="208279"/>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FFC000"/>
                </a:solidFill>
                <a:latin typeface="Corbel"/>
                <a:cs typeface="Corbel"/>
              </a:rPr>
              <a:t>Resultant</a:t>
            </a:r>
            <a:r>
              <a:rPr sz="1200" b="1" spc="20" dirty="0">
                <a:solidFill>
                  <a:srgbClr val="FFC000"/>
                </a:solidFill>
                <a:latin typeface="Corbel"/>
                <a:cs typeface="Corbel"/>
              </a:rPr>
              <a:t> </a:t>
            </a:r>
            <a:r>
              <a:rPr sz="1200" b="1" spc="-10" dirty="0">
                <a:solidFill>
                  <a:srgbClr val="FFC000"/>
                </a:solidFill>
                <a:latin typeface="Corbel"/>
                <a:cs typeface="Corbel"/>
              </a:rPr>
              <a:t>groundspeed</a:t>
            </a:r>
            <a:endParaRPr sz="1200">
              <a:latin typeface="Corbel"/>
              <a:cs typeface="Corbe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3049" y="371347"/>
            <a:ext cx="854075" cy="299720"/>
          </a:xfrm>
          <a:prstGeom prst="rect">
            <a:avLst/>
          </a:prstGeom>
        </p:spPr>
        <p:txBody>
          <a:bodyPr vert="horz" wrap="square" lIns="0" tIns="12700" rIns="0" bIns="0" rtlCol="0">
            <a:spAutoFit/>
          </a:bodyPr>
          <a:lstStyle/>
          <a:p>
            <a:pPr marL="12700">
              <a:lnSpc>
                <a:spcPct val="100000"/>
              </a:lnSpc>
              <a:spcBef>
                <a:spcPts val="100"/>
              </a:spcBef>
            </a:pPr>
            <a:r>
              <a:rPr sz="1800" b="1" u="sng" spc="-10" dirty="0">
                <a:uFill>
                  <a:solidFill>
                    <a:srgbClr val="000000"/>
                  </a:solidFill>
                </a:uFill>
                <a:latin typeface="Corbel"/>
                <a:cs typeface="Corbel"/>
              </a:rPr>
              <a:t>Tailwind</a:t>
            </a:r>
            <a:endParaRPr sz="1800">
              <a:latin typeface="Corbel"/>
              <a:cs typeface="Corbel"/>
            </a:endParaRPr>
          </a:p>
        </p:txBody>
      </p:sp>
      <p:grpSp>
        <p:nvGrpSpPr>
          <p:cNvPr id="3" name="object 3"/>
          <p:cNvGrpSpPr/>
          <p:nvPr/>
        </p:nvGrpSpPr>
        <p:grpSpPr>
          <a:xfrm>
            <a:off x="43542" y="6462030"/>
            <a:ext cx="360045" cy="360045"/>
            <a:chOff x="43542" y="6462030"/>
            <a:chExt cx="360045" cy="360045"/>
          </a:xfrm>
        </p:grpSpPr>
        <p:sp>
          <p:nvSpPr>
            <p:cNvPr id="4" name="object 4"/>
            <p:cNvSpPr/>
            <p:nvPr/>
          </p:nvSpPr>
          <p:spPr>
            <a:xfrm>
              <a:off x="43542" y="6462030"/>
              <a:ext cx="360045" cy="360045"/>
            </a:xfrm>
            <a:custGeom>
              <a:avLst/>
              <a:gdLst/>
              <a:ahLst/>
              <a:cxnLst/>
              <a:rect l="l" t="t" r="r" b="b"/>
              <a:pathLst>
                <a:path w="360045" h="360045">
                  <a:moveTo>
                    <a:pt x="359999" y="0"/>
                  </a:moveTo>
                  <a:lnTo>
                    <a:pt x="0" y="0"/>
                  </a:lnTo>
                  <a:lnTo>
                    <a:pt x="0" y="359999"/>
                  </a:lnTo>
                  <a:lnTo>
                    <a:pt x="359999" y="359999"/>
                  </a:lnTo>
                  <a:lnTo>
                    <a:pt x="359999" y="314999"/>
                  </a:lnTo>
                  <a:lnTo>
                    <a:pt x="179999" y="314999"/>
                  </a:lnTo>
                  <a:lnTo>
                    <a:pt x="137329" y="308117"/>
                  </a:lnTo>
                  <a:lnTo>
                    <a:pt x="100270" y="288952"/>
                  </a:lnTo>
                  <a:lnTo>
                    <a:pt x="71047" y="259729"/>
                  </a:lnTo>
                  <a:lnTo>
                    <a:pt x="51882" y="222670"/>
                  </a:lnTo>
                  <a:lnTo>
                    <a:pt x="44999" y="179999"/>
                  </a:lnTo>
                  <a:lnTo>
                    <a:pt x="51882" y="137329"/>
                  </a:lnTo>
                  <a:lnTo>
                    <a:pt x="71047" y="100270"/>
                  </a:lnTo>
                  <a:lnTo>
                    <a:pt x="100270" y="71047"/>
                  </a:lnTo>
                  <a:lnTo>
                    <a:pt x="137329" y="51882"/>
                  </a:lnTo>
                  <a:lnTo>
                    <a:pt x="179999" y="44999"/>
                  </a:lnTo>
                  <a:lnTo>
                    <a:pt x="359999" y="44999"/>
                  </a:lnTo>
                  <a:lnTo>
                    <a:pt x="359999" y="0"/>
                  </a:lnTo>
                  <a:close/>
                </a:path>
                <a:path w="360045" h="360045">
                  <a:moveTo>
                    <a:pt x="359999" y="44999"/>
                  </a:moveTo>
                  <a:lnTo>
                    <a:pt x="179999" y="44999"/>
                  </a:lnTo>
                  <a:lnTo>
                    <a:pt x="222670" y="51882"/>
                  </a:lnTo>
                  <a:lnTo>
                    <a:pt x="259729" y="71047"/>
                  </a:lnTo>
                  <a:lnTo>
                    <a:pt x="288952" y="100270"/>
                  </a:lnTo>
                  <a:lnTo>
                    <a:pt x="308117" y="137329"/>
                  </a:lnTo>
                  <a:lnTo>
                    <a:pt x="314999" y="179999"/>
                  </a:lnTo>
                  <a:lnTo>
                    <a:pt x="308117" y="222670"/>
                  </a:lnTo>
                  <a:lnTo>
                    <a:pt x="288952" y="259729"/>
                  </a:lnTo>
                  <a:lnTo>
                    <a:pt x="259729" y="288952"/>
                  </a:lnTo>
                  <a:lnTo>
                    <a:pt x="222670" y="308117"/>
                  </a:lnTo>
                  <a:lnTo>
                    <a:pt x="179999" y="314999"/>
                  </a:lnTo>
                  <a:lnTo>
                    <a:pt x="359999" y="314999"/>
                  </a:lnTo>
                  <a:lnTo>
                    <a:pt x="359999" y="44999"/>
                  </a:lnTo>
                  <a:close/>
                </a:path>
              </a:pathLst>
            </a:custGeom>
            <a:solidFill>
              <a:srgbClr val="1CADE4"/>
            </a:solidFill>
          </p:spPr>
          <p:txBody>
            <a:bodyPr wrap="square" lIns="0" tIns="0" rIns="0" bIns="0" rtlCol="0"/>
            <a:lstStyle/>
            <a:p>
              <a:endParaRPr/>
            </a:p>
          </p:txBody>
        </p:sp>
        <p:sp>
          <p:nvSpPr>
            <p:cNvPr id="5" name="object 5"/>
            <p:cNvSpPr/>
            <p:nvPr/>
          </p:nvSpPr>
          <p:spPr>
            <a:xfrm>
              <a:off x="88542" y="6507030"/>
              <a:ext cx="270510" cy="270510"/>
            </a:xfrm>
            <a:custGeom>
              <a:avLst/>
              <a:gdLst/>
              <a:ahLst/>
              <a:cxnLst/>
              <a:rect l="l" t="t" r="r" b="b"/>
              <a:pathLst>
                <a:path w="270510"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10" h="270509">
                  <a:moveTo>
                    <a:pt x="259004" y="84375"/>
                  </a:moveTo>
                  <a:lnTo>
                    <a:pt x="160312" y="84375"/>
                  </a:lnTo>
                  <a:lnTo>
                    <a:pt x="160312" y="219375"/>
                  </a:lnTo>
                  <a:lnTo>
                    <a:pt x="185625" y="219375"/>
                  </a:lnTo>
                  <a:lnTo>
                    <a:pt x="185625" y="236250"/>
                  </a:lnTo>
                  <a:lnTo>
                    <a:pt x="222432" y="236250"/>
                  </a:lnTo>
                  <a:lnTo>
                    <a:pt x="243952" y="214729"/>
                  </a:lnTo>
                  <a:lnTo>
                    <a:pt x="263117" y="177670"/>
                  </a:lnTo>
                  <a:lnTo>
                    <a:pt x="269999" y="134999"/>
                  </a:lnTo>
                  <a:lnTo>
                    <a:pt x="263117" y="92329"/>
                  </a:lnTo>
                  <a:lnTo>
                    <a:pt x="259004" y="84375"/>
                  </a:lnTo>
                  <a:close/>
                </a:path>
                <a:path w="270510"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6" name="object 6"/>
            <p:cNvPicPr/>
            <p:nvPr/>
          </p:nvPicPr>
          <p:blipFill>
            <a:blip r:embed="rId3" cstate="print"/>
            <a:stretch>
              <a:fillRect/>
            </a:stretch>
          </p:blipFill>
          <p:spPr>
            <a:xfrm>
              <a:off x="172917" y="6515468"/>
              <a:ext cx="101249" cy="227812"/>
            </a:xfrm>
            <a:prstGeom prst="rect">
              <a:avLst/>
            </a:prstGeom>
          </p:spPr>
        </p:pic>
      </p:grpSp>
      <p:grpSp>
        <p:nvGrpSpPr>
          <p:cNvPr id="7" name="object 7"/>
          <p:cNvGrpSpPr/>
          <p:nvPr/>
        </p:nvGrpSpPr>
        <p:grpSpPr>
          <a:xfrm>
            <a:off x="2484120" y="5408102"/>
            <a:ext cx="2896235" cy="1045844"/>
            <a:chOff x="2484120" y="5408102"/>
            <a:chExt cx="2896235" cy="1045844"/>
          </a:xfrm>
        </p:grpSpPr>
        <p:pic>
          <p:nvPicPr>
            <p:cNvPr id="8" name="object 8"/>
            <p:cNvPicPr/>
            <p:nvPr/>
          </p:nvPicPr>
          <p:blipFill>
            <a:blip r:embed="rId4" cstate="print"/>
            <a:stretch>
              <a:fillRect/>
            </a:stretch>
          </p:blipFill>
          <p:spPr>
            <a:xfrm>
              <a:off x="2484120" y="5462015"/>
              <a:ext cx="917447" cy="917447"/>
            </a:xfrm>
            <a:prstGeom prst="rect">
              <a:avLst/>
            </a:prstGeom>
          </p:spPr>
        </p:pic>
        <p:sp>
          <p:nvSpPr>
            <p:cNvPr id="9" name="object 9"/>
            <p:cNvSpPr/>
            <p:nvPr/>
          </p:nvSpPr>
          <p:spPr>
            <a:xfrm>
              <a:off x="4814388" y="5845034"/>
              <a:ext cx="565785" cy="152400"/>
            </a:xfrm>
            <a:custGeom>
              <a:avLst/>
              <a:gdLst/>
              <a:ahLst/>
              <a:cxnLst/>
              <a:rect l="l" t="t" r="r" b="b"/>
              <a:pathLst>
                <a:path w="565785" h="152400">
                  <a:moveTo>
                    <a:pt x="463798" y="0"/>
                  </a:moveTo>
                  <a:lnTo>
                    <a:pt x="463798" y="152399"/>
                  </a:lnTo>
                  <a:lnTo>
                    <a:pt x="531532" y="101599"/>
                  </a:lnTo>
                  <a:lnTo>
                    <a:pt x="489198" y="101599"/>
                  </a:lnTo>
                  <a:lnTo>
                    <a:pt x="499085" y="99604"/>
                  </a:lnTo>
                  <a:lnTo>
                    <a:pt x="507159" y="94160"/>
                  </a:lnTo>
                  <a:lnTo>
                    <a:pt x="512602" y="86086"/>
                  </a:lnTo>
                  <a:lnTo>
                    <a:pt x="514598" y="76200"/>
                  </a:lnTo>
                  <a:lnTo>
                    <a:pt x="512602" y="66313"/>
                  </a:lnTo>
                  <a:lnTo>
                    <a:pt x="507159" y="58239"/>
                  </a:lnTo>
                  <a:lnTo>
                    <a:pt x="499085" y="52796"/>
                  </a:lnTo>
                  <a:lnTo>
                    <a:pt x="489198" y="50799"/>
                  </a:lnTo>
                  <a:lnTo>
                    <a:pt x="531531" y="50799"/>
                  </a:lnTo>
                  <a:lnTo>
                    <a:pt x="463798" y="0"/>
                  </a:lnTo>
                  <a:close/>
                </a:path>
                <a:path w="565785" h="152400">
                  <a:moveTo>
                    <a:pt x="463798" y="50799"/>
                  </a:moveTo>
                  <a:lnTo>
                    <a:pt x="25396" y="50799"/>
                  </a:lnTo>
                  <a:lnTo>
                    <a:pt x="15511" y="52796"/>
                  </a:lnTo>
                  <a:lnTo>
                    <a:pt x="7438" y="58239"/>
                  </a:lnTo>
                  <a:lnTo>
                    <a:pt x="1995" y="66313"/>
                  </a:lnTo>
                  <a:lnTo>
                    <a:pt x="0" y="76200"/>
                  </a:lnTo>
                  <a:lnTo>
                    <a:pt x="1996" y="86086"/>
                  </a:lnTo>
                  <a:lnTo>
                    <a:pt x="7440" y="94160"/>
                  </a:lnTo>
                  <a:lnTo>
                    <a:pt x="15517" y="99604"/>
                  </a:lnTo>
                  <a:lnTo>
                    <a:pt x="25403" y="101599"/>
                  </a:lnTo>
                  <a:lnTo>
                    <a:pt x="463798" y="101599"/>
                  </a:lnTo>
                  <a:lnTo>
                    <a:pt x="463798" y="50799"/>
                  </a:lnTo>
                  <a:close/>
                </a:path>
                <a:path w="565785" h="152400">
                  <a:moveTo>
                    <a:pt x="531531" y="50799"/>
                  </a:moveTo>
                  <a:lnTo>
                    <a:pt x="489198" y="50799"/>
                  </a:lnTo>
                  <a:lnTo>
                    <a:pt x="499085" y="52796"/>
                  </a:lnTo>
                  <a:lnTo>
                    <a:pt x="507159" y="58239"/>
                  </a:lnTo>
                  <a:lnTo>
                    <a:pt x="512602" y="66313"/>
                  </a:lnTo>
                  <a:lnTo>
                    <a:pt x="514598" y="76200"/>
                  </a:lnTo>
                  <a:lnTo>
                    <a:pt x="512602" y="86086"/>
                  </a:lnTo>
                  <a:lnTo>
                    <a:pt x="507159" y="94160"/>
                  </a:lnTo>
                  <a:lnTo>
                    <a:pt x="499085" y="99604"/>
                  </a:lnTo>
                  <a:lnTo>
                    <a:pt x="489198" y="101599"/>
                  </a:lnTo>
                  <a:lnTo>
                    <a:pt x="531532" y="101599"/>
                  </a:lnTo>
                  <a:lnTo>
                    <a:pt x="565398" y="76200"/>
                  </a:lnTo>
                  <a:lnTo>
                    <a:pt x="531531" y="50799"/>
                  </a:lnTo>
                  <a:close/>
                </a:path>
              </a:pathLst>
            </a:custGeom>
            <a:solidFill>
              <a:srgbClr val="FF0000"/>
            </a:solidFill>
          </p:spPr>
          <p:txBody>
            <a:bodyPr wrap="square" lIns="0" tIns="0" rIns="0" bIns="0" rtlCol="0"/>
            <a:lstStyle/>
            <a:p>
              <a:endParaRPr/>
            </a:p>
          </p:txBody>
        </p:sp>
        <p:sp>
          <p:nvSpPr>
            <p:cNvPr id="10" name="object 10"/>
            <p:cNvSpPr/>
            <p:nvPr/>
          </p:nvSpPr>
          <p:spPr>
            <a:xfrm>
              <a:off x="3374387" y="5845035"/>
              <a:ext cx="1465580" cy="152400"/>
            </a:xfrm>
            <a:custGeom>
              <a:avLst/>
              <a:gdLst/>
              <a:ahLst/>
              <a:cxnLst/>
              <a:rect l="l" t="t" r="r" b="b"/>
              <a:pathLst>
                <a:path w="1465579" h="152400">
                  <a:moveTo>
                    <a:pt x="1363800" y="0"/>
                  </a:moveTo>
                  <a:lnTo>
                    <a:pt x="1363800" y="152400"/>
                  </a:lnTo>
                  <a:lnTo>
                    <a:pt x="1431534" y="101600"/>
                  </a:lnTo>
                  <a:lnTo>
                    <a:pt x="1389200" y="101600"/>
                  </a:lnTo>
                  <a:lnTo>
                    <a:pt x="1399087" y="99603"/>
                  </a:lnTo>
                  <a:lnTo>
                    <a:pt x="1407160" y="94160"/>
                  </a:lnTo>
                  <a:lnTo>
                    <a:pt x="1412604" y="86086"/>
                  </a:lnTo>
                  <a:lnTo>
                    <a:pt x="1414600" y="76200"/>
                  </a:lnTo>
                  <a:lnTo>
                    <a:pt x="1412604" y="66313"/>
                  </a:lnTo>
                  <a:lnTo>
                    <a:pt x="1407160" y="58239"/>
                  </a:lnTo>
                  <a:lnTo>
                    <a:pt x="1399087" y="52796"/>
                  </a:lnTo>
                  <a:lnTo>
                    <a:pt x="1389200" y="50800"/>
                  </a:lnTo>
                  <a:lnTo>
                    <a:pt x="1431534" y="50800"/>
                  </a:lnTo>
                  <a:lnTo>
                    <a:pt x="1363800" y="0"/>
                  </a:lnTo>
                  <a:close/>
                </a:path>
                <a:path w="1465579" h="152400">
                  <a:moveTo>
                    <a:pt x="1363800" y="50800"/>
                  </a:moveTo>
                  <a:lnTo>
                    <a:pt x="25395" y="50800"/>
                  </a:lnTo>
                  <a:lnTo>
                    <a:pt x="15511" y="52796"/>
                  </a:lnTo>
                  <a:lnTo>
                    <a:pt x="7438" y="58239"/>
                  </a:lnTo>
                  <a:lnTo>
                    <a:pt x="1995" y="66313"/>
                  </a:lnTo>
                  <a:lnTo>
                    <a:pt x="0" y="76200"/>
                  </a:lnTo>
                  <a:lnTo>
                    <a:pt x="1996" y="86086"/>
                  </a:lnTo>
                  <a:lnTo>
                    <a:pt x="7441" y="94160"/>
                  </a:lnTo>
                  <a:lnTo>
                    <a:pt x="15517" y="99603"/>
                  </a:lnTo>
                  <a:lnTo>
                    <a:pt x="25404" y="101600"/>
                  </a:lnTo>
                  <a:lnTo>
                    <a:pt x="1363800" y="101600"/>
                  </a:lnTo>
                  <a:lnTo>
                    <a:pt x="1363800" y="50800"/>
                  </a:lnTo>
                  <a:close/>
                </a:path>
                <a:path w="1465579" h="152400">
                  <a:moveTo>
                    <a:pt x="1431534" y="50800"/>
                  </a:moveTo>
                  <a:lnTo>
                    <a:pt x="1389200" y="50800"/>
                  </a:lnTo>
                  <a:lnTo>
                    <a:pt x="1399087" y="52796"/>
                  </a:lnTo>
                  <a:lnTo>
                    <a:pt x="1407160" y="58239"/>
                  </a:lnTo>
                  <a:lnTo>
                    <a:pt x="1412604" y="66313"/>
                  </a:lnTo>
                  <a:lnTo>
                    <a:pt x="1414600" y="76200"/>
                  </a:lnTo>
                  <a:lnTo>
                    <a:pt x="1412604" y="86086"/>
                  </a:lnTo>
                  <a:lnTo>
                    <a:pt x="1407160" y="94160"/>
                  </a:lnTo>
                  <a:lnTo>
                    <a:pt x="1399087" y="99603"/>
                  </a:lnTo>
                  <a:lnTo>
                    <a:pt x="1389200" y="101600"/>
                  </a:lnTo>
                  <a:lnTo>
                    <a:pt x="1431534" y="101600"/>
                  </a:lnTo>
                  <a:lnTo>
                    <a:pt x="1465400" y="76200"/>
                  </a:lnTo>
                  <a:lnTo>
                    <a:pt x="1431534" y="50800"/>
                  </a:lnTo>
                  <a:close/>
                </a:path>
              </a:pathLst>
            </a:custGeom>
            <a:solidFill>
              <a:srgbClr val="0070C0"/>
            </a:solidFill>
          </p:spPr>
          <p:txBody>
            <a:bodyPr wrap="square" lIns="0" tIns="0" rIns="0" bIns="0" rtlCol="0"/>
            <a:lstStyle/>
            <a:p>
              <a:endParaRPr/>
            </a:p>
          </p:txBody>
        </p:sp>
        <p:sp>
          <p:nvSpPr>
            <p:cNvPr id="11" name="object 11"/>
            <p:cNvSpPr/>
            <p:nvPr/>
          </p:nvSpPr>
          <p:spPr>
            <a:xfrm>
              <a:off x="3374387" y="5408102"/>
              <a:ext cx="925830" cy="152400"/>
            </a:xfrm>
            <a:custGeom>
              <a:avLst/>
              <a:gdLst/>
              <a:ahLst/>
              <a:cxnLst/>
              <a:rect l="l" t="t" r="r" b="b"/>
              <a:pathLst>
                <a:path w="925829" h="152400">
                  <a:moveTo>
                    <a:pt x="823800" y="0"/>
                  </a:moveTo>
                  <a:lnTo>
                    <a:pt x="823800" y="152400"/>
                  </a:lnTo>
                  <a:lnTo>
                    <a:pt x="891533" y="101600"/>
                  </a:lnTo>
                  <a:lnTo>
                    <a:pt x="849200" y="101600"/>
                  </a:lnTo>
                  <a:lnTo>
                    <a:pt x="859086" y="99603"/>
                  </a:lnTo>
                  <a:lnTo>
                    <a:pt x="867160" y="94160"/>
                  </a:lnTo>
                  <a:lnTo>
                    <a:pt x="872604" y="86086"/>
                  </a:lnTo>
                  <a:lnTo>
                    <a:pt x="874600" y="76200"/>
                  </a:lnTo>
                  <a:lnTo>
                    <a:pt x="872604" y="66313"/>
                  </a:lnTo>
                  <a:lnTo>
                    <a:pt x="867160" y="58239"/>
                  </a:lnTo>
                  <a:lnTo>
                    <a:pt x="859086" y="52796"/>
                  </a:lnTo>
                  <a:lnTo>
                    <a:pt x="849200" y="50800"/>
                  </a:lnTo>
                  <a:lnTo>
                    <a:pt x="891533" y="50800"/>
                  </a:lnTo>
                  <a:lnTo>
                    <a:pt x="823800" y="0"/>
                  </a:lnTo>
                  <a:close/>
                </a:path>
                <a:path w="925829" h="152400">
                  <a:moveTo>
                    <a:pt x="823800" y="50800"/>
                  </a:moveTo>
                  <a:lnTo>
                    <a:pt x="25393" y="50800"/>
                  </a:lnTo>
                  <a:lnTo>
                    <a:pt x="15511" y="52796"/>
                  </a:lnTo>
                  <a:lnTo>
                    <a:pt x="7439" y="58239"/>
                  </a:lnTo>
                  <a:lnTo>
                    <a:pt x="1995" y="66313"/>
                  </a:lnTo>
                  <a:lnTo>
                    <a:pt x="0" y="76200"/>
                  </a:lnTo>
                  <a:lnTo>
                    <a:pt x="1996" y="86086"/>
                  </a:lnTo>
                  <a:lnTo>
                    <a:pt x="7441" y="94160"/>
                  </a:lnTo>
                  <a:lnTo>
                    <a:pt x="15519" y="99603"/>
                  </a:lnTo>
                  <a:lnTo>
                    <a:pt x="25406" y="101600"/>
                  </a:lnTo>
                  <a:lnTo>
                    <a:pt x="823800" y="101600"/>
                  </a:lnTo>
                  <a:lnTo>
                    <a:pt x="823800" y="50800"/>
                  </a:lnTo>
                  <a:close/>
                </a:path>
                <a:path w="925829" h="152400">
                  <a:moveTo>
                    <a:pt x="891533" y="50800"/>
                  </a:moveTo>
                  <a:lnTo>
                    <a:pt x="849200" y="50800"/>
                  </a:lnTo>
                  <a:lnTo>
                    <a:pt x="859086" y="52796"/>
                  </a:lnTo>
                  <a:lnTo>
                    <a:pt x="867160" y="58239"/>
                  </a:lnTo>
                  <a:lnTo>
                    <a:pt x="872604" y="66313"/>
                  </a:lnTo>
                  <a:lnTo>
                    <a:pt x="874600" y="76200"/>
                  </a:lnTo>
                  <a:lnTo>
                    <a:pt x="872604" y="86086"/>
                  </a:lnTo>
                  <a:lnTo>
                    <a:pt x="867160" y="94160"/>
                  </a:lnTo>
                  <a:lnTo>
                    <a:pt x="859086" y="99603"/>
                  </a:lnTo>
                  <a:lnTo>
                    <a:pt x="849200" y="101600"/>
                  </a:lnTo>
                  <a:lnTo>
                    <a:pt x="891533" y="101600"/>
                  </a:lnTo>
                  <a:lnTo>
                    <a:pt x="925400" y="76200"/>
                  </a:lnTo>
                  <a:lnTo>
                    <a:pt x="891533" y="50800"/>
                  </a:lnTo>
                  <a:close/>
                </a:path>
              </a:pathLst>
            </a:custGeom>
            <a:solidFill>
              <a:srgbClr val="00B050"/>
            </a:solidFill>
          </p:spPr>
          <p:txBody>
            <a:bodyPr wrap="square" lIns="0" tIns="0" rIns="0" bIns="0" rtlCol="0"/>
            <a:lstStyle/>
            <a:p>
              <a:endParaRPr/>
            </a:p>
          </p:txBody>
        </p:sp>
        <p:sp>
          <p:nvSpPr>
            <p:cNvPr id="12" name="object 12"/>
            <p:cNvSpPr/>
            <p:nvPr/>
          </p:nvSpPr>
          <p:spPr>
            <a:xfrm>
              <a:off x="3374387" y="6301165"/>
              <a:ext cx="2005964" cy="152400"/>
            </a:xfrm>
            <a:custGeom>
              <a:avLst/>
              <a:gdLst/>
              <a:ahLst/>
              <a:cxnLst/>
              <a:rect l="l" t="t" r="r" b="b"/>
              <a:pathLst>
                <a:path w="2005964" h="152400">
                  <a:moveTo>
                    <a:pt x="1903799" y="0"/>
                  </a:moveTo>
                  <a:lnTo>
                    <a:pt x="1903799" y="152400"/>
                  </a:lnTo>
                  <a:lnTo>
                    <a:pt x="1971532" y="101600"/>
                  </a:lnTo>
                  <a:lnTo>
                    <a:pt x="1929202" y="101600"/>
                  </a:lnTo>
                  <a:lnTo>
                    <a:pt x="1939089" y="99603"/>
                  </a:lnTo>
                  <a:lnTo>
                    <a:pt x="1947162" y="94160"/>
                  </a:lnTo>
                  <a:lnTo>
                    <a:pt x="1952606" y="86086"/>
                  </a:lnTo>
                  <a:lnTo>
                    <a:pt x="1954602" y="76200"/>
                  </a:lnTo>
                  <a:lnTo>
                    <a:pt x="1952606" y="66313"/>
                  </a:lnTo>
                  <a:lnTo>
                    <a:pt x="1947162" y="58239"/>
                  </a:lnTo>
                  <a:lnTo>
                    <a:pt x="1939089" y="52796"/>
                  </a:lnTo>
                  <a:lnTo>
                    <a:pt x="1929202" y="50800"/>
                  </a:lnTo>
                  <a:lnTo>
                    <a:pt x="1971532" y="50800"/>
                  </a:lnTo>
                  <a:lnTo>
                    <a:pt x="1903799" y="0"/>
                  </a:lnTo>
                  <a:close/>
                </a:path>
                <a:path w="2005964" h="152400">
                  <a:moveTo>
                    <a:pt x="1903799" y="50800"/>
                  </a:moveTo>
                  <a:lnTo>
                    <a:pt x="25395" y="50800"/>
                  </a:lnTo>
                  <a:lnTo>
                    <a:pt x="15512" y="52796"/>
                  </a:lnTo>
                  <a:lnTo>
                    <a:pt x="7439" y="58239"/>
                  </a:lnTo>
                  <a:lnTo>
                    <a:pt x="1995" y="66313"/>
                  </a:lnTo>
                  <a:lnTo>
                    <a:pt x="0" y="76200"/>
                  </a:lnTo>
                  <a:lnTo>
                    <a:pt x="1996" y="86086"/>
                  </a:lnTo>
                  <a:lnTo>
                    <a:pt x="7441" y="94160"/>
                  </a:lnTo>
                  <a:lnTo>
                    <a:pt x="15517" y="99603"/>
                  </a:lnTo>
                  <a:lnTo>
                    <a:pt x="25404" y="101600"/>
                  </a:lnTo>
                  <a:lnTo>
                    <a:pt x="1903799" y="101600"/>
                  </a:lnTo>
                  <a:lnTo>
                    <a:pt x="1903799" y="50800"/>
                  </a:lnTo>
                  <a:close/>
                </a:path>
                <a:path w="2005964" h="152400">
                  <a:moveTo>
                    <a:pt x="1971532" y="50800"/>
                  </a:moveTo>
                  <a:lnTo>
                    <a:pt x="1929202" y="50800"/>
                  </a:lnTo>
                  <a:lnTo>
                    <a:pt x="1939089" y="52796"/>
                  </a:lnTo>
                  <a:lnTo>
                    <a:pt x="1947162" y="58239"/>
                  </a:lnTo>
                  <a:lnTo>
                    <a:pt x="1952606" y="66313"/>
                  </a:lnTo>
                  <a:lnTo>
                    <a:pt x="1954602" y="76200"/>
                  </a:lnTo>
                  <a:lnTo>
                    <a:pt x="1952606" y="86086"/>
                  </a:lnTo>
                  <a:lnTo>
                    <a:pt x="1947162" y="94160"/>
                  </a:lnTo>
                  <a:lnTo>
                    <a:pt x="1939089" y="99603"/>
                  </a:lnTo>
                  <a:lnTo>
                    <a:pt x="1929202" y="101600"/>
                  </a:lnTo>
                  <a:lnTo>
                    <a:pt x="1971532" y="101600"/>
                  </a:lnTo>
                  <a:lnTo>
                    <a:pt x="2005399" y="76200"/>
                  </a:lnTo>
                  <a:lnTo>
                    <a:pt x="1971532" y="50800"/>
                  </a:lnTo>
                  <a:close/>
                </a:path>
              </a:pathLst>
            </a:custGeom>
            <a:solidFill>
              <a:srgbClr val="FFC000"/>
            </a:solidFill>
          </p:spPr>
          <p:txBody>
            <a:bodyPr wrap="square" lIns="0" tIns="0" rIns="0" bIns="0" rtlCol="0"/>
            <a:lstStyle/>
            <a:p>
              <a:endParaRPr/>
            </a:p>
          </p:txBody>
        </p:sp>
      </p:grpSp>
      <p:sp>
        <p:nvSpPr>
          <p:cNvPr id="13" name="object 13"/>
          <p:cNvSpPr txBox="1"/>
          <p:nvPr/>
        </p:nvSpPr>
        <p:spPr>
          <a:xfrm>
            <a:off x="1563049" y="689936"/>
            <a:ext cx="9860915" cy="4742180"/>
          </a:xfrm>
          <a:prstGeom prst="rect">
            <a:avLst/>
          </a:prstGeom>
        </p:spPr>
        <p:txBody>
          <a:bodyPr vert="horz" wrap="square" lIns="0" tIns="146050" rIns="0" bIns="0" rtlCol="0">
            <a:spAutoFit/>
          </a:bodyPr>
          <a:lstStyle/>
          <a:p>
            <a:pPr marL="297815" indent="-285115">
              <a:lnSpc>
                <a:spcPct val="100000"/>
              </a:lnSpc>
              <a:spcBef>
                <a:spcPts val="1150"/>
              </a:spcBef>
              <a:buFont typeface="Arial MT"/>
              <a:buChar char="•"/>
              <a:tabLst>
                <a:tab pos="297815" algn="l"/>
              </a:tabLst>
            </a:pPr>
            <a:r>
              <a:rPr sz="1600" dirty="0">
                <a:latin typeface="Corbel"/>
                <a:cs typeface="Corbel"/>
              </a:rPr>
              <a:t>When</a:t>
            </a:r>
            <a:r>
              <a:rPr sz="1600" spc="-20"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wind</a:t>
            </a:r>
            <a:r>
              <a:rPr sz="1600" spc="-15" dirty="0">
                <a:latin typeface="Corbel"/>
                <a:cs typeface="Corbel"/>
              </a:rPr>
              <a:t> </a:t>
            </a:r>
            <a:r>
              <a:rPr sz="1600" dirty="0">
                <a:latin typeface="Corbel"/>
                <a:cs typeface="Corbel"/>
              </a:rPr>
              <a:t>blows</a:t>
            </a:r>
            <a:r>
              <a:rPr sz="1600" spc="-25" dirty="0">
                <a:latin typeface="Corbel"/>
                <a:cs typeface="Corbel"/>
              </a:rPr>
              <a:t> </a:t>
            </a:r>
            <a:r>
              <a:rPr sz="1600" dirty="0">
                <a:latin typeface="Corbel"/>
                <a:cs typeface="Corbel"/>
              </a:rPr>
              <a:t>in</a:t>
            </a:r>
            <a:r>
              <a:rPr sz="1600" spc="-15"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same</a:t>
            </a:r>
            <a:r>
              <a:rPr sz="1600" spc="-20" dirty="0">
                <a:latin typeface="Corbel"/>
                <a:cs typeface="Corbel"/>
              </a:rPr>
              <a:t> </a:t>
            </a:r>
            <a:r>
              <a:rPr sz="1600" dirty="0">
                <a:latin typeface="Corbel"/>
                <a:cs typeface="Corbel"/>
              </a:rPr>
              <a:t>direction</a:t>
            </a:r>
            <a:r>
              <a:rPr sz="1600" spc="-20" dirty="0">
                <a:latin typeface="Corbel"/>
                <a:cs typeface="Corbel"/>
              </a:rPr>
              <a:t> </a:t>
            </a:r>
            <a:r>
              <a:rPr sz="1600" dirty="0">
                <a:latin typeface="Corbel"/>
                <a:cs typeface="Corbel"/>
              </a:rPr>
              <a:t>as</a:t>
            </a:r>
            <a:r>
              <a:rPr sz="1600" spc="-20"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aircraft</a:t>
            </a:r>
            <a:r>
              <a:rPr sz="1600" spc="-25" dirty="0">
                <a:latin typeface="Corbel"/>
                <a:cs typeface="Corbel"/>
              </a:rPr>
              <a:t> </a:t>
            </a:r>
            <a:r>
              <a:rPr sz="1600" dirty="0">
                <a:latin typeface="Corbel"/>
                <a:cs typeface="Corbel"/>
              </a:rPr>
              <a:t>moves,</a:t>
            </a:r>
            <a:r>
              <a:rPr sz="1600" spc="-25" dirty="0">
                <a:latin typeface="Corbel"/>
                <a:cs typeface="Corbel"/>
              </a:rPr>
              <a:t> </a:t>
            </a:r>
            <a:r>
              <a:rPr sz="1600" dirty="0">
                <a:latin typeface="Corbel"/>
                <a:cs typeface="Corbel"/>
              </a:rPr>
              <a:t>it</a:t>
            </a:r>
            <a:r>
              <a:rPr sz="1600" spc="-30" dirty="0">
                <a:latin typeface="Corbel"/>
                <a:cs typeface="Corbel"/>
              </a:rPr>
              <a:t> </a:t>
            </a:r>
            <a:r>
              <a:rPr sz="1600" dirty="0">
                <a:latin typeface="Corbel"/>
                <a:cs typeface="Corbel"/>
              </a:rPr>
              <a:t>is</a:t>
            </a:r>
            <a:r>
              <a:rPr sz="1600" spc="-25" dirty="0">
                <a:latin typeface="Corbel"/>
                <a:cs typeface="Corbel"/>
              </a:rPr>
              <a:t> </a:t>
            </a:r>
            <a:r>
              <a:rPr sz="1600" dirty="0">
                <a:latin typeface="Corbel"/>
                <a:cs typeface="Corbel"/>
              </a:rPr>
              <a:t>called</a:t>
            </a:r>
            <a:r>
              <a:rPr sz="1600" spc="-20" dirty="0">
                <a:latin typeface="Corbel"/>
                <a:cs typeface="Corbel"/>
              </a:rPr>
              <a:t> </a:t>
            </a:r>
            <a:r>
              <a:rPr sz="1600" spc="-10" dirty="0">
                <a:latin typeface="Corbel"/>
                <a:cs typeface="Corbel"/>
              </a:rPr>
              <a:t>tailwind.</a:t>
            </a:r>
            <a:endParaRPr sz="1600" dirty="0">
              <a:latin typeface="Corbel"/>
              <a:cs typeface="Corbel"/>
            </a:endParaRPr>
          </a:p>
          <a:p>
            <a:pPr marL="12700">
              <a:lnSpc>
                <a:spcPct val="100000"/>
              </a:lnSpc>
              <a:spcBef>
                <a:spcPts val="919"/>
              </a:spcBef>
            </a:pPr>
            <a:r>
              <a:rPr sz="1400" b="1" spc="-10" dirty="0">
                <a:latin typeface="Corbel"/>
                <a:cs typeface="Corbel"/>
              </a:rPr>
              <a:t>Effects:</a:t>
            </a:r>
            <a:endParaRPr sz="1400" dirty="0">
              <a:latin typeface="Corbel"/>
              <a:cs typeface="Corbel"/>
            </a:endParaRPr>
          </a:p>
          <a:p>
            <a:pPr marL="296545" indent="-283845">
              <a:lnSpc>
                <a:spcPct val="100000"/>
              </a:lnSpc>
              <a:spcBef>
                <a:spcPts val="625"/>
              </a:spcBef>
              <a:buFont typeface="Arial MT"/>
              <a:buChar char="•"/>
              <a:tabLst>
                <a:tab pos="296545" algn="l"/>
              </a:tabLst>
            </a:pPr>
            <a:r>
              <a:rPr sz="1400" dirty="0">
                <a:latin typeface="Corbel"/>
                <a:cs typeface="Corbel"/>
              </a:rPr>
              <a:t>Flying</a:t>
            </a:r>
            <a:r>
              <a:rPr sz="1400" spc="-40" dirty="0">
                <a:latin typeface="Corbel"/>
                <a:cs typeface="Corbel"/>
              </a:rPr>
              <a:t> </a:t>
            </a:r>
            <a:r>
              <a:rPr sz="1400" dirty="0">
                <a:latin typeface="Corbel"/>
                <a:cs typeface="Corbel"/>
              </a:rPr>
              <a:t>in</a:t>
            </a:r>
            <a:r>
              <a:rPr sz="1400" spc="-35" dirty="0">
                <a:latin typeface="Corbel"/>
                <a:cs typeface="Corbel"/>
              </a:rPr>
              <a:t> </a:t>
            </a:r>
            <a:r>
              <a:rPr sz="1400" dirty="0">
                <a:latin typeface="Corbel"/>
                <a:cs typeface="Corbel"/>
              </a:rPr>
              <a:t>tailwind</a:t>
            </a:r>
            <a:r>
              <a:rPr sz="1400" spc="-30" dirty="0">
                <a:latin typeface="Corbel"/>
                <a:cs typeface="Corbel"/>
              </a:rPr>
              <a:t> </a:t>
            </a:r>
            <a:r>
              <a:rPr sz="1400" dirty="0">
                <a:latin typeface="Corbel"/>
                <a:cs typeface="Corbel"/>
              </a:rPr>
              <a:t>conditions</a:t>
            </a:r>
            <a:r>
              <a:rPr sz="1400" spc="-35" dirty="0">
                <a:latin typeface="Corbel"/>
                <a:cs typeface="Corbel"/>
              </a:rPr>
              <a:t> </a:t>
            </a:r>
            <a:r>
              <a:rPr sz="1400" dirty="0">
                <a:latin typeface="Corbel"/>
                <a:cs typeface="Corbel"/>
              </a:rPr>
              <a:t>increases</a:t>
            </a:r>
            <a:r>
              <a:rPr sz="1400" spc="-35" dirty="0">
                <a:latin typeface="Corbel"/>
                <a:cs typeface="Corbel"/>
              </a:rPr>
              <a:t> </a:t>
            </a:r>
            <a:r>
              <a:rPr sz="1400" dirty="0">
                <a:latin typeface="Corbel"/>
                <a:cs typeface="Corbel"/>
              </a:rPr>
              <a:t>the</a:t>
            </a:r>
            <a:r>
              <a:rPr sz="1400" spc="-25" dirty="0">
                <a:latin typeface="Corbel"/>
                <a:cs typeface="Corbel"/>
              </a:rPr>
              <a:t> </a:t>
            </a:r>
            <a:r>
              <a:rPr sz="1400" spc="-10" dirty="0">
                <a:latin typeface="Corbel"/>
                <a:cs typeface="Corbel"/>
              </a:rPr>
              <a:t>groundspeed</a:t>
            </a:r>
            <a:r>
              <a:rPr sz="1400" spc="-35" dirty="0">
                <a:latin typeface="Corbel"/>
                <a:cs typeface="Corbel"/>
              </a:rPr>
              <a:t> </a:t>
            </a:r>
            <a:r>
              <a:rPr sz="1400" dirty="0">
                <a:latin typeface="Corbel"/>
                <a:cs typeface="Corbel"/>
              </a:rPr>
              <a:t>and</a:t>
            </a:r>
            <a:r>
              <a:rPr sz="1400" spc="-30" dirty="0">
                <a:latin typeface="Corbel"/>
                <a:cs typeface="Corbel"/>
              </a:rPr>
              <a:t> </a:t>
            </a:r>
            <a:r>
              <a:rPr sz="1400" dirty="0">
                <a:latin typeface="Corbel"/>
                <a:cs typeface="Corbel"/>
              </a:rPr>
              <a:t>reduces</a:t>
            </a:r>
            <a:r>
              <a:rPr sz="1400" spc="-30" dirty="0">
                <a:latin typeface="Corbel"/>
                <a:cs typeface="Corbel"/>
              </a:rPr>
              <a:t> </a:t>
            </a:r>
            <a:r>
              <a:rPr sz="1400" dirty="0">
                <a:latin typeface="Corbel"/>
                <a:cs typeface="Corbel"/>
              </a:rPr>
              <a:t>the</a:t>
            </a:r>
            <a:r>
              <a:rPr sz="1400" spc="-30" dirty="0">
                <a:latin typeface="Corbel"/>
                <a:cs typeface="Corbel"/>
              </a:rPr>
              <a:t> </a:t>
            </a:r>
            <a:r>
              <a:rPr sz="1400" dirty="0">
                <a:latin typeface="Corbel"/>
                <a:cs typeface="Corbel"/>
              </a:rPr>
              <a:t>airspeed</a:t>
            </a:r>
            <a:r>
              <a:rPr sz="1400" spc="-35" dirty="0">
                <a:latin typeface="Corbel"/>
                <a:cs typeface="Corbel"/>
              </a:rPr>
              <a:t> </a:t>
            </a:r>
            <a:r>
              <a:rPr sz="1400" dirty="0">
                <a:latin typeface="Corbel"/>
                <a:cs typeface="Corbel"/>
              </a:rPr>
              <a:t>of</a:t>
            </a:r>
            <a:r>
              <a:rPr sz="1400" spc="-30" dirty="0">
                <a:latin typeface="Corbel"/>
                <a:cs typeface="Corbel"/>
              </a:rPr>
              <a:t> </a:t>
            </a:r>
            <a:r>
              <a:rPr sz="1400" dirty="0">
                <a:latin typeface="Corbel"/>
                <a:cs typeface="Corbel"/>
              </a:rPr>
              <a:t>an</a:t>
            </a:r>
            <a:r>
              <a:rPr sz="1400" spc="-30" dirty="0">
                <a:latin typeface="Corbel"/>
                <a:cs typeface="Corbel"/>
              </a:rPr>
              <a:t> </a:t>
            </a:r>
            <a:r>
              <a:rPr sz="1400" spc="-10" dirty="0">
                <a:latin typeface="Corbel"/>
                <a:cs typeface="Corbel"/>
              </a:rPr>
              <a:t>aircraft.</a:t>
            </a:r>
            <a:endParaRPr sz="1400" dirty="0">
              <a:latin typeface="Corbel"/>
              <a:cs typeface="Corbel"/>
            </a:endParaRPr>
          </a:p>
          <a:p>
            <a:pPr marL="12700">
              <a:lnSpc>
                <a:spcPct val="100000"/>
              </a:lnSpc>
              <a:spcBef>
                <a:spcPts val="600"/>
              </a:spcBef>
            </a:pPr>
            <a:r>
              <a:rPr sz="1400" b="1" dirty="0">
                <a:latin typeface="Corbel"/>
                <a:cs typeface="Corbel"/>
              </a:rPr>
              <a:t>Impact</a:t>
            </a:r>
            <a:r>
              <a:rPr sz="1400" b="1" spc="-25" dirty="0">
                <a:latin typeface="Corbel"/>
                <a:cs typeface="Corbel"/>
              </a:rPr>
              <a:t> </a:t>
            </a:r>
            <a:r>
              <a:rPr sz="1400" b="1" dirty="0">
                <a:latin typeface="Corbel"/>
                <a:cs typeface="Corbel"/>
              </a:rPr>
              <a:t>on</a:t>
            </a:r>
            <a:r>
              <a:rPr sz="1400" b="1" spc="-70" dirty="0">
                <a:latin typeface="Corbel"/>
                <a:cs typeface="Corbel"/>
              </a:rPr>
              <a:t> </a:t>
            </a:r>
            <a:r>
              <a:rPr sz="1400" b="1" spc="-10" dirty="0">
                <a:latin typeface="Corbel"/>
                <a:cs typeface="Corbel"/>
              </a:rPr>
              <a:t>Operations</a:t>
            </a:r>
            <a:endParaRPr sz="1400" dirty="0">
              <a:latin typeface="Corbel"/>
              <a:cs typeface="Corbel"/>
            </a:endParaRPr>
          </a:p>
          <a:p>
            <a:pPr marL="295275" marR="5080" indent="-283210" algn="just">
              <a:lnSpc>
                <a:spcPct val="99600"/>
              </a:lnSpc>
              <a:spcBef>
                <a:spcPts val="630"/>
              </a:spcBef>
              <a:buFont typeface="Arial MT"/>
              <a:buChar char="•"/>
              <a:tabLst>
                <a:tab pos="296545" algn="l"/>
              </a:tabLst>
            </a:pPr>
            <a:r>
              <a:rPr sz="1400" dirty="0">
                <a:latin typeface="Corbel"/>
                <a:cs typeface="Corbel"/>
              </a:rPr>
              <a:t>During</a:t>
            </a:r>
            <a:r>
              <a:rPr sz="1400" spc="60" dirty="0">
                <a:latin typeface="Corbel"/>
                <a:cs typeface="Corbel"/>
              </a:rPr>
              <a:t> </a:t>
            </a:r>
            <a:r>
              <a:rPr sz="1400" dirty="0">
                <a:latin typeface="Corbel"/>
                <a:cs typeface="Corbel"/>
              </a:rPr>
              <a:t>take</a:t>
            </a:r>
            <a:r>
              <a:rPr sz="1400" spc="75" dirty="0">
                <a:latin typeface="Corbel"/>
                <a:cs typeface="Corbel"/>
              </a:rPr>
              <a:t> </a:t>
            </a:r>
            <a:r>
              <a:rPr sz="1400" dirty="0">
                <a:latin typeface="Corbel"/>
                <a:cs typeface="Corbel"/>
              </a:rPr>
              <a:t>off</a:t>
            </a:r>
            <a:r>
              <a:rPr sz="1400" spc="70" dirty="0">
                <a:latin typeface="Corbel"/>
                <a:cs typeface="Corbel"/>
              </a:rPr>
              <a:t> </a:t>
            </a:r>
            <a:r>
              <a:rPr sz="1400" dirty="0">
                <a:latin typeface="Corbel"/>
                <a:cs typeface="Corbel"/>
              </a:rPr>
              <a:t>and</a:t>
            </a:r>
            <a:r>
              <a:rPr sz="1400" spc="75" dirty="0">
                <a:latin typeface="Corbel"/>
                <a:cs typeface="Corbel"/>
              </a:rPr>
              <a:t> </a:t>
            </a:r>
            <a:r>
              <a:rPr sz="1400" dirty="0">
                <a:latin typeface="Corbel"/>
                <a:cs typeface="Corbel"/>
              </a:rPr>
              <a:t>landing,</a:t>
            </a:r>
            <a:r>
              <a:rPr sz="1400" spc="70" dirty="0">
                <a:latin typeface="Corbel"/>
                <a:cs typeface="Corbel"/>
              </a:rPr>
              <a:t> </a:t>
            </a:r>
            <a:r>
              <a:rPr sz="1400" dirty="0">
                <a:latin typeface="Corbel"/>
                <a:cs typeface="Corbel"/>
              </a:rPr>
              <a:t>tailwinds</a:t>
            </a:r>
            <a:r>
              <a:rPr sz="1400" spc="70" dirty="0">
                <a:latin typeface="Corbel"/>
                <a:cs typeface="Corbel"/>
              </a:rPr>
              <a:t> </a:t>
            </a:r>
            <a:r>
              <a:rPr sz="1400" dirty="0">
                <a:latin typeface="Corbel"/>
                <a:cs typeface="Corbel"/>
              </a:rPr>
              <a:t>reduce</a:t>
            </a:r>
            <a:r>
              <a:rPr sz="1400" spc="70" dirty="0">
                <a:latin typeface="Corbel"/>
                <a:cs typeface="Corbel"/>
              </a:rPr>
              <a:t> </a:t>
            </a:r>
            <a:r>
              <a:rPr sz="1400" dirty="0">
                <a:latin typeface="Corbel"/>
                <a:cs typeface="Corbel"/>
              </a:rPr>
              <a:t>the</a:t>
            </a:r>
            <a:r>
              <a:rPr sz="1400" spc="70" dirty="0">
                <a:latin typeface="Corbel"/>
                <a:cs typeface="Corbel"/>
              </a:rPr>
              <a:t> </a:t>
            </a:r>
            <a:r>
              <a:rPr sz="1400" dirty="0">
                <a:latin typeface="Corbel"/>
                <a:cs typeface="Corbel"/>
              </a:rPr>
              <a:t>airflow.</a:t>
            </a:r>
            <a:r>
              <a:rPr sz="1400" spc="80" dirty="0">
                <a:latin typeface="Corbel"/>
                <a:cs typeface="Corbel"/>
              </a:rPr>
              <a:t> </a:t>
            </a:r>
            <a:r>
              <a:rPr sz="1400" dirty="0">
                <a:latin typeface="Corbel"/>
                <a:cs typeface="Corbel"/>
              </a:rPr>
              <a:t>Consequently,</a:t>
            </a:r>
            <a:r>
              <a:rPr sz="1400" spc="75" dirty="0">
                <a:latin typeface="Corbel"/>
                <a:cs typeface="Corbel"/>
              </a:rPr>
              <a:t> </a:t>
            </a:r>
            <a:r>
              <a:rPr sz="1400" dirty="0">
                <a:latin typeface="Corbel"/>
                <a:cs typeface="Corbel"/>
              </a:rPr>
              <a:t>the</a:t>
            </a:r>
            <a:r>
              <a:rPr sz="1400" spc="75" dirty="0">
                <a:latin typeface="Corbel"/>
                <a:cs typeface="Corbel"/>
              </a:rPr>
              <a:t> </a:t>
            </a:r>
            <a:r>
              <a:rPr sz="1400" dirty="0">
                <a:latin typeface="Corbel"/>
                <a:cs typeface="Corbel"/>
              </a:rPr>
              <a:t>necessary</a:t>
            </a:r>
            <a:r>
              <a:rPr sz="1400" spc="70" dirty="0">
                <a:latin typeface="Corbel"/>
                <a:cs typeface="Corbel"/>
              </a:rPr>
              <a:t> </a:t>
            </a:r>
            <a:r>
              <a:rPr sz="1400" dirty="0">
                <a:latin typeface="Corbel"/>
                <a:cs typeface="Corbel"/>
              </a:rPr>
              <a:t>lift</a:t>
            </a:r>
            <a:r>
              <a:rPr sz="1400" spc="75" dirty="0">
                <a:latin typeface="Corbel"/>
                <a:cs typeface="Corbel"/>
              </a:rPr>
              <a:t> </a:t>
            </a:r>
            <a:r>
              <a:rPr sz="1400" dirty="0">
                <a:latin typeface="Corbel"/>
                <a:cs typeface="Corbel"/>
              </a:rPr>
              <a:t>is</a:t>
            </a:r>
            <a:r>
              <a:rPr sz="1400" spc="65" dirty="0">
                <a:latin typeface="Corbel"/>
                <a:cs typeface="Corbel"/>
              </a:rPr>
              <a:t> </a:t>
            </a:r>
            <a:r>
              <a:rPr sz="1400" dirty="0">
                <a:latin typeface="Corbel"/>
                <a:cs typeface="Corbel"/>
              </a:rPr>
              <a:t>achieved</a:t>
            </a:r>
            <a:r>
              <a:rPr sz="1400" spc="75" dirty="0">
                <a:latin typeface="Corbel"/>
                <a:cs typeface="Corbel"/>
              </a:rPr>
              <a:t> </a:t>
            </a:r>
            <a:r>
              <a:rPr sz="1400" dirty="0">
                <a:latin typeface="Corbel"/>
                <a:cs typeface="Corbel"/>
              </a:rPr>
              <a:t>later</a:t>
            </a:r>
            <a:r>
              <a:rPr sz="1400" spc="75" dirty="0">
                <a:latin typeface="Corbel"/>
                <a:cs typeface="Corbel"/>
              </a:rPr>
              <a:t> </a:t>
            </a:r>
            <a:r>
              <a:rPr sz="1400" dirty="0">
                <a:latin typeface="Corbel"/>
                <a:cs typeface="Corbel"/>
              </a:rPr>
              <a:t>and</a:t>
            </a:r>
            <a:r>
              <a:rPr sz="1400" spc="70" dirty="0">
                <a:latin typeface="Corbel"/>
                <a:cs typeface="Corbel"/>
              </a:rPr>
              <a:t> </a:t>
            </a:r>
            <a:r>
              <a:rPr sz="1400" dirty="0">
                <a:latin typeface="Corbel"/>
                <a:cs typeface="Corbel"/>
              </a:rPr>
              <a:t>at</a:t>
            </a:r>
            <a:r>
              <a:rPr sz="1400" spc="75" dirty="0">
                <a:latin typeface="Corbel"/>
                <a:cs typeface="Corbel"/>
              </a:rPr>
              <a:t> </a:t>
            </a:r>
            <a:r>
              <a:rPr sz="1400" dirty="0">
                <a:latin typeface="Corbel"/>
                <a:cs typeface="Corbel"/>
              </a:rPr>
              <a:t>higher</a:t>
            </a:r>
            <a:r>
              <a:rPr sz="1400" spc="75" dirty="0">
                <a:latin typeface="Corbel"/>
                <a:cs typeface="Corbel"/>
              </a:rPr>
              <a:t> </a:t>
            </a:r>
            <a:r>
              <a:rPr sz="1400" spc="-10" dirty="0">
                <a:latin typeface="Corbel"/>
                <a:cs typeface="Corbel"/>
              </a:rPr>
              <a:t>speeds 	</a:t>
            </a:r>
            <a:r>
              <a:rPr sz="1400" dirty="0">
                <a:latin typeface="Corbel"/>
                <a:cs typeface="Corbel"/>
              </a:rPr>
              <a:t>(the</a:t>
            </a:r>
            <a:r>
              <a:rPr sz="1400" spc="150" dirty="0">
                <a:latin typeface="Corbel"/>
                <a:cs typeface="Corbel"/>
              </a:rPr>
              <a:t> </a:t>
            </a:r>
            <a:r>
              <a:rPr sz="1400" dirty="0">
                <a:latin typeface="Corbel"/>
                <a:cs typeface="Corbel"/>
              </a:rPr>
              <a:t>wind</a:t>
            </a:r>
            <a:r>
              <a:rPr sz="1400" spc="150" dirty="0">
                <a:latin typeface="Corbel"/>
                <a:cs typeface="Corbel"/>
              </a:rPr>
              <a:t> </a:t>
            </a:r>
            <a:r>
              <a:rPr sz="1400" dirty="0">
                <a:latin typeface="Corbel"/>
                <a:cs typeface="Corbel"/>
              </a:rPr>
              <a:t>speed</a:t>
            </a:r>
            <a:r>
              <a:rPr sz="1400" spc="145" dirty="0">
                <a:latin typeface="Corbel"/>
                <a:cs typeface="Corbel"/>
              </a:rPr>
              <a:t> </a:t>
            </a:r>
            <a:r>
              <a:rPr sz="1400" dirty="0">
                <a:latin typeface="Corbel"/>
                <a:cs typeface="Corbel"/>
              </a:rPr>
              <a:t>is</a:t>
            </a:r>
            <a:r>
              <a:rPr sz="1400" spc="150" dirty="0">
                <a:latin typeface="Corbel"/>
                <a:cs typeface="Corbel"/>
              </a:rPr>
              <a:t> </a:t>
            </a:r>
            <a:r>
              <a:rPr sz="1400" dirty="0">
                <a:latin typeface="Corbel"/>
                <a:cs typeface="Corbel"/>
              </a:rPr>
              <a:t>added</a:t>
            </a:r>
            <a:r>
              <a:rPr sz="1400" spc="145" dirty="0">
                <a:latin typeface="Corbel"/>
                <a:cs typeface="Corbel"/>
              </a:rPr>
              <a:t> </a:t>
            </a:r>
            <a:r>
              <a:rPr sz="1400" dirty="0">
                <a:latin typeface="Corbel"/>
                <a:cs typeface="Corbel"/>
              </a:rPr>
              <a:t>to</a:t>
            </a:r>
            <a:r>
              <a:rPr sz="1400" spc="155" dirty="0">
                <a:latin typeface="Corbel"/>
                <a:cs typeface="Corbel"/>
              </a:rPr>
              <a:t> </a:t>
            </a:r>
            <a:r>
              <a:rPr sz="1400" dirty="0">
                <a:latin typeface="Corbel"/>
                <a:cs typeface="Corbel"/>
              </a:rPr>
              <a:t>the</a:t>
            </a:r>
            <a:r>
              <a:rPr sz="1400" spc="150" dirty="0">
                <a:latin typeface="Corbel"/>
                <a:cs typeface="Corbel"/>
              </a:rPr>
              <a:t> </a:t>
            </a:r>
            <a:r>
              <a:rPr sz="1400" dirty="0">
                <a:latin typeface="Corbel"/>
                <a:cs typeface="Corbel"/>
              </a:rPr>
              <a:t>aircraft</a:t>
            </a:r>
            <a:r>
              <a:rPr sz="1400" spc="150" dirty="0">
                <a:latin typeface="Corbel"/>
                <a:cs typeface="Corbel"/>
              </a:rPr>
              <a:t> </a:t>
            </a:r>
            <a:r>
              <a:rPr sz="1400" dirty="0">
                <a:latin typeface="Corbel"/>
                <a:cs typeface="Corbel"/>
              </a:rPr>
              <a:t>speed).</a:t>
            </a:r>
            <a:r>
              <a:rPr sz="1400" spc="155" dirty="0">
                <a:latin typeface="Corbel"/>
                <a:cs typeface="Corbel"/>
              </a:rPr>
              <a:t> </a:t>
            </a:r>
            <a:r>
              <a:rPr sz="1400" dirty="0">
                <a:latin typeface="Corbel"/>
                <a:cs typeface="Corbel"/>
              </a:rPr>
              <a:t>Therefore,</a:t>
            </a:r>
            <a:r>
              <a:rPr sz="1400" spc="160" dirty="0">
                <a:latin typeface="Corbel"/>
                <a:cs typeface="Corbel"/>
              </a:rPr>
              <a:t> </a:t>
            </a:r>
            <a:r>
              <a:rPr sz="1400" dirty="0">
                <a:latin typeface="Corbel"/>
                <a:cs typeface="Corbel"/>
              </a:rPr>
              <a:t>longer</a:t>
            </a:r>
            <a:r>
              <a:rPr sz="1400" spc="150" dirty="0">
                <a:latin typeface="Corbel"/>
                <a:cs typeface="Corbel"/>
              </a:rPr>
              <a:t> </a:t>
            </a:r>
            <a:r>
              <a:rPr sz="1400" dirty="0">
                <a:latin typeface="Corbel"/>
                <a:cs typeface="Corbel"/>
              </a:rPr>
              <a:t>runways</a:t>
            </a:r>
            <a:r>
              <a:rPr sz="1400" spc="145" dirty="0">
                <a:latin typeface="Corbel"/>
                <a:cs typeface="Corbel"/>
              </a:rPr>
              <a:t> </a:t>
            </a:r>
            <a:r>
              <a:rPr sz="1400" dirty="0">
                <a:latin typeface="Corbel"/>
                <a:cs typeface="Corbel"/>
              </a:rPr>
              <a:t>are</a:t>
            </a:r>
            <a:r>
              <a:rPr sz="1400" spc="155" dirty="0">
                <a:latin typeface="Corbel"/>
                <a:cs typeface="Corbel"/>
              </a:rPr>
              <a:t> </a:t>
            </a:r>
            <a:r>
              <a:rPr sz="1400" dirty="0">
                <a:latin typeface="Corbel"/>
                <a:cs typeface="Corbel"/>
              </a:rPr>
              <a:t>required</a:t>
            </a:r>
            <a:r>
              <a:rPr sz="1400" spc="145" dirty="0">
                <a:latin typeface="Corbel"/>
                <a:cs typeface="Corbel"/>
              </a:rPr>
              <a:t> </a:t>
            </a:r>
            <a:r>
              <a:rPr sz="1400" dirty="0">
                <a:latin typeface="Corbel"/>
                <a:cs typeface="Corbel"/>
              </a:rPr>
              <a:t>to</a:t>
            </a:r>
            <a:r>
              <a:rPr sz="1400" spc="150" dirty="0">
                <a:latin typeface="Corbel"/>
                <a:cs typeface="Corbel"/>
              </a:rPr>
              <a:t> </a:t>
            </a:r>
            <a:r>
              <a:rPr sz="1400" dirty="0">
                <a:latin typeface="Corbel"/>
                <a:cs typeface="Corbel"/>
              </a:rPr>
              <a:t>perform</a:t>
            </a:r>
            <a:r>
              <a:rPr sz="1400" spc="155" dirty="0">
                <a:latin typeface="Corbel"/>
                <a:cs typeface="Corbel"/>
              </a:rPr>
              <a:t> </a:t>
            </a:r>
            <a:r>
              <a:rPr sz="1400" dirty="0">
                <a:latin typeface="Corbel"/>
                <a:cs typeface="Corbel"/>
              </a:rPr>
              <a:t>a</a:t>
            </a:r>
            <a:r>
              <a:rPr sz="1400" spc="150" dirty="0">
                <a:latin typeface="Corbel"/>
                <a:cs typeface="Corbel"/>
              </a:rPr>
              <a:t> </a:t>
            </a:r>
            <a:r>
              <a:rPr sz="1400" dirty="0">
                <a:latin typeface="Corbel"/>
                <a:cs typeface="Corbel"/>
              </a:rPr>
              <a:t>safe</a:t>
            </a:r>
            <a:r>
              <a:rPr sz="1400" spc="150" dirty="0">
                <a:latin typeface="Corbel"/>
                <a:cs typeface="Corbel"/>
              </a:rPr>
              <a:t> </a:t>
            </a:r>
            <a:r>
              <a:rPr sz="1400" dirty="0">
                <a:latin typeface="Corbel"/>
                <a:cs typeface="Corbel"/>
              </a:rPr>
              <a:t>take</a:t>
            </a:r>
            <a:r>
              <a:rPr sz="1400" spc="150" dirty="0">
                <a:latin typeface="Corbel"/>
                <a:cs typeface="Corbel"/>
              </a:rPr>
              <a:t> </a:t>
            </a:r>
            <a:r>
              <a:rPr sz="1400" dirty="0">
                <a:latin typeface="Corbel"/>
                <a:cs typeface="Corbel"/>
              </a:rPr>
              <a:t>off</a:t>
            </a:r>
            <a:r>
              <a:rPr sz="1400" spc="155" dirty="0">
                <a:latin typeface="Corbel"/>
                <a:cs typeface="Corbel"/>
              </a:rPr>
              <a:t> </a:t>
            </a:r>
            <a:r>
              <a:rPr sz="1400" dirty="0">
                <a:latin typeface="Corbel"/>
                <a:cs typeface="Corbel"/>
              </a:rPr>
              <a:t>or</a:t>
            </a:r>
            <a:r>
              <a:rPr sz="1400" spc="155" dirty="0">
                <a:latin typeface="Corbel"/>
                <a:cs typeface="Corbel"/>
              </a:rPr>
              <a:t> </a:t>
            </a:r>
            <a:r>
              <a:rPr sz="1400" spc="-10" dirty="0">
                <a:latin typeface="Corbel"/>
                <a:cs typeface="Corbel"/>
              </a:rPr>
              <a:t>landing. 	</a:t>
            </a:r>
            <a:r>
              <a:rPr sz="1400" dirty="0">
                <a:latin typeface="Corbel"/>
                <a:cs typeface="Corbel"/>
              </a:rPr>
              <a:t>Another</a:t>
            </a:r>
            <a:r>
              <a:rPr sz="1400" spc="10" dirty="0">
                <a:latin typeface="Corbel"/>
                <a:cs typeface="Corbel"/>
              </a:rPr>
              <a:t> </a:t>
            </a:r>
            <a:r>
              <a:rPr sz="1400" dirty="0">
                <a:latin typeface="Corbel"/>
                <a:cs typeface="Corbel"/>
              </a:rPr>
              <a:t>factor</a:t>
            </a:r>
            <a:r>
              <a:rPr sz="1400" spc="15" dirty="0">
                <a:latin typeface="Corbel"/>
                <a:cs typeface="Corbel"/>
              </a:rPr>
              <a:t> </a:t>
            </a:r>
            <a:r>
              <a:rPr sz="1400" dirty="0">
                <a:latin typeface="Corbel"/>
                <a:cs typeface="Corbel"/>
              </a:rPr>
              <a:t>to</a:t>
            </a:r>
            <a:r>
              <a:rPr sz="1400" spc="10" dirty="0">
                <a:latin typeface="Corbel"/>
                <a:cs typeface="Corbel"/>
              </a:rPr>
              <a:t> </a:t>
            </a:r>
            <a:r>
              <a:rPr sz="1400" dirty="0">
                <a:latin typeface="Corbel"/>
                <a:cs typeface="Corbel"/>
              </a:rPr>
              <a:t>be</a:t>
            </a:r>
            <a:r>
              <a:rPr sz="1400" spc="15" dirty="0">
                <a:latin typeface="Corbel"/>
                <a:cs typeface="Corbel"/>
              </a:rPr>
              <a:t> </a:t>
            </a:r>
            <a:r>
              <a:rPr sz="1400" dirty="0">
                <a:latin typeface="Corbel"/>
                <a:cs typeface="Corbel"/>
              </a:rPr>
              <a:t>considered</a:t>
            </a:r>
            <a:r>
              <a:rPr sz="1400" spc="5" dirty="0">
                <a:latin typeface="Corbel"/>
                <a:cs typeface="Corbel"/>
              </a:rPr>
              <a:t> </a:t>
            </a:r>
            <a:r>
              <a:rPr sz="1400" dirty="0">
                <a:latin typeface="Corbel"/>
                <a:cs typeface="Corbel"/>
              </a:rPr>
              <a:t>is</a:t>
            </a:r>
            <a:r>
              <a:rPr sz="1400" spc="5" dirty="0">
                <a:latin typeface="Corbel"/>
                <a:cs typeface="Corbel"/>
              </a:rPr>
              <a:t> </a:t>
            </a:r>
            <a:r>
              <a:rPr sz="1400" dirty="0">
                <a:latin typeface="Corbel"/>
                <a:cs typeface="Corbel"/>
              </a:rPr>
              <a:t>that</a:t>
            </a:r>
            <a:r>
              <a:rPr sz="1400" spc="10" dirty="0">
                <a:latin typeface="Corbel"/>
                <a:cs typeface="Corbel"/>
              </a:rPr>
              <a:t> </a:t>
            </a:r>
            <a:r>
              <a:rPr sz="1400" dirty="0">
                <a:latin typeface="Corbel"/>
                <a:cs typeface="Corbel"/>
              </a:rPr>
              <a:t>in</a:t>
            </a:r>
            <a:r>
              <a:rPr sz="1400" spc="10" dirty="0">
                <a:latin typeface="Corbel"/>
                <a:cs typeface="Corbel"/>
              </a:rPr>
              <a:t> </a:t>
            </a:r>
            <a:r>
              <a:rPr sz="1400" dirty="0">
                <a:latin typeface="Corbel"/>
                <a:cs typeface="Corbel"/>
              </a:rPr>
              <a:t>case</a:t>
            </a:r>
            <a:r>
              <a:rPr sz="1400" spc="5" dirty="0">
                <a:latin typeface="Corbel"/>
                <a:cs typeface="Corbel"/>
              </a:rPr>
              <a:t> </a:t>
            </a:r>
            <a:r>
              <a:rPr sz="1400" dirty="0">
                <a:latin typeface="Corbel"/>
                <a:cs typeface="Corbel"/>
              </a:rPr>
              <a:t>of</a:t>
            </a:r>
            <a:r>
              <a:rPr sz="1400" spc="15" dirty="0">
                <a:latin typeface="Corbel"/>
                <a:cs typeface="Corbel"/>
              </a:rPr>
              <a:t> </a:t>
            </a:r>
            <a:r>
              <a:rPr sz="1400" dirty="0">
                <a:latin typeface="Corbel"/>
                <a:cs typeface="Corbel"/>
              </a:rPr>
              <a:t>rejected</a:t>
            </a:r>
            <a:r>
              <a:rPr sz="1400" spc="5" dirty="0">
                <a:latin typeface="Corbel"/>
                <a:cs typeface="Corbel"/>
              </a:rPr>
              <a:t> </a:t>
            </a:r>
            <a:r>
              <a:rPr sz="1400" dirty="0">
                <a:latin typeface="Corbel"/>
                <a:cs typeface="Corbel"/>
              </a:rPr>
              <a:t>take</a:t>
            </a:r>
            <a:r>
              <a:rPr sz="1400" spc="15" dirty="0">
                <a:latin typeface="Corbel"/>
                <a:cs typeface="Corbel"/>
              </a:rPr>
              <a:t> </a:t>
            </a:r>
            <a:r>
              <a:rPr sz="1400" dirty="0">
                <a:latin typeface="Corbel"/>
                <a:cs typeface="Corbel"/>
              </a:rPr>
              <a:t>off,</a:t>
            </a:r>
            <a:r>
              <a:rPr sz="1400" spc="15" dirty="0">
                <a:latin typeface="Corbel"/>
                <a:cs typeface="Corbel"/>
              </a:rPr>
              <a:t> </a:t>
            </a:r>
            <a:r>
              <a:rPr sz="1400" dirty="0">
                <a:latin typeface="Corbel"/>
                <a:cs typeface="Corbel"/>
              </a:rPr>
              <a:t>the</a:t>
            </a:r>
            <a:r>
              <a:rPr sz="1400" spc="10" dirty="0">
                <a:latin typeface="Corbel"/>
                <a:cs typeface="Corbel"/>
              </a:rPr>
              <a:t> </a:t>
            </a:r>
            <a:r>
              <a:rPr sz="1400" dirty="0">
                <a:latin typeface="Corbel"/>
                <a:cs typeface="Corbel"/>
              </a:rPr>
              <a:t>speed</a:t>
            </a:r>
            <a:r>
              <a:rPr sz="1400" spc="10" dirty="0">
                <a:latin typeface="Corbel"/>
                <a:cs typeface="Corbel"/>
              </a:rPr>
              <a:t> </a:t>
            </a:r>
            <a:r>
              <a:rPr sz="1400" dirty="0">
                <a:latin typeface="Corbel"/>
                <a:cs typeface="Corbel"/>
              </a:rPr>
              <a:t>of</a:t>
            </a:r>
            <a:r>
              <a:rPr sz="1400" spc="10" dirty="0">
                <a:latin typeface="Corbel"/>
                <a:cs typeface="Corbel"/>
              </a:rPr>
              <a:t> </a:t>
            </a:r>
            <a:r>
              <a:rPr sz="1400" dirty="0">
                <a:latin typeface="Corbel"/>
                <a:cs typeface="Corbel"/>
              </a:rPr>
              <a:t>the</a:t>
            </a:r>
            <a:r>
              <a:rPr sz="1400" spc="15" dirty="0">
                <a:latin typeface="Corbel"/>
                <a:cs typeface="Corbel"/>
              </a:rPr>
              <a:t> </a:t>
            </a:r>
            <a:r>
              <a:rPr sz="1400" dirty="0">
                <a:latin typeface="Corbel"/>
                <a:cs typeface="Corbel"/>
              </a:rPr>
              <a:t>aircraft</a:t>
            </a:r>
            <a:r>
              <a:rPr sz="1400" spc="10" dirty="0">
                <a:latin typeface="Corbel"/>
                <a:cs typeface="Corbel"/>
              </a:rPr>
              <a:t> </a:t>
            </a:r>
            <a:r>
              <a:rPr sz="1400" dirty="0">
                <a:latin typeface="Corbel"/>
                <a:cs typeface="Corbel"/>
              </a:rPr>
              <a:t>will</a:t>
            </a:r>
            <a:r>
              <a:rPr sz="1400" spc="10" dirty="0">
                <a:latin typeface="Corbel"/>
                <a:cs typeface="Corbel"/>
              </a:rPr>
              <a:t> </a:t>
            </a:r>
            <a:r>
              <a:rPr sz="1400" dirty="0">
                <a:latin typeface="Corbel"/>
                <a:cs typeface="Corbel"/>
              </a:rPr>
              <a:t>generally</a:t>
            </a:r>
            <a:r>
              <a:rPr sz="1400" spc="15" dirty="0">
                <a:latin typeface="Corbel"/>
                <a:cs typeface="Corbel"/>
              </a:rPr>
              <a:t> </a:t>
            </a:r>
            <a:r>
              <a:rPr sz="1400" dirty="0">
                <a:latin typeface="Corbel"/>
                <a:cs typeface="Corbel"/>
              </a:rPr>
              <a:t>be</a:t>
            </a:r>
            <a:r>
              <a:rPr sz="1400" spc="10" dirty="0">
                <a:latin typeface="Corbel"/>
                <a:cs typeface="Corbel"/>
              </a:rPr>
              <a:t> </a:t>
            </a:r>
            <a:r>
              <a:rPr sz="1400" spc="-10" dirty="0">
                <a:latin typeface="Corbel"/>
                <a:cs typeface="Corbel"/>
              </a:rPr>
              <a:t>higher,</a:t>
            </a:r>
            <a:r>
              <a:rPr sz="1400" spc="15" dirty="0">
                <a:latin typeface="Corbel"/>
                <a:cs typeface="Corbel"/>
              </a:rPr>
              <a:t> </a:t>
            </a:r>
            <a:r>
              <a:rPr sz="1400" dirty="0">
                <a:latin typeface="Corbel"/>
                <a:cs typeface="Corbel"/>
              </a:rPr>
              <a:t>so</a:t>
            </a:r>
            <a:r>
              <a:rPr sz="1400" spc="10" dirty="0">
                <a:latin typeface="Corbel"/>
                <a:cs typeface="Corbel"/>
              </a:rPr>
              <a:t> </a:t>
            </a:r>
            <a:r>
              <a:rPr sz="1400" dirty="0">
                <a:latin typeface="Corbel"/>
                <a:cs typeface="Corbel"/>
              </a:rPr>
              <a:t>it</a:t>
            </a:r>
            <a:r>
              <a:rPr sz="1400" spc="10" dirty="0">
                <a:latin typeface="Corbel"/>
                <a:cs typeface="Corbel"/>
              </a:rPr>
              <a:t> </a:t>
            </a:r>
            <a:r>
              <a:rPr sz="1400" dirty="0">
                <a:latin typeface="Corbel"/>
                <a:cs typeface="Corbel"/>
              </a:rPr>
              <a:t>will</a:t>
            </a:r>
            <a:r>
              <a:rPr sz="1400" spc="10" dirty="0">
                <a:latin typeface="Corbel"/>
                <a:cs typeface="Corbel"/>
              </a:rPr>
              <a:t> </a:t>
            </a:r>
            <a:r>
              <a:rPr sz="1400" spc="-20" dirty="0">
                <a:latin typeface="Corbel"/>
                <a:cs typeface="Corbel"/>
              </a:rPr>
              <a:t>need 	</a:t>
            </a:r>
            <a:r>
              <a:rPr sz="1400" dirty="0">
                <a:latin typeface="Corbel"/>
                <a:cs typeface="Corbel"/>
              </a:rPr>
              <a:t>more</a:t>
            </a:r>
            <a:r>
              <a:rPr sz="1400" spc="25" dirty="0">
                <a:latin typeface="Corbel"/>
                <a:cs typeface="Corbel"/>
              </a:rPr>
              <a:t> </a:t>
            </a:r>
            <a:r>
              <a:rPr sz="1400" dirty="0">
                <a:latin typeface="Corbel"/>
                <a:cs typeface="Corbel"/>
              </a:rPr>
              <a:t>distance</a:t>
            </a:r>
            <a:r>
              <a:rPr sz="1400" spc="25" dirty="0">
                <a:latin typeface="Corbel"/>
                <a:cs typeface="Corbel"/>
              </a:rPr>
              <a:t> </a:t>
            </a:r>
            <a:r>
              <a:rPr sz="1400" dirty="0">
                <a:latin typeface="Corbel"/>
                <a:cs typeface="Corbel"/>
              </a:rPr>
              <a:t>to</a:t>
            </a:r>
            <a:r>
              <a:rPr sz="1400" spc="25" dirty="0">
                <a:latin typeface="Corbel"/>
                <a:cs typeface="Corbel"/>
              </a:rPr>
              <a:t> </a:t>
            </a:r>
            <a:r>
              <a:rPr sz="1400" dirty="0">
                <a:latin typeface="Corbel"/>
                <a:cs typeface="Corbel"/>
              </a:rPr>
              <a:t>decelerate.</a:t>
            </a:r>
            <a:r>
              <a:rPr sz="1400" spc="25" dirty="0">
                <a:latin typeface="Corbel"/>
                <a:cs typeface="Corbel"/>
              </a:rPr>
              <a:t> </a:t>
            </a:r>
            <a:r>
              <a:rPr sz="1400" spc="-10" dirty="0">
                <a:latin typeface="Corbel"/>
                <a:cs typeface="Corbel"/>
              </a:rPr>
              <a:t>Take</a:t>
            </a:r>
            <a:r>
              <a:rPr sz="1400" spc="30" dirty="0">
                <a:latin typeface="Corbel"/>
                <a:cs typeface="Corbel"/>
              </a:rPr>
              <a:t> </a:t>
            </a:r>
            <a:r>
              <a:rPr sz="1400" dirty="0">
                <a:latin typeface="Corbel"/>
                <a:cs typeface="Corbel"/>
              </a:rPr>
              <a:t>offs</a:t>
            </a:r>
            <a:r>
              <a:rPr sz="1400" spc="15" dirty="0">
                <a:latin typeface="Corbel"/>
                <a:cs typeface="Corbel"/>
              </a:rPr>
              <a:t> </a:t>
            </a:r>
            <a:r>
              <a:rPr sz="1400" dirty="0">
                <a:latin typeface="Corbel"/>
                <a:cs typeface="Corbel"/>
              </a:rPr>
              <a:t>and</a:t>
            </a:r>
            <a:r>
              <a:rPr sz="1400" spc="20" dirty="0">
                <a:latin typeface="Corbel"/>
                <a:cs typeface="Corbel"/>
              </a:rPr>
              <a:t> </a:t>
            </a:r>
            <a:r>
              <a:rPr sz="1400" dirty="0">
                <a:latin typeface="Corbel"/>
                <a:cs typeface="Corbel"/>
              </a:rPr>
              <a:t>landings</a:t>
            </a:r>
            <a:r>
              <a:rPr sz="1400" spc="20" dirty="0">
                <a:latin typeface="Corbel"/>
                <a:cs typeface="Corbel"/>
              </a:rPr>
              <a:t> </a:t>
            </a:r>
            <a:r>
              <a:rPr sz="1400" dirty="0">
                <a:latin typeface="Corbel"/>
                <a:cs typeface="Corbel"/>
              </a:rPr>
              <a:t>with</a:t>
            </a:r>
            <a:r>
              <a:rPr sz="1400" spc="25" dirty="0">
                <a:latin typeface="Corbel"/>
                <a:cs typeface="Corbel"/>
              </a:rPr>
              <a:t> </a:t>
            </a:r>
            <a:r>
              <a:rPr sz="1400" dirty="0">
                <a:latin typeface="Corbel"/>
                <a:cs typeface="Corbel"/>
              </a:rPr>
              <a:t>tailwind</a:t>
            </a:r>
            <a:r>
              <a:rPr sz="1400" spc="20" dirty="0">
                <a:latin typeface="Corbel"/>
                <a:cs typeface="Corbel"/>
              </a:rPr>
              <a:t> </a:t>
            </a:r>
            <a:r>
              <a:rPr sz="1400" dirty="0">
                <a:latin typeface="Corbel"/>
                <a:cs typeface="Corbel"/>
              </a:rPr>
              <a:t>component</a:t>
            </a:r>
            <a:r>
              <a:rPr sz="1400" spc="25" dirty="0">
                <a:latin typeface="Corbel"/>
                <a:cs typeface="Corbel"/>
              </a:rPr>
              <a:t> </a:t>
            </a:r>
            <a:r>
              <a:rPr sz="1400" dirty="0">
                <a:latin typeface="Corbel"/>
                <a:cs typeface="Corbel"/>
              </a:rPr>
              <a:t>exceeding</a:t>
            </a:r>
            <a:r>
              <a:rPr sz="1400" spc="20" dirty="0">
                <a:latin typeface="Corbel"/>
                <a:cs typeface="Corbel"/>
              </a:rPr>
              <a:t> </a:t>
            </a:r>
            <a:r>
              <a:rPr sz="1400" dirty="0">
                <a:latin typeface="Corbel"/>
                <a:cs typeface="Corbel"/>
              </a:rPr>
              <a:t>certain</a:t>
            </a:r>
            <a:r>
              <a:rPr sz="1400" spc="15" dirty="0">
                <a:latin typeface="Corbel"/>
                <a:cs typeface="Corbel"/>
              </a:rPr>
              <a:t> </a:t>
            </a:r>
            <a:r>
              <a:rPr sz="1400" dirty="0">
                <a:latin typeface="Corbel"/>
                <a:cs typeface="Corbel"/>
              </a:rPr>
              <a:t>value</a:t>
            </a:r>
            <a:r>
              <a:rPr sz="1400" spc="25" dirty="0">
                <a:latin typeface="Corbel"/>
                <a:cs typeface="Corbel"/>
              </a:rPr>
              <a:t> </a:t>
            </a:r>
            <a:r>
              <a:rPr sz="1400" dirty="0">
                <a:latin typeface="Corbel"/>
                <a:cs typeface="Corbel"/>
              </a:rPr>
              <a:t>(usually</a:t>
            </a:r>
            <a:r>
              <a:rPr sz="1400" spc="35" dirty="0">
                <a:latin typeface="Corbel"/>
                <a:cs typeface="Corbel"/>
              </a:rPr>
              <a:t> </a:t>
            </a:r>
            <a:r>
              <a:rPr sz="1400" dirty="0">
                <a:latin typeface="Corbel"/>
                <a:cs typeface="Corbel"/>
              </a:rPr>
              <a:t>10</a:t>
            </a:r>
            <a:r>
              <a:rPr sz="1400" spc="25" dirty="0">
                <a:latin typeface="Corbel"/>
                <a:cs typeface="Corbel"/>
              </a:rPr>
              <a:t> </a:t>
            </a:r>
            <a:r>
              <a:rPr sz="1400" dirty="0">
                <a:latin typeface="Corbel"/>
                <a:cs typeface="Corbel"/>
              </a:rPr>
              <a:t>kts)</a:t>
            </a:r>
            <a:r>
              <a:rPr sz="1400" spc="30" dirty="0">
                <a:latin typeface="Corbel"/>
                <a:cs typeface="Corbel"/>
              </a:rPr>
              <a:t> </a:t>
            </a:r>
            <a:r>
              <a:rPr sz="1400" dirty="0">
                <a:latin typeface="Corbel"/>
                <a:cs typeface="Corbel"/>
              </a:rPr>
              <a:t>are</a:t>
            </a:r>
            <a:r>
              <a:rPr sz="1400" spc="25" dirty="0">
                <a:latin typeface="Corbel"/>
                <a:cs typeface="Corbel"/>
              </a:rPr>
              <a:t> </a:t>
            </a:r>
            <a:r>
              <a:rPr sz="1400" spc="-10" dirty="0">
                <a:latin typeface="Corbel"/>
                <a:cs typeface="Corbel"/>
              </a:rPr>
              <a:t>avoided 	</a:t>
            </a:r>
            <a:r>
              <a:rPr sz="1400" dirty="0">
                <a:latin typeface="Corbel"/>
                <a:cs typeface="Corbel"/>
              </a:rPr>
              <a:t>(the</a:t>
            </a:r>
            <a:r>
              <a:rPr sz="1400" spc="-40" dirty="0">
                <a:latin typeface="Corbel"/>
                <a:cs typeface="Corbel"/>
              </a:rPr>
              <a:t> </a:t>
            </a:r>
            <a:r>
              <a:rPr sz="1400" dirty="0">
                <a:latin typeface="Corbel"/>
                <a:cs typeface="Corbel"/>
              </a:rPr>
              <a:t>precise</a:t>
            </a:r>
            <a:r>
              <a:rPr sz="1400" spc="-35" dirty="0">
                <a:latin typeface="Corbel"/>
                <a:cs typeface="Corbel"/>
              </a:rPr>
              <a:t> </a:t>
            </a:r>
            <a:r>
              <a:rPr sz="1400" dirty="0">
                <a:latin typeface="Corbel"/>
                <a:cs typeface="Corbel"/>
              </a:rPr>
              <a:t>value</a:t>
            </a:r>
            <a:r>
              <a:rPr sz="1400" spc="-40" dirty="0">
                <a:latin typeface="Corbel"/>
                <a:cs typeface="Corbel"/>
              </a:rPr>
              <a:t> </a:t>
            </a:r>
            <a:r>
              <a:rPr sz="1400" dirty="0">
                <a:latin typeface="Corbel"/>
                <a:cs typeface="Corbel"/>
              </a:rPr>
              <a:t>may</a:t>
            </a:r>
            <a:r>
              <a:rPr sz="1400" spc="-30" dirty="0">
                <a:latin typeface="Corbel"/>
                <a:cs typeface="Corbel"/>
              </a:rPr>
              <a:t> </a:t>
            </a:r>
            <a:r>
              <a:rPr sz="1400" dirty="0">
                <a:latin typeface="Corbel"/>
                <a:cs typeface="Corbel"/>
              </a:rPr>
              <a:t>differ</a:t>
            </a:r>
            <a:r>
              <a:rPr sz="1400" spc="-30" dirty="0">
                <a:latin typeface="Corbel"/>
                <a:cs typeface="Corbel"/>
              </a:rPr>
              <a:t> </a:t>
            </a:r>
            <a:r>
              <a:rPr sz="1400" dirty="0">
                <a:latin typeface="Corbel"/>
                <a:cs typeface="Corbel"/>
              </a:rPr>
              <a:t>depending</a:t>
            </a:r>
            <a:r>
              <a:rPr sz="1400" spc="-50" dirty="0">
                <a:latin typeface="Corbel"/>
                <a:cs typeface="Corbel"/>
              </a:rPr>
              <a:t> </a:t>
            </a:r>
            <a:r>
              <a:rPr sz="1400" dirty="0">
                <a:latin typeface="Corbel"/>
                <a:cs typeface="Corbel"/>
              </a:rPr>
              <a:t>on</a:t>
            </a:r>
            <a:r>
              <a:rPr sz="1400" spc="-40" dirty="0">
                <a:latin typeface="Corbel"/>
                <a:cs typeface="Corbel"/>
              </a:rPr>
              <a:t> </a:t>
            </a:r>
            <a:r>
              <a:rPr sz="1400" dirty="0">
                <a:latin typeface="Corbel"/>
                <a:cs typeface="Corbel"/>
              </a:rPr>
              <a:t>the</a:t>
            </a:r>
            <a:r>
              <a:rPr sz="1400" spc="-35" dirty="0">
                <a:latin typeface="Corbel"/>
                <a:cs typeface="Corbel"/>
              </a:rPr>
              <a:t> </a:t>
            </a:r>
            <a:r>
              <a:rPr sz="1400" dirty="0">
                <a:latin typeface="Corbel"/>
                <a:cs typeface="Corbel"/>
              </a:rPr>
              <a:t>aircraft</a:t>
            </a:r>
            <a:r>
              <a:rPr sz="1400" spc="-40" dirty="0">
                <a:latin typeface="Corbel"/>
                <a:cs typeface="Corbel"/>
              </a:rPr>
              <a:t> </a:t>
            </a:r>
            <a:r>
              <a:rPr sz="1400" dirty="0">
                <a:latin typeface="Corbel"/>
                <a:cs typeface="Corbel"/>
              </a:rPr>
              <a:t>type</a:t>
            </a:r>
            <a:r>
              <a:rPr sz="1400" spc="-35" dirty="0">
                <a:latin typeface="Corbel"/>
                <a:cs typeface="Corbel"/>
              </a:rPr>
              <a:t> </a:t>
            </a:r>
            <a:r>
              <a:rPr sz="1400" dirty="0">
                <a:latin typeface="Corbel"/>
                <a:cs typeface="Corbel"/>
              </a:rPr>
              <a:t>and</a:t>
            </a:r>
            <a:r>
              <a:rPr sz="1400" spc="-35" dirty="0">
                <a:latin typeface="Corbel"/>
                <a:cs typeface="Corbel"/>
              </a:rPr>
              <a:t> </a:t>
            </a:r>
            <a:r>
              <a:rPr sz="1400" dirty="0">
                <a:latin typeface="Corbel"/>
                <a:cs typeface="Corbel"/>
              </a:rPr>
              <a:t>other</a:t>
            </a:r>
            <a:r>
              <a:rPr sz="1400" spc="-35" dirty="0">
                <a:latin typeface="Corbel"/>
                <a:cs typeface="Corbel"/>
              </a:rPr>
              <a:t> </a:t>
            </a:r>
            <a:r>
              <a:rPr sz="1400" dirty="0">
                <a:latin typeface="Corbel"/>
                <a:cs typeface="Corbel"/>
              </a:rPr>
              <a:t>factors,</a:t>
            </a:r>
            <a:r>
              <a:rPr sz="1400" spc="-30" dirty="0">
                <a:latin typeface="Corbel"/>
                <a:cs typeface="Corbel"/>
              </a:rPr>
              <a:t> </a:t>
            </a:r>
            <a:r>
              <a:rPr sz="1400" dirty="0">
                <a:latin typeface="Corbel"/>
                <a:cs typeface="Corbel"/>
              </a:rPr>
              <a:t>e.g.</a:t>
            </a:r>
            <a:r>
              <a:rPr sz="1400" spc="-35" dirty="0">
                <a:latin typeface="Corbel"/>
                <a:cs typeface="Corbel"/>
              </a:rPr>
              <a:t> </a:t>
            </a:r>
            <a:r>
              <a:rPr sz="1400" dirty="0">
                <a:latin typeface="Corbel"/>
                <a:cs typeface="Corbel"/>
              </a:rPr>
              <a:t>runway</a:t>
            </a:r>
            <a:r>
              <a:rPr sz="1400" spc="-40" dirty="0">
                <a:latin typeface="Corbel"/>
                <a:cs typeface="Corbel"/>
              </a:rPr>
              <a:t> </a:t>
            </a:r>
            <a:r>
              <a:rPr sz="1400" dirty="0">
                <a:latin typeface="Corbel"/>
                <a:cs typeface="Corbel"/>
              </a:rPr>
              <a:t>surface</a:t>
            </a:r>
            <a:r>
              <a:rPr sz="1400" spc="-35" dirty="0">
                <a:latin typeface="Corbel"/>
                <a:cs typeface="Corbel"/>
              </a:rPr>
              <a:t> </a:t>
            </a:r>
            <a:r>
              <a:rPr sz="1400" spc="-10" dirty="0">
                <a:latin typeface="Corbel"/>
                <a:cs typeface="Corbel"/>
              </a:rPr>
              <a:t>condition).</a:t>
            </a:r>
            <a:endParaRPr sz="1400" dirty="0">
              <a:latin typeface="Corbel"/>
              <a:cs typeface="Corbel"/>
            </a:endParaRPr>
          </a:p>
          <a:p>
            <a:pPr marL="295275" marR="5080" indent="-283210" algn="just">
              <a:lnSpc>
                <a:spcPct val="99500"/>
              </a:lnSpc>
              <a:spcBef>
                <a:spcPts val="630"/>
              </a:spcBef>
              <a:buFont typeface="Arial MT"/>
              <a:buChar char="•"/>
              <a:tabLst>
                <a:tab pos="296545" algn="l"/>
              </a:tabLst>
            </a:pPr>
            <a:r>
              <a:rPr sz="1400" dirty="0">
                <a:latin typeface="Corbel"/>
                <a:cs typeface="Corbel"/>
              </a:rPr>
              <a:t>A</a:t>
            </a:r>
            <a:r>
              <a:rPr sz="1400" spc="165" dirty="0">
                <a:latin typeface="Corbel"/>
                <a:cs typeface="Corbel"/>
              </a:rPr>
              <a:t> </a:t>
            </a:r>
            <a:r>
              <a:rPr sz="1400" dirty="0">
                <a:latin typeface="Corbel"/>
                <a:cs typeface="Corbel"/>
              </a:rPr>
              <a:t>climb</a:t>
            </a:r>
            <a:r>
              <a:rPr sz="1400" spc="165" dirty="0">
                <a:latin typeface="Corbel"/>
                <a:cs typeface="Corbel"/>
              </a:rPr>
              <a:t> </a:t>
            </a:r>
            <a:r>
              <a:rPr sz="1400" dirty="0">
                <a:latin typeface="Corbel"/>
                <a:cs typeface="Corbel"/>
              </a:rPr>
              <a:t>or</a:t>
            </a:r>
            <a:r>
              <a:rPr sz="1400" spc="170" dirty="0">
                <a:latin typeface="Corbel"/>
                <a:cs typeface="Corbel"/>
              </a:rPr>
              <a:t> </a:t>
            </a:r>
            <a:r>
              <a:rPr sz="1400" dirty="0">
                <a:latin typeface="Corbel"/>
                <a:cs typeface="Corbel"/>
              </a:rPr>
              <a:t>descent</a:t>
            </a:r>
            <a:r>
              <a:rPr sz="1400" spc="165" dirty="0">
                <a:latin typeface="Corbel"/>
                <a:cs typeface="Corbel"/>
              </a:rPr>
              <a:t> </a:t>
            </a:r>
            <a:r>
              <a:rPr sz="1400" dirty="0">
                <a:latin typeface="Corbel"/>
                <a:cs typeface="Corbel"/>
              </a:rPr>
              <a:t>in</a:t>
            </a:r>
            <a:r>
              <a:rPr sz="1400" spc="165" dirty="0">
                <a:latin typeface="Corbel"/>
                <a:cs typeface="Corbel"/>
              </a:rPr>
              <a:t> </a:t>
            </a:r>
            <a:r>
              <a:rPr sz="1400" dirty="0">
                <a:latin typeface="Corbel"/>
                <a:cs typeface="Corbel"/>
              </a:rPr>
              <a:t>tailwind</a:t>
            </a:r>
            <a:r>
              <a:rPr sz="1400" spc="165" dirty="0">
                <a:latin typeface="Corbel"/>
                <a:cs typeface="Corbel"/>
              </a:rPr>
              <a:t> </a:t>
            </a:r>
            <a:r>
              <a:rPr sz="1400" dirty="0">
                <a:latin typeface="Corbel"/>
                <a:cs typeface="Corbel"/>
              </a:rPr>
              <a:t>conditions</a:t>
            </a:r>
            <a:r>
              <a:rPr sz="1400" spc="160" dirty="0">
                <a:latin typeface="Corbel"/>
                <a:cs typeface="Corbel"/>
              </a:rPr>
              <a:t> </a:t>
            </a:r>
            <a:r>
              <a:rPr sz="1400" dirty="0">
                <a:latin typeface="Corbel"/>
                <a:cs typeface="Corbel"/>
              </a:rPr>
              <a:t>results</a:t>
            </a:r>
            <a:r>
              <a:rPr sz="1400" spc="160" dirty="0">
                <a:latin typeface="Corbel"/>
                <a:cs typeface="Corbel"/>
              </a:rPr>
              <a:t> </a:t>
            </a:r>
            <a:r>
              <a:rPr sz="1400" dirty="0">
                <a:latin typeface="Corbel"/>
                <a:cs typeface="Corbel"/>
              </a:rPr>
              <a:t>in</a:t>
            </a:r>
            <a:r>
              <a:rPr sz="1400" spc="165" dirty="0">
                <a:latin typeface="Corbel"/>
                <a:cs typeface="Corbel"/>
              </a:rPr>
              <a:t> </a:t>
            </a:r>
            <a:r>
              <a:rPr sz="1400" dirty="0">
                <a:latin typeface="Corbel"/>
                <a:cs typeface="Corbel"/>
              </a:rPr>
              <a:t>a</a:t>
            </a:r>
            <a:r>
              <a:rPr sz="1400" spc="170" dirty="0">
                <a:latin typeface="Corbel"/>
                <a:cs typeface="Corbel"/>
              </a:rPr>
              <a:t> </a:t>
            </a:r>
            <a:r>
              <a:rPr sz="1400" dirty="0">
                <a:latin typeface="Corbel"/>
                <a:cs typeface="Corbel"/>
              </a:rPr>
              <a:t>reduced</a:t>
            </a:r>
            <a:r>
              <a:rPr sz="1400" spc="165" dirty="0">
                <a:latin typeface="Corbel"/>
                <a:cs typeface="Corbel"/>
              </a:rPr>
              <a:t> </a:t>
            </a:r>
            <a:r>
              <a:rPr sz="1400" dirty="0">
                <a:latin typeface="Corbel"/>
                <a:cs typeface="Corbel"/>
              </a:rPr>
              <a:t>gradient</a:t>
            </a:r>
            <a:r>
              <a:rPr sz="1400" spc="170" dirty="0">
                <a:latin typeface="Corbel"/>
                <a:cs typeface="Corbel"/>
              </a:rPr>
              <a:t> </a:t>
            </a:r>
            <a:r>
              <a:rPr sz="1400" dirty="0">
                <a:latin typeface="Corbel"/>
                <a:cs typeface="Corbel"/>
              </a:rPr>
              <a:t>(i.e.</a:t>
            </a:r>
            <a:r>
              <a:rPr sz="1400" spc="170" dirty="0">
                <a:latin typeface="Corbel"/>
                <a:cs typeface="Corbel"/>
              </a:rPr>
              <a:t> </a:t>
            </a:r>
            <a:r>
              <a:rPr sz="1400" dirty="0">
                <a:latin typeface="Corbel"/>
                <a:cs typeface="Corbel"/>
              </a:rPr>
              <a:t>the</a:t>
            </a:r>
            <a:r>
              <a:rPr sz="1400" spc="170" dirty="0">
                <a:latin typeface="Corbel"/>
                <a:cs typeface="Corbel"/>
              </a:rPr>
              <a:t> </a:t>
            </a:r>
            <a:r>
              <a:rPr sz="1400" dirty="0">
                <a:latin typeface="Corbel"/>
                <a:cs typeface="Corbel"/>
              </a:rPr>
              <a:t>level</a:t>
            </a:r>
            <a:r>
              <a:rPr sz="1400" spc="170" dirty="0">
                <a:latin typeface="Corbel"/>
                <a:cs typeface="Corbel"/>
              </a:rPr>
              <a:t> </a:t>
            </a:r>
            <a:r>
              <a:rPr sz="1400" dirty="0">
                <a:latin typeface="Corbel"/>
                <a:cs typeface="Corbel"/>
              </a:rPr>
              <a:t>change</a:t>
            </a:r>
            <a:r>
              <a:rPr sz="1400" spc="170" dirty="0">
                <a:latin typeface="Corbel"/>
                <a:cs typeface="Corbel"/>
              </a:rPr>
              <a:t> </a:t>
            </a:r>
            <a:r>
              <a:rPr sz="1400" dirty="0">
                <a:latin typeface="Corbel"/>
                <a:cs typeface="Corbel"/>
              </a:rPr>
              <a:t>over</a:t>
            </a:r>
            <a:r>
              <a:rPr sz="1400" spc="170" dirty="0">
                <a:latin typeface="Corbel"/>
                <a:cs typeface="Corbel"/>
              </a:rPr>
              <a:t> </a:t>
            </a:r>
            <a:r>
              <a:rPr sz="1400" dirty="0">
                <a:latin typeface="Corbel"/>
                <a:cs typeface="Corbel"/>
              </a:rPr>
              <a:t>the</a:t>
            </a:r>
            <a:r>
              <a:rPr sz="1400" spc="170" dirty="0">
                <a:latin typeface="Corbel"/>
                <a:cs typeface="Corbel"/>
              </a:rPr>
              <a:t> </a:t>
            </a:r>
            <a:r>
              <a:rPr sz="1400" dirty="0">
                <a:latin typeface="Corbel"/>
                <a:cs typeface="Corbel"/>
              </a:rPr>
              <a:t>distance</a:t>
            </a:r>
            <a:r>
              <a:rPr sz="1400" spc="170" dirty="0">
                <a:latin typeface="Corbel"/>
                <a:cs typeface="Corbel"/>
              </a:rPr>
              <a:t> </a:t>
            </a:r>
            <a:r>
              <a:rPr sz="1400" dirty="0">
                <a:latin typeface="Corbel"/>
                <a:cs typeface="Corbel"/>
              </a:rPr>
              <a:t>travelled)</a:t>
            </a:r>
            <a:r>
              <a:rPr sz="1400" spc="170" dirty="0">
                <a:latin typeface="Corbel"/>
                <a:cs typeface="Corbel"/>
              </a:rPr>
              <a:t> </a:t>
            </a:r>
            <a:r>
              <a:rPr sz="1400" spc="-20" dirty="0">
                <a:latin typeface="Corbel"/>
                <a:cs typeface="Corbel"/>
              </a:rPr>
              <a:t>even 	</a:t>
            </a:r>
            <a:r>
              <a:rPr sz="1400" dirty="0">
                <a:latin typeface="Corbel"/>
                <a:cs typeface="Corbel"/>
              </a:rPr>
              <a:t>though</a:t>
            </a:r>
            <a:r>
              <a:rPr sz="1400" spc="75" dirty="0">
                <a:latin typeface="Corbel"/>
                <a:cs typeface="Corbel"/>
              </a:rPr>
              <a:t> </a:t>
            </a:r>
            <a:r>
              <a:rPr sz="1400" dirty="0">
                <a:latin typeface="Corbel"/>
                <a:cs typeface="Corbel"/>
              </a:rPr>
              <a:t>the</a:t>
            </a:r>
            <a:r>
              <a:rPr sz="1400" spc="75" dirty="0">
                <a:latin typeface="Corbel"/>
                <a:cs typeface="Corbel"/>
              </a:rPr>
              <a:t> </a:t>
            </a:r>
            <a:r>
              <a:rPr sz="1400" dirty="0">
                <a:latin typeface="Corbel"/>
                <a:cs typeface="Corbel"/>
              </a:rPr>
              <a:t>rate</a:t>
            </a:r>
            <a:r>
              <a:rPr sz="1400" spc="75" dirty="0">
                <a:latin typeface="Corbel"/>
                <a:cs typeface="Corbel"/>
              </a:rPr>
              <a:t> </a:t>
            </a:r>
            <a:r>
              <a:rPr sz="1400" dirty="0">
                <a:latin typeface="Corbel"/>
                <a:cs typeface="Corbel"/>
              </a:rPr>
              <a:t>of</a:t>
            </a:r>
            <a:r>
              <a:rPr sz="1400" spc="75" dirty="0">
                <a:latin typeface="Corbel"/>
                <a:cs typeface="Corbel"/>
              </a:rPr>
              <a:t> </a:t>
            </a:r>
            <a:r>
              <a:rPr sz="1400" dirty="0">
                <a:latin typeface="Corbel"/>
                <a:cs typeface="Corbel"/>
              </a:rPr>
              <a:t>climb</a:t>
            </a:r>
            <a:r>
              <a:rPr sz="1400" spc="70" dirty="0">
                <a:latin typeface="Corbel"/>
                <a:cs typeface="Corbel"/>
              </a:rPr>
              <a:t> </a:t>
            </a:r>
            <a:r>
              <a:rPr sz="1400" dirty="0">
                <a:latin typeface="Corbel"/>
                <a:cs typeface="Corbel"/>
              </a:rPr>
              <a:t>or</a:t>
            </a:r>
            <a:r>
              <a:rPr sz="1400" spc="75" dirty="0">
                <a:latin typeface="Corbel"/>
                <a:cs typeface="Corbel"/>
              </a:rPr>
              <a:t> </a:t>
            </a:r>
            <a:r>
              <a:rPr sz="1400" dirty="0">
                <a:latin typeface="Corbel"/>
                <a:cs typeface="Corbel"/>
              </a:rPr>
              <a:t>descent</a:t>
            </a:r>
            <a:r>
              <a:rPr sz="1400" spc="70" dirty="0">
                <a:latin typeface="Corbel"/>
                <a:cs typeface="Corbel"/>
              </a:rPr>
              <a:t> </a:t>
            </a:r>
            <a:r>
              <a:rPr sz="1400" dirty="0">
                <a:latin typeface="Corbel"/>
                <a:cs typeface="Corbel"/>
              </a:rPr>
              <a:t>(i.e.</a:t>
            </a:r>
            <a:r>
              <a:rPr sz="1400" spc="75" dirty="0">
                <a:latin typeface="Corbel"/>
                <a:cs typeface="Corbel"/>
              </a:rPr>
              <a:t> </a:t>
            </a:r>
            <a:r>
              <a:rPr sz="1400" dirty="0">
                <a:latin typeface="Corbel"/>
                <a:cs typeface="Corbel"/>
              </a:rPr>
              <a:t>the</a:t>
            </a:r>
            <a:r>
              <a:rPr sz="1400" spc="75" dirty="0">
                <a:latin typeface="Corbel"/>
                <a:cs typeface="Corbel"/>
              </a:rPr>
              <a:t> </a:t>
            </a:r>
            <a:r>
              <a:rPr sz="1400" dirty="0">
                <a:latin typeface="Corbel"/>
                <a:cs typeface="Corbel"/>
              </a:rPr>
              <a:t>level</a:t>
            </a:r>
            <a:r>
              <a:rPr sz="1400" spc="70" dirty="0">
                <a:latin typeface="Corbel"/>
                <a:cs typeface="Corbel"/>
              </a:rPr>
              <a:t> </a:t>
            </a:r>
            <a:r>
              <a:rPr sz="1400" dirty="0">
                <a:latin typeface="Corbel"/>
                <a:cs typeface="Corbel"/>
              </a:rPr>
              <a:t>change</a:t>
            </a:r>
            <a:r>
              <a:rPr sz="1400" spc="75" dirty="0">
                <a:latin typeface="Corbel"/>
                <a:cs typeface="Corbel"/>
              </a:rPr>
              <a:t> </a:t>
            </a:r>
            <a:r>
              <a:rPr sz="1400" dirty="0">
                <a:latin typeface="Corbel"/>
                <a:cs typeface="Corbel"/>
              </a:rPr>
              <a:t>over</a:t>
            </a:r>
            <a:r>
              <a:rPr sz="1400" spc="75" dirty="0">
                <a:latin typeface="Corbel"/>
                <a:cs typeface="Corbel"/>
              </a:rPr>
              <a:t> </a:t>
            </a:r>
            <a:r>
              <a:rPr sz="1400" dirty="0">
                <a:latin typeface="Corbel"/>
                <a:cs typeface="Corbel"/>
              </a:rPr>
              <a:t>time)</a:t>
            </a:r>
            <a:r>
              <a:rPr sz="1400" spc="75" dirty="0">
                <a:latin typeface="Corbel"/>
                <a:cs typeface="Corbel"/>
              </a:rPr>
              <a:t> </a:t>
            </a:r>
            <a:r>
              <a:rPr sz="1400" dirty="0">
                <a:latin typeface="Corbel"/>
                <a:cs typeface="Corbel"/>
              </a:rPr>
              <a:t>remains</a:t>
            </a:r>
            <a:r>
              <a:rPr sz="1400" spc="65" dirty="0">
                <a:latin typeface="Corbel"/>
                <a:cs typeface="Corbel"/>
              </a:rPr>
              <a:t> </a:t>
            </a:r>
            <a:r>
              <a:rPr sz="1400" dirty="0">
                <a:latin typeface="Corbel"/>
                <a:cs typeface="Corbel"/>
              </a:rPr>
              <a:t>the</a:t>
            </a:r>
            <a:r>
              <a:rPr sz="1400" spc="75" dirty="0">
                <a:latin typeface="Corbel"/>
                <a:cs typeface="Corbel"/>
              </a:rPr>
              <a:t> </a:t>
            </a:r>
            <a:r>
              <a:rPr sz="1400" dirty="0">
                <a:latin typeface="Corbel"/>
                <a:cs typeface="Corbel"/>
              </a:rPr>
              <a:t>same.</a:t>
            </a:r>
            <a:r>
              <a:rPr sz="1400" spc="75" dirty="0">
                <a:latin typeface="Corbel"/>
                <a:cs typeface="Corbel"/>
              </a:rPr>
              <a:t> </a:t>
            </a:r>
            <a:r>
              <a:rPr sz="1400" dirty="0">
                <a:latin typeface="Corbel"/>
                <a:cs typeface="Corbel"/>
              </a:rPr>
              <a:t>Hence,</a:t>
            </a:r>
            <a:r>
              <a:rPr sz="1400" spc="75" dirty="0">
                <a:latin typeface="Corbel"/>
                <a:cs typeface="Corbel"/>
              </a:rPr>
              <a:t> </a:t>
            </a:r>
            <a:r>
              <a:rPr sz="1400" dirty="0">
                <a:latin typeface="Corbel"/>
                <a:cs typeface="Corbel"/>
              </a:rPr>
              <a:t>aircraft</a:t>
            </a:r>
            <a:r>
              <a:rPr sz="1400" spc="75" dirty="0">
                <a:latin typeface="Corbel"/>
                <a:cs typeface="Corbel"/>
              </a:rPr>
              <a:t> </a:t>
            </a:r>
            <a:r>
              <a:rPr sz="1400" dirty="0">
                <a:latin typeface="Corbel"/>
                <a:cs typeface="Corbel"/>
              </a:rPr>
              <a:t>reach</a:t>
            </a:r>
            <a:r>
              <a:rPr sz="1400" spc="75" dirty="0">
                <a:latin typeface="Corbel"/>
                <a:cs typeface="Corbel"/>
              </a:rPr>
              <a:t> </a:t>
            </a:r>
            <a:r>
              <a:rPr sz="1400" dirty="0">
                <a:latin typeface="Corbel"/>
                <a:cs typeface="Corbel"/>
              </a:rPr>
              <a:t>their</a:t>
            </a:r>
            <a:r>
              <a:rPr sz="1400" spc="75" dirty="0">
                <a:latin typeface="Corbel"/>
                <a:cs typeface="Corbel"/>
              </a:rPr>
              <a:t> </a:t>
            </a:r>
            <a:r>
              <a:rPr sz="1400" dirty="0">
                <a:latin typeface="Corbel"/>
                <a:cs typeface="Corbel"/>
              </a:rPr>
              <a:t>cleared</a:t>
            </a:r>
            <a:r>
              <a:rPr sz="1400" spc="70" dirty="0">
                <a:latin typeface="Corbel"/>
                <a:cs typeface="Corbel"/>
              </a:rPr>
              <a:t> </a:t>
            </a:r>
            <a:r>
              <a:rPr sz="1400" spc="-10" dirty="0">
                <a:latin typeface="Corbel"/>
                <a:cs typeface="Corbel"/>
              </a:rPr>
              <a:t>levels 	</a:t>
            </a:r>
            <a:r>
              <a:rPr sz="1400" dirty="0">
                <a:latin typeface="Corbel"/>
                <a:cs typeface="Corbel"/>
              </a:rPr>
              <a:t>later</a:t>
            </a:r>
            <a:r>
              <a:rPr sz="1400" spc="-15" dirty="0">
                <a:latin typeface="Corbel"/>
                <a:cs typeface="Corbel"/>
              </a:rPr>
              <a:t> </a:t>
            </a:r>
            <a:r>
              <a:rPr sz="1400" dirty="0">
                <a:latin typeface="Corbel"/>
                <a:cs typeface="Corbel"/>
              </a:rPr>
              <a:t>compared</a:t>
            </a:r>
            <a:r>
              <a:rPr sz="1400" spc="-20" dirty="0">
                <a:latin typeface="Corbel"/>
                <a:cs typeface="Corbel"/>
              </a:rPr>
              <a:t> </a:t>
            </a:r>
            <a:r>
              <a:rPr sz="1400" dirty="0">
                <a:latin typeface="Corbel"/>
                <a:cs typeface="Corbel"/>
              </a:rPr>
              <a:t>to</a:t>
            </a:r>
            <a:r>
              <a:rPr sz="1400" spc="-20" dirty="0">
                <a:latin typeface="Corbel"/>
                <a:cs typeface="Corbel"/>
              </a:rPr>
              <a:t> </a:t>
            </a:r>
            <a:r>
              <a:rPr sz="1400" dirty="0">
                <a:latin typeface="Corbel"/>
                <a:cs typeface="Corbel"/>
              </a:rPr>
              <a:t>the</a:t>
            </a:r>
            <a:r>
              <a:rPr sz="1400" spc="-15" dirty="0">
                <a:latin typeface="Corbel"/>
                <a:cs typeface="Corbel"/>
              </a:rPr>
              <a:t> </a:t>
            </a:r>
            <a:r>
              <a:rPr sz="1400" dirty="0">
                <a:latin typeface="Corbel"/>
                <a:cs typeface="Corbel"/>
              </a:rPr>
              <a:t>calm</a:t>
            </a:r>
            <a:r>
              <a:rPr sz="1400" spc="-20" dirty="0">
                <a:latin typeface="Corbel"/>
                <a:cs typeface="Corbel"/>
              </a:rPr>
              <a:t> </a:t>
            </a:r>
            <a:r>
              <a:rPr sz="1400" dirty="0">
                <a:latin typeface="Corbel"/>
                <a:cs typeface="Corbel"/>
              </a:rPr>
              <a:t>wind</a:t>
            </a:r>
            <a:r>
              <a:rPr sz="1400" spc="-15" dirty="0">
                <a:latin typeface="Corbel"/>
                <a:cs typeface="Corbel"/>
              </a:rPr>
              <a:t> </a:t>
            </a:r>
            <a:r>
              <a:rPr sz="1400" dirty="0">
                <a:latin typeface="Corbel"/>
                <a:cs typeface="Corbel"/>
              </a:rPr>
              <a:t>scenario.</a:t>
            </a:r>
            <a:r>
              <a:rPr sz="1400" spc="-20" dirty="0">
                <a:latin typeface="Corbel"/>
                <a:cs typeface="Corbel"/>
              </a:rPr>
              <a:t> </a:t>
            </a:r>
            <a:r>
              <a:rPr sz="1400" dirty="0">
                <a:latin typeface="Corbel"/>
                <a:cs typeface="Corbel"/>
              </a:rPr>
              <a:t>This</a:t>
            </a:r>
            <a:r>
              <a:rPr sz="1400" spc="-20" dirty="0">
                <a:latin typeface="Corbel"/>
                <a:cs typeface="Corbel"/>
              </a:rPr>
              <a:t> </a:t>
            </a:r>
            <a:r>
              <a:rPr sz="1400" dirty="0">
                <a:latin typeface="Corbel"/>
                <a:cs typeface="Corbel"/>
              </a:rPr>
              <a:t>may</a:t>
            </a:r>
            <a:r>
              <a:rPr sz="1400" spc="-15" dirty="0">
                <a:latin typeface="Corbel"/>
                <a:cs typeface="Corbel"/>
              </a:rPr>
              <a:t> </a:t>
            </a:r>
            <a:r>
              <a:rPr sz="1400" dirty="0">
                <a:latin typeface="Corbel"/>
                <a:cs typeface="Corbel"/>
              </a:rPr>
              <a:t>lead</a:t>
            </a:r>
            <a:r>
              <a:rPr sz="1400" spc="-20" dirty="0">
                <a:latin typeface="Corbel"/>
                <a:cs typeface="Corbel"/>
              </a:rPr>
              <a:t> </a:t>
            </a:r>
            <a:r>
              <a:rPr sz="1400" dirty="0">
                <a:latin typeface="Corbel"/>
                <a:cs typeface="Corbel"/>
              </a:rPr>
              <a:t>to</a:t>
            </a:r>
            <a:r>
              <a:rPr sz="1400" spc="-20" dirty="0">
                <a:latin typeface="Corbel"/>
                <a:cs typeface="Corbel"/>
              </a:rPr>
              <a:t> </a:t>
            </a:r>
            <a:r>
              <a:rPr sz="1400" dirty="0">
                <a:latin typeface="Corbel"/>
                <a:cs typeface="Corbel"/>
              </a:rPr>
              <a:t>e.g.</a:t>
            </a:r>
            <a:r>
              <a:rPr sz="1400" spc="-10" dirty="0">
                <a:latin typeface="Corbel"/>
                <a:cs typeface="Corbel"/>
              </a:rPr>
              <a:t> </a:t>
            </a:r>
            <a:r>
              <a:rPr sz="1400" dirty="0">
                <a:latin typeface="Corbel"/>
                <a:cs typeface="Corbel"/>
              </a:rPr>
              <a:t>an</a:t>
            </a:r>
            <a:r>
              <a:rPr sz="1400" spc="-20" dirty="0">
                <a:latin typeface="Corbel"/>
                <a:cs typeface="Corbel"/>
              </a:rPr>
              <a:t> </a:t>
            </a:r>
            <a:r>
              <a:rPr sz="1400" dirty="0">
                <a:latin typeface="Corbel"/>
                <a:cs typeface="Corbel"/>
              </a:rPr>
              <a:t>aircraft</a:t>
            </a:r>
            <a:r>
              <a:rPr sz="1400" spc="-15" dirty="0">
                <a:latin typeface="Corbel"/>
                <a:cs typeface="Corbel"/>
              </a:rPr>
              <a:t> </a:t>
            </a:r>
            <a:r>
              <a:rPr sz="1400" dirty="0">
                <a:latin typeface="Corbel"/>
                <a:cs typeface="Corbel"/>
              </a:rPr>
              <a:t>not</a:t>
            </a:r>
            <a:r>
              <a:rPr sz="1400" spc="-20" dirty="0">
                <a:latin typeface="Corbel"/>
                <a:cs typeface="Corbel"/>
              </a:rPr>
              <a:t> </a:t>
            </a:r>
            <a:r>
              <a:rPr sz="1400" dirty="0">
                <a:latin typeface="Corbel"/>
                <a:cs typeface="Corbel"/>
              </a:rPr>
              <a:t>being</a:t>
            </a:r>
            <a:r>
              <a:rPr sz="1400" spc="-25" dirty="0">
                <a:latin typeface="Corbel"/>
                <a:cs typeface="Corbel"/>
              </a:rPr>
              <a:t> </a:t>
            </a:r>
            <a:r>
              <a:rPr sz="1400" dirty="0">
                <a:latin typeface="Corbel"/>
                <a:cs typeface="Corbel"/>
              </a:rPr>
              <a:t>able</a:t>
            </a:r>
            <a:r>
              <a:rPr sz="1400" spc="-20" dirty="0">
                <a:latin typeface="Corbel"/>
                <a:cs typeface="Corbel"/>
              </a:rPr>
              <a:t> </a:t>
            </a:r>
            <a:r>
              <a:rPr sz="1400" dirty="0">
                <a:latin typeface="Corbel"/>
                <a:cs typeface="Corbel"/>
              </a:rPr>
              <a:t>to</a:t>
            </a:r>
            <a:r>
              <a:rPr sz="1400" spc="-15" dirty="0">
                <a:latin typeface="Corbel"/>
                <a:cs typeface="Corbel"/>
              </a:rPr>
              <a:t> </a:t>
            </a:r>
            <a:r>
              <a:rPr sz="1400" dirty="0">
                <a:latin typeface="Corbel"/>
                <a:cs typeface="Corbel"/>
              </a:rPr>
              <a:t>reach</a:t>
            </a:r>
            <a:r>
              <a:rPr sz="1400" spc="-15" dirty="0">
                <a:latin typeface="Corbel"/>
                <a:cs typeface="Corbel"/>
              </a:rPr>
              <a:t> </a:t>
            </a:r>
            <a:r>
              <a:rPr sz="1400" dirty="0">
                <a:latin typeface="Corbel"/>
                <a:cs typeface="Corbel"/>
              </a:rPr>
              <a:t>its</a:t>
            </a:r>
            <a:r>
              <a:rPr sz="1400" spc="-25" dirty="0">
                <a:latin typeface="Corbel"/>
                <a:cs typeface="Corbel"/>
              </a:rPr>
              <a:t> </a:t>
            </a:r>
            <a:r>
              <a:rPr sz="1400" dirty="0">
                <a:latin typeface="Corbel"/>
                <a:cs typeface="Corbel"/>
              </a:rPr>
              <a:t>expected</a:t>
            </a:r>
            <a:r>
              <a:rPr sz="1400" spc="-15" dirty="0">
                <a:latin typeface="Corbel"/>
                <a:cs typeface="Corbel"/>
              </a:rPr>
              <a:t> </a:t>
            </a:r>
            <a:r>
              <a:rPr sz="1400" dirty="0">
                <a:latin typeface="Corbel"/>
                <a:cs typeface="Corbel"/>
              </a:rPr>
              <a:t>level</a:t>
            </a:r>
            <a:r>
              <a:rPr sz="1400" spc="-20" dirty="0">
                <a:latin typeface="Corbel"/>
                <a:cs typeface="Corbel"/>
              </a:rPr>
              <a:t> </a:t>
            </a:r>
            <a:r>
              <a:rPr sz="1400" dirty="0">
                <a:latin typeface="Corbel"/>
                <a:cs typeface="Corbel"/>
              </a:rPr>
              <a:t>at</a:t>
            </a:r>
            <a:r>
              <a:rPr sz="1400" spc="-15" dirty="0">
                <a:latin typeface="Corbel"/>
                <a:cs typeface="Corbel"/>
              </a:rPr>
              <a:t> </a:t>
            </a:r>
            <a:r>
              <a:rPr sz="1400" dirty="0">
                <a:latin typeface="Corbel"/>
                <a:cs typeface="Corbel"/>
              </a:rPr>
              <a:t>the</a:t>
            </a:r>
            <a:r>
              <a:rPr sz="1400" spc="-20" dirty="0">
                <a:latin typeface="Corbel"/>
                <a:cs typeface="Corbel"/>
              </a:rPr>
              <a:t> </a:t>
            </a:r>
            <a:r>
              <a:rPr sz="1400" spc="-10" dirty="0">
                <a:latin typeface="Corbel"/>
                <a:cs typeface="Corbel"/>
              </a:rPr>
              <a:t>transfer 	</a:t>
            </a:r>
            <a:r>
              <a:rPr sz="1400" dirty="0">
                <a:latin typeface="Corbel"/>
                <a:cs typeface="Corbel"/>
              </a:rPr>
              <a:t>of</a:t>
            </a:r>
            <a:r>
              <a:rPr sz="1400" spc="-25" dirty="0">
                <a:latin typeface="Corbel"/>
                <a:cs typeface="Corbel"/>
              </a:rPr>
              <a:t> </a:t>
            </a:r>
            <a:r>
              <a:rPr sz="1400" dirty="0">
                <a:latin typeface="Corbel"/>
                <a:cs typeface="Corbel"/>
              </a:rPr>
              <a:t>control</a:t>
            </a:r>
            <a:r>
              <a:rPr sz="1400" spc="-25" dirty="0">
                <a:latin typeface="Corbel"/>
                <a:cs typeface="Corbel"/>
              </a:rPr>
              <a:t> </a:t>
            </a:r>
            <a:r>
              <a:rPr sz="1400" dirty="0">
                <a:latin typeface="Corbel"/>
                <a:cs typeface="Corbel"/>
              </a:rPr>
              <a:t>point</a:t>
            </a:r>
            <a:r>
              <a:rPr sz="1400" spc="-25" dirty="0">
                <a:latin typeface="Corbel"/>
                <a:cs typeface="Corbel"/>
              </a:rPr>
              <a:t> </a:t>
            </a:r>
            <a:r>
              <a:rPr sz="1400" dirty="0">
                <a:latin typeface="Corbel"/>
                <a:cs typeface="Corbel"/>
              </a:rPr>
              <a:t>which</a:t>
            </a:r>
            <a:r>
              <a:rPr sz="1400" spc="-15" dirty="0">
                <a:latin typeface="Corbel"/>
                <a:cs typeface="Corbel"/>
              </a:rPr>
              <a:t> </a:t>
            </a:r>
            <a:r>
              <a:rPr sz="1400" dirty="0">
                <a:latin typeface="Corbel"/>
                <a:cs typeface="Corbel"/>
              </a:rPr>
              <a:t>in</a:t>
            </a:r>
            <a:r>
              <a:rPr sz="1400" spc="-25" dirty="0">
                <a:latin typeface="Corbel"/>
                <a:cs typeface="Corbel"/>
              </a:rPr>
              <a:t> </a:t>
            </a:r>
            <a:r>
              <a:rPr sz="1400" dirty="0">
                <a:latin typeface="Corbel"/>
                <a:cs typeface="Corbel"/>
              </a:rPr>
              <a:t>turn</a:t>
            </a:r>
            <a:r>
              <a:rPr sz="1400" spc="-30" dirty="0">
                <a:latin typeface="Corbel"/>
                <a:cs typeface="Corbel"/>
              </a:rPr>
              <a:t> </a:t>
            </a:r>
            <a:r>
              <a:rPr sz="1400" dirty="0">
                <a:latin typeface="Corbel"/>
                <a:cs typeface="Corbel"/>
              </a:rPr>
              <a:t>may</a:t>
            </a:r>
            <a:r>
              <a:rPr sz="1400" spc="-15" dirty="0">
                <a:latin typeface="Corbel"/>
                <a:cs typeface="Corbel"/>
              </a:rPr>
              <a:t> </a:t>
            </a:r>
            <a:r>
              <a:rPr sz="1400" spc="-10" dirty="0">
                <a:latin typeface="Corbel"/>
                <a:cs typeface="Corbel"/>
              </a:rPr>
              <a:t>contribute</a:t>
            </a:r>
            <a:r>
              <a:rPr sz="1400" spc="-25" dirty="0">
                <a:latin typeface="Corbel"/>
                <a:cs typeface="Corbel"/>
              </a:rPr>
              <a:t> </a:t>
            </a:r>
            <a:r>
              <a:rPr sz="1400" dirty="0">
                <a:latin typeface="Corbel"/>
                <a:cs typeface="Corbel"/>
              </a:rPr>
              <a:t>to</a:t>
            </a:r>
            <a:r>
              <a:rPr sz="1400" spc="-20" dirty="0">
                <a:latin typeface="Corbel"/>
                <a:cs typeface="Corbel"/>
              </a:rPr>
              <a:t> </a:t>
            </a:r>
            <a:r>
              <a:rPr sz="1400" dirty="0">
                <a:latin typeface="Corbel"/>
                <a:cs typeface="Corbel"/>
              </a:rPr>
              <a:t>a</a:t>
            </a:r>
            <a:r>
              <a:rPr sz="1400" spc="-20" dirty="0">
                <a:latin typeface="Corbel"/>
                <a:cs typeface="Corbel"/>
              </a:rPr>
              <a:t> </a:t>
            </a:r>
            <a:r>
              <a:rPr sz="1400" dirty="0">
                <a:latin typeface="Corbel"/>
                <a:cs typeface="Corbel"/>
              </a:rPr>
              <a:t>loss</a:t>
            </a:r>
            <a:r>
              <a:rPr sz="1400" spc="-30" dirty="0">
                <a:latin typeface="Corbel"/>
                <a:cs typeface="Corbel"/>
              </a:rPr>
              <a:t> </a:t>
            </a:r>
            <a:r>
              <a:rPr sz="1400" dirty="0">
                <a:latin typeface="Corbel"/>
                <a:cs typeface="Corbel"/>
              </a:rPr>
              <a:t>of</a:t>
            </a:r>
            <a:r>
              <a:rPr sz="1400" spc="-20" dirty="0">
                <a:latin typeface="Corbel"/>
                <a:cs typeface="Corbel"/>
              </a:rPr>
              <a:t> </a:t>
            </a:r>
            <a:r>
              <a:rPr sz="1400" spc="-10" dirty="0">
                <a:latin typeface="Corbel"/>
                <a:cs typeface="Corbel"/>
              </a:rPr>
              <a:t>separation.</a:t>
            </a:r>
            <a:endParaRPr sz="1400" dirty="0">
              <a:latin typeface="Corbel"/>
              <a:cs typeface="Corbel"/>
            </a:endParaRPr>
          </a:p>
          <a:p>
            <a:pPr marL="295275" marR="5080" indent="-283210" algn="just">
              <a:lnSpc>
                <a:spcPct val="99500"/>
              </a:lnSpc>
              <a:spcBef>
                <a:spcPts val="610"/>
              </a:spcBef>
              <a:buFont typeface="Arial MT"/>
              <a:buChar char="•"/>
              <a:tabLst>
                <a:tab pos="296545" algn="l"/>
              </a:tabLst>
            </a:pPr>
            <a:r>
              <a:rPr sz="1400" dirty="0">
                <a:latin typeface="Corbel"/>
                <a:cs typeface="Corbel"/>
              </a:rPr>
              <a:t>In</a:t>
            </a:r>
            <a:r>
              <a:rPr sz="1400" spc="75" dirty="0">
                <a:latin typeface="Corbel"/>
                <a:cs typeface="Corbel"/>
              </a:rPr>
              <a:t> </a:t>
            </a:r>
            <a:r>
              <a:rPr sz="1400" dirty="0">
                <a:latin typeface="Corbel"/>
                <a:cs typeface="Corbel"/>
              </a:rPr>
              <a:t>the</a:t>
            </a:r>
            <a:r>
              <a:rPr sz="1400" spc="85" dirty="0">
                <a:latin typeface="Corbel"/>
                <a:cs typeface="Corbel"/>
              </a:rPr>
              <a:t> </a:t>
            </a:r>
            <a:r>
              <a:rPr sz="1400" dirty="0">
                <a:latin typeface="Corbel"/>
                <a:cs typeface="Corbel"/>
              </a:rPr>
              <a:t>cruise</a:t>
            </a:r>
            <a:r>
              <a:rPr sz="1400" spc="80" dirty="0">
                <a:latin typeface="Corbel"/>
                <a:cs typeface="Corbel"/>
              </a:rPr>
              <a:t> </a:t>
            </a:r>
            <a:r>
              <a:rPr sz="1400" dirty="0">
                <a:latin typeface="Corbel"/>
                <a:cs typeface="Corbel"/>
              </a:rPr>
              <a:t>phase,</a:t>
            </a:r>
            <a:r>
              <a:rPr sz="1400" spc="90" dirty="0">
                <a:latin typeface="Corbel"/>
                <a:cs typeface="Corbel"/>
              </a:rPr>
              <a:t> </a:t>
            </a:r>
            <a:r>
              <a:rPr sz="1400" dirty="0">
                <a:latin typeface="Corbel"/>
                <a:cs typeface="Corbel"/>
              </a:rPr>
              <a:t>tailwinds</a:t>
            </a:r>
            <a:r>
              <a:rPr sz="1400" spc="70" dirty="0">
                <a:latin typeface="Corbel"/>
                <a:cs typeface="Corbel"/>
              </a:rPr>
              <a:t> </a:t>
            </a:r>
            <a:r>
              <a:rPr sz="1400" dirty="0">
                <a:latin typeface="Corbel"/>
                <a:cs typeface="Corbel"/>
              </a:rPr>
              <a:t>make</a:t>
            </a:r>
            <a:r>
              <a:rPr sz="1400" spc="85" dirty="0">
                <a:latin typeface="Corbel"/>
                <a:cs typeface="Corbel"/>
              </a:rPr>
              <a:t> </a:t>
            </a:r>
            <a:r>
              <a:rPr sz="1400" dirty="0">
                <a:latin typeface="Corbel"/>
                <a:cs typeface="Corbel"/>
              </a:rPr>
              <a:t>flights</a:t>
            </a:r>
            <a:r>
              <a:rPr sz="1400" spc="75" dirty="0">
                <a:latin typeface="Corbel"/>
                <a:cs typeface="Corbel"/>
              </a:rPr>
              <a:t> </a:t>
            </a:r>
            <a:r>
              <a:rPr sz="1400" dirty="0">
                <a:latin typeface="Corbel"/>
                <a:cs typeface="Corbel"/>
              </a:rPr>
              <a:t>more</a:t>
            </a:r>
            <a:r>
              <a:rPr sz="1400" spc="80" dirty="0">
                <a:latin typeface="Corbel"/>
                <a:cs typeface="Corbel"/>
              </a:rPr>
              <a:t> </a:t>
            </a:r>
            <a:r>
              <a:rPr sz="1400" dirty="0">
                <a:latin typeface="Corbel"/>
                <a:cs typeface="Corbel"/>
              </a:rPr>
              <a:t>efficient</a:t>
            </a:r>
            <a:r>
              <a:rPr sz="1400" spc="85" dirty="0">
                <a:latin typeface="Corbel"/>
                <a:cs typeface="Corbel"/>
              </a:rPr>
              <a:t> </a:t>
            </a:r>
            <a:r>
              <a:rPr sz="1400" dirty="0">
                <a:latin typeface="Corbel"/>
                <a:cs typeface="Corbel"/>
              </a:rPr>
              <a:t>by</a:t>
            </a:r>
            <a:r>
              <a:rPr sz="1400" spc="80" dirty="0">
                <a:latin typeface="Corbel"/>
                <a:cs typeface="Corbel"/>
              </a:rPr>
              <a:t> </a:t>
            </a:r>
            <a:r>
              <a:rPr sz="1400" dirty="0">
                <a:latin typeface="Corbel"/>
                <a:cs typeface="Corbel"/>
              </a:rPr>
              <a:t>reducing</a:t>
            </a:r>
            <a:r>
              <a:rPr sz="1400" spc="75" dirty="0">
                <a:latin typeface="Corbel"/>
                <a:cs typeface="Corbel"/>
              </a:rPr>
              <a:t> </a:t>
            </a:r>
            <a:r>
              <a:rPr sz="1400" dirty="0">
                <a:latin typeface="Corbel"/>
                <a:cs typeface="Corbel"/>
              </a:rPr>
              <a:t>fuel</a:t>
            </a:r>
            <a:r>
              <a:rPr sz="1400" spc="75" dirty="0">
                <a:latin typeface="Corbel"/>
                <a:cs typeface="Corbel"/>
              </a:rPr>
              <a:t> </a:t>
            </a:r>
            <a:r>
              <a:rPr sz="1400" dirty="0">
                <a:latin typeface="Corbel"/>
                <a:cs typeface="Corbel"/>
              </a:rPr>
              <a:t>burn</a:t>
            </a:r>
            <a:r>
              <a:rPr sz="1400" spc="80" dirty="0">
                <a:latin typeface="Corbel"/>
                <a:cs typeface="Corbel"/>
              </a:rPr>
              <a:t> </a:t>
            </a:r>
            <a:r>
              <a:rPr sz="1400" dirty="0">
                <a:latin typeface="Corbel"/>
                <a:cs typeface="Corbel"/>
              </a:rPr>
              <a:t>(due</a:t>
            </a:r>
            <a:r>
              <a:rPr sz="1400" spc="85" dirty="0">
                <a:latin typeface="Corbel"/>
                <a:cs typeface="Corbel"/>
              </a:rPr>
              <a:t> </a:t>
            </a:r>
            <a:r>
              <a:rPr sz="1400" dirty="0">
                <a:latin typeface="Corbel"/>
                <a:cs typeface="Corbel"/>
              </a:rPr>
              <a:t>to</a:t>
            </a:r>
            <a:r>
              <a:rPr sz="1400" spc="80" dirty="0">
                <a:latin typeface="Corbel"/>
                <a:cs typeface="Corbel"/>
              </a:rPr>
              <a:t> </a:t>
            </a:r>
            <a:r>
              <a:rPr sz="1400" dirty="0">
                <a:latin typeface="Corbel"/>
                <a:cs typeface="Corbel"/>
              </a:rPr>
              <a:t>the</a:t>
            </a:r>
            <a:r>
              <a:rPr sz="1400" spc="85" dirty="0">
                <a:latin typeface="Corbel"/>
                <a:cs typeface="Corbel"/>
              </a:rPr>
              <a:t> </a:t>
            </a:r>
            <a:r>
              <a:rPr sz="1400" dirty="0">
                <a:latin typeface="Corbel"/>
                <a:cs typeface="Corbel"/>
              </a:rPr>
              <a:t>reduced</a:t>
            </a:r>
            <a:r>
              <a:rPr sz="1400" spc="75" dirty="0">
                <a:latin typeface="Corbel"/>
                <a:cs typeface="Corbel"/>
              </a:rPr>
              <a:t> </a:t>
            </a:r>
            <a:r>
              <a:rPr sz="1400" dirty="0">
                <a:latin typeface="Corbel"/>
                <a:cs typeface="Corbel"/>
              </a:rPr>
              <a:t>drag).</a:t>
            </a:r>
            <a:r>
              <a:rPr sz="1400" spc="85" dirty="0">
                <a:latin typeface="Corbel"/>
                <a:cs typeface="Corbel"/>
              </a:rPr>
              <a:t> </a:t>
            </a:r>
            <a:r>
              <a:rPr sz="1400" dirty="0">
                <a:latin typeface="Corbel"/>
                <a:cs typeface="Corbel"/>
              </a:rPr>
              <a:t>Another</a:t>
            </a:r>
            <a:r>
              <a:rPr sz="1400" spc="80" dirty="0">
                <a:latin typeface="Corbel"/>
                <a:cs typeface="Corbel"/>
              </a:rPr>
              <a:t> </a:t>
            </a:r>
            <a:r>
              <a:rPr sz="1400" dirty="0">
                <a:latin typeface="Corbel"/>
                <a:cs typeface="Corbel"/>
              </a:rPr>
              <a:t>effect</a:t>
            </a:r>
            <a:r>
              <a:rPr sz="1400" spc="85" dirty="0">
                <a:latin typeface="Corbel"/>
                <a:cs typeface="Corbel"/>
              </a:rPr>
              <a:t> </a:t>
            </a:r>
            <a:r>
              <a:rPr sz="1400" dirty="0">
                <a:latin typeface="Corbel"/>
                <a:cs typeface="Corbel"/>
              </a:rPr>
              <a:t>is</a:t>
            </a:r>
            <a:r>
              <a:rPr sz="1400" spc="75" dirty="0">
                <a:latin typeface="Corbel"/>
                <a:cs typeface="Corbel"/>
              </a:rPr>
              <a:t> </a:t>
            </a:r>
            <a:r>
              <a:rPr sz="1400" spc="-20" dirty="0">
                <a:latin typeface="Corbel"/>
                <a:cs typeface="Corbel"/>
              </a:rPr>
              <a:t>that 	</a:t>
            </a:r>
            <a:r>
              <a:rPr sz="1400" dirty="0">
                <a:latin typeface="Corbel"/>
                <a:cs typeface="Corbel"/>
              </a:rPr>
              <a:t>flight</a:t>
            </a:r>
            <a:r>
              <a:rPr sz="1400" spc="130" dirty="0">
                <a:latin typeface="Corbel"/>
                <a:cs typeface="Corbel"/>
              </a:rPr>
              <a:t> </a:t>
            </a:r>
            <a:r>
              <a:rPr sz="1400" dirty="0">
                <a:latin typeface="Corbel"/>
                <a:cs typeface="Corbel"/>
              </a:rPr>
              <a:t>time</a:t>
            </a:r>
            <a:r>
              <a:rPr sz="1400" spc="130" dirty="0">
                <a:latin typeface="Corbel"/>
                <a:cs typeface="Corbel"/>
              </a:rPr>
              <a:t> </a:t>
            </a:r>
            <a:r>
              <a:rPr sz="1400" dirty="0">
                <a:latin typeface="Corbel"/>
                <a:cs typeface="Corbel"/>
              </a:rPr>
              <a:t>is</a:t>
            </a:r>
            <a:r>
              <a:rPr sz="1400" spc="125" dirty="0">
                <a:latin typeface="Corbel"/>
                <a:cs typeface="Corbel"/>
              </a:rPr>
              <a:t> </a:t>
            </a:r>
            <a:r>
              <a:rPr sz="1400" dirty="0">
                <a:latin typeface="Corbel"/>
                <a:cs typeface="Corbel"/>
              </a:rPr>
              <a:t>reduced.</a:t>
            </a:r>
            <a:r>
              <a:rPr sz="1400" spc="135" dirty="0">
                <a:latin typeface="Corbel"/>
                <a:cs typeface="Corbel"/>
              </a:rPr>
              <a:t> </a:t>
            </a:r>
            <a:r>
              <a:rPr sz="1400" dirty="0">
                <a:latin typeface="Corbel"/>
                <a:cs typeface="Corbel"/>
              </a:rPr>
              <a:t>While</a:t>
            </a:r>
            <a:r>
              <a:rPr sz="1400" spc="135" dirty="0">
                <a:latin typeface="Corbel"/>
                <a:cs typeface="Corbel"/>
              </a:rPr>
              <a:t> </a:t>
            </a:r>
            <a:r>
              <a:rPr sz="1400" dirty="0">
                <a:latin typeface="Corbel"/>
                <a:cs typeface="Corbel"/>
              </a:rPr>
              <a:t>this</a:t>
            </a:r>
            <a:r>
              <a:rPr sz="1400" spc="125" dirty="0">
                <a:latin typeface="Corbel"/>
                <a:cs typeface="Corbel"/>
              </a:rPr>
              <a:t> </a:t>
            </a:r>
            <a:r>
              <a:rPr sz="1400" dirty="0">
                <a:latin typeface="Corbel"/>
                <a:cs typeface="Corbel"/>
              </a:rPr>
              <a:t>is</a:t>
            </a:r>
            <a:r>
              <a:rPr sz="1400" spc="125" dirty="0">
                <a:latin typeface="Corbel"/>
                <a:cs typeface="Corbel"/>
              </a:rPr>
              <a:t> </a:t>
            </a:r>
            <a:r>
              <a:rPr sz="1400" dirty="0">
                <a:latin typeface="Corbel"/>
                <a:cs typeface="Corbel"/>
              </a:rPr>
              <a:t>generally</a:t>
            </a:r>
            <a:r>
              <a:rPr sz="1400" spc="140" dirty="0">
                <a:latin typeface="Corbel"/>
                <a:cs typeface="Corbel"/>
              </a:rPr>
              <a:t> </a:t>
            </a:r>
            <a:r>
              <a:rPr sz="1400" dirty="0">
                <a:latin typeface="Corbel"/>
                <a:cs typeface="Corbel"/>
              </a:rPr>
              <a:t>considered</a:t>
            </a:r>
            <a:r>
              <a:rPr sz="1400" spc="125" dirty="0">
                <a:latin typeface="Corbel"/>
                <a:cs typeface="Corbel"/>
              </a:rPr>
              <a:t> </a:t>
            </a:r>
            <a:r>
              <a:rPr sz="1400" dirty="0">
                <a:latin typeface="Corbel"/>
                <a:cs typeface="Corbel"/>
              </a:rPr>
              <a:t>advantageous,</a:t>
            </a:r>
            <a:r>
              <a:rPr sz="1400" spc="130" dirty="0">
                <a:latin typeface="Corbel"/>
                <a:cs typeface="Corbel"/>
              </a:rPr>
              <a:t> </a:t>
            </a:r>
            <a:r>
              <a:rPr sz="1400" dirty="0">
                <a:latin typeface="Corbel"/>
                <a:cs typeface="Corbel"/>
              </a:rPr>
              <a:t>it</a:t>
            </a:r>
            <a:r>
              <a:rPr sz="1400" spc="130" dirty="0">
                <a:latin typeface="Corbel"/>
                <a:cs typeface="Corbel"/>
              </a:rPr>
              <a:t> </a:t>
            </a:r>
            <a:r>
              <a:rPr sz="1400" dirty="0">
                <a:latin typeface="Corbel"/>
                <a:cs typeface="Corbel"/>
              </a:rPr>
              <a:t>may</a:t>
            </a:r>
            <a:r>
              <a:rPr sz="1400" spc="140" dirty="0">
                <a:latin typeface="Corbel"/>
                <a:cs typeface="Corbel"/>
              </a:rPr>
              <a:t> </a:t>
            </a:r>
            <a:r>
              <a:rPr sz="1400" dirty="0">
                <a:latin typeface="Corbel"/>
                <a:cs typeface="Corbel"/>
              </a:rPr>
              <a:t>have</a:t>
            </a:r>
            <a:r>
              <a:rPr sz="1400" spc="130" dirty="0">
                <a:latin typeface="Corbel"/>
                <a:cs typeface="Corbel"/>
              </a:rPr>
              <a:t> </a:t>
            </a:r>
            <a:r>
              <a:rPr sz="1400" dirty="0">
                <a:latin typeface="Corbel"/>
                <a:cs typeface="Corbel"/>
              </a:rPr>
              <a:t>the</a:t>
            </a:r>
            <a:r>
              <a:rPr sz="1400" spc="130" dirty="0">
                <a:latin typeface="Corbel"/>
                <a:cs typeface="Corbel"/>
              </a:rPr>
              <a:t> </a:t>
            </a:r>
            <a:r>
              <a:rPr sz="1400" dirty="0">
                <a:latin typeface="Corbel"/>
                <a:cs typeface="Corbel"/>
              </a:rPr>
              <a:t>side</a:t>
            </a:r>
            <a:r>
              <a:rPr sz="1400" spc="130" dirty="0">
                <a:latin typeface="Corbel"/>
                <a:cs typeface="Corbel"/>
              </a:rPr>
              <a:t> </a:t>
            </a:r>
            <a:r>
              <a:rPr sz="1400" dirty="0">
                <a:latin typeface="Corbel"/>
                <a:cs typeface="Corbel"/>
              </a:rPr>
              <a:t>effect</a:t>
            </a:r>
            <a:r>
              <a:rPr sz="1400" spc="135" dirty="0">
                <a:latin typeface="Corbel"/>
                <a:cs typeface="Corbel"/>
              </a:rPr>
              <a:t> </a:t>
            </a:r>
            <a:r>
              <a:rPr sz="1400" dirty="0">
                <a:latin typeface="Corbel"/>
                <a:cs typeface="Corbel"/>
              </a:rPr>
              <a:t>of</a:t>
            </a:r>
            <a:r>
              <a:rPr sz="1400" spc="140" dirty="0">
                <a:latin typeface="Corbel"/>
                <a:cs typeface="Corbel"/>
              </a:rPr>
              <a:t> </a:t>
            </a:r>
            <a:r>
              <a:rPr sz="1400" dirty="0">
                <a:latin typeface="Corbel"/>
                <a:cs typeface="Corbel"/>
              </a:rPr>
              <a:t>overloading</a:t>
            </a:r>
            <a:r>
              <a:rPr sz="1400" spc="120" dirty="0">
                <a:latin typeface="Corbel"/>
                <a:cs typeface="Corbel"/>
              </a:rPr>
              <a:t> </a:t>
            </a:r>
            <a:r>
              <a:rPr sz="1400" dirty="0">
                <a:latin typeface="Corbel"/>
                <a:cs typeface="Corbel"/>
              </a:rPr>
              <a:t>certain</a:t>
            </a:r>
            <a:r>
              <a:rPr sz="1400" spc="125" dirty="0">
                <a:latin typeface="Corbel"/>
                <a:cs typeface="Corbel"/>
              </a:rPr>
              <a:t> </a:t>
            </a:r>
            <a:r>
              <a:rPr sz="1400" spc="-25" dirty="0">
                <a:latin typeface="Corbel"/>
                <a:cs typeface="Corbel"/>
              </a:rPr>
              <a:t>ATC 	</a:t>
            </a:r>
            <a:r>
              <a:rPr sz="1400" dirty="0">
                <a:latin typeface="Corbel"/>
                <a:cs typeface="Corbel"/>
              </a:rPr>
              <a:t>sectors.</a:t>
            </a:r>
            <a:r>
              <a:rPr sz="1400" spc="330" dirty="0">
                <a:latin typeface="Corbel"/>
                <a:cs typeface="Corbel"/>
              </a:rPr>
              <a:t> </a:t>
            </a:r>
            <a:r>
              <a:rPr sz="1400" dirty="0">
                <a:latin typeface="Corbel"/>
                <a:cs typeface="Corbel"/>
              </a:rPr>
              <a:t>Also,</a:t>
            </a:r>
            <a:r>
              <a:rPr sz="1400" spc="330" dirty="0">
                <a:latin typeface="Corbel"/>
                <a:cs typeface="Corbel"/>
              </a:rPr>
              <a:t> </a:t>
            </a:r>
            <a:r>
              <a:rPr sz="1400" dirty="0">
                <a:latin typeface="Corbel"/>
                <a:cs typeface="Corbel"/>
              </a:rPr>
              <a:t>reaching</a:t>
            </a:r>
            <a:r>
              <a:rPr sz="1400" spc="320" dirty="0">
                <a:latin typeface="Corbel"/>
                <a:cs typeface="Corbel"/>
              </a:rPr>
              <a:t> </a:t>
            </a:r>
            <a:r>
              <a:rPr sz="1400" dirty="0">
                <a:latin typeface="Corbel"/>
                <a:cs typeface="Corbel"/>
              </a:rPr>
              <a:t>the</a:t>
            </a:r>
            <a:r>
              <a:rPr sz="1400" spc="325" dirty="0">
                <a:latin typeface="Corbel"/>
                <a:cs typeface="Corbel"/>
              </a:rPr>
              <a:t> </a:t>
            </a:r>
            <a:r>
              <a:rPr sz="1400" dirty="0">
                <a:latin typeface="Corbel"/>
                <a:cs typeface="Corbel"/>
              </a:rPr>
              <a:t>destination</a:t>
            </a:r>
            <a:r>
              <a:rPr sz="1400" spc="320" dirty="0">
                <a:latin typeface="Corbel"/>
                <a:cs typeface="Corbel"/>
              </a:rPr>
              <a:t> </a:t>
            </a:r>
            <a:r>
              <a:rPr sz="1400" dirty="0">
                <a:latin typeface="Corbel"/>
                <a:cs typeface="Corbel"/>
              </a:rPr>
              <a:t>aerodrome</a:t>
            </a:r>
            <a:r>
              <a:rPr sz="1400" spc="330" dirty="0">
                <a:latin typeface="Corbel"/>
                <a:cs typeface="Corbel"/>
              </a:rPr>
              <a:t> </a:t>
            </a:r>
            <a:r>
              <a:rPr sz="1400" dirty="0">
                <a:latin typeface="Corbel"/>
                <a:cs typeface="Corbel"/>
              </a:rPr>
              <a:t>faster</a:t>
            </a:r>
            <a:r>
              <a:rPr sz="1400" spc="330" dirty="0">
                <a:latin typeface="Corbel"/>
                <a:cs typeface="Corbel"/>
              </a:rPr>
              <a:t> </a:t>
            </a:r>
            <a:r>
              <a:rPr sz="1400" dirty="0">
                <a:latin typeface="Corbel"/>
                <a:cs typeface="Corbel"/>
              </a:rPr>
              <a:t>sometimes</a:t>
            </a:r>
            <a:r>
              <a:rPr sz="1400" spc="325" dirty="0">
                <a:latin typeface="Corbel"/>
                <a:cs typeface="Corbel"/>
              </a:rPr>
              <a:t> </a:t>
            </a:r>
            <a:r>
              <a:rPr sz="1400" dirty="0">
                <a:latin typeface="Corbel"/>
                <a:cs typeface="Corbel"/>
              </a:rPr>
              <a:t>means</a:t>
            </a:r>
            <a:r>
              <a:rPr sz="1400" spc="320" dirty="0">
                <a:latin typeface="Corbel"/>
                <a:cs typeface="Corbel"/>
              </a:rPr>
              <a:t> </a:t>
            </a:r>
            <a:r>
              <a:rPr sz="1400" dirty="0">
                <a:latin typeface="Corbel"/>
                <a:cs typeface="Corbel"/>
              </a:rPr>
              <a:t>more</a:t>
            </a:r>
            <a:r>
              <a:rPr sz="1400" spc="325" dirty="0">
                <a:latin typeface="Corbel"/>
                <a:cs typeface="Corbel"/>
              </a:rPr>
              <a:t> </a:t>
            </a:r>
            <a:r>
              <a:rPr sz="1400" dirty="0">
                <a:latin typeface="Corbel"/>
                <a:cs typeface="Corbel"/>
              </a:rPr>
              <a:t>time</a:t>
            </a:r>
            <a:r>
              <a:rPr sz="1400" spc="330" dirty="0">
                <a:latin typeface="Corbel"/>
                <a:cs typeface="Corbel"/>
              </a:rPr>
              <a:t> </a:t>
            </a:r>
            <a:r>
              <a:rPr sz="1400" dirty="0">
                <a:latin typeface="Corbel"/>
                <a:cs typeface="Corbel"/>
              </a:rPr>
              <a:t>will</a:t>
            </a:r>
            <a:r>
              <a:rPr sz="1400" spc="325" dirty="0">
                <a:latin typeface="Corbel"/>
                <a:cs typeface="Corbel"/>
              </a:rPr>
              <a:t> </a:t>
            </a:r>
            <a:r>
              <a:rPr sz="1400" dirty="0">
                <a:latin typeface="Corbel"/>
                <a:cs typeface="Corbel"/>
              </a:rPr>
              <a:t>be</a:t>
            </a:r>
            <a:r>
              <a:rPr sz="1400" spc="325" dirty="0">
                <a:latin typeface="Corbel"/>
                <a:cs typeface="Corbel"/>
              </a:rPr>
              <a:t> </a:t>
            </a:r>
            <a:r>
              <a:rPr sz="1400" dirty="0">
                <a:latin typeface="Corbel"/>
                <a:cs typeface="Corbel"/>
              </a:rPr>
              <a:t>spent</a:t>
            </a:r>
            <a:r>
              <a:rPr sz="1400" spc="330" dirty="0">
                <a:latin typeface="Corbel"/>
                <a:cs typeface="Corbel"/>
              </a:rPr>
              <a:t> </a:t>
            </a:r>
            <a:r>
              <a:rPr sz="1400" dirty="0">
                <a:latin typeface="Corbel"/>
                <a:cs typeface="Corbel"/>
              </a:rPr>
              <a:t>in</a:t>
            </a:r>
            <a:r>
              <a:rPr sz="1400" spc="325" dirty="0">
                <a:latin typeface="Corbel"/>
                <a:cs typeface="Corbel"/>
              </a:rPr>
              <a:t> </a:t>
            </a:r>
            <a:r>
              <a:rPr sz="1400" dirty="0">
                <a:latin typeface="Corbel"/>
                <a:cs typeface="Corbel"/>
              </a:rPr>
              <a:t>the</a:t>
            </a:r>
            <a:r>
              <a:rPr sz="1400" spc="330" dirty="0">
                <a:latin typeface="Corbel"/>
                <a:cs typeface="Corbel"/>
              </a:rPr>
              <a:t> </a:t>
            </a:r>
            <a:r>
              <a:rPr sz="1400" dirty="0">
                <a:latin typeface="Corbel"/>
                <a:cs typeface="Corbel"/>
              </a:rPr>
              <a:t>holding</a:t>
            </a:r>
            <a:r>
              <a:rPr sz="1400" spc="320" dirty="0">
                <a:latin typeface="Corbel"/>
                <a:cs typeface="Corbel"/>
              </a:rPr>
              <a:t> </a:t>
            </a:r>
            <a:r>
              <a:rPr sz="1400" spc="-10" dirty="0">
                <a:latin typeface="Corbel"/>
                <a:cs typeface="Corbel"/>
              </a:rPr>
              <a:t>stack. 	Nevertheless,</a:t>
            </a:r>
            <a:r>
              <a:rPr sz="1400" spc="-25" dirty="0">
                <a:latin typeface="Corbel"/>
                <a:cs typeface="Corbel"/>
              </a:rPr>
              <a:t> </a:t>
            </a:r>
            <a:r>
              <a:rPr sz="1400" dirty="0">
                <a:latin typeface="Corbel"/>
                <a:cs typeface="Corbel"/>
              </a:rPr>
              <a:t>the</a:t>
            </a:r>
            <a:r>
              <a:rPr sz="1400" spc="-20" dirty="0">
                <a:latin typeface="Corbel"/>
                <a:cs typeface="Corbel"/>
              </a:rPr>
              <a:t> </a:t>
            </a:r>
            <a:r>
              <a:rPr sz="1400" dirty="0">
                <a:latin typeface="Corbel"/>
                <a:cs typeface="Corbel"/>
              </a:rPr>
              <a:t>overall</a:t>
            </a:r>
            <a:r>
              <a:rPr sz="1400" spc="-20" dirty="0">
                <a:latin typeface="Corbel"/>
                <a:cs typeface="Corbel"/>
              </a:rPr>
              <a:t> </a:t>
            </a:r>
            <a:r>
              <a:rPr sz="1400" dirty="0">
                <a:latin typeface="Corbel"/>
                <a:cs typeface="Corbel"/>
              </a:rPr>
              <a:t>impact</a:t>
            </a:r>
            <a:r>
              <a:rPr sz="1400" spc="-25" dirty="0">
                <a:latin typeface="Corbel"/>
                <a:cs typeface="Corbel"/>
              </a:rPr>
              <a:t> </a:t>
            </a:r>
            <a:r>
              <a:rPr sz="1400" dirty="0">
                <a:latin typeface="Corbel"/>
                <a:cs typeface="Corbel"/>
              </a:rPr>
              <a:t>of</a:t>
            </a:r>
            <a:r>
              <a:rPr sz="1400" spc="-20" dirty="0">
                <a:latin typeface="Corbel"/>
                <a:cs typeface="Corbel"/>
              </a:rPr>
              <a:t> </a:t>
            </a:r>
            <a:r>
              <a:rPr sz="1400" dirty="0">
                <a:latin typeface="Corbel"/>
                <a:cs typeface="Corbel"/>
              </a:rPr>
              <a:t>tailwind</a:t>
            </a:r>
            <a:r>
              <a:rPr sz="1400" spc="-20" dirty="0">
                <a:latin typeface="Corbel"/>
                <a:cs typeface="Corbel"/>
              </a:rPr>
              <a:t> </a:t>
            </a:r>
            <a:r>
              <a:rPr sz="1400" dirty="0">
                <a:latin typeface="Corbel"/>
                <a:cs typeface="Corbel"/>
              </a:rPr>
              <a:t>on</a:t>
            </a:r>
            <a:r>
              <a:rPr sz="1400" spc="-25" dirty="0">
                <a:latin typeface="Corbel"/>
                <a:cs typeface="Corbel"/>
              </a:rPr>
              <a:t> </a:t>
            </a:r>
            <a:r>
              <a:rPr sz="1400" dirty="0">
                <a:latin typeface="Corbel"/>
                <a:cs typeface="Corbel"/>
              </a:rPr>
              <a:t>the</a:t>
            </a:r>
            <a:r>
              <a:rPr sz="1400" spc="-20" dirty="0">
                <a:latin typeface="Corbel"/>
                <a:cs typeface="Corbel"/>
              </a:rPr>
              <a:t> </a:t>
            </a:r>
            <a:r>
              <a:rPr sz="1400" dirty="0">
                <a:latin typeface="Corbel"/>
                <a:cs typeface="Corbel"/>
              </a:rPr>
              <a:t>cruise</a:t>
            </a:r>
            <a:r>
              <a:rPr sz="1400" spc="-20" dirty="0">
                <a:latin typeface="Corbel"/>
                <a:cs typeface="Corbel"/>
              </a:rPr>
              <a:t> </a:t>
            </a:r>
            <a:r>
              <a:rPr sz="1400" dirty="0">
                <a:latin typeface="Corbel"/>
                <a:cs typeface="Corbel"/>
              </a:rPr>
              <a:t>phase</a:t>
            </a:r>
            <a:r>
              <a:rPr sz="1400" spc="-20" dirty="0">
                <a:latin typeface="Corbel"/>
                <a:cs typeface="Corbel"/>
              </a:rPr>
              <a:t> </a:t>
            </a:r>
            <a:r>
              <a:rPr sz="1400" dirty="0">
                <a:latin typeface="Corbel"/>
                <a:cs typeface="Corbel"/>
              </a:rPr>
              <a:t>is</a:t>
            </a:r>
            <a:r>
              <a:rPr sz="1400" spc="-25" dirty="0">
                <a:latin typeface="Corbel"/>
                <a:cs typeface="Corbel"/>
              </a:rPr>
              <a:t> </a:t>
            </a:r>
            <a:r>
              <a:rPr sz="1400" spc="-10" dirty="0">
                <a:latin typeface="Corbel"/>
                <a:cs typeface="Corbel"/>
              </a:rPr>
              <a:t>considered</a:t>
            </a:r>
            <a:r>
              <a:rPr sz="1400" spc="-25" dirty="0">
                <a:latin typeface="Corbel"/>
                <a:cs typeface="Corbel"/>
              </a:rPr>
              <a:t> </a:t>
            </a:r>
            <a:r>
              <a:rPr sz="1400" spc="-10" dirty="0">
                <a:latin typeface="Corbel"/>
                <a:cs typeface="Corbel"/>
              </a:rPr>
              <a:t>beneficial.</a:t>
            </a:r>
            <a:endParaRPr sz="1400" dirty="0">
              <a:latin typeface="Corbel"/>
              <a:cs typeface="Corbel"/>
            </a:endParaRPr>
          </a:p>
          <a:p>
            <a:pPr>
              <a:lnSpc>
                <a:spcPct val="100000"/>
              </a:lnSpc>
              <a:spcBef>
                <a:spcPts val="220"/>
              </a:spcBef>
            </a:pPr>
            <a:endParaRPr sz="1400" dirty="0">
              <a:latin typeface="Corbel"/>
              <a:cs typeface="Corbel"/>
            </a:endParaRPr>
          </a:p>
          <a:p>
            <a:pPr marL="1915160">
              <a:lnSpc>
                <a:spcPct val="100000"/>
              </a:lnSpc>
            </a:pPr>
            <a:r>
              <a:rPr sz="1200" b="1" spc="-10" dirty="0">
                <a:solidFill>
                  <a:srgbClr val="00B050"/>
                </a:solidFill>
                <a:latin typeface="Corbel"/>
                <a:cs typeface="Corbel"/>
              </a:rPr>
              <a:t>Resultant</a:t>
            </a:r>
            <a:r>
              <a:rPr sz="1200" b="1" spc="20" dirty="0">
                <a:solidFill>
                  <a:srgbClr val="00B050"/>
                </a:solidFill>
                <a:latin typeface="Corbel"/>
                <a:cs typeface="Corbel"/>
              </a:rPr>
              <a:t> </a:t>
            </a:r>
            <a:r>
              <a:rPr sz="1200" b="1" spc="-10" dirty="0">
                <a:solidFill>
                  <a:srgbClr val="00B050"/>
                </a:solidFill>
                <a:latin typeface="Corbel"/>
                <a:cs typeface="Corbel"/>
              </a:rPr>
              <a:t>airspeed</a:t>
            </a:r>
            <a:endParaRPr sz="1200" dirty="0">
              <a:latin typeface="Corbel"/>
              <a:cs typeface="Corbel"/>
            </a:endParaRPr>
          </a:p>
        </p:txBody>
      </p:sp>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26</a:t>
            </a:fld>
            <a:endParaRPr spc="-25" dirty="0"/>
          </a:p>
        </p:txBody>
      </p:sp>
      <p:sp>
        <p:nvSpPr>
          <p:cNvPr id="14" name="object 14"/>
          <p:cNvSpPr txBox="1"/>
          <p:nvPr/>
        </p:nvSpPr>
        <p:spPr>
          <a:xfrm>
            <a:off x="3478527" y="5647435"/>
            <a:ext cx="1115695"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0070C0"/>
                </a:solidFill>
                <a:latin typeface="Corbel"/>
                <a:cs typeface="Corbel"/>
              </a:rPr>
              <a:t>Aircraft</a:t>
            </a:r>
            <a:r>
              <a:rPr sz="1200" b="1" spc="-45" dirty="0">
                <a:solidFill>
                  <a:srgbClr val="0070C0"/>
                </a:solidFill>
                <a:latin typeface="Corbel"/>
                <a:cs typeface="Corbel"/>
              </a:rPr>
              <a:t> </a:t>
            </a:r>
            <a:r>
              <a:rPr sz="1200" b="1" spc="-10" dirty="0">
                <a:solidFill>
                  <a:srgbClr val="0070C0"/>
                </a:solidFill>
                <a:latin typeface="Corbel"/>
                <a:cs typeface="Corbel"/>
              </a:rPr>
              <a:t>airspeed</a:t>
            </a:r>
            <a:endParaRPr sz="1200">
              <a:latin typeface="Corbel"/>
              <a:cs typeface="Corbel"/>
            </a:endParaRPr>
          </a:p>
        </p:txBody>
      </p:sp>
      <p:sp>
        <p:nvSpPr>
          <p:cNvPr id="15" name="object 15"/>
          <p:cNvSpPr txBox="1"/>
          <p:nvPr/>
        </p:nvSpPr>
        <p:spPr>
          <a:xfrm>
            <a:off x="5012546" y="5665723"/>
            <a:ext cx="577215" cy="208279"/>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FF0000"/>
                </a:solidFill>
                <a:latin typeface="Corbel"/>
                <a:cs typeface="Corbel"/>
              </a:rPr>
              <a:t>Tailwind</a:t>
            </a:r>
            <a:endParaRPr sz="1200">
              <a:latin typeface="Corbel"/>
              <a:cs typeface="Corbel"/>
            </a:endParaRPr>
          </a:p>
        </p:txBody>
      </p:sp>
      <p:sp>
        <p:nvSpPr>
          <p:cNvPr id="16" name="object 16"/>
          <p:cNvSpPr txBox="1"/>
          <p:nvPr/>
        </p:nvSpPr>
        <p:spPr>
          <a:xfrm>
            <a:off x="3472068" y="6119876"/>
            <a:ext cx="1554480" cy="208279"/>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FFC000"/>
                </a:solidFill>
                <a:latin typeface="Corbel"/>
                <a:cs typeface="Corbel"/>
              </a:rPr>
              <a:t>Resultant</a:t>
            </a:r>
            <a:r>
              <a:rPr sz="1200" b="1" spc="20" dirty="0">
                <a:solidFill>
                  <a:srgbClr val="FFC000"/>
                </a:solidFill>
                <a:latin typeface="Corbel"/>
                <a:cs typeface="Corbel"/>
              </a:rPr>
              <a:t> </a:t>
            </a:r>
            <a:r>
              <a:rPr sz="1200" b="1" spc="-10" dirty="0">
                <a:solidFill>
                  <a:srgbClr val="FFC000"/>
                </a:solidFill>
                <a:latin typeface="Corbel"/>
                <a:cs typeface="Corbel"/>
              </a:rPr>
              <a:t>groundspeed</a:t>
            </a:r>
            <a:endParaRPr sz="1200">
              <a:latin typeface="Corbel"/>
              <a:cs typeface="Corbe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3049" y="371347"/>
            <a:ext cx="1042035" cy="299720"/>
          </a:xfrm>
          <a:prstGeom prst="rect">
            <a:avLst/>
          </a:prstGeom>
        </p:spPr>
        <p:txBody>
          <a:bodyPr vert="horz" wrap="square" lIns="0" tIns="12700" rIns="0" bIns="0" rtlCol="0">
            <a:spAutoFit/>
          </a:bodyPr>
          <a:lstStyle/>
          <a:p>
            <a:pPr marL="12700">
              <a:lnSpc>
                <a:spcPct val="100000"/>
              </a:lnSpc>
              <a:spcBef>
                <a:spcPts val="100"/>
              </a:spcBef>
            </a:pPr>
            <a:r>
              <a:rPr sz="1800" b="1" u="sng" spc="-10" dirty="0">
                <a:uFill>
                  <a:solidFill>
                    <a:srgbClr val="000000"/>
                  </a:solidFill>
                </a:uFill>
                <a:latin typeface="Corbel"/>
                <a:cs typeface="Corbel"/>
              </a:rPr>
              <a:t>Crosswind</a:t>
            </a:r>
            <a:endParaRPr sz="1800">
              <a:latin typeface="Corbel"/>
              <a:cs typeface="Corbel"/>
            </a:endParaRPr>
          </a:p>
        </p:txBody>
      </p:sp>
      <p:sp>
        <p:nvSpPr>
          <p:cNvPr id="3" name="object 3"/>
          <p:cNvSpPr txBox="1"/>
          <p:nvPr/>
        </p:nvSpPr>
        <p:spPr>
          <a:xfrm>
            <a:off x="1563049" y="689936"/>
            <a:ext cx="9860280" cy="1800225"/>
          </a:xfrm>
          <a:prstGeom prst="rect">
            <a:avLst/>
          </a:prstGeom>
        </p:spPr>
        <p:txBody>
          <a:bodyPr vert="horz" wrap="square" lIns="0" tIns="146050" rIns="0" bIns="0" rtlCol="0">
            <a:spAutoFit/>
          </a:bodyPr>
          <a:lstStyle/>
          <a:p>
            <a:pPr marL="297815" indent="-285115">
              <a:lnSpc>
                <a:spcPct val="100000"/>
              </a:lnSpc>
              <a:spcBef>
                <a:spcPts val="1150"/>
              </a:spcBef>
              <a:buFont typeface="Arial MT"/>
              <a:buChar char="•"/>
              <a:tabLst>
                <a:tab pos="297815" algn="l"/>
              </a:tabLst>
            </a:pPr>
            <a:r>
              <a:rPr sz="1600" dirty="0">
                <a:latin typeface="Corbel"/>
                <a:cs typeface="Corbel"/>
              </a:rPr>
              <a:t>Is</a:t>
            </a:r>
            <a:r>
              <a:rPr sz="1600" spc="-25" dirty="0">
                <a:latin typeface="Corbel"/>
                <a:cs typeface="Corbel"/>
              </a:rPr>
              <a:t> </a:t>
            </a:r>
            <a:r>
              <a:rPr sz="1600" dirty="0">
                <a:latin typeface="Corbel"/>
                <a:cs typeface="Corbel"/>
              </a:rPr>
              <a:t>any</a:t>
            </a:r>
            <a:r>
              <a:rPr sz="1600" spc="-25" dirty="0">
                <a:latin typeface="Corbel"/>
                <a:cs typeface="Corbel"/>
              </a:rPr>
              <a:t> </a:t>
            </a:r>
            <a:r>
              <a:rPr sz="1600" dirty="0">
                <a:latin typeface="Corbel"/>
                <a:cs typeface="Corbel"/>
              </a:rPr>
              <a:t>wind</a:t>
            </a:r>
            <a:r>
              <a:rPr sz="1600" spc="-15" dirty="0">
                <a:latin typeface="Corbel"/>
                <a:cs typeface="Corbel"/>
              </a:rPr>
              <a:t> </a:t>
            </a:r>
            <a:r>
              <a:rPr sz="1600" dirty="0">
                <a:latin typeface="Corbel"/>
                <a:cs typeface="Corbel"/>
              </a:rPr>
              <a:t>that</a:t>
            </a:r>
            <a:r>
              <a:rPr sz="1600" spc="-25" dirty="0">
                <a:latin typeface="Corbel"/>
                <a:cs typeface="Corbel"/>
              </a:rPr>
              <a:t> </a:t>
            </a:r>
            <a:r>
              <a:rPr sz="1600" dirty="0">
                <a:latin typeface="Corbel"/>
                <a:cs typeface="Corbel"/>
              </a:rPr>
              <a:t>has</a:t>
            </a:r>
            <a:r>
              <a:rPr sz="1600" spc="-20" dirty="0">
                <a:latin typeface="Corbel"/>
                <a:cs typeface="Corbel"/>
              </a:rPr>
              <a:t> </a:t>
            </a:r>
            <a:r>
              <a:rPr sz="1600" dirty="0">
                <a:latin typeface="Corbel"/>
                <a:cs typeface="Corbel"/>
              </a:rPr>
              <a:t>a</a:t>
            </a:r>
            <a:r>
              <a:rPr sz="1600" spc="-20" dirty="0">
                <a:latin typeface="Corbel"/>
                <a:cs typeface="Corbel"/>
              </a:rPr>
              <a:t> </a:t>
            </a:r>
            <a:r>
              <a:rPr sz="1600" dirty="0">
                <a:latin typeface="Corbel"/>
                <a:cs typeface="Corbel"/>
              </a:rPr>
              <a:t>perpendicular</a:t>
            </a:r>
            <a:r>
              <a:rPr sz="1600" spc="-20" dirty="0">
                <a:latin typeface="Corbel"/>
                <a:cs typeface="Corbel"/>
              </a:rPr>
              <a:t> </a:t>
            </a:r>
            <a:r>
              <a:rPr sz="1600" dirty="0">
                <a:latin typeface="Corbel"/>
                <a:cs typeface="Corbel"/>
              </a:rPr>
              <a:t>component</a:t>
            </a:r>
            <a:r>
              <a:rPr sz="1600" spc="-30" dirty="0">
                <a:latin typeface="Corbel"/>
                <a:cs typeface="Corbel"/>
              </a:rPr>
              <a:t> </a:t>
            </a:r>
            <a:r>
              <a:rPr sz="1600" dirty="0">
                <a:latin typeface="Corbel"/>
                <a:cs typeface="Corbel"/>
              </a:rPr>
              <a:t>to</a:t>
            </a:r>
            <a:r>
              <a:rPr sz="1600" spc="-25"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line</a:t>
            </a:r>
            <a:r>
              <a:rPr sz="1600" spc="-20" dirty="0">
                <a:latin typeface="Corbel"/>
                <a:cs typeface="Corbel"/>
              </a:rPr>
              <a:t> </a:t>
            </a:r>
            <a:r>
              <a:rPr sz="1600" dirty="0">
                <a:latin typeface="Corbel"/>
                <a:cs typeface="Corbel"/>
              </a:rPr>
              <a:t>or</a:t>
            </a:r>
            <a:r>
              <a:rPr sz="1600" spc="-20" dirty="0">
                <a:latin typeface="Corbel"/>
                <a:cs typeface="Corbel"/>
              </a:rPr>
              <a:t> </a:t>
            </a:r>
            <a:r>
              <a:rPr sz="1600" dirty="0">
                <a:latin typeface="Corbel"/>
                <a:cs typeface="Corbel"/>
              </a:rPr>
              <a:t>direction</a:t>
            </a:r>
            <a:r>
              <a:rPr sz="1600" spc="-15" dirty="0">
                <a:latin typeface="Corbel"/>
                <a:cs typeface="Corbel"/>
              </a:rPr>
              <a:t> </a:t>
            </a:r>
            <a:r>
              <a:rPr sz="1600" dirty="0">
                <a:latin typeface="Corbel"/>
                <a:cs typeface="Corbel"/>
              </a:rPr>
              <a:t>of</a:t>
            </a:r>
            <a:r>
              <a:rPr sz="1600" spc="-20" dirty="0">
                <a:latin typeface="Corbel"/>
                <a:cs typeface="Corbel"/>
              </a:rPr>
              <a:t> </a:t>
            </a:r>
            <a:r>
              <a:rPr sz="1600" spc="-10" dirty="0">
                <a:latin typeface="Corbel"/>
                <a:cs typeface="Corbel"/>
              </a:rPr>
              <a:t>travel</a:t>
            </a:r>
            <a:endParaRPr sz="1600" dirty="0">
              <a:latin typeface="Corbel"/>
              <a:cs typeface="Corbel"/>
            </a:endParaRPr>
          </a:p>
          <a:p>
            <a:pPr marL="12700">
              <a:lnSpc>
                <a:spcPct val="100000"/>
              </a:lnSpc>
              <a:spcBef>
                <a:spcPts val="919"/>
              </a:spcBef>
            </a:pPr>
            <a:r>
              <a:rPr sz="1400" b="1" spc="-10" dirty="0">
                <a:latin typeface="Corbel"/>
                <a:cs typeface="Corbel"/>
              </a:rPr>
              <a:t>Effects:</a:t>
            </a:r>
            <a:endParaRPr sz="1400" dirty="0">
              <a:latin typeface="Corbel"/>
              <a:cs typeface="Corbel"/>
            </a:endParaRPr>
          </a:p>
          <a:p>
            <a:pPr marL="297815" indent="-285115">
              <a:lnSpc>
                <a:spcPct val="100000"/>
              </a:lnSpc>
              <a:spcBef>
                <a:spcPts val="25"/>
              </a:spcBef>
              <a:buFont typeface="Arial MT"/>
              <a:buChar char="•"/>
              <a:tabLst>
                <a:tab pos="297815" algn="l"/>
              </a:tabLst>
            </a:pPr>
            <a:r>
              <a:rPr sz="1400" dirty="0">
                <a:latin typeface="Corbel"/>
                <a:cs typeface="Corbel"/>
              </a:rPr>
              <a:t>Create</a:t>
            </a:r>
            <a:r>
              <a:rPr sz="1400" spc="-35" dirty="0">
                <a:latin typeface="Corbel"/>
                <a:cs typeface="Corbel"/>
              </a:rPr>
              <a:t> </a:t>
            </a:r>
            <a:r>
              <a:rPr sz="1400" dirty="0">
                <a:latin typeface="Corbel"/>
                <a:cs typeface="Corbel"/>
              </a:rPr>
              <a:t>trajectory</a:t>
            </a:r>
            <a:r>
              <a:rPr sz="1400" spc="-35" dirty="0">
                <a:latin typeface="Corbel"/>
                <a:cs typeface="Corbel"/>
              </a:rPr>
              <a:t> </a:t>
            </a:r>
            <a:r>
              <a:rPr sz="1400" dirty="0">
                <a:latin typeface="Corbel"/>
                <a:cs typeface="Corbel"/>
              </a:rPr>
              <a:t>slip</a:t>
            </a:r>
            <a:r>
              <a:rPr sz="1400" spc="-40" dirty="0">
                <a:latin typeface="Corbel"/>
                <a:cs typeface="Corbel"/>
              </a:rPr>
              <a:t> </a:t>
            </a:r>
            <a:r>
              <a:rPr sz="1400" dirty="0">
                <a:latin typeface="Corbel"/>
                <a:cs typeface="Corbel"/>
              </a:rPr>
              <a:t>(wind</a:t>
            </a:r>
            <a:r>
              <a:rPr sz="1400" spc="-35" dirty="0">
                <a:latin typeface="Corbel"/>
                <a:cs typeface="Corbel"/>
              </a:rPr>
              <a:t> </a:t>
            </a:r>
            <a:r>
              <a:rPr sz="1400" dirty="0">
                <a:latin typeface="Corbel"/>
                <a:cs typeface="Corbel"/>
              </a:rPr>
              <a:t>will</a:t>
            </a:r>
            <a:r>
              <a:rPr sz="1400" spc="-40" dirty="0">
                <a:latin typeface="Corbel"/>
                <a:cs typeface="Corbel"/>
              </a:rPr>
              <a:t> </a:t>
            </a:r>
            <a:r>
              <a:rPr sz="1400" dirty="0">
                <a:latin typeface="Corbel"/>
                <a:cs typeface="Corbel"/>
              </a:rPr>
              <a:t>push</a:t>
            </a:r>
            <a:r>
              <a:rPr sz="1400" spc="-30" dirty="0">
                <a:latin typeface="Corbel"/>
                <a:cs typeface="Corbel"/>
              </a:rPr>
              <a:t> </a:t>
            </a:r>
            <a:r>
              <a:rPr sz="1400" dirty="0">
                <a:latin typeface="Corbel"/>
                <a:cs typeface="Corbel"/>
              </a:rPr>
              <a:t>the</a:t>
            </a:r>
            <a:r>
              <a:rPr sz="1400" spc="-35" dirty="0">
                <a:latin typeface="Corbel"/>
                <a:cs typeface="Corbel"/>
              </a:rPr>
              <a:t> </a:t>
            </a:r>
            <a:r>
              <a:rPr sz="1400" dirty="0">
                <a:latin typeface="Corbel"/>
                <a:cs typeface="Corbel"/>
              </a:rPr>
              <a:t>aircraft</a:t>
            </a:r>
            <a:r>
              <a:rPr sz="1400" spc="-35" dirty="0">
                <a:latin typeface="Corbel"/>
                <a:cs typeface="Corbel"/>
              </a:rPr>
              <a:t> </a:t>
            </a:r>
            <a:r>
              <a:rPr sz="1400" dirty="0">
                <a:latin typeface="Corbel"/>
                <a:cs typeface="Corbel"/>
              </a:rPr>
              <a:t>off</a:t>
            </a:r>
            <a:r>
              <a:rPr sz="1400" spc="-30" dirty="0">
                <a:latin typeface="Corbel"/>
                <a:cs typeface="Corbel"/>
              </a:rPr>
              <a:t> </a:t>
            </a:r>
            <a:r>
              <a:rPr sz="1400" dirty="0">
                <a:latin typeface="Corbel"/>
                <a:cs typeface="Corbel"/>
              </a:rPr>
              <a:t>the</a:t>
            </a:r>
            <a:r>
              <a:rPr sz="1400" spc="-35" dirty="0">
                <a:latin typeface="Corbel"/>
                <a:cs typeface="Corbel"/>
              </a:rPr>
              <a:t> </a:t>
            </a:r>
            <a:r>
              <a:rPr sz="1400" dirty="0">
                <a:latin typeface="Corbel"/>
                <a:cs typeface="Corbel"/>
              </a:rPr>
              <a:t>desired</a:t>
            </a:r>
            <a:r>
              <a:rPr sz="1400" spc="-35" dirty="0">
                <a:latin typeface="Corbel"/>
                <a:cs typeface="Corbel"/>
              </a:rPr>
              <a:t> </a:t>
            </a:r>
            <a:r>
              <a:rPr sz="1400" spc="-10" dirty="0">
                <a:latin typeface="Corbel"/>
                <a:cs typeface="Corbel"/>
              </a:rPr>
              <a:t>track)</a:t>
            </a:r>
            <a:endParaRPr sz="1400" dirty="0">
              <a:latin typeface="Corbel"/>
              <a:cs typeface="Corbel"/>
            </a:endParaRPr>
          </a:p>
          <a:p>
            <a:pPr marL="12700">
              <a:lnSpc>
                <a:spcPct val="100000"/>
              </a:lnSpc>
            </a:pPr>
            <a:r>
              <a:rPr sz="1400" b="1" dirty="0">
                <a:latin typeface="Corbel"/>
                <a:cs typeface="Corbel"/>
              </a:rPr>
              <a:t>Impact</a:t>
            </a:r>
            <a:r>
              <a:rPr sz="1400" b="1" spc="-25" dirty="0">
                <a:latin typeface="Corbel"/>
                <a:cs typeface="Corbel"/>
              </a:rPr>
              <a:t> </a:t>
            </a:r>
            <a:r>
              <a:rPr sz="1400" b="1" dirty="0">
                <a:latin typeface="Corbel"/>
                <a:cs typeface="Corbel"/>
              </a:rPr>
              <a:t>on</a:t>
            </a:r>
            <a:r>
              <a:rPr sz="1400" b="1" spc="-70" dirty="0">
                <a:latin typeface="Corbel"/>
                <a:cs typeface="Corbel"/>
              </a:rPr>
              <a:t> </a:t>
            </a:r>
            <a:r>
              <a:rPr sz="1400" b="1" spc="-10" dirty="0">
                <a:latin typeface="Corbel"/>
                <a:cs typeface="Corbel"/>
              </a:rPr>
              <a:t>Operations</a:t>
            </a:r>
            <a:endParaRPr sz="1400" dirty="0">
              <a:latin typeface="Corbel"/>
              <a:cs typeface="Corbel"/>
            </a:endParaRPr>
          </a:p>
          <a:p>
            <a:pPr marL="297180" marR="5080" indent="-284480" algn="just">
              <a:lnSpc>
                <a:spcPct val="98600"/>
              </a:lnSpc>
              <a:spcBef>
                <a:spcPts val="45"/>
              </a:spcBef>
              <a:buFont typeface="Arial MT"/>
              <a:buChar char="•"/>
              <a:tabLst>
                <a:tab pos="298450" algn="l"/>
              </a:tabLst>
            </a:pPr>
            <a:r>
              <a:rPr sz="1400" dirty="0">
                <a:latin typeface="Corbel"/>
                <a:cs typeface="Corbel"/>
              </a:rPr>
              <a:t>In</a:t>
            </a:r>
            <a:r>
              <a:rPr sz="1400" spc="30" dirty="0">
                <a:latin typeface="Corbel"/>
                <a:cs typeface="Corbel"/>
              </a:rPr>
              <a:t> </a:t>
            </a:r>
            <a:r>
              <a:rPr sz="1400" dirty="0">
                <a:latin typeface="Corbel"/>
                <a:cs typeface="Corbel"/>
              </a:rPr>
              <a:t>aviation,</a:t>
            </a:r>
            <a:r>
              <a:rPr sz="1400" spc="40" dirty="0">
                <a:latin typeface="Corbel"/>
                <a:cs typeface="Corbel"/>
              </a:rPr>
              <a:t> </a:t>
            </a:r>
            <a:r>
              <a:rPr sz="1400" dirty="0">
                <a:latin typeface="Corbel"/>
                <a:cs typeface="Corbel"/>
              </a:rPr>
              <a:t>a</a:t>
            </a:r>
            <a:r>
              <a:rPr sz="1400" spc="30" dirty="0">
                <a:latin typeface="Corbel"/>
                <a:cs typeface="Corbel"/>
              </a:rPr>
              <a:t> </a:t>
            </a:r>
            <a:r>
              <a:rPr sz="1400" dirty="0">
                <a:latin typeface="Corbel"/>
                <a:cs typeface="Corbel"/>
              </a:rPr>
              <a:t>crosswind</a:t>
            </a:r>
            <a:r>
              <a:rPr sz="1400" spc="35" dirty="0">
                <a:latin typeface="Corbel"/>
                <a:cs typeface="Corbel"/>
              </a:rPr>
              <a:t> </a:t>
            </a:r>
            <a:r>
              <a:rPr sz="1400" dirty="0">
                <a:latin typeface="Corbel"/>
                <a:cs typeface="Corbel"/>
              </a:rPr>
              <a:t>is</a:t>
            </a:r>
            <a:r>
              <a:rPr sz="1400" spc="30" dirty="0">
                <a:latin typeface="Corbel"/>
                <a:cs typeface="Corbel"/>
              </a:rPr>
              <a:t> </a:t>
            </a:r>
            <a:r>
              <a:rPr sz="1400" dirty="0">
                <a:latin typeface="Corbel"/>
                <a:cs typeface="Corbel"/>
              </a:rPr>
              <a:t>the</a:t>
            </a:r>
            <a:r>
              <a:rPr sz="1400" spc="30" dirty="0">
                <a:latin typeface="Corbel"/>
                <a:cs typeface="Corbel"/>
              </a:rPr>
              <a:t> </a:t>
            </a:r>
            <a:r>
              <a:rPr sz="1400" dirty="0">
                <a:latin typeface="Corbel"/>
                <a:cs typeface="Corbel"/>
              </a:rPr>
              <a:t>component</a:t>
            </a:r>
            <a:r>
              <a:rPr sz="1400" spc="35" dirty="0">
                <a:latin typeface="Corbel"/>
                <a:cs typeface="Corbel"/>
              </a:rPr>
              <a:t> </a:t>
            </a:r>
            <a:r>
              <a:rPr sz="1400" dirty="0">
                <a:latin typeface="Corbel"/>
                <a:cs typeface="Corbel"/>
              </a:rPr>
              <a:t>of</a:t>
            </a:r>
            <a:r>
              <a:rPr sz="1400" spc="35" dirty="0">
                <a:latin typeface="Corbel"/>
                <a:cs typeface="Corbel"/>
              </a:rPr>
              <a:t> </a:t>
            </a:r>
            <a:r>
              <a:rPr sz="1400" dirty="0">
                <a:latin typeface="Corbel"/>
                <a:cs typeface="Corbel"/>
              </a:rPr>
              <a:t>wind</a:t>
            </a:r>
            <a:r>
              <a:rPr sz="1400" spc="35" dirty="0">
                <a:latin typeface="Corbel"/>
                <a:cs typeface="Corbel"/>
              </a:rPr>
              <a:t> </a:t>
            </a:r>
            <a:r>
              <a:rPr sz="1400" dirty="0">
                <a:latin typeface="Corbel"/>
                <a:cs typeface="Corbel"/>
              </a:rPr>
              <a:t>that</a:t>
            </a:r>
            <a:r>
              <a:rPr sz="1400" spc="35" dirty="0">
                <a:latin typeface="Corbel"/>
                <a:cs typeface="Corbel"/>
              </a:rPr>
              <a:t> </a:t>
            </a:r>
            <a:r>
              <a:rPr sz="1400" dirty="0">
                <a:latin typeface="Corbel"/>
                <a:cs typeface="Corbel"/>
              </a:rPr>
              <a:t>is</a:t>
            </a:r>
            <a:r>
              <a:rPr sz="1400" spc="25" dirty="0">
                <a:latin typeface="Corbel"/>
                <a:cs typeface="Corbel"/>
              </a:rPr>
              <a:t> </a:t>
            </a:r>
            <a:r>
              <a:rPr sz="1400" dirty="0">
                <a:latin typeface="Corbel"/>
                <a:cs typeface="Corbel"/>
              </a:rPr>
              <a:t>blowing</a:t>
            </a:r>
            <a:r>
              <a:rPr sz="1400" spc="30" dirty="0">
                <a:latin typeface="Corbel"/>
                <a:cs typeface="Corbel"/>
              </a:rPr>
              <a:t> </a:t>
            </a:r>
            <a:r>
              <a:rPr sz="1400" dirty="0">
                <a:latin typeface="Corbel"/>
                <a:cs typeface="Corbel"/>
              </a:rPr>
              <a:t>across</a:t>
            </a:r>
            <a:r>
              <a:rPr sz="1400" spc="30" dirty="0">
                <a:latin typeface="Corbel"/>
                <a:cs typeface="Corbel"/>
              </a:rPr>
              <a:t> </a:t>
            </a:r>
            <a:r>
              <a:rPr sz="1400" dirty="0">
                <a:latin typeface="Corbel"/>
                <a:cs typeface="Corbel"/>
              </a:rPr>
              <a:t>the</a:t>
            </a:r>
            <a:r>
              <a:rPr sz="1400" spc="35" dirty="0">
                <a:latin typeface="Corbel"/>
                <a:cs typeface="Corbel"/>
              </a:rPr>
              <a:t> </a:t>
            </a:r>
            <a:r>
              <a:rPr sz="1400" dirty="0">
                <a:latin typeface="Corbel"/>
                <a:cs typeface="Corbel"/>
              </a:rPr>
              <a:t>runway,</a:t>
            </a:r>
            <a:r>
              <a:rPr sz="1400" spc="35" dirty="0">
                <a:latin typeface="Corbel"/>
                <a:cs typeface="Corbel"/>
              </a:rPr>
              <a:t> </a:t>
            </a:r>
            <a:r>
              <a:rPr sz="1400" dirty="0">
                <a:latin typeface="Corbel"/>
                <a:cs typeface="Corbel"/>
              </a:rPr>
              <a:t>making</a:t>
            </a:r>
            <a:r>
              <a:rPr sz="1400" spc="30" dirty="0">
                <a:latin typeface="Corbel"/>
                <a:cs typeface="Corbel"/>
              </a:rPr>
              <a:t> </a:t>
            </a:r>
            <a:r>
              <a:rPr sz="1400" dirty="0">
                <a:latin typeface="Corbel"/>
                <a:cs typeface="Corbel"/>
              </a:rPr>
              <a:t>landings</a:t>
            </a:r>
            <a:r>
              <a:rPr sz="1400" spc="25" dirty="0">
                <a:latin typeface="Corbel"/>
                <a:cs typeface="Corbel"/>
              </a:rPr>
              <a:t> </a:t>
            </a:r>
            <a:r>
              <a:rPr sz="1400" dirty="0">
                <a:latin typeface="Corbel"/>
                <a:cs typeface="Corbel"/>
              </a:rPr>
              <a:t>and</a:t>
            </a:r>
            <a:r>
              <a:rPr sz="1400" spc="30" dirty="0">
                <a:latin typeface="Corbel"/>
                <a:cs typeface="Corbel"/>
              </a:rPr>
              <a:t> </a:t>
            </a:r>
            <a:r>
              <a:rPr sz="1400" spc="-20" dirty="0">
                <a:latin typeface="Corbel"/>
                <a:cs typeface="Corbel"/>
              </a:rPr>
              <a:t>take-</a:t>
            </a:r>
            <a:r>
              <a:rPr sz="1400" dirty="0">
                <a:latin typeface="Corbel"/>
                <a:cs typeface="Corbel"/>
              </a:rPr>
              <a:t>offs</a:t>
            </a:r>
            <a:r>
              <a:rPr sz="1400" spc="30" dirty="0">
                <a:latin typeface="Corbel"/>
                <a:cs typeface="Corbel"/>
              </a:rPr>
              <a:t> </a:t>
            </a:r>
            <a:r>
              <a:rPr sz="1400" dirty="0">
                <a:latin typeface="Corbel"/>
                <a:cs typeface="Corbel"/>
              </a:rPr>
              <a:t>more</a:t>
            </a:r>
            <a:r>
              <a:rPr sz="1400" spc="35" dirty="0">
                <a:latin typeface="Corbel"/>
                <a:cs typeface="Corbel"/>
              </a:rPr>
              <a:t> </a:t>
            </a:r>
            <a:r>
              <a:rPr sz="1400" spc="-10" dirty="0">
                <a:latin typeface="Corbel"/>
                <a:cs typeface="Corbel"/>
              </a:rPr>
              <a:t>difficult 	</a:t>
            </a:r>
            <a:r>
              <a:rPr sz="1400" dirty="0">
                <a:latin typeface="Corbel"/>
                <a:cs typeface="Corbel"/>
              </a:rPr>
              <a:t>than</a:t>
            </a:r>
            <a:r>
              <a:rPr sz="1400" spc="-20" dirty="0">
                <a:latin typeface="Corbel"/>
                <a:cs typeface="Corbel"/>
              </a:rPr>
              <a:t> </a:t>
            </a:r>
            <a:r>
              <a:rPr sz="1400" dirty="0">
                <a:latin typeface="Corbel"/>
                <a:cs typeface="Corbel"/>
              </a:rPr>
              <a:t>if the wind</a:t>
            </a:r>
            <a:r>
              <a:rPr sz="1400" spc="-5" dirty="0">
                <a:latin typeface="Corbel"/>
                <a:cs typeface="Corbel"/>
              </a:rPr>
              <a:t> </a:t>
            </a:r>
            <a:r>
              <a:rPr sz="1400" dirty="0">
                <a:latin typeface="Corbel"/>
                <a:cs typeface="Corbel"/>
              </a:rPr>
              <a:t>were blowing</a:t>
            </a:r>
            <a:r>
              <a:rPr sz="1400" spc="-5" dirty="0">
                <a:latin typeface="Corbel"/>
                <a:cs typeface="Corbel"/>
              </a:rPr>
              <a:t> </a:t>
            </a:r>
            <a:r>
              <a:rPr sz="1400" dirty="0">
                <a:latin typeface="Corbel"/>
                <a:cs typeface="Corbel"/>
              </a:rPr>
              <a:t>straight</a:t>
            </a:r>
            <a:r>
              <a:rPr sz="1400" spc="-5" dirty="0">
                <a:latin typeface="Corbel"/>
                <a:cs typeface="Corbel"/>
              </a:rPr>
              <a:t> </a:t>
            </a:r>
            <a:r>
              <a:rPr sz="1400" dirty="0">
                <a:latin typeface="Corbel"/>
                <a:cs typeface="Corbel"/>
              </a:rPr>
              <a:t>down</a:t>
            </a:r>
            <a:r>
              <a:rPr sz="1400" spc="-5" dirty="0">
                <a:latin typeface="Corbel"/>
                <a:cs typeface="Corbel"/>
              </a:rPr>
              <a:t> </a:t>
            </a:r>
            <a:r>
              <a:rPr sz="1400" dirty="0">
                <a:latin typeface="Corbel"/>
                <a:cs typeface="Corbel"/>
              </a:rPr>
              <a:t>the </a:t>
            </a:r>
            <a:r>
              <a:rPr sz="1400" spc="-10" dirty="0">
                <a:latin typeface="Corbel"/>
                <a:cs typeface="Corbel"/>
              </a:rPr>
              <a:t>runway.</a:t>
            </a:r>
            <a:r>
              <a:rPr sz="1400" spc="-5" dirty="0">
                <a:latin typeface="Corbel"/>
                <a:cs typeface="Corbel"/>
              </a:rPr>
              <a:t> </a:t>
            </a:r>
            <a:r>
              <a:rPr sz="1400" dirty="0">
                <a:latin typeface="Corbel"/>
                <a:cs typeface="Corbel"/>
              </a:rPr>
              <a:t>If</a:t>
            </a:r>
            <a:r>
              <a:rPr sz="1400" spc="5" dirty="0">
                <a:latin typeface="Corbel"/>
                <a:cs typeface="Corbel"/>
              </a:rPr>
              <a:t> </a:t>
            </a:r>
            <a:r>
              <a:rPr sz="1400" dirty="0">
                <a:latin typeface="Corbel"/>
                <a:cs typeface="Corbel"/>
              </a:rPr>
              <a:t>a</a:t>
            </a:r>
            <a:r>
              <a:rPr sz="1400" spc="-5" dirty="0">
                <a:latin typeface="Corbel"/>
                <a:cs typeface="Corbel"/>
              </a:rPr>
              <a:t> </a:t>
            </a:r>
            <a:r>
              <a:rPr sz="1400" dirty="0">
                <a:latin typeface="Corbel"/>
                <a:cs typeface="Corbel"/>
              </a:rPr>
              <a:t>crosswind</a:t>
            </a:r>
            <a:r>
              <a:rPr sz="1400" spc="-5" dirty="0">
                <a:latin typeface="Corbel"/>
                <a:cs typeface="Corbel"/>
              </a:rPr>
              <a:t> </a:t>
            </a:r>
            <a:r>
              <a:rPr sz="1400" dirty="0">
                <a:latin typeface="Corbel"/>
                <a:cs typeface="Corbel"/>
              </a:rPr>
              <a:t>is</a:t>
            </a:r>
            <a:r>
              <a:rPr sz="1400" spc="-5" dirty="0">
                <a:latin typeface="Corbel"/>
                <a:cs typeface="Corbel"/>
              </a:rPr>
              <a:t> </a:t>
            </a:r>
            <a:r>
              <a:rPr sz="1400" dirty="0">
                <a:latin typeface="Corbel"/>
                <a:cs typeface="Corbel"/>
              </a:rPr>
              <a:t>strong</a:t>
            </a:r>
            <a:r>
              <a:rPr sz="1400" spc="-10" dirty="0">
                <a:latin typeface="Corbel"/>
                <a:cs typeface="Corbel"/>
              </a:rPr>
              <a:t> </a:t>
            </a:r>
            <a:r>
              <a:rPr sz="1400" dirty="0">
                <a:latin typeface="Corbel"/>
                <a:cs typeface="Corbel"/>
              </a:rPr>
              <a:t>enough, it can</a:t>
            </a:r>
            <a:r>
              <a:rPr sz="1400" spc="-5" dirty="0">
                <a:latin typeface="Corbel"/>
                <a:cs typeface="Corbel"/>
              </a:rPr>
              <a:t> </a:t>
            </a:r>
            <a:r>
              <a:rPr sz="1400" dirty="0">
                <a:latin typeface="Corbel"/>
                <a:cs typeface="Corbel"/>
              </a:rPr>
              <a:t>damage</a:t>
            </a:r>
            <a:r>
              <a:rPr sz="1400" spc="-5" dirty="0">
                <a:latin typeface="Corbel"/>
                <a:cs typeface="Corbel"/>
              </a:rPr>
              <a:t> </a:t>
            </a:r>
            <a:r>
              <a:rPr sz="1400" dirty="0">
                <a:latin typeface="Corbel"/>
                <a:cs typeface="Corbel"/>
              </a:rPr>
              <a:t>an aircraft's</a:t>
            </a:r>
            <a:r>
              <a:rPr sz="1400" spc="-5" dirty="0">
                <a:latin typeface="Corbel"/>
                <a:cs typeface="Corbel"/>
              </a:rPr>
              <a:t> </a:t>
            </a:r>
            <a:r>
              <a:rPr sz="1400" spc="-10" dirty="0">
                <a:latin typeface="Corbel"/>
                <a:cs typeface="Corbel"/>
              </a:rPr>
              <a:t>undercarriage 	</a:t>
            </a:r>
            <a:r>
              <a:rPr sz="1400" dirty="0">
                <a:latin typeface="Corbel"/>
                <a:cs typeface="Corbel"/>
              </a:rPr>
              <a:t>upon</a:t>
            </a:r>
            <a:r>
              <a:rPr sz="1400" spc="-30" dirty="0">
                <a:latin typeface="Corbel"/>
                <a:cs typeface="Corbel"/>
              </a:rPr>
              <a:t> </a:t>
            </a:r>
            <a:r>
              <a:rPr sz="1400" spc="-10" dirty="0">
                <a:latin typeface="Corbel"/>
                <a:cs typeface="Corbel"/>
              </a:rPr>
              <a:t>landing.</a:t>
            </a:r>
            <a:endParaRPr sz="1400" dirty="0">
              <a:latin typeface="Corbel"/>
              <a:cs typeface="Corbel"/>
            </a:endParaRPr>
          </a:p>
        </p:txBody>
      </p:sp>
      <p:grpSp>
        <p:nvGrpSpPr>
          <p:cNvPr id="4" name="object 4"/>
          <p:cNvGrpSpPr/>
          <p:nvPr/>
        </p:nvGrpSpPr>
        <p:grpSpPr>
          <a:xfrm>
            <a:off x="2175824" y="3200400"/>
            <a:ext cx="2923540" cy="1517015"/>
            <a:chOff x="2175824" y="3200400"/>
            <a:chExt cx="2923540" cy="1517015"/>
          </a:xfrm>
        </p:grpSpPr>
        <p:pic>
          <p:nvPicPr>
            <p:cNvPr id="5" name="object 5"/>
            <p:cNvPicPr/>
            <p:nvPr/>
          </p:nvPicPr>
          <p:blipFill>
            <a:blip r:embed="rId3" cstate="print"/>
            <a:stretch>
              <a:fillRect/>
            </a:stretch>
          </p:blipFill>
          <p:spPr>
            <a:xfrm>
              <a:off x="2179319" y="3544824"/>
              <a:ext cx="917447" cy="917448"/>
            </a:xfrm>
            <a:prstGeom prst="rect">
              <a:avLst/>
            </a:prstGeom>
          </p:spPr>
        </p:pic>
        <p:sp>
          <p:nvSpPr>
            <p:cNvPr id="6" name="object 6"/>
            <p:cNvSpPr/>
            <p:nvPr/>
          </p:nvSpPr>
          <p:spPr>
            <a:xfrm>
              <a:off x="2591490" y="4331931"/>
              <a:ext cx="152400" cy="385445"/>
            </a:xfrm>
            <a:custGeom>
              <a:avLst/>
              <a:gdLst/>
              <a:ahLst/>
              <a:cxnLst/>
              <a:rect l="l" t="t" r="r" b="b"/>
              <a:pathLst>
                <a:path w="152400" h="385445">
                  <a:moveTo>
                    <a:pt x="76200" y="50800"/>
                  </a:moveTo>
                  <a:lnTo>
                    <a:pt x="50798" y="360000"/>
                  </a:lnTo>
                  <a:lnTo>
                    <a:pt x="52794" y="369887"/>
                  </a:lnTo>
                  <a:lnTo>
                    <a:pt x="58238" y="377960"/>
                  </a:lnTo>
                  <a:lnTo>
                    <a:pt x="66312" y="383404"/>
                  </a:lnTo>
                  <a:lnTo>
                    <a:pt x="76198" y="385400"/>
                  </a:lnTo>
                  <a:lnTo>
                    <a:pt x="86085" y="383404"/>
                  </a:lnTo>
                  <a:lnTo>
                    <a:pt x="94159" y="377960"/>
                  </a:lnTo>
                  <a:lnTo>
                    <a:pt x="99602" y="369887"/>
                  </a:lnTo>
                  <a:lnTo>
                    <a:pt x="101598" y="360000"/>
                  </a:lnTo>
                  <a:lnTo>
                    <a:pt x="101600" y="76200"/>
                  </a:lnTo>
                  <a:lnTo>
                    <a:pt x="99603" y="66313"/>
                  </a:lnTo>
                  <a:lnTo>
                    <a:pt x="94160" y="58239"/>
                  </a:lnTo>
                  <a:lnTo>
                    <a:pt x="86086" y="52796"/>
                  </a:lnTo>
                  <a:lnTo>
                    <a:pt x="76200" y="50800"/>
                  </a:lnTo>
                  <a:close/>
                </a:path>
                <a:path w="152400" h="385445">
                  <a:moveTo>
                    <a:pt x="76200" y="0"/>
                  </a:moveTo>
                  <a:lnTo>
                    <a:pt x="0" y="101600"/>
                  </a:lnTo>
                  <a:lnTo>
                    <a:pt x="50799" y="101600"/>
                  </a:lnTo>
                  <a:lnTo>
                    <a:pt x="50800" y="76200"/>
                  </a:lnTo>
                  <a:lnTo>
                    <a:pt x="52796" y="66313"/>
                  </a:lnTo>
                  <a:lnTo>
                    <a:pt x="58239" y="58239"/>
                  </a:lnTo>
                  <a:lnTo>
                    <a:pt x="66313" y="52796"/>
                  </a:lnTo>
                  <a:lnTo>
                    <a:pt x="76200" y="50800"/>
                  </a:lnTo>
                  <a:lnTo>
                    <a:pt x="114300" y="50800"/>
                  </a:lnTo>
                  <a:lnTo>
                    <a:pt x="76200" y="0"/>
                  </a:lnTo>
                  <a:close/>
                </a:path>
                <a:path w="152400" h="385445">
                  <a:moveTo>
                    <a:pt x="114300" y="50800"/>
                  </a:moveTo>
                  <a:lnTo>
                    <a:pt x="76200" y="50800"/>
                  </a:lnTo>
                  <a:lnTo>
                    <a:pt x="86086" y="52796"/>
                  </a:lnTo>
                  <a:lnTo>
                    <a:pt x="94160" y="58239"/>
                  </a:lnTo>
                  <a:lnTo>
                    <a:pt x="99603" y="66313"/>
                  </a:lnTo>
                  <a:lnTo>
                    <a:pt x="101600" y="76200"/>
                  </a:lnTo>
                  <a:lnTo>
                    <a:pt x="101599" y="101600"/>
                  </a:lnTo>
                  <a:lnTo>
                    <a:pt x="152400" y="101600"/>
                  </a:lnTo>
                  <a:lnTo>
                    <a:pt x="114300" y="50800"/>
                  </a:lnTo>
                  <a:close/>
                </a:path>
              </a:pathLst>
            </a:custGeom>
            <a:solidFill>
              <a:srgbClr val="FF0000"/>
            </a:solidFill>
          </p:spPr>
          <p:txBody>
            <a:bodyPr wrap="square" lIns="0" tIns="0" rIns="0" bIns="0" rtlCol="0"/>
            <a:lstStyle/>
            <a:p>
              <a:endParaRPr/>
            </a:p>
          </p:txBody>
        </p:sp>
        <p:sp>
          <p:nvSpPr>
            <p:cNvPr id="7" name="object 7"/>
            <p:cNvSpPr/>
            <p:nvPr/>
          </p:nvSpPr>
          <p:spPr>
            <a:xfrm>
              <a:off x="2175824" y="3997406"/>
              <a:ext cx="2889885" cy="9525"/>
            </a:xfrm>
            <a:custGeom>
              <a:avLst/>
              <a:gdLst/>
              <a:ahLst/>
              <a:cxnLst/>
              <a:rect l="l" t="t" r="r" b="b"/>
              <a:pathLst>
                <a:path w="2889885" h="9525">
                  <a:moveTo>
                    <a:pt x="74067" y="0"/>
                  </a:moveTo>
                  <a:lnTo>
                    <a:pt x="2132" y="0"/>
                  </a:lnTo>
                  <a:lnTo>
                    <a:pt x="0" y="2132"/>
                  </a:lnTo>
                  <a:lnTo>
                    <a:pt x="0" y="7392"/>
                  </a:lnTo>
                  <a:lnTo>
                    <a:pt x="2132" y="9525"/>
                  </a:lnTo>
                  <a:lnTo>
                    <a:pt x="74067" y="9525"/>
                  </a:lnTo>
                  <a:lnTo>
                    <a:pt x="76200" y="7392"/>
                  </a:lnTo>
                  <a:lnTo>
                    <a:pt x="76200" y="2132"/>
                  </a:lnTo>
                  <a:lnTo>
                    <a:pt x="74067" y="0"/>
                  </a:lnTo>
                  <a:close/>
                </a:path>
                <a:path w="2889885" h="9525">
                  <a:moveTo>
                    <a:pt x="178842" y="0"/>
                  </a:moveTo>
                  <a:lnTo>
                    <a:pt x="106907" y="0"/>
                  </a:lnTo>
                  <a:lnTo>
                    <a:pt x="104775" y="2132"/>
                  </a:lnTo>
                  <a:lnTo>
                    <a:pt x="104775" y="7392"/>
                  </a:lnTo>
                  <a:lnTo>
                    <a:pt x="106907" y="9525"/>
                  </a:lnTo>
                  <a:lnTo>
                    <a:pt x="178842" y="9525"/>
                  </a:lnTo>
                  <a:lnTo>
                    <a:pt x="180975" y="7392"/>
                  </a:lnTo>
                  <a:lnTo>
                    <a:pt x="180975" y="2132"/>
                  </a:lnTo>
                  <a:lnTo>
                    <a:pt x="178842" y="0"/>
                  </a:lnTo>
                  <a:close/>
                </a:path>
                <a:path w="2889885" h="9525">
                  <a:moveTo>
                    <a:pt x="283617" y="0"/>
                  </a:moveTo>
                  <a:lnTo>
                    <a:pt x="211682" y="0"/>
                  </a:lnTo>
                  <a:lnTo>
                    <a:pt x="209550" y="2132"/>
                  </a:lnTo>
                  <a:lnTo>
                    <a:pt x="209550" y="7392"/>
                  </a:lnTo>
                  <a:lnTo>
                    <a:pt x="211682" y="9525"/>
                  </a:lnTo>
                  <a:lnTo>
                    <a:pt x="283617" y="9525"/>
                  </a:lnTo>
                  <a:lnTo>
                    <a:pt x="285750" y="7392"/>
                  </a:lnTo>
                  <a:lnTo>
                    <a:pt x="285750" y="2132"/>
                  </a:lnTo>
                  <a:lnTo>
                    <a:pt x="283617" y="0"/>
                  </a:lnTo>
                  <a:close/>
                </a:path>
                <a:path w="2889885" h="9525">
                  <a:moveTo>
                    <a:pt x="388392" y="0"/>
                  </a:moveTo>
                  <a:lnTo>
                    <a:pt x="316457" y="0"/>
                  </a:lnTo>
                  <a:lnTo>
                    <a:pt x="314325" y="2132"/>
                  </a:lnTo>
                  <a:lnTo>
                    <a:pt x="314325" y="7392"/>
                  </a:lnTo>
                  <a:lnTo>
                    <a:pt x="316457" y="9525"/>
                  </a:lnTo>
                  <a:lnTo>
                    <a:pt x="388392" y="9525"/>
                  </a:lnTo>
                  <a:lnTo>
                    <a:pt x="390525" y="7392"/>
                  </a:lnTo>
                  <a:lnTo>
                    <a:pt x="390525" y="2132"/>
                  </a:lnTo>
                  <a:lnTo>
                    <a:pt x="388392" y="0"/>
                  </a:lnTo>
                  <a:close/>
                </a:path>
                <a:path w="2889885" h="9525">
                  <a:moveTo>
                    <a:pt x="493167" y="0"/>
                  </a:moveTo>
                  <a:lnTo>
                    <a:pt x="421232" y="0"/>
                  </a:lnTo>
                  <a:lnTo>
                    <a:pt x="419100" y="2132"/>
                  </a:lnTo>
                  <a:lnTo>
                    <a:pt x="419100" y="7392"/>
                  </a:lnTo>
                  <a:lnTo>
                    <a:pt x="421232" y="9525"/>
                  </a:lnTo>
                  <a:lnTo>
                    <a:pt x="493167" y="9525"/>
                  </a:lnTo>
                  <a:lnTo>
                    <a:pt x="495300" y="7392"/>
                  </a:lnTo>
                  <a:lnTo>
                    <a:pt x="495300" y="2132"/>
                  </a:lnTo>
                  <a:lnTo>
                    <a:pt x="493167" y="0"/>
                  </a:lnTo>
                  <a:close/>
                </a:path>
                <a:path w="2889885" h="9525">
                  <a:moveTo>
                    <a:pt x="597942" y="0"/>
                  </a:moveTo>
                  <a:lnTo>
                    <a:pt x="526007" y="0"/>
                  </a:lnTo>
                  <a:lnTo>
                    <a:pt x="523875" y="2132"/>
                  </a:lnTo>
                  <a:lnTo>
                    <a:pt x="523875" y="7392"/>
                  </a:lnTo>
                  <a:lnTo>
                    <a:pt x="526007" y="9525"/>
                  </a:lnTo>
                  <a:lnTo>
                    <a:pt x="597942" y="9525"/>
                  </a:lnTo>
                  <a:lnTo>
                    <a:pt x="600075" y="7392"/>
                  </a:lnTo>
                  <a:lnTo>
                    <a:pt x="600075" y="2132"/>
                  </a:lnTo>
                  <a:lnTo>
                    <a:pt x="597942" y="0"/>
                  </a:lnTo>
                  <a:close/>
                </a:path>
                <a:path w="2889885" h="9525">
                  <a:moveTo>
                    <a:pt x="702717" y="0"/>
                  </a:moveTo>
                  <a:lnTo>
                    <a:pt x="630782" y="0"/>
                  </a:lnTo>
                  <a:lnTo>
                    <a:pt x="628650" y="2132"/>
                  </a:lnTo>
                  <a:lnTo>
                    <a:pt x="628650" y="7392"/>
                  </a:lnTo>
                  <a:lnTo>
                    <a:pt x="630782" y="9525"/>
                  </a:lnTo>
                  <a:lnTo>
                    <a:pt x="702717" y="9525"/>
                  </a:lnTo>
                  <a:lnTo>
                    <a:pt x="704850" y="7392"/>
                  </a:lnTo>
                  <a:lnTo>
                    <a:pt x="704850" y="2132"/>
                  </a:lnTo>
                  <a:lnTo>
                    <a:pt x="702717" y="0"/>
                  </a:lnTo>
                  <a:close/>
                </a:path>
                <a:path w="2889885" h="9525">
                  <a:moveTo>
                    <a:pt x="807492" y="0"/>
                  </a:moveTo>
                  <a:lnTo>
                    <a:pt x="735557" y="0"/>
                  </a:lnTo>
                  <a:lnTo>
                    <a:pt x="733425" y="2132"/>
                  </a:lnTo>
                  <a:lnTo>
                    <a:pt x="733425" y="7392"/>
                  </a:lnTo>
                  <a:lnTo>
                    <a:pt x="735557" y="9525"/>
                  </a:lnTo>
                  <a:lnTo>
                    <a:pt x="807492" y="9525"/>
                  </a:lnTo>
                  <a:lnTo>
                    <a:pt x="809625" y="7392"/>
                  </a:lnTo>
                  <a:lnTo>
                    <a:pt x="809625" y="2132"/>
                  </a:lnTo>
                  <a:lnTo>
                    <a:pt x="807492" y="0"/>
                  </a:lnTo>
                  <a:close/>
                </a:path>
                <a:path w="2889885" h="9525">
                  <a:moveTo>
                    <a:pt x="912267" y="0"/>
                  </a:moveTo>
                  <a:lnTo>
                    <a:pt x="840332" y="0"/>
                  </a:lnTo>
                  <a:lnTo>
                    <a:pt x="838200" y="2132"/>
                  </a:lnTo>
                  <a:lnTo>
                    <a:pt x="838201" y="7393"/>
                  </a:lnTo>
                  <a:lnTo>
                    <a:pt x="840332" y="9525"/>
                  </a:lnTo>
                  <a:lnTo>
                    <a:pt x="912267" y="9525"/>
                  </a:lnTo>
                  <a:lnTo>
                    <a:pt x="914400" y="7393"/>
                  </a:lnTo>
                  <a:lnTo>
                    <a:pt x="914400" y="2132"/>
                  </a:lnTo>
                  <a:lnTo>
                    <a:pt x="912267" y="0"/>
                  </a:lnTo>
                  <a:close/>
                </a:path>
                <a:path w="2889885" h="9525">
                  <a:moveTo>
                    <a:pt x="1017042" y="0"/>
                  </a:moveTo>
                  <a:lnTo>
                    <a:pt x="945107" y="0"/>
                  </a:lnTo>
                  <a:lnTo>
                    <a:pt x="942975" y="2132"/>
                  </a:lnTo>
                  <a:lnTo>
                    <a:pt x="942975" y="7393"/>
                  </a:lnTo>
                  <a:lnTo>
                    <a:pt x="945107" y="9525"/>
                  </a:lnTo>
                  <a:lnTo>
                    <a:pt x="1017042" y="9525"/>
                  </a:lnTo>
                  <a:lnTo>
                    <a:pt x="1019175" y="7393"/>
                  </a:lnTo>
                  <a:lnTo>
                    <a:pt x="1019175" y="2132"/>
                  </a:lnTo>
                  <a:lnTo>
                    <a:pt x="1017042" y="0"/>
                  </a:lnTo>
                  <a:close/>
                </a:path>
                <a:path w="2889885" h="9525">
                  <a:moveTo>
                    <a:pt x="1121817" y="0"/>
                  </a:moveTo>
                  <a:lnTo>
                    <a:pt x="1049882" y="0"/>
                  </a:lnTo>
                  <a:lnTo>
                    <a:pt x="1047750" y="2132"/>
                  </a:lnTo>
                  <a:lnTo>
                    <a:pt x="1047750" y="7393"/>
                  </a:lnTo>
                  <a:lnTo>
                    <a:pt x="1049882" y="9525"/>
                  </a:lnTo>
                  <a:lnTo>
                    <a:pt x="1121817" y="9525"/>
                  </a:lnTo>
                  <a:lnTo>
                    <a:pt x="1123949" y="7393"/>
                  </a:lnTo>
                  <a:lnTo>
                    <a:pt x="1123949" y="2132"/>
                  </a:lnTo>
                  <a:lnTo>
                    <a:pt x="1121817" y="0"/>
                  </a:lnTo>
                  <a:close/>
                </a:path>
                <a:path w="2889885" h="9525">
                  <a:moveTo>
                    <a:pt x="1226592" y="1"/>
                  </a:moveTo>
                  <a:lnTo>
                    <a:pt x="1154657" y="1"/>
                  </a:lnTo>
                  <a:lnTo>
                    <a:pt x="1152524" y="2132"/>
                  </a:lnTo>
                  <a:lnTo>
                    <a:pt x="1152524" y="7393"/>
                  </a:lnTo>
                  <a:lnTo>
                    <a:pt x="1154657" y="9526"/>
                  </a:lnTo>
                  <a:lnTo>
                    <a:pt x="1226592" y="9526"/>
                  </a:lnTo>
                  <a:lnTo>
                    <a:pt x="1228724" y="7393"/>
                  </a:lnTo>
                  <a:lnTo>
                    <a:pt x="1228724" y="2132"/>
                  </a:lnTo>
                  <a:lnTo>
                    <a:pt x="1226592" y="1"/>
                  </a:lnTo>
                  <a:close/>
                </a:path>
                <a:path w="2889885" h="9525">
                  <a:moveTo>
                    <a:pt x="1331367" y="1"/>
                  </a:moveTo>
                  <a:lnTo>
                    <a:pt x="1259432" y="1"/>
                  </a:lnTo>
                  <a:lnTo>
                    <a:pt x="1257299" y="2132"/>
                  </a:lnTo>
                  <a:lnTo>
                    <a:pt x="1257299" y="7393"/>
                  </a:lnTo>
                  <a:lnTo>
                    <a:pt x="1259432" y="9526"/>
                  </a:lnTo>
                  <a:lnTo>
                    <a:pt x="1331367" y="9526"/>
                  </a:lnTo>
                  <a:lnTo>
                    <a:pt x="1333499" y="7393"/>
                  </a:lnTo>
                  <a:lnTo>
                    <a:pt x="1333499" y="2132"/>
                  </a:lnTo>
                  <a:lnTo>
                    <a:pt x="1331367" y="1"/>
                  </a:lnTo>
                  <a:close/>
                </a:path>
                <a:path w="2889885" h="9525">
                  <a:moveTo>
                    <a:pt x="1436142" y="1"/>
                  </a:moveTo>
                  <a:lnTo>
                    <a:pt x="1364207" y="1"/>
                  </a:lnTo>
                  <a:lnTo>
                    <a:pt x="1362074" y="2133"/>
                  </a:lnTo>
                  <a:lnTo>
                    <a:pt x="1362074" y="7393"/>
                  </a:lnTo>
                  <a:lnTo>
                    <a:pt x="1364207" y="9526"/>
                  </a:lnTo>
                  <a:lnTo>
                    <a:pt x="1436142" y="9526"/>
                  </a:lnTo>
                  <a:lnTo>
                    <a:pt x="1438274" y="7393"/>
                  </a:lnTo>
                  <a:lnTo>
                    <a:pt x="1438274" y="2133"/>
                  </a:lnTo>
                  <a:lnTo>
                    <a:pt x="1436142" y="1"/>
                  </a:lnTo>
                  <a:close/>
                </a:path>
                <a:path w="2889885" h="9525">
                  <a:moveTo>
                    <a:pt x="1540917" y="1"/>
                  </a:moveTo>
                  <a:lnTo>
                    <a:pt x="1468982" y="1"/>
                  </a:lnTo>
                  <a:lnTo>
                    <a:pt x="1466849" y="2133"/>
                  </a:lnTo>
                  <a:lnTo>
                    <a:pt x="1466849" y="7393"/>
                  </a:lnTo>
                  <a:lnTo>
                    <a:pt x="1468982" y="9526"/>
                  </a:lnTo>
                  <a:lnTo>
                    <a:pt x="1540917" y="9526"/>
                  </a:lnTo>
                  <a:lnTo>
                    <a:pt x="1543049" y="7393"/>
                  </a:lnTo>
                  <a:lnTo>
                    <a:pt x="1543049" y="2133"/>
                  </a:lnTo>
                  <a:lnTo>
                    <a:pt x="1540917" y="1"/>
                  </a:lnTo>
                  <a:close/>
                </a:path>
                <a:path w="2889885" h="9525">
                  <a:moveTo>
                    <a:pt x="1645692" y="1"/>
                  </a:moveTo>
                  <a:lnTo>
                    <a:pt x="1573757" y="1"/>
                  </a:lnTo>
                  <a:lnTo>
                    <a:pt x="1571624" y="2133"/>
                  </a:lnTo>
                  <a:lnTo>
                    <a:pt x="1571624" y="7393"/>
                  </a:lnTo>
                  <a:lnTo>
                    <a:pt x="1573757" y="9526"/>
                  </a:lnTo>
                  <a:lnTo>
                    <a:pt x="1645692" y="9526"/>
                  </a:lnTo>
                  <a:lnTo>
                    <a:pt x="1647824" y="7393"/>
                  </a:lnTo>
                  <a:lnTo>
                    <a:pt x="1647824" y="2133"/>
                  </a:lnTo>
                  <a:lnTo>
                    <a:pt x="1645692" y="1"/>
                  </a:lnTo>
                  <a:close/>
                </a:path>
                <a:path w="2889885" h="9525">
                  <a:moveTo>
                    <a:pt x="1750467" y="1"/>
                  </a:moveTo>
                  <a:lnTo>
                    <a:pt x="1678532" y="1"/>
                  </a:lnTo>
                  <a:lnTo>
                    <a:pt x="1676399" y="2133"/>
                  </a:lnTo>
                  <a:lnTo>
                    <a:pt x="1676399" y="7393"/>
                  </a:lnTo>
                  <a:lnTo>
                    <a:pt x="1678532" y="9526"/>
                  </a:lnTo>
                  <a:lnTo>
                    <a:pt x="1750467" y="9526"/>
                  </a:lnTo>
                  <a:lnTo>
                    <a:pt x="1752599" y="7393"/>
                  </a:lnTo>
                  <a:lnTo>
                    <a:pt x="1752599" y="2133"/>
                  </a:lnTo>
                  <a:lnTo>
                    <a:pt x="1750467" y="1"/>
                  </a:lnTo>
                  <a:close/>
                </a:path>
                <a:path w="2889885" h="9525">
                  <a:moveTo>
                    <a:pt x="1855242" y="1"/>
                  </a:moveTo>
                  <a:lnTo>
                    <a:pt x="1783307" y="1"/>
                  </a:lnTo>
                  <a:lnTo>
                    <a:pt x="1781174" y="2133"/>
                  </a:lnTo>
                  <a:lnTo>
                    <a:pt x="1781174" y="7393"/>
                  </a:lnTo>
                  <a:lnTo>
                    <a:pt x="1783307" y="9526"/>
                  </a:lnTo>
                  <a:lnTo>
                    <a:pt x="1855242" y="9526"/>
                  </a:lnTo>
                  <a:lnTo>
                    <a:pt x="1857374" y="7393"/>
                  </a:lnTo>
                  <a:lnTo>
                    <a:pt x="1857374" y="2133"/>
                  </a:lnTo>
                  <a:lnTo>
                    <a:pt x="1855242" y="1"/>
                  </a:lnTo>
                  <a:close/>
                </a:path>
                <a:path w="2889885" h="9525">
                  <a:moveTo>
                    <a:pt x="1960017" y="1"/>
                  </a:moveTo>
                  <a:lnTo>
                    <a:pt x="1888082" y="1"/>
                  </a:lnTo>
                  <a:lnTo>
                    <a:pt x="1885949" y="2133"/>
                  </a:lnTo>
                  <a:lnTo>
                    <a:pt x="1885949" y="7393"/>
                  </a:lnTo>
                  <a:lnTo>
                    <a:pt x="1888082" y="9526"/>
                  </a:lnTo>
                  <a:lnTo>
                    <a:pt x="1960017" y="9526"/>
                  </a:lnTo>
                  <a:lnTo>
                    <a:pt x="1962149" y="7393"/>
                  </a:lnTo>
                  <a:lnTo>
                    <a:pt x="1962149" y="2133"/>
                  </a:lnTo>
                  <a:lnTo>
                    <a:pt x="1960017" y="1"/>
                  </a:lnTo>
                  <a:close/>
                </a:path>
                <a:path w="2889885" h="9525">
                  <a:moveTo>
                    <a:pt x="2064792" y="1"/>
                  </a:moveTo>
                  <a:lnTo>
                    <a:pt x="1992857" y="1"/>
                  </a:lnTo>
                  <a:lnTo>
                    <a:pt x="1990724" y="2133"/>
                  </a:lnTo>
                  <a:lnTo>
                    <a:pt x="1990724" y="7393"/>
                  </a:lnTo>
                  <a:lnTo>
                    <a:pt x="1992857" y="9526"/>
                  </a:lnTo>
                  <a:lnTo>
                    <a:pt x="2064792" y="9526"/>
                  </a:lnTo>
                  <a:lnTo>
                    <a:pt x="2066924" y="7393"/>
                  </a:lnTo>
                  <a:lnTo>
                    <a:pt x="2066924" y="2133"/>
                  </a:lnTo>
                  <a:lnTo>
                    <a:pt x="2064792" y="1"/>
                  </a:lnTo>
                  <a:close/>
                </a:path>
                <a:path w="2889885" h="9525">
                  <a:moveTo>
                    <a:pt x="2169567" y="1"/>
                  </a:moveTo>
                  <a:lnTo>
                    <a:pt x="2097632" y="1"/>
                  </a:lnTo>
                  <a:lnTo>
                    <a:pt x="2095499" y="2133"/>
                  </a:lnTo>
                  <a:lnTo>
                    <a:pt x="2095499" y="7393"/>
                  </a:lnTo>
                  <a:lnTo>
                    <a:pt x="2097632" y="9526"/>
                  </a:lnTo>
                  <a:lnTo>
                    <a:pt x="2169567" y="9526"/>
                  </a:lnTo>
                  <a:lnTo>
                    <a:pt x="2171699" y="7393"/>
                  </a:lnTo>
                  <a:lnTo>
                    <a:pt x="2171699" y="2133"/>
                  </a:lnTo>
                  <a:lnTo>
                    <a:pt x="2169567" y="1"/>
                  </a:lnTo>
                  <a:close/>
                </a:path>
                <a:path w="2889885" h="9525">
                  <a:moveTo>
                    <a:pt x="2274342" y="1"/>
                  </a:moveTo>
                  <a:lnTo>
                    <a:pt x="2202407" y="1"/>
                  </a:lnTo>
                  <a:lnTo>
                    <a:pt x="2200274" y="2133"/>
                  </a:lnTo>
                  <a:lnTo>
                    <a:pt x="2200274" y="7393"/>
                  </a:lnTo>
                  <a:lnTo>
                    <a:pt x="2202407" y="9526"/>
                  </a:lnTo>
                  <a:lnTo>
                    <a:pt x="2274342" y="9526"/>
                  </a:lnTo>
                  <a:lnTo>
                    <a:pt x="2276474" y="7393"/>
                  </a:lnTo>
                  <a:lnTo>
                    <a:pt x="2276474" y="2133"/>
                  </a:lnTo>
                  <a:lnTo>
                    <a:pt x="2274342" y="1"/>
                  </a:lnTo>
                  <a:close/>
                </a:path>
                <a:path w="2889885" h="9525">
                  <a:moveTo>
                    <a:pt x="2379117" y="1"/>
                  </a:moveTo>
                  <a:lnTo>
                    <a:pt x="2307182" y="1"/>
                  </a:lnTo>
                  <a:lnTo>
                    <a:pt x="2305049" y="2133"/>
                  </a:lnTo>
                  <a:lnTo>
                    <a:pt x="2305049" y="7393"/>
                  </a:lnTo>
                  <a:lnTo>
                    <a:pt x="2307182" y="9526"/>
                  </a:lnTo>
                  <a:lnTo>
                    <a:pt x="2379117" y="9526"/>
                  </a:lnTo>
                  <a:lnTo>
                    <a:pt x="2381249" y="7393"/>
                  </a:lnTo>
                  <a:lnTo>
                    <a:pt x="2381249" y="2133"/>
                  </a:lnTo>
                  <a:lnTo>
                    <a:pt x="2379117" y="1"/>
                  </a:lnTo>
                  <a:close/>
                </a:path>
                <a:path w="2889885" h="9525">
                  <a:moveTo>
                    <a:pt x="2483892" y="1"/>
                  </a:moveTo>
                  <a:lnTo>
                    <a:pt x="2411957" y="1"/>
                  </a:lnTo>
                  <a:lnTo>
                    <a:pt x="2409824" y="2133"/>
                  </a:lnTo>
                  <a:lnTo>
                    <a:pt x="2409824" y="7393"/>
                  </a:lnTo>
                  <a:lnTo>
                    <a:pt x="2411957" y="9526"/>
                  </a:lnTo>
                  <a:lnTo>
                    <a:pt x="2483892" y="9526"/>
                  </a:lnTo>
                  <a:lnTo>
                    <a:pt x="2486024" y="7393"/>
                  </a:lnTo>
                  <a:lnTo>
                    <a:pt x="2486024" y="2133"/>
                  </a:lnTo>
                  <a:lnTo>
                    <a:pt x="2483892" y="1"/>
                  </a:lnTo>
                  <a:close/>
                </a:path>
                <a:path w="2889885" h="9525">
                  <a:moveTo>
                    <a:pt x="2588667" y="1"/>
                  </a:moveTo>
                  <a:lnTo>
                    <a:pt x="2516732" y="1"/>
                  </a:lnTo>
                  <a:lnTo>
                    <a:pt x="2514599" y="2133"/>
                  </a:lnTo>
                  <a:lnTo>
                    <a:pt x="2514599" y="7393"/>
                  </a:lnTo>
                  <a:lnTo>
                    <a:pt x="2516732" y="9526"/>
                  </a:lnTo>
                  <a:lnTo>
                    <a:pt x="2588667" y="9526"/>
                  </a:lnTo>
                  <a:lnTo>
                    <a:pt x="2590799" y="7393"/>
                  </a:lnTo>
                  <a:lnTo>
                    <a:pt x="2590799" y="2133"/>
                  </a:lnTo>
                  <a:lnTo>
                    <a:pt x="2588667" y="1"/>
                  </a:lnTo>
                  <a:close/>
                </a:path>
                <a:path w="2889885" h="9525">
                  <a:moveTo>
                    <a:pt x="2693442" y="1"/>
                  </a:moveTo>
                  <a:lnTo>
                    <a:pt x="2621507" y="1"/>
                  </a:lnTo>
                  <a:lnTo>
                    <a:pt x="2619374" y="2133"/>
                  </a:lnTo>
                  <a:lnTo>
                    <a:pt x="2619374" y="7393"/>
                  </a:lnTo>
                  <a:lnTo>
                    <a:pt x="2621507" y="9526"/>
                  </a:lnTo>
                  <a:lnTo>
                    <a:pt x="2693442" y="9526"/>
                  </a:lnTo>
                  <a:lnTo>
                    <a:pt x="2695574" y="7393"/>
                  </a:lnTo>
                  <a:lnTo>
                    <a:pt x="2695574" y="2133"/>
                  </a:lnTo>
                  <a:lnTo>
                    <a:pt x="2693442" y="1"/>
                  </a:lnTo>
                  <a:close/>
                </a:path>
                <a:path w="2889885" h="9525">
                  <a:moveTo>
                    <a:pt x="2798217" y="1"/>
                  </a:moveTo>
                  <a:lnTo>
                    <a:pt x="2726282" y="1"/>
                  </a:lnTo>
                  <a:lnTo>
                    <a:pt x="2724149" y="2133"/>
                  </a:lnTo>
                  <a:lnTo>
                    <a:pt x="2724149" y="7393"/>
                  </a:lnTo>
                  <a:lnTo>
                    <a:pt x="2726282" y="9526"/>
                  </a:lnTo>
                  <a:lnTo>
                    <a:pt x="2798217" y="9526"/>
                  </a:lnTo>
                  <a:lnTo>
                    <a:pt x="2800349" y="7393"/>
                  </a:lnTo>
                  <a:lnTo>
                    <a:pt x="2800349" y="2133"/>
                  </a:lnTo>
                  <a:lnTo>
                    <a:pt x="2798217" y="1"/>
                  </a:lnTo>
                  <a:close/>
                </a:path>
                <a:path w="2889885" h="9525">
                  <a:moveTo>
                    <a:pt x="2887393" y="1"/>
                  </a:moveTo>
                  <a:lnTo>
                    <a:pt x="2831057" y="1"/>
                  </a:lnTo>
                  <a:lnTo>
                    <a:pt x="2828924" y="2133"/>
                  </a:lnTo>
                  <a:lnTo>
                    <a:pt x="2828924" y="7393"/>
                  </a:lnTo>
                  <a:lnTo>
                    <a:pt x="2831057" y="9526"/>
                  </a:lnTo>
                  <a:lnTo>
                    <a:pt x="2887393" y="9526"/>
                  </a:lnTo>
                  <a:lnTo>
                    <a:pt x="2889525" y="7393"/>
                  </a:lnTo>
                  <a:lnTo>
                    <a:pt x="2889525" y="2133"/>
                  </a:lnTo>
                  <a:lnTo>
                    <a:pt x="2887393" y="1"/>
                  </a:lnTo>
                  <a:close/>
                </a:path>
              </a:pathLst>
            </a:custGeom>
            <a:solidFill>
              <a:srgbClr val="000000"/>
            </a:solidFill>
          </p:spPr>
          <p:txBody>
            <a:bodyPr wrap="square" lIns="0" tIns="0" rIns="0" bIns="0" rtlCol="0"/>
            <a:lstStyle/>
            <a:p>
              <a:endParaRPr/>
            </a:p>
          </p:txBody>
        </p:sp>
        <p:pic>
          <p:nvPicPr>
            <p:cNvPr id="8" name="object 8"/>
            <p:cNvPicPr/>
            <p:nvPr/>
          </p:nvPicPr>
          <p:blipFill>
            <a:blip r:embed="rId4" cstate="print"/>
            <a:stretch>
              <a:fillRect/>
            </a:stretch>
          </p:blipFill>
          <p:spPr>
            <a:xfrm>
              <a:off x="3179063" y="3371087"/>
              <a:ext cx="917448" cy="917448"/>
            </a:xfrm>
            <a:prstGeom prst="rect">
              <a:avLst/>
            </a:prstGeom>
          </p:spPr>
        </p:pic>
        <p:pic>
          <p:nvPicPr>
            <p:cNvPr id="9" name="object 9"/>
            <p:cNvPicPr/>
            <p:nvPr/>
          </p:nvPicPr>
          <p:blipFill>
            <a:blip r:embed="rId5" cstate="print"/>
            <a:stretch>
              <a:fillRect/>
            </a:stretch>
          </p:blipFill>
          <p:spPr>
            <a:xfrm>
              <a:off x="4181855" y="3200400"/>
              <a:ext cx="917448" cy="917448"/>
            </a:xfrm>
            <a:prstGeom prst="rect">
              <a:avLst/>
            </a:prstGeom>
          </p:spPr>
        </p:pic>
        <p:sp>
          <p:nvSpPr>
            <p:cNvPr id="10" name="object 10"/>
            <p:cNvSpPr/>
            <p:nvPr/>
          </p:nvSpPr>
          <p:spPr>
            <a:xfrm>
              <a:off x="3568331" y="4331931"/>
              <a:ext cx="1135380" cy="385445"/>
            </a:xfrm>
            <a:custGeom>
              <a:avLst/>
              <a:gdLst/>
              <a:ahLst/>
              <a:cxnLst/>
              <a:rect l="l" t="t" r="r" b="b"/>
              <a:pathLst>
                <a:path w="1135379" h="385445">
                  <a:moveTo>
                    <a:pt x="152400" y="101600"/>
                  </a:moveTo>
                  <a:lnTo>
                    <a:pt x="114300" y="50800"/>
                  </a:lnTo>
                  <a:lnTo>
                    <a:pt x="76200" y="0"/>
                  </a:lnTo>
                  <a:lnTo>
                    <a:pt x="0" y="101600"/>
                  </a:lnTo>
                  <a:lnTo>
                    <a:pt x="50800" y="101600"/>
                  </a:lnTo>
                  <a:lnTo>
                    <a:pt x="50800" y="360006"/>
                  </a:lnTo>
                  <a:lnTo>
                    <a:pt x="52793" y="369887"/>
                  </a:lnTo>
                  <a:lnTo>
                    <a:pt x="58242" y="377964"/>
                  </a:lnTo>
                  <a:lnTo>
                    <a:pt x="66306" y="383413"/>
                  </a:lnTo>
                  <a:lnTo>
                    <a:pt x="76200" y="385406"/>
                  </a:lnTo>
                  <a:lnTo>
                    <a:pt x="86080" y="383413"/>
                  </a:lnTo>
                  <a:lnTo>
                    <a:pt x="94157" y="377964"/>
                  </a:lnTo>
                  <a:lnTo>
                    <a:pt x="99606" y="369887"/>
                  </a:lnTo>
                  <a:lnTo>
                    <a:pt x="101600" y="360006"/>
                  </a:lnTo>
                  <a:lnTo>
                    <a:pt x="101600" y="101600"/>
                  </a:lnTo>
                  <a:lnTo>
                    <a:pt x="152400" y="101600"/>
                  </a:lnTo>
                  <a:close/>
                </a:path>
                <a:path w="1135379" h="385445">
                  <a:moveTo>
                    <a:pt x="1135011" y="101600"/>
                  </a:moveTo>
                  <a:lnTo>
                    <a:pt x="1096911" y="50800"/>
                  </a:lnTo>
                  <a:lnTo>
                    <a:pt x="1058811" y="0"/>
                  </a:lnTo>
                  <a:lnTo>
                    <a:pt x="982611" y="101600"/>
                  </a:lnTo>
                  <a:lnTo>
                    <a:pt x="1033411" y="101600"/>
                  </a:lnTo>
                  <a:lnTo>
                    <a:pt x="1033411" y="360006"/>
                  </a:lnTo>
                  <a:lnTo>
                    <a:pt x="1035405" y="369887"/>
                  </a:lnTo>
                  <a:lnTo>
                    <a:pt x="1040853" y="377964"/>
                  </a:lnTo>
                  <a:lnTo>
                    <a:pt x="1048918" y="383413"/>
                  </a:lnTo>
                  <a:lnTo>
                    <a:pt x="1058811" y="385406"/>
                  </a:lnTo>
                  <a:lnTo>
                    <a:pt x="1068692" y="383413"/>
                  </a:lnTo>
                  <a:lnTo>
                    <a:pt x="1076769" y="377964"/>
                  </a:lnTo>
                  <a:lnTo>
                    <a:pt x="1082217" y="369887"/>
                  </a:lnTo>
                  <a:lnTo>
                    <a:pt x="1084211" y="360006"/>
                  </a:lnTo>
                  <a:lnTo>
                    <a:pt x="1084211" y="101600"/>
                  </a:lnTo>
                  <a:lnTo>
                    <a:pt x="1135011" y="101600"/>
                  </a:lnTo>
                  <a:close/>
                </a:path>
              </a:pathLst>
            </a:custGeom>
            <a:solidFill>
              <a:srgbClr val="FF0000"/>
            </a:solidFill>
          </p:spPr>
          <p:txBody>
            <a:bodyPr wrap="square" lIns="0" tIns="0" rIns="0" bIns="0" rtlCol="0"/>
            <a:lstStyle/>
            <a:p>
              <a:endParaRPr/>
            </a:p>
          </p:txBody>
        </p:sp>
      </p:grpSp>
      <p:grpSp>
        <p:nvGrpSpPr>
          <p:cNvPr id="11" name="object 11"/>
          <p:cNvGrpSpPr/>
          <p:nvPr/>
        </p:nvGrpSpPr>
        <p:grpSpPr>
          <a:xfrm>
            <a:off x="43542" y="6462030"/>
            <a:ext cx="746125" cy="360045"/>
            <a:chOff x="43542" y="6462030"/>
            <a:chExt cx="746125" cy="360045"/>
          </a:xfrm>
        </p:grpSpPr>
        <p:sp>
          <p:nvSpPr>
            <p:cNvPr id="12" name="object 12"/>
            <p:cNvSpPr/>
            <p:nvPr/>
          </p:nvSpPr>
          <p:spPr>
            <a:xfrm>
              <a:off x="43542" y="6462030"/>
              <a:ext cx="360045" cy="360045"/>
            </a:xfrm>
            <a:custGeom>
              <a:avLst/>
              <a:gdLst/>
              <a:ahLst/>
              <a:cxnLst/>
              <a:rect l="l" t="t" r="r" b="b"/>
              <a:pathLst>
                <a:path w="360045" h="360045">
                  <a:moveTo>
                    <a:pt x="359999" y="0"/>
                  </a:moveTo>
                  <a:lnTo>
                    <a:pt x="0" y="0"/>
                  </a:lnTo>
                  <a:lnTo>
                    <a:pt x="0" y="359999"/>
                  </a:lnTo>
                  <a:lnTo>
                    <a:pt x="359999" y="359999"/>
                  </a:lnTo>
                  <a:lnTo>
                    <a:pt x="359999" y="314999"/>
                  </a:lnTo>
                  <a:lnTo>
                    <a:pt x="179999" y="314999"/>
                  </a:lnTo>
                  <a:lnTo>
                    <a:pt x="137329" y="308117"/>
                  </a:lnTo>
                  <a:lnTo>
                    <a:pt x="100270" y="288952"/>
                  </a:lnTo>
                  <a:lnTo>
                    <a:pt x="71047" y="259729"/>
                  </a:lnTo>
                  <a:lnTo>
                    <a:pt x="51882" y="222670"/>
                  </a:lnTo>
                  <a:lnTo>
                    <a:pt x="44999" y="179999"/>
                  </a:lnTo>
                  <a:lnTo>
                    <a:pt x="51882" y="137329"/>
                  </a:lnTo>
                  <a:lnTo>
                    <a:pt x="71047" y="100270"/>
                  </a:lnTo>
                  <a:lnTo>
                    <a:pt x="100270" y="71047"/>
                  </a:lnTo>
                  <a:lnTo>
                    <a:pt x="137329" y="51882"/>
                  </a:lnTo>
                  <a:lnTo>
                    <a:pt x="179999" y="44999"/>
                  </a:lnTo>
                  <a:lnTo>
                    <a:pt x="359999" y="44999"/>
                  </a:lnTo>
                  <a:lnTo>
                    <a:pt x="359999" y="0"/>
                  </a:lnTo>
                  <a:close/>
                </a:path>
                <a:path w="360045" h="360045">
                  <a:moveTo>
                    <a:pt x="359999" y="44999"/>
                  </a:moveTo>
                  <a:lnTo>
                    <a:pt x="179999" y="44999"/>
                  </a:lnTo>
                  <a:lnTo>
                    <a:pt x="222670" y="51882"/>
                  </a:lnTo>
                  <a:lnTo>
                    <a:pt x="259729" y="71047"/>
                  </a:lnTo>
                  <a:lnTo>
                    <a:pt x="288952" y="100270"/>
                  </a:lnTo>
                  <a:lnTo>
                    <a:pt x="308117" y="137329"/>
                  </a:lnTo>
                  <a:lnTo>
                    <a:pt x="314999" y="179999"/>
                  </a:lnTo>
                  <a:lnTo>
                    <a:pt x="308117" y="222670"/>
                  </a:lnTo>
                  <a:lnTo>
                    <a:pt x="288952" y="259729"/>
                  </a:lnTo>
                  <a:lnTo>
                    <a:pt x="259729" y="288952"/>
                  </a:lnTo>
                  <a:lnTo>
                    <a:pt x="222670" y="308117"/>
                  </a:lnTo>
                  <a:lnTo>
                    <a:pt x="179999" y="314999"/>
                  </a:lnTo>
                  <a:lnTo>
                    <a:pt x="359999" y="314999"/>
                  </a:lnTo>
                  <a:lnTo>
                    <a:pt x="359999" y="44999"/>
                  </a:lnTo>
                  <a:close/>
                </a:path>
              </a:pathLst>
            </a:custGeom>
            <a:solidFill>
              <a:srgbClr val="1CADE4"/>
            </a:solidFill>
          </p:spPr>
          <p:txBody>
            <a:bodyPr wrap="square" lIns="0" tIns="0" rIns="0" bIns="0" rtlCol="0"/>
            <a:lstStyle/>
            <a:p>
              <a:endParaRPr/>
            </a:p>
          </p:txBody>
        </p:sp>
        <p:sp>
          <p:nvSpPr>
            <p:cNvPr id="13" name="object 13"/>
            <p:cNvSpPr/>
            <p:nvPr/>
          </p:nvSpPr>
          <p:spPr>
            <a:xfrm>
              <a:off x="88542" y="6507030"/>
              <a:ext cx="270510" cy="270510"/>
            </a:xfrm>
            <a:custGeom>
              <a:avLst/>
              <a:gdLst/>
              <a:ahLst/>
              <a:cxnLst/>
              <a:rect l="l" t="t" r="r" b="b"/>
              <a:pathLst>
                <a:path w="270510"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10" h="270509">
                  <a:moveTo>
                    <a:pt x="259004" y="84375"/>
                  </a:moveTo>
                  <a:lnTo>
                    <a:pt x="160312" y="84375"/>
                  </a:lnTo>
                  <a:lnTo>
                    <a:pt x="160312" y="219375"/>
                  </a:lnTo>
                  <a:lnTo>
                    <a:pt x="185625" y="219375"/>
                  </a:lnTo>
                  <a:lnTo>
                    <a:pt x="185625" y="236250"/>
                  </a:lnTo>
                  <a:lnTo>
                    <a:pt x="222432" y="236250"/>
                  </a:lnTo>
                  <a:lnTo>
                    <a:pt x="243952" y="214729"/>
                  </a:lnTo>
                  <a:lnTo>
                    <a:pt x="263117" y="177670"/>
                  </a:lnTo>
                  <a:lnTo>
                    <a:pt x="269999" y="134999"/>
                  </a:lnTo>
                  <a:lnTo>
                    <a:pt x="263117" y="92329"/>
                  </a:lnTo>
                  <a:lnTo>
                    <a:pt x="259004" y="84375"/>
                  </a:lnTo>
                  <a:close/>
                </a:path>
                <a:path w="270510"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14" name="object 14"/>
            <p:cNvPicPr/>
            <p:nvPr/>
          </p:nvPicPr>
          <p:blipFill>
            <a:blip r:embed="rId6" cstate="print"/>
            <a:stretch>
              <a:fillRect/>
            </a:stretch>
          </p:blipFill>
          <p:spPr>
            <a:xfrm>
              <a:off x="172917" y="6515468"/>
              <a:ext cx="101249" cy="227812"/>
            </a:xfrm>
            <a:prstGeom prst="rect">
              <a:avLst/>
            </a:prstGeom>
          </p:spPr>
        </p:pic>
        <p:pic>
          <p:nvPicPr>
            <p:cNvPr id="15" name="object 15"/>
            <p:cNvPicPr/>
            <p:nvPr/>
          </p:nvPicPr>
          <p:blipFill>
            <a:blip r:embed="rId7" cstate="print"/>
            <a:stretch>
              <a:fillRect/>
            </a:stretch>
          </p:blipFill>
          <p:spPr>
            <a:xfrm>
              <a:off x="429325" y="6462030"/>
              <a:ext cx="360000" cy="359999"/>
            </a:xfrm>
            <a:prstGeom prst="rect">
              <a:avLst/>
            </a:prstGeom>
          </p:spPr>
        </p:pic>
      </p:grpSp>
      <p:sp>
        <p:nvSpPr>
          <p:cNvPr id="16" name="object 16"/>
          <p:cNvSpPr txBox="1"/>
          <p:nvPr/>
        </p:nvSpPr>
        <p:spPr>
          <a:xfrm>
            <a:off x="3286440" y="4742179"/>
            <a:ext cx="704850" cy="208279"/>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FF0000"/>
                </a:solidFill>
                <a:latin typeface="Corbel"/>
                <a:cs typeface="Corbel"/>
              </a:rPr>
              <a:t>Crosswind</a:t>
            </a:r>
            <a:endParaRPr sz="1200">
              <a:latin typeface="Corbel"/>
              <a:cs typeface="Corbel"/>
            </a:endParaRPr>
          </a:p>
        </p:txBody>
      </p:sp>
      <p:pic>
        <p:nvPicPr>
          <p:cNvPr id="17" name="object 17"/>
          <p:cNvPicPr/>
          <p:nvPr/>
        </p:nvPicPr>
        <p:blipFill>
          <a:blip r:embed="rId8" cstate="print"/>
          <a:stretch>
            <a:fillRect/>
          </a:stretch>
        </p:blipFill>
        <p:spPr>
          <a:xfrm>
            <a:off x="6578753" y="3039585"/>
            <a:ext cx="4592224" cy="2365474"/>
          </a:xfrm>
          <a:prstGeom prst="rect">
            <a:avLst/>
          </a:prstGeom>
        </p:spPr>
      </p:pic>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27</a:t>
            </a:fld>
            <a:endParaRPr spc="-2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2" cstate="print"/>
          <a:stretch>
            <a:fillRect/>
          </a:stretch>
        </p:blipFill>
        <p:spPr>
          <a:xfrm>
            <a:off x="1417319" y="566927"/>
            <a:ext cx="7482840" cy="573024"/>
          </a:xfrm>
          <a:prstGeom prst="rect">
            <a:avLst/>
          </a:prstGeom>
        </p:spPr>
      </p:pic>
      <p:sp>
        <p:nvSpPr>
          <p:cNvPr id="4" name="object 4"/>
          <p:cNvSpPr txBox="1">
            <a:spLocks noGrp="1"/>
          </p:cNvSpPr>
          <p:nvPr>
            <p:ph type="title"/>
          </p:nvPr>
        </p:nvSpPr>
        <p:spPr>
          <a:prstGeom prst="rect">
            <a:avLst/>
          </a:prstGeom>
        </p:spPr>
        <p:txBody>
          <a:bodyPr vert="horz" wrap="square" lIns="0" tIns="329691" rIns="0" bIns="0" rtlCol="0">
            <a:spAutoFit/>
          </a:bodyPr>
          <a:lstStyle/>
          <a:p>
            <a:pPr marL="640715">
              <a:lnSpc>
                <a:spcPct val="100000"/>
              </a:lnSpc>
              <a:spcBef>
                <a:spcPts val="100"/>
              </a:spcBef>
            </a:pPr>
            <a:r>
              <a:rPr dirty="0"/>
              <a:t>040</a:t>
            </a:r>
            <a:r>
              <a:rPr spc="-40" dirty="0"/>
              <a:t> </a:t>
            </a:r>
            <a:r>
              <a:rPr dirty="0"/>
              <a:t>02</a:t>
            </a:r>
            <a:r>
              <a:rPr spc="-35" dirty="0"/>
              <a:t> </a:t>
            </a:r>
            <a:r>
              <a:rPr dirty="0"/>
              <a:t>05:</a:t>
            </a:r>
            <a:r>
              <a:rPr spc="-35" dirty="0"/>
              <a:t> </a:t>
            </a:r>
            <a:r>
              <a:rPr dirty="0"/>
              <a:t>How</a:t>
            </a:r>
            <a:r>
              <a:rPr spc="-35" dirty="0"/>
              <a:t> </a:t>
            </a:r>
            <a:r>
              <a:rPr dirty="0"/>
              <a:t>to</a:t>
            </a:r>
            <a:r>
              <a:rPr spc="-35" dirty="0"/>
              <a:t> </a:t>
            </a:r>
            <a:r>
              <a:rPr dirty="0"/>
              <a:t>obtain</a:t>
            </a:r>
            <a:r>
              <a:rPr spc="-45" dirty="0"/>
              <a:t> </a:t>
            </a:r>
            <a:r>
              <a:rPr dirty="0"/>
              <a:t>and</a:t>
            </a:r>
            <a:r>
              <a:rPr spc="-30" dirty="0"/>
              <a:t> </a:t>
            </a:r>
            <a:r>
              <a:rPr dirty="0"/>
              <a:t>interpret</a:t>
            </a:r>
            <a:r>
              <a:rPr spc="-30" dirty="0"/>
              <a:t> </a:t>
            </a:r>
            <a:r>
              <a:rPr dirty="0"/>
              <a:t>reliable</a:t>
            </a:r>
            <a:r>
              <a:rPr spc="-30" dirty="0"/>
              <a:t> </a:t>
            </a:r>
            <a:r>
              <a:rPr dirty="0"/>
              <a:t>weather</a:t>
            </a:r>
            <a:r>
              <a:rPr spc="-35" dirty="0"/>
              <a:t> </a:t>
            </a:r>
            <a:r>
              <a:rPr spc="-10" dirty="0"/>
              <a:t>information:</a:t>
            </a:r>
          </a:p>
        </p:txBody>
      </p:sp>
      <p:grpSp>
        <p:nvGrpSpPr>
          <p:cNvPr id="5" name="object 5"/>
          <p:cNvGrpSpPr/>
          <p:nvPr/>
        </p:nvGrpSpPr>
        <p:grpSpPr>
          <a:xfrm>
            <a:off x="43542" y="6462030"/>
            <a:ext cx="360045" cy="360045"/>
            <a:chOff x="43542" y="6462030"/>
            <a:chExt cx="360045" cy="360045"/>
          </a:xfrm>
        </p:grpSpPr>
        <p:sp>
          <p:nvSpPr>
            <p:cNvPr id="6" name="object 6"/>
            <p:cNvSpPr/>
            <p:nvPr/>
          </p:nvSpPr>
          <p:spPr>
            <a:xfrm>
              <a:off x="43542" y="6462030"/>
              <a:ext cx="360045" cy="360045"/>
            </a:xfrm>
            <a:custGeom>
              <a:avLst/>
              <a:gdLst/>
              <a:ahLst/>
              <a:cxnLst/>
              <a:rect l="l" t="t" r="r" b="b"/>
              <a:pathLst>
                <a:path w="360045" h="360045">
                  <a:moveTo>
                    <a:pt x="359999" y="0"/>
                  </a:moveTo>
                  <a:lnTo>
                    <a:pt x="0" y="0"/>
                  </a:lnTo>
                  <a:lnTo>
                    <a:pt x="0" y="359999"/>
                  </a:lnTo>
                  <a:lnTo>
                    <a:pt x="359999" y="359999"/>
                  </a:lnTo>
                  <a:lnTo>
                    <a:pt x="359999" y="314999"/>
                  </a:lnTo>
                  <a:lnTo>
                    <a:pt x="179999" y="314999"/>
                  </a:lnTo>
                  <a:lnTo>
                    <a:pt x="137329" y="308117"/>
                  </a:lnTo>
                  <a:lnTo>
                    <a:pt x="100270" y="288952"/>
                  </a:lnTo>
                  <a:lnTo>
                    <a:pt x="71047" y="259729"/>
                  </a:lnTo>
                  <a:lnTo>
                    <a:pt x="51882" y="222670"/>
                  </a:lnTo>
                  <a:lnTo>
                    <a:pt x="44999" y="179999"/>
                  </a:lnTo>
                  <a:lnTo>
                    <a:pt x="51882" y="137329"/>
                  </a:lnTo>
                  <a:lnTo>
                    <a:pt x="71047" y="100270"/>
                  </a:lnTo>
                  <a:lnTo>
                    <a:pt x="100270" y="71047"/>
                  </a:lnTo>
                  <a:lnTo>
                    <a:pt x="137329" y="51882"/>
                  </a:lnTo>
                  <a:lnTo>
                    <a:pt x="179999" y="44999"/>
                  </a:lnTo>
                  <a:lnTo>
                    <a:pt x="359999" y="44999"/>
                  </a:lnTo>
                  <a:lnTo>
                    <a:pt x="359999" y="0"/>
                  </a:lnTo>
                  <a:close/>
                </a:path>
                <a:path w="360045" h="360045">
                  <a:moveTo>
                    <a:pt x="359999" y="44999"/>
                  </a:moveTo>
                  <a:lnTo>
                    <a:pt x="179999" y="44999"/>
                  </a:lnTo>
                  <a:lnTo>
                    <a:pt x="222670" y="51882"/>
                  </a:lnTo>
                  <a:lnTo>
                    <a:pt x="259729" y="71047"/>
                  </a:lnTo>
                  <a:lnTo>
                    <a:pt x="288952" y="100270"/>
                  </a:lnTo>
                  <a:lnTo>
                    <a:pt x="308117" y="137329"/>
                  </a:lnTo>
                  <a:lnTo>
                    <a:pt x="314999" y="179999"/>
                  </a:lnTo>
                  <a:lnTo>
                    <a:pt x="308117" y="222670"/>
                  </a:lnTo>
                  <a:lnTo>
                    <a:pt x="288952" y="259729"/>
                  </a:lnTo>
                  <a:lnTo>
                    <a:pt x="259729" y="288952"/>
                  </a:lnTo>
                  <a:lnTo>
                    <a:pt x="222670" y="308117"/>
                  </a:lnTo>
                  <a:lnTo>
                    <a:pt x="179999" y="314999"/>
                  </a:lnTo>
                  <a:lnTo>
                    <a:pt x="359999" y="314999"/>
                  </a:lnTo>
                  <a:lnTo>
                    <a:pt x="359999" y="44999"/>
                  </a:lnTo>
                  <a:close/>
                </a:path>
              </a:pathLst>
            </a:custGeom>
            <a:solidFill>
              <a:srgbClr val="1CADE4"/>
            </a:solidFill>
          </p:spPr>
          <p:txBody>
            <a:bodyPr wrap="square" lIns="0" tIns="0" rIns="0" bIns="0" rtlCol="0"/>
            <a:lstStyle/>
            <a:p>
              <a:endParaRPr/>
            </a:p>
          </p:txBody>
        </p:sp>
        <p:sp>
          <p:nvSpPr>
            <p:cNvPr id="7" name="object 7"/>
            <p:cNvSpPr/>
            <p:nvPr/>
          </p:nvSpPr>
          <p:spPr>
            <a:xfrm>
              <a:off x="88542" y="6507030"/>
              <a:ext cx="270510" cy="270510"/>
            </a:xfrm>
            <a:custGeom>
              <a:avLst/>
              <a:gdLst/>
              <a:ahLst/>
              <a:cxnLst/>
              <a:rect l="l" t="t" r="r" b="b"/>
              <a:pathLst>
                <a:path w="270510"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10" h="270509">
                  <a:moveTo>
                    <a:pt x="259004" y="84375"/>
                  </a:moveTo>
                  <a:lnTo>
                    <a:pt x="160312" y="84375"/>
                  </a:lnTo>
                  <a:lnTo>
                    <a:pt x="160312" y="219375"/>
                  </a:lnTo>
                  <a:lnTo>
                    <a:pt x="185625" y="219375"/>
                  </a:lnTo>
                  <a:lnTo>
                    <a:pt x="185625" y="236250"/>
                  </a:lnTo>
                  <a:lnTo>
                    <a:pt x="222432" y="236250"/>
                  </a:lnTo>
                  <a:lnTo>
                    <a:pt x="243952" y="214729"/>
                  </a:lnTo>
                  <a:lnTo>
                    <a:pt x="263117" y="177670"/>
                  </a:lnTo>
                  <a:lnTo>
                    <a:pt x="269999" y="134999"/>
                  </a:lnTo>
                  <a:lnTo>
                    <a:pt x="263117" y="92329"/>
                  </a:lnTo>
                  <a:lnTo>
                    <a:pt x="259004" y="84375"/>
                  </a:lnTo>
                  <a:close/>
                </a:path>
                <a:path w="270510"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8" name="object 8"/>
            <p:cNvPicPr/>
            <p:nvPr/>
          </p:nvPicPr>
          <p:blipFill>
            <a:blip r:embed="rId3" cstate="print"/>
            <a:stretch>
              <a:fillRect/>
            </a:stretch>
          </p:blipFill>
          <p:spPr>
            <a:xfrm>
              <a:off x="172917" y="6515468"/>
              <a:ext cx="101249" cy="227812"/>
            </a:xfrm>
            <a:prstGeom prst="rect">
              <a:avLst/>
            </a:prstGeom>
          </p:spPr>
        </p:pic>
      </p:grpSp>
      <p:sp>
        <p:nvSpPr>
          <p:cNvPr id="9" name="object 9"/>
          <p:cNvSpPr txBox="1">
            <a:spLocks noGrp="1"/>
          </p:cNvSpPr>
          <p:nvPr>
            <p:ph type="body" idx="1"/>
          </p:nvPr>
        </p:nvSpPr>
        <p:spPr>
          <a:prstGeom prst="rect">
            <a:avLst/>
          </a:prstGeom>
        </p:spPr>
        <p:txBody>
          <a:bodyPr vert="horz" wrap="square" lIns="0" tIns="109855" rIns="0" bIns="0" rtlCol="0">
            <a:spAutoFit/>
          </a:bodyPr>
          <a:lstStyle/>
          <a:p>
            <a:pPr marL="12700" algn="just">
              <a:lnSpc>
                <a:spcPct val="100000"/>
              </a:lnSpc>
              <a:spcBef>
                <a:spcPts val="865"/>
              </a:spcBef>
            </a:pPr>
            <a:r>
              <a:rPr sz="1800" b="1" u="sng" spc="-10" dirty="0">
                <a:uFill>
                  <a:solidFill>
                    <a:srgbClr val="000000"/>
                  </a:solidFill>
                </a:uFill>
                <a:latin typeface="Corbel"/>
                <a:cs typeface="Corbel"/>
              </a:rPr>
              <a:t>Meteorological</a:t>
            </a:r>
            <a:r>
              <a:rPr sz="1800" b="1" u="sng" spc="-45" dirty="0">
                <a:uFill>
                  <a:solidFill>
                    <a:srgbClr val="000000"/>
                  </a:solidFill>
                </a:uFill>
                <a:latin typeface="Corbel"/>
                <a:cs typeface="Corbel"/>
              </a:rPr>
              <a:t> </a:t>
            </a:r>
            <a:r>
              <a:rPr sz="1800" b="1" u="sng" spc="-10" dirty="0">
                <a:uFill>
                  <a:solidFill>
                    <a:srgbClr val="000000"/>
                  </a:solidFill>
                </a:uFill>
                <a:latin typeface="Corbel"/>
                <a:cs typeface="Corbel"/>
              </a:rPr>
              <a:t>Services</a:t>
            </a:r>
            <a:r>
              <a:rPr sz="1800" b="1" u="sng" spc="-35" dirty="0">
                <a:uFill>
                  <a:solidFill>
                    <a:srgbClr val="000000"/>
                  </a:solidFill>
                </a:uFill>
                <a:latin typeface="Corbel"/>
                <a:cs typeface="Corbel"/>
              </a:rPr>
              <a:t> </a:t>
            </a:r>
            <a:r>
              <a:rPr sz="1800" b="1" u="sng" dirty="0">
                <a:uFill>
                  <a:solidFill>
                    <a:srgbClr val="000000"/>
                  </a:solidFill>
                </a:uFill>
                <a:latin typeface="Corbel"/>
                <a:cs typeface="Corbel"/>
              </a:rPr>
              <a:t>Singapore</a:t>
            </a:r>
            <a:r>
              <a:rPr sz="1800" b="1" u="sng" spc="15" dirty="0">
                <a:uFill>
                  <a:solidFill>
                    <a:srgbClr val="000000"/>
                  </a:solidFill>
                </a:uFill>
                <a:latin typeface="Corbel"/>
                <a:cs typeface="Corbel"/>
              </a:rPr>
              <a:t> </a:t>
            </a:r>
            <a:r>
              <a:rPr sz="1800" b="1" u="sng" spc="-20" dirty="0">
                <a:uFill>
                  <a:solidFill>
                    <a:srgbClr val="000000"/>
                  </a:solidFill>
                </a:uFill>
                <a:latin typeface="Corbel"/>
                <a:cs typeface="Corbel"/>
              </a:rPr>
              <a:t>(non-</a:t>
            </a:r>
            <a:r>
              <a:rPr sz="1800" b="1" u="sng" spc="-10" dirty="0">
                <a:uFill>
                  <a:solidFill>
                    <a:srgbClr val="000000"/>
                  </a:solidFill>
                </a:uFill>
                <a:latin typeface="Corbel"/>
                <a:cs typeface="Corbel"/>
              </a:rPr>
              <a:t>aviation)</a:t>
            </a:r>
            <a:endParaRPr sz="1800">
              <a:latin typeface="Corbel"/>
              <a:cs typeface="Corbel"/>
            </a:endParaRPr>
          </a:p>
          <a:p>
            <a:pPr marL="298450" marR="5080" indent="-285750" algn="just">
              <a:lnSpc>
                <a:spcPct val="100299"/>
              </a:lnSpc>
              <a:spcBef>
                <a:spcPts val="675"/>
              </a:spcBef>
              <a:buFont typeface="Arial MT"/>
              <a:buChar char="•"/>
              <a:tabLst>
                <a:tab pos="298450" algn="l"/>
                <a:tab pos="300990" algn="l"/>
              </a:tabLst>
            </a:pPr>
            <a:r>
              <a:rPr dirty="0"/>
              <a:t>	Meteorological</a:t>
            </a:r>
            <a:r>
              <a:rPr spc="35" dirty="0"/>
              <a:t> </a:t>
            </a:r>
            <a:r>
              <a:rPr dirty="0"/>
              <a:t>Service</a:t>
            </a:r>
            <a:r>
              <a:rPr spc="45" dirty="0"/>
              <a:t> </a:t>
            </a:r>
            <a:r>
              <a:rPr dirty="0"/>
              <a:t>Singapore</a:t>
            </a:r>
            <a:r>
              <a:rPr spc="45" dirty="0"/>
              <a:t> </a:t>
            </a:r>
            <a:r>
              <a:rPr dirty="0"/>
              <a:t>(MSS)</a:t>
            </a:r>
            <a:r>
              <a:rPr spc="35" dirty="0"/>
              <a:t> </a:t>
            </a:r>
            <a:r>
              <a:rPr dirty="0"/>
              <a:t>mission</a:t>
            </a:r>
            <a:r>
              <a:rPr spc="50" dirty="0"/>
              <a:t> </a:t>
            </a:r>
            <a:r>
              <a:rPr dirty="0"/>
              <a:t>is</a:t>
            </a:r>
            <a:r>
              <a:rPr spc="40" dirty="0"/>
              <a:t> </a:t>
            </a:r>
            <a:r>
              <a:rPr dirty="0"/>
              <a:t>to</a:t>
            </a:r>
            <a:r>
              <a:rPr spc="35" dirty="0"/>
              <a:t> </a:t>
            </a:r>
            <a:r>
              <a:rPr dirty="0"/>
              <a:t>observe</a:t>
            </a:r>
            <a:r>
              <a:rPr spc="40" dirty="0"/>
              <a:t> </a:t>
            </a:r>
            <a:r>
              <a:rPr dirty="0"/>
              <a:t>and</a:t>
            </a:r>
            <a:r>
              <a:rPr spc="45" dirty="0"/>
              <a:t> </a:t>
            </a:r>
            <a:r>
              <a:rPr dirty="0"/>
              <a:t>understand</a:t>
            </a:r>
            <a:r>
              <a:rPr spc="40" dirty="0"/>
              <a:t> </a:t>
            </a:r>
            <a:r>
              <a:rPr dirty="0"/>
              <a:t>the</a:t>
            </a:r>
            <a:r>
              <a:rPr spc="45" dirty="0"/>
              <a:t> </a:t>
            </a:r>
            <a:r>
              <a:rPr dirty="0"/>
              <a:t>weather</a:t>
            </a:r>
            <a:r>
              <a:rPr spc="35" dirty="0"/>
              <a:t> </a:t>
            </a:r>
            <a:r>
              <a:rPr dirty="0"/>
              <a:t>and</a:t>
            </a:r>
            <a:r>
              <a:rPr spc="45" dirty="0"/>
              <a:t> </a:t>
            </a:r>
            <a:r>
              <a:rPr dirty="0"/>
              <a:t>climate</a:t>
            </a:r>
            <a:r>
              <a:rPr spc="40" dirty="0"/>
              <a:t> </a:t>
            </a:r>
            <a:r>
              <a:rPr spc="-10" dirty="0"/>
              <a:t>affecting </a:t>
            </a:r>
            <a:r>
              <a:rPr dirty="0"/>
              <a:t>Singapore</a:t>
            </a:r>
            <a:r>
              <a:rPr spc="229" dirty="0"/>
              <a:t> </a:t>
            </a:r>
            <a:r>
              <a:rPr dirty="0"/>
              <a:t>and</a:t>
            </a:r>
            <a:r>
              <a:rPr spc="235" dirty="0"/>
              <a:t> </a:t>
            </a:r>
            <a:r>
              <a:rPr dirty="0"/>
              <a:t>to</a:t>
            </a:r>
            <a:r>
              <a:rPr spc="225" dirty="0"/>
              <a:t> </a:t>
            </a:r>
            <a:r>
              <a:rPr dirty="0"/>
              <a:t>provide</a:t>
            </a:r>
            <a:r>
              <a:rPr spc="225" dirty="0"/>
              <a:t> </a:t>
            </a:r>
            <a:r>
              <a:rPr dirty="0"/>
              <a:t>services</a:t>
            </a:r>
            <a:r>
              <a:rPr spc="229" dirty="0"/>
              <a:t> </a:t>
            </a:r>
            <a:r>
              <a:rPr dirty="0"/>
              <a:t>in</a:t>
            </a:r>
            <a:r>
              <a:rPr spc="235" dirty="0"/>
              <a:t> </a:t>
            </a:r>
            <a:r>
              <a:rPr dirty="0"/>
              <a:t>support</a:t>
            </a:r>
            <a:r>
              <a:rPr spc="220" dirty="0"/>
              <a:t> </a:t>
            </a:r>
            <a:r>
              <a:rPr dirty="0"/>
              <a:t>of</a:t>
            </a:r>
            <a:r>
              <a:rPr spc="225" dirty="0"/>
              <a:t> </a:t>
            </a:r>
            <a:r>
              <a:rPr dirty="0"/>
              <a:t>national</a:t>
            </a:r>
            <a:r>
              <a:rPr spc="229" dirty="0"/>
              <a:t> </a:t>
            </a:r>
            <a:r>
              <a:rPr dirty="0"/>
              <a:t>needs</a:t>
            </a:r>
            <a:r>
              <a:rPr spc="229" dirty="0"/>
              <a:t> </a:t>
            </a:r>
            <a:r>
              <a:rPr dirty="0"/>
              <a:t>and</a:t>
            </a:r>
            <a:r>
              <a:rPr spc="229" dirty="0"/>
              <a:t> </a:t>
            </a:r>
            <a:r>
              <a:rPr dirty="0"/>
              <a:t>international</a:t>
            </a:r>
            <a:r>
              <a:rPr spc="235" dirty="0"/>
              <a:t> </a:t>
            </a:r>
            <a:r>
              <a:rPr spc="-10" dirty="0"/>
              <a:t>co-</a:t>
            </a:r>
            <a:r>
              <a:rPr dirty="0"/>
              <a:t>operation.</a:t>
            </a:r>
            <a:r>
              <a:rPr spc="229" dirty="0"/>
              <a:t> </a:t>
            </a:r>
            <a:r>
              <a:rPr dirty="0"/>
              <a:t>It</a:t>
            </a:r>
            <a:r>
              <a:rPr spc="225" dirty="0"/>
              <a:t> </a:t>
            </a:r>
            <a:r>
              <a:rPr dirty="0"/>
              <a:t>collects</a:t>
            </a:r>
            <a:r>
              <a:rPr spc="225" dirty="0"/>
              <a:t> </a:t>
            </a:r>
            <a:r>
              <a:rPr spc="-25" dirty="0"/>
              <a:t>and </a:t>
            </a:r>
            <a:r>
              <a:rPr dirty="0"/>
              <a:t>maintain</a:t>
            </a:r>
            <a:r>
              <a:rPr spc="310" dirty="0"/>
              <a:t> </a:t>
            </a:r>
            <a:r>
              <a:rPr dirty="0"/>
              <a:t>reliable</a:t>
            </a:r>
            <a:r>
              <a:rPr spc="310" dirty="0"/>
              <a:t> </a:t>
            </a:r>
            <a:r>
              <a:rPr spc="-10" dirty="0"/>
              <a:t>long-</a:t>
            </a:r>
            <a:r>
              <a:rPr dirty="0"/>
              <a:t>term</a:t>
            </a:r>
            <a:r>
              <a:rPr spc="305" dirty="0"/>
              <a:t> </a:t>
            </a:r>
            <a:r>
              <a:rPr dirty="0"/>
              <a:t>national</a:t>
            </a:r>
            <a:r>
              <a:rPr spc="305" dirty="0"/>
              <a:t> </a:t>
            </a:r>
            <a:r>
              <a:rPr dirty="0"/>
              <a:t>weather</a:t>
            </a:r>
            <a:r>
              <a:rPr spc="310" dirty="0"/>
              <a:t> </a:t>
            </a:r>
            <a:r>
              <a:rPr dirty="0"/>
              <a:t>records,</a:t>
            </a:r>
            <a:r>
              <a:rPr spc="310" dirty="0"/>
              <a:t> </a:t>
            </a:r>
            <a:r>
              <a:rPr dirty="0"/>
              <a:t>provides</a:t>
            </a:r>
            <a:r>
              <a:rPr spc="310" dirty="0"/>
              <a:t> </a:t>
            </a:r>
            <a:r>
              <a:rPr dirty="0"/>
              <a:t>reliable</a:t>
            </a:r>
            <a:r>
              <a:rPr spc="305" dirty="0"/>
              <a:t> </a:t>
            </a:r>
            <a:r>
              <a:rPr dirty="0"/>
              <a:t>weather</a:t>
            </a:r>
            <a:r>
              <a:rPr spc="310" dirty="0"/>
              <a:t> </a:t>
            </a:r>
            <a:r>
              <a:rPr dirty="0"/>
              <a:t>and</a:t>
            </a:r>
            <a:r>
              <a:rPr spc="315" dirty="0"/>
              <a:t> </a:t>
            </a:r>
            <a:r>
              <a:rPr dirty="0"/>
              <a:t>climate</a:t>
            </a:r>
            <a:r>
              <a:rPr spc="305" dirty="0"/>
              <a:t> </a:t>
            </a:r>
            <a:r>
              <a:rPr dirty="0"/>
              <a:t>services.</a:t>
            </a:r>
            <a:r>
              <a:rPr spc="310" dirty="0"/>
              <a:t> </a:t>
            </a:r>
            <a:r>
              <a:rPr dirty="0"/>
              <a:t>It</a:t>
            </a:r>
            <a:r>
              <a:rPr spc="305" dirty="0"/>
              <a:t> </a:t>
            </a:r>
            <a:r>
              <a:rPr spc="-20" dirty="0"/>
              <a:t>also </a:t>
            </a:r>
            <a:r>
              <a:rPr dirty="0"/>
              <a:t>conducts</a:t>
            </a:r>
            <a:r>
              <a:rPr spc="200" dirty="0"/>
              <a:t> </a:t>
            </a:r>
            <a:r>
              <a:rPr dirty="0"/>
              <a:t>research</a:t>
            </a:r>
            <a:r>
              <a:rPr spc="204" dirty="0"/>
              <a:t> </a:t>
            </a:r>
            <a:r>
              <a:rPr dirty="0"/>
              <a:t>to</a:t>
            </a:r>
            <a:r>
              <a:rPr spc="200" dirty="0"/>
              <a:t> </a:t>
            </a:r>
            <a:r>
              <a:rPr dirty="0"/>
              <a:t>advance</a:t>
            </a:r>
            <a:r>
              <a:rPr spc="210" dirty="0"/>
              <a:t> </a:t>
            </a:r>
            <a:r>
              <a:rPr dirty="0"/>
              <a:t>understanding</a:t>
            </a:r>
            <a:r>
              <a:rPr spc="200" dirty="0"/>
              <a:t> </a:t>
            </a:r>
            <a:r>
              <a:rPr dirty="0"/>
              <a:t>and</a:t>
            </a:r>
            <a:r>
              <a:rPr spc="210" dirty="0"/>
              <a:t> </a:t>
            </a:r>
            <a:r>
              <a:rPr dirty="0"/>
              <a:t>prediction</a:t>
            </a:r>
            <a:r>
              <a:rPr spc="210" dirty="0"/>
              <a:t> </a:t>
            </a:r>
            <a:r>
              <a:rPr dirty="0"/>
              <a:t>of</a:t>
            </a:r>
            <a:r>
              <a:rPr spc="204" dirty="0"/>
              <a:t> </a:t>
            </a:r>
            <a:r>
              <a:rPr dirty="0"/>
              <a:t>the</a:t>
            </a:r>
            <a:r>
              <a:rPr spc="204" dirty="0"/>
              <a:t> </a:t>
            </a:r>
            <a:r>
              <a:rPr dirty="0"/>
              <a:t>weather</a:t>
            </a:r>
            <a:r>
              <a:rPr spc="204" dirty="0"/>
              <a:t> </a:t>
            </a:r>
            <a:r>
              <a:rPr dirty="0"/>
              <a:t>and</a:t>
            </a:r>
            <a:r>
              <a:rPr spc="210" dirty="0"/>
              <a:t> </a:t>
            </a:r>
            <a:r>
              <a:rPr dirty="0"/>
              <a:t>climate</a:t>
            </a:r>
            <a:r>
              <a:rPr spc="204" dirty="0"/>
              <a:t> </a:t>
            </a:r>
            <a:r>
              <a:rPr dirty="0"/>
              <a:t>of</a:t>
            </a:r>
            <a:r>
              <a:rPr spc="204" dirty="0"/>
              <a:t> </a:t>
            </a:r>
            <a:r>
              <a:rPr dirty="0"/>
              <a:t>Singapore</a:t>
            </a:r>
            <a:r>
              <a:rPr spc="210" dirty="0"/>
              <a:t> </a:t>
            </a:r>
            <a:r>
              <a:rPr dirty="0"/>
              <a:t>and</a:t>
            </a:r>
            <a:r>
              <a:rPr spc="204" dirty="0"/>
              <a:t> </a:t>
            </a:r>
            <a:r>
              <a:rPr spc="-25" dirty="0"/>
              <a:t>the </a:t>
            </a:r>
            <a:r>
              <a:rPr dirty="0"/>
              <a:t>region.</a:t>
            </a:r>
            <a:r>
              <a:rPr spc="-45" dirty="0"/>
              <a:t> </a:t>
            </a:r>
            <a:r>
              <a:rPr dirty="0"/>
              <a:t>It</a:t>
            </a:r>
            <a:r>
              <a:rPr spc="-35" dirty="0"/>
              <a:t> </a:t>
            </a:r>
            <a:r>
              <a:rPr dirty="0"/>
              <a:t>does</a:t>
            </a:r>
            <a:r>
              <a:rPr spc="-35" dirty="0"/>
              <a:t> </a:t>
            </a:r>
            <a:r>
              <a:rPr dirty="0"/>
              <a:t>risk</a:t>
            </a:r>
            <a:r>
              <a:rPr spc="-35" dirty="0"/>
              <a:t> </a:t>
            </a:r>
            <a:r>
              <a:rPr dirty="0"/>
              <a:t>and</a:t>
            </a:r>
            <a:r>
              <a:rPr spc="-30" dirty="0"/>
              <a:t> </a:t>
            </a:r>
            <a:r>
              <a:rPr dirty="0"/>
              <a:t>impact</a:t>
            </a:r>
            <a:r>
              <a:rPr spc="-40" dirty="0"/>
              <a:t> </a:t>
            </a:r>
            <a:r>
              <a:rPr dirty="0"/>
              <a:t>assessment</a:t>
            </a:r>
            <a:r>
              <a:rPr spc="-45" dirty="0"/>
              <a:t> </a:t>
            </a:r>
            <a:r>
              <a:rPr dirty="0"/>
              <a:t>of</a:t>
            </a:r>
            <a:r>
              <a:rPr spc="-30" dirty="0"/>
              <a:t> </a:t>
            </a:r>
            <a:r>
              <a:rPr dirty="0"/>
              <a:t>natural</a:t>
            </a:r>
            <a:r>
              <a:rPr spc="-35" dirty="0"/>
              <a:t> </a:t>
            </a:r>
            <a:r>
              <a:rPr dirty="0"/>
              <a:t>environmental</a:t>
            </a:r>
            <a:r>
              <a:rPr spc="-25" dirty="0"/>
              <a:t> </a:t>
            </a:r>
            <a:r>
              <a:rPr spc="-10" dirty="0"/>
              <a:t>hazards</a:t>
            </a:r>
          </a:p>
          <a:p>
            <a:pPr marL="297815" indent="-285115">
              <a:lnSpc>
                <a:spcPct val="100000"/>
              </a:lnSpc>
              <a:spcBef>
                <a:spcPts val="980"/>
              </a:spcBef>
              <a:buFont typeface="Arial MT"/>
              <a:buChar char="•"/>
              <a:tabLst>
                <a:tab pos="297815" algn="l"/>
              </a:tabLst>
            </a:pPr>
            <a:r>
              <a:rPr dirty="0"/>
              <a:t>The</a:t>
            </a:r>
            <a:r>
              <a:rPr spc="-40" dirty="0"/>
              <a:t> </a:t>
            </a:r>
            <a:r>
              <a:rPr dirty="0"/>
              <a:t>key</a:t>
            </a:r>
            <a:r>
              <a:rPr spc="-45" dirty="0"/>
              <a:t> </a:t>
            </a:r>
            <a:r>
              <a:rPr dirty="0"/>
              <a:t>departments</a:t>
            </a:r>
            <a:r>
              <a:rPr spc="-35" dirty="0"/>
              <a:t> </a:t>
            </a:r>
            <a:r>
              <a:rPr dirty="0"/>
              <a:t>within</a:t>
            </a:r>
            <a:r>
              <a:rPr spc="-40" dirty="0"/>
              <a:t> </a:t>
            </a:r>
            <a:r>
              <a:rPr dirty="0"/>
              <a:t>MSS</a:t>
            </a:r>
            <a:r>
              <a:rPr spc="-35" dirty="0"/>
              <a:t> </a:t>
            </a:r>
            <a:r>
              <a:rPr spc="-20" dirty="0"/>
              <a:t>are:</a:t>
            </a:r>
          </a:p>
          <a:p>
            <a:pPr marL="755650" marR="6350" lvl="1" indent="-285750" algn="just">
              <a:lnSpc>
                <a:spcPct val="100000"/>
              </a:lnSpc>
              <a:spcBef>
                <a:spcPts val="960"/>
              </a:spcBef>
              <a:buFont typeface="Arial MT"/>
              <a:buChar char="•"/>
              <a:tabLst>
                <a:tab pos="755650" algn="l"/>
                <a:tab pos="758190" algn="l"/>
              </a:tabLst>
            </a:pPr>
            <a:r>
              <a:rPr sz="1600" u="sng" dirty="0">
                <a:uFill>
                  <a:solidFill>
                    <a:srgbClr val="000000"/>
                  </a:solidFill>
                </a:uFill>
                <a:latin typeface="Corbel"/>
                <a:cs typeface="Corbel"/>
              </a:rPr>
              <a:t>	Centre</a:t>
            </a:r>
            <a:r>
              <a:rPr sz="1600" u="sng" spc="-45" dirty="0">
                <a:uFill>
                  <a:solidFill>
                    <a:srgbClr val="000000"/>
                  </a:solidFill>
                </a:uFill>
                <a:latin typeface="Corbel"/>
                <a:cs typeface="Corbel"/>
              </a:rPr>
              <a:t> </a:t>
            </a:r>
            <a:r>
              <a:rPr sz="1600" u="sng" dirty="0">
                <a:uFill>
                  <a:solidFill>
                    <a:srgbClr val="000000"/>
                  </a:solidFill>
                </a:uFill>
                <a:latin typeface="Corbel"/>
                <a:cs typeface="Corbel"/>
              </a:rPr>
              <a:t>for</a:t>
            </a:r>
            <a:r>
              <a:rPr sz="1600" u="sng" spc="-45" dirty="0">
                <a:uFill>
                  <a:solidFill>
                    <a:srgbClr val="000000"/>
                  </a:solidFill>
                </a:uFill>
                <a:latin typeface="Corbel"/>
                <a:cs typeface="Corbel"/>
              </a:rPr>
              <a:t> </a:t>
            </a:r>
            <a:r>
              <a:rPr sz="1600" u="sng" dirty="0">
                <a:uFill>
                  <a:solidFill>
                    <a:srgbClr val="000000"/>
                  </a:solidFill>
                </a:uFill>
                <a:latin typeface="Corbel"/>
                <a:cs typeface="Corbel"/>
              </a:rPr>
              <a:t>Climate</a:t>
            </a:r>
            <a:r>
              <a:rPr sz="1600" u="sng" spc="-40" dirty="0">
                <a:uFill>
                  <a:solidFill>
                    <a:srgbClr val="000000"/>
                  </a:solidFill>
                </a:uFill>
                <a:latin typeface="Corbel"/>
                <a:cs typeface="Corbel"/>
              </a:rPr>
              <a:t> </a:t>
            </a:r>
            <a:r>
              <a:rPr sz="1600" u="sng" dirty="0">
                <a:uFill>
                  <a:solidFill>
                    <a:srgbClr val="000000"/>
                  </a:solidFill>
                </a:uFill>
                <a:latin typeface="Corbel"/>
                <a:cs typeface="Corbel"/>
              </a:rPr>
              <a:t>Research</a:t>
            </a:r>
            <a:r>
              <a:rPr sz="1600" u="sng" spc="-45" dirty="0">
                <a:uFill>
                  <a:solidFill>
                    <a:srgbClr val="000000"/>
                  </a:solidFill>
                </a:uFill>
                <a:latin typeface="Corbel"/>
                <a:cs typeface="Corbel"/>
              </a:rPr>
              <a:t> </a:t>
            </a:r>
            <a:r>
              <a:rPr sz="1600" u="sng" dirty="0">
                <a:uFill>
                  <a:solidFill>
                    <a:srgbClr val="000000"/>
                  </a:solidFill>
                </a:uFill>
                <a:latin typeface="Corbel"/>
                <a:cs typeface="Corbel"/>
              </a:rPr>
              <a:t>Singapore</a:t>
            </a:r>
            <a:r>
              <a:rPr sz="1600" u="sng" spc="-35" dirty="0">
                <a:uFill>
                  <a:solidFill>
                    <a:srgbClr val="000000"/>
                  </a:solidFill>
                </a:uFill>
                <a:latin typeface="Corbel"/>
                <a:cs typeface="Corbel"/>
              </a:rPr>
              <a:t> </a:t>
            </a:r>
            <a:r>
              <a:rPr sz="1600" u="sng" spc="-20" dirty="0">
                <a:uFill>
                  <a:solidFill>
                    <a:srgbClr val="000000"/>
                  </a:solidFill>
                </a:uFill>
                <a:latin typeface="Corbel"/>
                <a:cs typeface="Corbel"/>
              </a:rPr>
              <a:t>(CCRS)</a:t>
            </a:r>
            <a:r>
              <a:rPr sz="1600" spc="-20" dirty="0">
                <a:latin typeface="Corbel"/>
                <a:cs typeface="Corbel"/>
              </a:rPr>
              <a:t>.</a:t>
            </a:r>
            <a:r>
              <a:rPr sz="1600" spc="-45" dirty="0">
                <a:latin typeface="Corbel"/>
                <a:cs typeface="Corbel"/>
              </a:rPr>
              <a:t> </a:t>
            </a:r>
            <a:r>
              <a:rPr sz="1600" dirty="0">
                <a:latin typeface="Corbel"/>
                <a:cs typeface="Corbel"/>
              </a:rPr>
              <a:t>CCRS</a:t>
            </a:r>
            <a:r>
              <a:rPr sz="1600" spc="-40" dirty="0">
                <a:latin typeface="Corbel"/>
                <a:cs typeface="Corbel"/>
              </a:rPr>
              <a:t> </a:t>
            </a:r>
            <a:r>
              <a:rPr sz="1600" dirty="0">
                <a:latin typeface="Corbel"/>
                <a:cs typeface="Corbel"/>
              </a:rPr>
              <a:t>does</a:t>
            </a:r>
            <a:r>
              <a:rPr sz="1600" spc="-40" dirty="0">
                <a:latin typeface="Corbel"/>
                <a:cs typeface="Corbel"/>
              </a:rPr>
              <a:t> </a:t>
            </a:r>
            <a:r>
              <a:rPr sz="1600" dirty="0">
                <a:latin typeface="Corbel"/>
                <a:cs typeface="Corbel"/>
              </a:rPr>
              <a:t>tropical</a:t>
            </a:r>
            <a:r>
              <a:rPr sz="1600" spc="-45" dirty="0">
                <a:latin typeface="Corbel"/>
                <a:cs typeface="Corbel"/>
              </a:rPr>
              <a:t> </a:t>
            </a:r>
            <a:r>
              <a:rPr sz="1600" dirty="0">
                <a:latin typeface="Corbel"/>
                <a:cs typeface="Corbel"/>
              </a:rPr>
              <a:t>climate</a:t>
            </a:r>
            <a:r>
              <a:rPr sz="1600" spc="-40" dirty="0">
                <a:latin typeface="Corbel"/>
                <a:cs typeface="Corbel"/>
              </a:rPr>
              <a:t> </a:t>
            </a:r>
            <a:r>
              <a:rPr sz="1600" dirty="0">
                <a:latin typeface="Corbel"/>
                <a:cs typeface="Corbel"/>
              </a:rPr>
              <a:t>and</a:t>
            </a:r>
            <a:r>
              <a:rPr sz="1600" spc="-40" dirty="0">
                <a:latin typeface="Corbel"/>
                <a:cs typeface="Corbel"/>
              </a:rPr>
              <a:t> </a:t>
            </a:r>
            <a:r>
              <a:rPr sz="1600" dirty="0">
                <a:latin typeface="Corbel"/>
                <a:cs typeface="Corbel"/>
              </a:rPr>
              <a:t>weather</a:t>
            </a:r>
            <a:r>
              <a:rPr sz="1600" spc="-45" dirty="0">
                <a:latin typeface="Corbel"/>
                <a:cs typeface="Corbel"/>
              </a:rPr>
              <a:t> </a:t>
            </a:r>
            <a:r>
              <a:rPr sz="1600" dirty="0">
                <a:latin typeface="Corbel"/>
                <a:cs typeface="Corbel"/>
              </a:rPr>
              <a:t>research</a:t>
            </a:r>
            <a:r>
              <a:rPr sz="1600" spc="-40" dirty="0">
                <a:latin typeface="Corbel"/>
                <a:cs typeface="Corbel"/>
              </a:rPr>
              <a:t> </a:t>
            </a:r>
            <a:r>
              <a:rPr sz="1600" dirty="0">
                <a:latin typeface="Corbel"/>
                <a:cs typeface="Corbel"/>
              </a:rPr>
              <a:t>focusing</a:t>
            </a:r>
            <a:r>
              <a:rPr sz="1600" spc="-45" dirty="0">
                <a:latin typeface="Corbel"/>
                <a:cs typeface="Corbel"/>
              </a:rPr>
              <a:t> </a:t>
            </a:r>
            <a:r>
              <a:rPr sz="1600" spc="-25" dirty="0">
                <a:latin typeface="Corbel"/>
                <a:cs typeface="Corbel"/>
              </a:rPr>
              <a:t>on </a:t>
            </a:r>
            <a:r>
              <a:rPr sz="1600" dirty="0">
                <a:latin typeface="Corbel"/>
                <a:cs typeface="Corbel"/>
              </a:rPr>
              <a:t>the</a:t>
            </a:r>
            <a:r>
              <a:rPr sz="1600" spc="-45" dirty="0">
                <a:latin typeface="Corbel"/>
                <a:cs typeface="Corbel"/>
              </a:rPr>
              <a:t> </a:t>
            </a:r>
            <a:r>
              <a:rPr sz="1600" spc="-10" dirty="0">
                <a:latin typeface="Corbel"/>
                <a:cs typeface="Corbel"/>
              </a:rPr>
              <a:t>Southeast</a:t>
            </a:r>
            <a:r>
              <a:rPr sz="1600" spc="-70" dirty="0">
                <a:latin typeface="Corbel"/>
                <a:cs typeface="Corbel"/>
              </a:rPr>
              <a:t> </a:t>
            </a:r>
            <a:r>
              <a:rPr sz="1600" dirty="0">
                <a:latin typeface="Corbel"/>
                <a:cs typeface="Corbel"/>
              </a:rPr>
              <a:t>Asia </a:t>
            </a:r>
            <a:r>
              <a:rPr sz="1600" spc="-10" dirty="0">
                <a:latin typeface="Corbel"/>
                <a:cs typeface="Corbel"/>
              </a:rPr>
              <a:t>region.</a:t>
            </a:r>
            <a:endParaRPr sz="1600">
              <a:latin typeface="Corbel"/>
              <a:cs typeface="Corbel"/>
            </a:endParaRPr>
          </a:p>
          <a:p>
            <a:pPr marL="755650" marR="6350" lvl="1" indent="-285750" algn="just">
              <a:lnSpc>
                <a:spcPct val="100000"/>
              </a:lnSpc>
              <a:spcBef>
                <a:spcPts val="960"/>
              </a:spcBef>
              <a:buFont typeface="Arial MT"/>
              <a:buChar char="•"/>
              <a:tabLst>
                <a:tab pos="755650" algn="l"/>
                <a:tab pos="758190" algn="l"/>
              </a:tabLst>
            </a:pPr>
            <a:r>
              <a:rPr sz="1600" u="sng" dirty="0">
                <a:uFill>
                  <a:solidFill>
                    <a:srgbClr val="000000"/>
                  </a:solidFill>
                </a:uFill>
                <a:latin typeface="Corbel"/>
                <a:cs typeface="Corbel"/>
              </a:rPr>
              <a:t>	Meteorological</a:t>
            </a:r>
            <a:r>
              <a:rPr sz="1600" u="sng" spc="180" dirty="0">
                <a:uFill>
                  <a:solidFill>
                    <a:srgbClr val="000000"/>
                  </a:solidFill>
                </a:uFill>
                <a:latin typeface="Corbel"/>
                <a:cs typeface="Corbel"/>
              </a:rPr>
              <a:t>  </a:t>
            </a:r>
            <a:r>
              <a:rPr sz="1600" u="sng" dirty="0">
                <a:uFill>
                  <a:solidFill>
                    <a:srgbClr val="000000"/>
                  </a:solidFill>
                </a:uFill>
                <a:latin typeface="Corbel"/>
                <a:cs typeface="Corbel"/>
              </a:rPr>
              <a:t>Systems</a:t>
            </a:r>
            <a:r>
              <a:rPr sz="1600" u="sng" spc="190" dirty="0">
                <a:uFill>
                  <a:solidFill>
                    <a:srgbClr val="000000"/>
                  </a:solidFill>
                </a:uFill>
                <a:latin typeface="Corbel"/>
                <a:cs typeface="Corbel"/>
              </a:rPr>
              <a:t>  </a:t>
            </a:r>
            <a:r>
              <a:rPr sz="1600" u="sng" dirty="0">
                <a:uFill>
                  <a:solidFill>
                    <a:srgbClr val="000000"/>
                  </a:solidFill>
                </a:uFill>
                <a:latin typeface="Corbel"/>
                <a:cs typeface="Corbel"/>
              </a:rPr>
              <a:t>Department</a:t>
            </a:r>
            <a:r>
              <a:rPr sz="1600" u="sng" spc="180" dirty="0">
                <a:uFill>
                  <a:solidFill>
                    <a:srgbClr val="000000"/>
                  </a:solidFill>
                </a:uFill>
                <a:latin typeface="Corbel"/>
                <a:cs typeface="Corbel"/>
              </a:rPr>
              <a:t>  </a:t>
            </a:r>
            <a:r>
              <a:rPr sz="1600" u="sng" dirty="0">
                <a:uFill>
                  <a:solidFill>
                    <a:srgbClr val="000000"/>
                  </a:solidFill>
                </a:uFill>
                <a:latin typeface="Corbel"/>
                <a:cs typeface="Corbel"/>
              </a:rPr>
              <a:t>(MSD)</a:t>
            </a:r>
            <a:r>
              <a:rPr sz="1600" dirty="0">
                <a:latin typeface="Corbel"/>
                <a:cs typeface="Corbel"/>
              </a:rPr>
              <a:t>.</a:t>
            </a:r>
            <a:r>
              <a:rPr sz="1600" spc="185" dirty="0">
                <a:latin typeface="Corbel"/>
                <a:cs typeface="Corbel"/>
              </a:rPr>
              <a:t>  </a:t>
            </a:r>
            <a:r>
              <a:rPr sz="1600" dirty="0">
                <a:latin typeface="Corbel"/>
                <a:cs typeface="Corbel"/>
              </a:rPr>
              <a:t>MSD</a:t>
            </a:r>
            <a:r>
              <a:rPr sz="1600" spc="190" dirty="0">
                <a:latin typeface="Corbel"/>
                <a:cs typeface="Corbel"/>
              </a:rPr>
              <a:t>  </a:t>
            </a:r>
            <a:r>
              <a:rPr sz="1600" dirty="0">
                <a:latin typeface="Corbel"/>
                <a:cs typeface="Corbel"/>
              </a:rPr>
              <a:t>provides</a:t>
            </a:r>
            <a:r>
              <a:rPr sz="1600" spc="185" dirty="0">
                <a:latin typeface="Corbel"/>
                <a:cs typeface="Corbel"/>
              </a:rPr>
              <a:t>  </a:t>
            </a:r>
            <a:r>
              <a:rPr sz="1600" dirty="0">
                <a:latin typeface="Corbel"/>
                <a:cs typeface="Corbel"/>
              </a:rPr>
              <a:t>support</a:t>
            </a:r>
            <a:r>
              <a:rPr sz="1600" spc="180" dirty="0">
                <a:latin typeface="Corbel"/>
                <a:cs typeface="Corbel"/>
              </a:rPr>
              <a:t>  </a:t>
            </a:r>
            <a:r>
              <a:rPr sz="1600" dirty="0">
                <a:latin typeface="Corbel"/>
                <a:cs typeface="Corbel"/>
              </a:rPr>
              <a:t>for</a:t>
            </a:r>
            <a:r>
              <a:rPr sz="1600" spc="190" dirty="0">
                <a:latin typeface="Corbel"/>
                <a:cs typeface="Corbel"/>
              </a:rPr>
              <a:t>  </a:t>
            </a:r>
            <a:r>
              <a:rPr sz="1600" dirty="0">
                <a:latin typeface="Corbel"/>
                <a:cs typeface="Corbel"/>
              </a:rPr>
              <a:t>meteorological</a:t>
            </a:r>
            <a:r>
              <a:rPr sz="1600" spc="185" dirty="0">
                <a:latin typeface="Corbel"/>
                <a:cs typeface="Corbel"/>
              </a:rPr>
              <a:t>  </a:t>
            </a:r>
            <a:r>
              <a:rPr sz="1600" spc="-10" dirty="0">
                <a:latin typeface="Corbel"/>
                <a:cs typeface="Corbel"/>
              </a:rPr>
              <a:t>equipment, </a:t>
            </a:r>
            <a:r>
              <a:rPr sz="1600" dirty="0">
                <a:latin typeface="Corbel"/>
                <a:cs typeface="Corbel"/>
              </a:rPr>
              <a:t>computer</a:t>
            </a:r>
            <a:r>
              <a:rPr sz="1600" spc="-40" dirty="0">
                <a:latin typeface="Corbel"/>
                <a:cs typeface="Corbel"/>
              </a:rPr>
              <a:t> </a:t>
            </a:r>
            <a:r>
              <a:rPr sz="1600" dirty="0">
                <a:latin typeface="Corbel"/>
                <a:cs typeface="Corbel"/>
              </a:rPr>
              <a:t>systems</a:t>
            </a:r>
            <a:r>
              <a:rPr sz="1600" spc="-35" dirty="0">
                <a:latin typeface="Corbel"/>
                <a:cs typeface="Corbel"/>
              </a:rPr>
              <a:t> </a:t>
            </a:r>
            <a:r>
              <a:rPr sz="1600" dirty="0">
                <a:latin typeface="Corbel"/>
                <a:cs typeface="Corbel"/>
              </a:rPr>
              <a:t>and</a:t>
            </a:r>
            <a:r>
              <a:rPr sz="1600" spc="-30" dirty="0">
                <a:latin typeface="Corbel"/>
                <a:cs typeface="Corbel"/>
              </a:rPr>
              <a:t> </a:t>
            </a:r>
            <a:r>
              <a:rPr sz="1600" dirty="0">
                <a:latin typeface="Corbel"/>
                <a:cs typeface="Corbel"/>
              </a:rPr>
              <a:t>key</a:t>
            </a:r>
            <a:r>
              <a:rPr sz="1600" spc="-35" dirty="0">
                <a:latin typeface="Corbel"/>
                <a:cs typeface="Corbel"/>
              </a:rPr>
              <a:t> </a:t>
            </a:r>
            <a:r>
              <a:rPr sz="1600" dirty="0">
                <a:latin typeface="Corbel"/>
                <a:cs typeface="Corbel"/>
              </a:rPr>
              <a:t>installations</a:t>
            </a:r>
            <a:r>
              <a:rPr sz="1600" spc="-30" dirty="0">
                <a:latin typeface="Corbel"/>
                <a:cs typeface="Corbel"/>
              </a:rPr>
              <a:t> </a:t>
            </a:r>
            <a:r>
              <a:rPr sz="1600" dirty="0">
                <a:latin typeface="Corbel"/>
                <a:cs typeface="Corbel"/>
              </a:rPr>
              <a:t>in</a:t>
            </a:r>
            <a:r>
              <a:rPr sz="1600" spc="-30" dirty="0">
                <a:latin typeface="Corbel"/>
                <a:cs typeface="Corbel"/>
              </a:rPr>
              <a:t> </a:t>
            </a:r>
            <a:r>
              <a:rPr sz="1600" dirty="0">
                <a:latin typeface="Corbel"/>
                <a:cs typeface="Corbel"/>
              </a:rPr>
              <a:t>order</a:t>
            </a:r>
            <a:r>
              <a:rPr sz="1600" spc="-35" dirty="0">
                <a:latin typeface="Corbel"/>
                <a:cs typeface="Corbel"/>
              </a:rPr>
              <a:t> </a:t>
            </a:r>
            <a:r>
              <a:rPr sz="1600" dirty="0">
                <a:latin typeface="Corbel"/>
                <a:cs typeface="Corbel"/>
              </a:rPr>
              <a:t>to</a:t>
            </a:r>
            <a:r>
              <a:rPr sz="1600" spc="-35" dirty="0">
                <a:latin typeface="Corbel"/>
                <a:cs typeface="Corbel"/>
              </a:rPr>
              <a:t> </a:t>
            </a:r>
            <a:r>
              <a:rPr sz="1600" dirty="0">
                <a:latin typeface="Corbel"/>
                <a:cs typeface="Corbel"/>
              </a:rPr>
              <a:t>meet</a:t>
            </a:r>
            <a:r>
              <a:rPr sz="1600" spc="-45" dirty="0">
                <a:latin typeface="Corbel"/>
                <a:cs typeface="Corbel"/>
              </a:rPr>
              <a:t> </a:t>
            </a:r>
            <a:r>
              <a:rPr sz="1600" dirty="0">
                <a:latin typeface="Corbel"/>
                <a:cs typeface="Corbel"/>
              </a:rPr>
              <a:t>MSS's</a:t>
            </a:r>
            <a:r>
              <a:rPr sz="1600" spc="-35" dirty="0">
                <a:latin typeface="Corbel"/>
                <a:cs typeface="Corbel"/>
              </a:rPr>
              <a:t> </a:t>
            </a:r>
            <a:r>
              <a:rPr sz="1600" dirty="0">
                <a:latin typeface="Corbel"/>
                <a:cs typeface="Corbel"/>
              </a:rPr>
              <a:t>operational</a:t>
            </a:r>
            <a:r>
              <a:rPr sz="1600" spc="-30" dirty="0">
                <a:latin typeface="Corbel"/>
                <a:cs typeface="Corbel"/>
              </a:rPr>
              <a:t> </a:t>
            </a:r>
            <a:r>
              <a:rPr sz="1600" dirty="0">
                <a:latin typeface="Corbel"/>
                <a:cs typeface="Corbel"/>
              </a:rPr>
              <a:t>and</a:t>
            </a:r>
            <a:r>
              <a:rPr sz="1600" spc="-30" dirty="0">
                <a:latin typeface="Corbel"/>
                <a:cs typeface="Corbel"/>
              </a:rPr>
              <a:t> </a:t>
            </a:r>
            <a:r>
              <a:rPr sz="1600" dirty="0">
                <a:latin typeface="Corbel"/>
                <a:cs typeface="Corbel"/>
              </a:rPr>
              <a:t>technical</a:t>
            </a:r>
            <a:r>
              <a:rPr sz="1600" spc="-35" dirty="0">
                <a:latin typeface="Corbel"/>
                <a:cs typeface="Corbel"/>
              </a:rPr>
              <a:t> </a:t>
            </a:r>
            <a:r>
              <a:rPr sz="1600" spc="-10" dirty="0">
                <a:latin typeface="Corbel"/>
                <a:cs typeface="Corbel"/>
              </a:rPr>
              <a:t>requirements.</a:t>
            </a:r>
            <a:endParaRPr sz="1600">
              <a:latin typeface="Corbel"/>
              <a:cs typeface="Corbel"/>
            </a:endParaRPr>
          </a:p>
          <a:p>
            <a:pPr marL="755650" marR="5715" lvl="1" indent="-285750" algn="just">
              <a:lnSpc>
                <a:spcPct val="105000"/>
              </a:lnSpc>
              <a:spcBef>
                <a:spcPts val="865"/>
              </a:spcBef>
              <a:buFont typeface="Arial MT"/>
              <a:buChar char="•"/>
              <a:tabLst>
                <a:tab pos="755650" algn="l"/>
                <a:tab pos="758190" algn="l"/>
              </a:tabLst>
            </a:pPr>
            <a:r>
              <a:rPr sz="1600" u="sng" dirty="0">
                <a:uFill>
                  <a:solidFill>
                    <a:srgbClr val="000000"/>
                  </a:solidFill>
                </a:uFill>
                <a:latin typeface="Corbel"/>
                <a:cs typeface="Corbel"/>
              </a:rPr>
              <a:t>	Risk</a:t>
            </a:r>
            <a:r>
              <a:rPr sz="1600" u="sng" spc="229" dirty="0">
                <a:uFill>
                  <a:solidFill>
                    <a:srgbClr val="000000"/>
                  </a:solidFill>
                </a:uFill>
                <a:latin typeface="Corbel"/>
                <a:cs typeface="Corbel"/>
              </a:rPr>
              <a:t>  </a:t>
            </a:r>
            <a:r>
              <a:rPr sz="1600" u="sng" dirty="0">
                <a:uFill>
                  <a:solidFill>
                    <a:srgbClr val="000000"/>
                  </a:solidFill>
                </a:uFill>
                <a:latin typeface="Corbel"/>
                <a:cs typeface="Corbel"/>
              </a:rPr>
              <a:t>and</a:t>
            </a:r>
            <a:r>
              <a:rPr sz="1600" u="sng" spc="240" dirty="0">
                <a:uFill>
                  <a:solidFill>
                    <a:srgbClr val="000000"/>
                  </a:solidFill>
                </a:uFill>
                <a:latin typeface="Corbel"/>
                <a:cs typeface="Corbel"/>
              </a:rPr>
              <a:t>  </a:t>
            </a:r>
            <a:r>
              <a:rPr sz="1600" u="sng" dirty="0">
                <a:uFill>
                  <a:solidFill>
                    <a:srgbClr val="000000"/>
                  </a:solidFill>
                </a:uFill>
                <a:latin typeface="Corbel"/>
                <a:cs typeface="Corbel"/>
              </a:rPr>
              <a:t>Resource</a:t>
            </a:r>
            <a:r>
              <a:rPr sz="1600" u="sng" spc="240" dirty="0">
                <a:uFill>
                  <a:solidFill>
                    <a:srgbClr val="000000"/>
                  </a:solidFill>
                </a:uFill>
                <a:latin typeface="Corbel"/>
                <a:cs typeface="Corbel"/>
              </a:rPr>
              <a:t>  </a:t>
            </a:r>
            <a:r>
              <a:rPr sz="1600" u="sng" dirty="0">
                <a:uFill>
                  <a:solidFill>
                    <a:srgbClr val="000000"/>
                  </a:solidFill>
                </a:uFill>
                <a:latin typeface="Corbel"/>
                <a:cs typeface="Corbel"/>
              </a:rPr>
              <a:t>Department</a:t>
            </a:r>
            <a:r>
              <a:rPr sz="1600" u="sng" spc="235" dirty="0">
                <a:uFill>
                  <a:solidFill>
                    <a:srgbClr val="000000"/>
                  </a:solidFill>
                </a:uFill>
                <a:latin typeface="Corbel"/>
                <a:cs typeface="Corbel"/>
              </a:rPr>
              <a:t>  </a:t>
            </a:r>
            <a:r>
              <a:rPr sz="1600" u="sng" dirty="0">
                <a:uFill>
                  <a:solidFill>
                    <a:srgbClr val="000000"/>
                  </a:solidFill>
                </a:uFill>
                <a:latin typeface="Corbel"/>
                <a:cs typeface="Corbel"/>
              </a:rPr>
              <a:t>(RRD)</a:t>
            </a:r>
            <a:r>
              <a:rPr sz="1600" dirty="0">
                <a:latin typeface="Corbel"/>
                <a:cs typeface="Corbel"/>
              </a:rPr>
              <a:t>.</a:t>
            </a:r>
            <a:r>
              <a:rPr sz="1600" spc="235" dirty="0">
                <a:latin typeface="Corbel"/>
                <a:cs typeface="Corbel"/>
              </a:rPr>
              <a:t>  </a:t>
            </a:r>
            <a:r>
              <a:rPr sz="1600" dirty="0">
                <a:latin typeface="Corbel"/>
                <a:cs typeface="Corbel"/>
              </a:rPr>
              <a:t>RRD</a:t>
            </a:r>
            <a:r>
              <a:rPr sz="1600" spc="240" dirty="0">
                <a:latin typeface="Corbel"/>
                <a:cs typeface="Corbel"/>
              </a:rPr>
              <a:t>  </a:t>
            </a:r>
            <a:r>
              <a:rPr sz="1600" dirty="0">
                <a:latin typeface="Corbel"/>
                <a:cs typeface="Corbel"/>
              </a:rPr>
              <a:t>analyses</a:t>
            </a:r>
            <a:r>
              <a:rPr sz="1600" spc="240" dirty="0">
                <a:latin typeface="Corbel"/>
                <a:cs typeface="Corbel"/>
              </a:rPr>
              <a:t>  </a:t>
            </a:r>
            <a:r>
              <a:rPr sz="1600" dirty="0">
                <a:latin typeface="Corbel"/>
                <a:cs typeface="Corbel"/>
              </a:rPr>
              <a:t>risks</a:t>
            </a:r>
            <a:r>
              <a:rPr sz="1600" spc="235" dirty="0">
                <a:latin typeface="Corbel"/>
                <a:cs typeface="Corbel"/>
              </a:rPr>
              <a:t>  </a:t>
            </a:r>
            <a:r>
              <a:rPr sz="1600" dirty="0">
                <a:latin typeface="Corbel"/>
                <a:cs typeface="Corbel"/>
              </a:rPr>
              <a:t>and</a:t>
            </a:r>
            <a:r>
              <a:rPr sz="1600" spc="240" dirty="0">
                <a:latin typeface="Corbel"/>
                <a:cs typeface="Corbel"/>
              </a:rPr>
              <a:t>  </a:t>
            </a:r>
            <a:r>
              <a:rPr sz="1600" dirty="0">
                <a:latin typeface="Corbel"/>
                <a:cs typeface="Corbel"/>
              </a:rPr>
              <a:t>assesses</a:t>
            </a:r>
            <a:r>
              <a:rPr sz="1600" spc="240" dirty="0">
                <a:latin typeface="Corbel"/>
                <a:cs typeface="Corbel"/>
              </a:rPr>
              <a:t>  </a:t>
            </a:r>
            <a:r>
              <a:rPr sz="1600" dirty="0">
                <a:latin typeface="Corbel"/>
                <a:cs typeface="Corbel"/>
              </a:rPr>
              <a:t>their</a:t>
            </a:r>
            <a:r>
              <a:rPr sz="1600" spc="235" dirty="0">
                <a:latin typeface="Corbel"/>
                <a:cs typeface="Corbel"/>
              </a:rPr>
              <a:t>  </a:t>
            </a:r>
            <a:r>
              <a:rPr sz="1600" dirty="0">
                <a:latin typeface="Corbel"/>
                <a:cs typeface="Corbel"/>
              </a:rPr>
              <a:t>impact</a:t>
            </a:r>
            <a:r>
              <a:rPr sz="1600" spc="235" dirty="0">
                <a:latin typeface="Corbel"/>
                <a:cs typeface="Corbel"/>
              </a:rPr>
              <a:t>  </a:t>
            </a:r>
            <a:r>
              <a:rPr sz="1600" dirty="0">
                <a:latin typeface="Corbel"/>
                <a:cs typeface="Corbel"/>
              </a:rPr>
              <a:t>from</a:t>
            </a:r>
            <a:r>
              <a:rPr sz="1600" spc="235" dirty="0">
                <a:latin typeface="Corbel"/>
                <a:cs typeface="Corbel"/>
              </a:rPr>
              <a:t>  </a:t>
            </a:r>
            <a:r>
              <a:rPr sz="1600" spc="-25" dirty="0">
                <a:latin typeface="Corbel"/>
                <a:cs typeface="Corbel"/>
              </a:rPr>
              <a:t>the </a:t>
            </a:r>
            <a:r>
              <a:rPr sz="1600" spc="-10" dirty="0">
                <a:latin typeface="Corbel"/>
                <a:cs typeface="Corbel"/>
              </a:rPr>
              <a:t>corporate/organisational</a:t>
            </a:r>
            <a:r>
              <a:rPr sz="1600" spc="-35" dirty="0">
                <a:latin typeface="Corbel"/>
                <a:cs typeface="Corbel"/>
              </a:rPr>
              <a:t> </a:t>
            </a:r>
            <a:r>
              <a:rPr sz="1600" dirty="0">
                <a:latin typeface="Corbel"/>
                <a:cs typeface="Corbel"/>
              </a:rPr>
              <a:t>angle</a:t>
            </a:r>
            <a:r>
              <a:rPr sz="1600" spc="-20" dirty="0">
                <a:latin typeface="Corbel"/>
                <a:cs typeface="Corbel"/>
              </a:rPr>
              <a:t> </a:t>
            </a:r>
            <a:r>
              <a:rPr sz="1600" dirty="0">
                <a:latin typeface="Corbel"/>
                <a:cs typeface="Corbel"/>
              </a:rPr>
              <a:t>as</a:t>
            </a:r>
            <a:r>
              <a:rPr sz="1600" spc="-20" dirty="0">
                <a:latin typeface="Corbel"/>
                <a:cs typeface="Corbel"/>
              </a:rPr>
              <a:t> </a:t>
            </a:r>
            <a:r>
              <a:rPr sz="1600" dirty="0">
                <a:latin typeface="Corbel"/>
                <a:cs typeface="Corbel"/>
              </a:rPr>
              <a:t>well</a:t>
            </a:r>
            <a:r>
              <a:rPr sz="1600" spc="-20" dirty="0">
                <a:latin typeface="Corbel"/>
                <a:cs typeface="Corbel"/>
              </a:rPr>
              <a:t> </a:t>
            </a:r>
            <a:r>
              <a:rPr sz="1600" dirty="0">
                <a:latin typeface="Corbel"/>
                <a:cs typeface="Corbel"/>
              </a:rPr>
              <a:t>as</a:t>
            </a:r>
            <a:r>
              <a:rPr sz="1600" spc="-20" dirty="0">
                <a:latin typeface="Corbel"/>
                <a:cs typeface="Corbel"/>
              </a:rPr>
              <a:t> </a:t>
            </a:r>
            <a:r>
              <a:rPr sz="1600" dirty="0">
                <a:latin typeface="Corbel"/>
                <a:cs typeface="Corbel"/>
              </a:rPr>
              <a:t>those</a:t>
            </a:r>
            <a:r>
              <a:rPr sz="1600" spc="-25" dirty="0">
                <a:latin typeface="Corbel"/>
                <a:cs typeface="Corbel"/>
              </a:rPr>
              <a:t> </a:t>
            </a:r>
            <a:r>
              <a:rPr sz="1600" dirty="0">
                <a:latin typeface="Corbel"/>
                <a:cs typeface="Corbel"/>
              </a:rPr>
              <a:t>pertaining</a:t>
            </a:r>
            <a:r>
              <a:rPr sz="1600" spc="-20" dirty="0">
                <a:latin typeface="Corbel"/>
                <a:cs typeface="Corbel"/>
              </a:rPr>
              <a:t> </a:t>
            </a:r>
            <a:r>
              <a:rPr sz="1600" dirty="0">
                <a:latin typeface="Corbel"/>
                <a:cs typeface="Corbel"/>
              </a:rPr>
              <a:t>to</a:t>
            </a:r>
            <a:r>
              <a:rPr sz="1600" spc="-25" dirty="0">
                <a:latin typeface="Corbel"/>
                <a:cs typeface="Corbel"/>
              </a:rPr>
              <a:t> </a:t>
            </a:r>
            <a:r>
              <a:rPr sz="1600" dirty="0">
                <a:latin typeface="Corbel"/>
                <a:cs typeface="Corbel"/>
              </a:rPr>
              <a:t>environmental</a:t>
            </a:r>
            <a:r>
              <a:rPr sz="1600" spc="-15" dirty="0">
                <a:latin typeface="Corbel"/>
                <a:cs typeface="Corbel"/>
              </a:rPr>
              <a:t> </a:t>
            </a:r>
            <a:r>
              <a:rPr sz="1600" dirty="0">
                <a:latin typeface="Corbel"/>
                <a:cs typeface="Corbel"/>
              </a:rPr>
              <a:t>/natural</a:t>
            </a:r>
            <a:r>
              <a:rPr sz="1600" spc="-20" dirty="0">
                <a:latin typeface="Corbel"/>
                <a:cs typeface="Corbel"/>
              </a:rPr>
              <a:t> </a:t>
            </a:r>
            <a:r>
              <a:rPr sz="1600" spc="-10" dirty="0">
                <a:latin typeface="Corbel"/>
                <a:cs typeface="Corbel"/>
              </a:rPr>
              <a:t>hazards.</a:t>
            </a:r>
            <a:endParaRPr sz="1600">
              <a:latin typeface="Corbel"/>
              <a:cs typeface="Corbel"/>
            </a:endParaRPr>
          </a:p>
          <a:p>
            <a:pPr marL="755650" marR="5715" lvl="1" indent="-285750" algn="just">
              <a:lnSpc>
                <a:spcPts val="1900"/>
              </a:lnSpc>
              <a:spcBef>
                <a:spcPts val="1065"/>
              </a:spcBef>
              <a:buFont typeface="Arial MT"/>
              <a:buChar char="•"/>
              <a:tabLst>
                <a:tab pos="755650" algn="l"/>
                <a:tab pos="758190" algn="l"/>
              </a:tabLst>
            </a:pPr>
            <a:r>
              <a:rPr sz="1600" u="sng" dirty="0">
                <a:uFill>
                  <a:solidFill>
                    <a:srgbClr val="000000"/>
                  </a:solidFill>
                </a:uFill>
                <a:latin typeface="Corbel"/>
                <a:cs typeface="Corbel"/>
              </a:rPr>
              <a:t>	Weather</a:t>
            </a:r>
            <a:r>
              <a:rPr sz="1600" u="sng" spc="160" dirty="0">
                <a:uFill>
                  <a:solidFill>
                    <a:srgbClr val="000000"/>
                  </a:solidFill>
                </a:uFill>
                <a:latin typeface="Corbel"/>
                <a:cs typeface="Corbel"/>
              </a:rPr>
              <a:t>  </a:t>
            </a:r>
            <a:r>
              <a:rPr sz="1600" u="sng" dirty="0">
                <a:uFill>
                  <a:solidFill>
                    <a:srgbClr val="000000"/>
                  </a:solidFill>
                </a:uFill>
                <a:latin typeface="Corbel"/>
                <a:cs typeface="Corbel"/>
              </a:rPr>
              <a:t>Services</a:t>
            </a:r>
            <a:r>
              <a:rPr sz="1600" u="sng" spc="160" dirty="0">
                <a:uFill>
                  <a:solidFill>
                    <a:srgbClr val="000000"/>
                  </a:solidFill>
                </a:uFill>
                <a:latin typeface="Corbel"/>
                <a:cs typeface="Corbel"/>
              </a:rPr>
              <a:t>  </a:t>
            </a:r>
            <a:r>
              <a:rPr sz="1600" u="sng" dirty="0">
                <a:uFill>
                  <a:solidFill>
                    <a:srgbClr val="000000"/>
                  </a:solidFill>
                </a:uFill>
                <a:latin typeface="Corbel"/>
                <a:cs typeface="Corbel"/>
              </a:rPr>
              <a:t>Department</a:t>
            </a:r>
            <a:r>
              <a:rPr sz="1600" u="sng" spc="160" dirty="0">
                <a:uFill>
                  <a:solidFill>
                    <a:srgbClr val="000000"/>
                  </a:solidFill>
                </a:uFill>
                <a:latin typeface="Corbel"/>
                <a:cs typeface="Corbel"/>
              </a:rPr>
              <a:t>  </a:t>
            </a:r>
            <a:r>
              <a:rPr sz="1600" u="sng" dirty="0">
                <a:uFill>
                  <a:solidFill>
                    <a:srgbClr val="000000"/>
                  </a:solidFill>
                </a:uFill>
                <a:latin typeface="Corbel"/>
                <a:cs typeface="Corbel"/>
              </a:rPr>
              <a:t>(WSD)</a:t>
            </a:r>
            <a:r>
              <a:rPr sz="1600" dirty="0">
                <a:latin typeface="Corbel"/>
                <a:cs typeface="Corbel"/>
              </a:rPr>
              <a:t>.</a:t>
            </a:r>
            <a:r>
              <a:rPr sz="1600" spc="160" dirty="0">
                <a:latin typeface="Corbel"/>
                <a:cs typeface="Corbel"/>
              </a:rPr>
              <a:t>  </a:t>
            </a:r>
            <a:r>
              <a:rPr sz="1600" dirty="0">
                <a:latin typeface="Corbel"/>
                <a:cs typeface="Corbel"/>
              </a:rPr>
              <a:t>WSD</a:t>
            </a:r>
            <a:r>
              <a:rPr sz="1600" spc="160" dirty="0">
                <a:latin typeface="Corbel"/>
                <a:cs typeface="Corbel"/>
              </a:rPr>
              <a:t>  </a:t>
            </a:r>
            <a:r>
              <a:rPr sz="1600" dirty="0">
                <a:latin typeface="Corbel"/>
                <a:cs typeface="Corbel"/>
              </a:rPr>
              <a:t>provides</a:t>
            </a:r>
            <a:r>
              <a:rPr sz="1600" spc="165" dirty="0">
                <a:latin typeface="Corbel"/>
                <a:cs typeface="Corbel"/>
              </a:rPr>
              <a:t>  </a:t>
            </a:r>
            <a:r>
              <a:rPr sz="1600" dirty="0">
                <a:latin typeface="Corbel"/>
                <a:cs typeface="Corbel"/>
              </a:rPr>
              <a:t>weather</a:t>
            </a:r>
            <a:r>
              <a:rPr sz="1600" spc="160" dirty="0">
                <a:latin typeface="Corbel"/>
                <a:cs typeface="Corbel"/>
              </a:rPr>
              <a:t>  </a:t>
            </a:r>
            <a:r>
              <a:rPr sz="1600" dirty="0">
                <a:latin typeface="Corbel"/>
                <a:cs typeface="Corbel"/>
              </a:rPr>
              <a:t>forecasts,</a:t>
            </a:r>
            <a:r>
              <a:rPr sz="1600" spc="160" dirty="0">
                <a:latin typeface="Corbel"/>
                <a:cs typeface="Corbel"/>
              </a:rPr>
              <a:t>  </a:t>
            </a:r>
            <a:r>
              <a:rPr sz="1600" dirty="0">
                <a:latin typeface="Corbel"/>
                <a:cs typeface="Corbel"/>
              </a:rPr>
              <a:t>warnings,</a:t>
            </a:r>
            <a:r>
              <a:rPr sz="1600" spc="165" dirty="0">
                <a:latin typeface="Corbel"/>
                <a:cs typeface="Corbel"/>
              </a:rPr>
              <a:t>  </a:t>
            </a:r>
            <a:r>
              <a:rPr sz="1600" dirty="0">
                <a:latin typeface="Corbel"/>
                <a:cs typeface="Corbel"/>
              </a:rPr>
              <a:t>monitoring</a:t>
            </a:r>
            <a:r>
              <a:rPr sz="1600" spc="160" dirty="0">
                <a:latin typeface="Corbel"/>
                <a:cs typeface="Corbel"/>
              </a:rPr>
              <a:t>  </a:t>
            </a:r>
            <a:r>
              <a:rPr sz="1600" spc="-25" dirty="0">
                <a:latin typeface="Corbel"/>
                <a:cs typeface="Corbel"/>
              </a:rPr>
              <a:t>and </a:t>
            </a:r>
            <a:r>
              <a:rPr sz="1600" dirty="0">
                <a:latin typeface="Corbel"/>
                <a:cs typeface="Corbel"/>
              </a:rPr>
              <a:t>assessment.</a:t>
            </a:r>
            <a:r>
              <a:rPr sz="1600" spc="455" dirty="0">
                <a:latin typeface="Corbel"/>
                <a:cs typeface="Corbel"/>
              </a:rPr>
              <a:t> </a:t>
            </a:r>
            <a:r>
              <a:rPr sz="1600" dirty="0">
                <a:latin typeface="Corbel"/>
                <a:cs typeface="Corbel"/>
              </a:rPr>
              <a:t>It</a:t>
            </a:r>
            <a:r>
              <a:rPr sz="1600" spc="455" dirty="0">
                <a:latin typeface="Corbel"/>
                <a:cs typeface="Corbel"/>
              </a:rPr>
              <a:t> </a:t>
            </a:r>
            <a:r>
              <a:rPr sz="1600" dirty="0">
                <a:latin typeface="Corbel"/>
                <a:cs typeface="Corbel"/>
              </a:rPr>
              <a:t>provides</a:t>
            </a:r>
            <a:r>
              <a:rPr sz="1600" spc="459" dirty="0">
                <a:latin typeface="Corbel"/>
                <a:cs typeface="Corbel"/>
              </a:rPr>
              <a:t> </a:t>
            </a:r>
            <a:r>
              <a:rPr sz="1600" dirty="0">
                <a:latin typeface="Corbel"/>
                <a:cs typeface="Corbel"/>
              </a:rPr>
              <a:t>such</a:t>
            </a:r>
            <a:r>
              <a:rPr sz="1600" spc="455" dirty="0">
                <a:latin typeface="Corbel"/>
                <a:cs typeface="Corbel"/>
              </a:rPr>
              <a:t> </a:t>
            </a:r>
            <a:r>
              <a:rPr sz="1600" dirty="0">
                <a:latin typeface="Corbel"/>
                <a:cs typeface="Corbel"/>
              </a:rPr>
              <a:t>information</a:t>
            </a:r>
            <a:r>
              <a:rPr sz="1600" spc="465" dirty="0">
                <a:latin typeface="Corbel"/>
                <a:cs typeface="Corbel"/>
              </a:rPr>
              <a:t> </a:t>
            </a:r>
            <a:r>
              <a:rPr sz="1600" dirty="0">
                <a:latin typeface="Corbel"/>
                <a:cs typeface="Corbel"/>
              </a:rPr>
              <a:t>to</a:t>
            </a:r>
            <a:r>
              <a:rPr sz="1600" spc="455" dirty="0">
                <a:latin typeface="Corbel"/>
                <a:cs typeface="Corbel"/>
              </a:rPr>
              <a:t> </a:t>
            </a:r>
            <a:r>
              <a:rPr sz="1600" dirty="0">
                <a:latin typeface="Corbel"/>
                <a:cs typeface="Corbel"/>
              </a:rPr>
              <a:t>critical</a:t>
            </a:r>
            <a:r>
              <a:rPr sz="1600" spc="459" dirty="0">
                <a:latin typeface="Corbel"/>
                <a:cs typeface="Corbel"/>
              </a:rPr>
              <a:t> </a:t>
            </a:r>
            <a:r>
              <a:rPr sz="1600" dirty="0">
                <a:latin typeface="Corbel"/>
                <a:cs typeface="Corbel"/>
              </a:rPr>
              <a:t>sectors</a:t>
            </a:r>
            <a:r>
              <a:rPr sz="1600" spc="465" dirty="0">
                <a:latin typeface="Corbel"/>
                <a:cs typeface="Corbel"/>
              </a:rPr>
              <a:t> </a:t>
            </a:r>
            <a:r>
              <a:rPr sz="1600" dirty="0">
                <a:latin typeface="Corbel"/>
                <a:cs typeface="Corbel"/>
              </a:rPr>
              <a:t>like</a:t>
            </a:r>
            <a:r>
              <a:rPr sz="1600" spc="459" dirty="0">
                <a:latin typeface="Corbel"/>
                <a:cs typeface="Corbel"/>
              </a:rPr>
              <a:t> </a:t>
            </a:r>
            <a:r>
              <a:rPr sz="1600" dirty="0">
                <a:latin typeface="Corbel"/>
                <a:cs typeface="Corbel"/>
              </a:rPr>
              <a:t>the</a:t>
            </a:r>
            <a:r>
              <a:rPr sz="1600" spc="459" dirty="0">
                <a:latin typeface="Corbel"/>
                <a:cs typeface="Corbel"/>
              </a:rPr>
              <a:t> </a:t>
            </a:r>
            <a:r>
              <a:rPr sz="1600" dirty="0">
                <a:latin typeface="Corbel"/>
                <a:cs typeface="Corbel"/>
              </a:rPr>
              <a:t>civil</a:t>
            </a:r>
            <a:r>
              <a:rPr sz="1600" spc="459" dirty="0">
                <a:latin typeface="Corbel"/>
                <a:cs typeface="Corbel"/>
              </a:rPr>
              <a:t> </a:t>
            </a:r>
            <a:r>
              <a:rPr sz="1600" dirty="0">
                <a:latin typeface="Corbel"/>
                <a:cs typeface="Corbel"/>
              </a:rPr>
              <a:t>aviation,</a:t>
            </a:r>
            <a:r>
              <a:rPr sz="1600" spc="465" dirty="0">
                <a:latin typeface="Corbel"/>
                <a:cs typeface="Corbel"/>
              </a:rPr>
              <a:t> </a:t>
            </a:r>
            <a:r>
              <a:rPr sz="1600" dirty="0">
                <a:latin typeface="Corbel"/>
                <a:cs typeface="Corbel"/>
              </a:rPr>
              <a:t>military,</a:t>
            </a:r>
            <a:r>
              <a:rPr sz="1600" spc="465" dirty="0">
                <a:latin typeface="Corbel"/>
                <a:cs typeface="Corbel"/>
              </a:rPr>
              <a:t> </a:t>
            </a:r>
            <a:r>
              <a:rPr sz="1600" spc="-10" dirty="0">
                <a:latin typeface="Corbel"/>
                <a:cs typeface="Corbel"/>
              </a:rPr>
              <a:t>maritime, </a:t>
            </a:r>
            <a:r>
              <a:rPr sz="1600" dirty="0">
                <a:latin typeface="Corbel"/>
                <a:cs typeface="Corbel"/>
              </a:rPr>
              <a:t>private/public</a:t>
            </a:r>
            <a:r>
              <a:rPr sz="1600" spc="-45" dirty="0">
                <a:latin typeface="Corbel"/>
                <a:cs typeface="Corbel"/>
              </a:rPr>
              <a:t> </a:t>
            </a:r>
            <a:r>
              <a:rPr sz="1600" dirty="0">
                <a:latin typeface="Corbel"/>
                <a:cs typeface="Corbel"/>
              </a:rPr>
              <a:t>agencies</a:t>
            </a:r>
            <a:r>
              <a:rPr sz="1600" spc="-35" dirty="0">
                <a:latin typeface="Corbel"/>
                <a:cs typeface="Corbel"/>
              </a:rPr>
              <a:t> </a:t>
            </a:r>
            <a:r>
              <a:rPr sz="1600" dirty="0">
                <a:latin typeface="Corbel"/>
                <a:cs typeface="Corbel"/>
              </a:rPr>
              <a:t>and</a:t>
            </a:r>
            <a:r>
              <a:rPr sz="1600" spc="-35" dirty="0">
                <a:latin typeface="Corbel"/>
                <a:cs typeface="Corbel"/>
              </a:rPr>
              <a:t> </a:t>
            </a:r>
            <a:r>
              <a:rPr sz="1600" dirty="0">
                <a:latin typeface="Corbel"/>
                <a:cs typeface="Corbel"/>
              </a:rPr>
              <a:t>the</a:t>
            </a:r>
            <a:r>
              <a:rPr sz="1600" spc="-40" dirty="0">
                <a:latin typeface="Corbel"/>
                <a:cs typeface="Corbel"/>
              </a:rPr>
              <a:t> </a:t>
            </a:r>
            <a:r>
              <a:rPr sz="1600" dirty="0">
                <a:latin typeface="Corbel"/>
                <a:cs typeface="Corbel"/>
              </a:rPr>
              <a:t>general</a:t>
            </a:r>
            <a:r>
              <a:rPr sz="1600" spc="-35" dirty="0">
                <a:latin typeface="Corbel"/>
                <a:cs typeface="Corbel"/>
              </a:rPr>
              <a:t> </a:t>
            </a:r>
            <a:r>
              <a:rPr sz="1600" spc="-10" dirty="0">
                <a:latin typeface="Corbel"/>
                <a:cs typeface="Corbel"/>
              </a:rPr>
              <a:t>public.</a:t>
            </a:r>
            <a:endParaRPr sz="1600">
              <a:latin typeface="Corbel"/>
              <a:cs typeface="Corbel"/>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28</a:t>
            </a:fld>
            <a:endParaRPr spc="-2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3049" y="371347"/>
            <a:ext cx="4372610" cy="299720"/>
          </a:xfrm>
          <a:prstGeom prst="rect">
            <a:avLst/>
          </a:prstGeom>
        </p:spPr>
        <p:txBody>
          <a:bodyPr vert="horz" wrap="square" lIns="0" tIns="12700" rIns="0" bIns="0" rtlCol="0">
            <a:spAutoFit/>
          </a:bodyPr>
          <a:lstStyle/>
          <a:p>
            <a:pPr marL="12700">
              <a:lnSpc>
                <a:spcPct val="100000"/>
              </a:lnSpc>
              <a:spcBef>
                <a:spcPts val="100"/>
              </a:spcBef>
            </a:pPr>
            <a:r>
              <a:rPr sz="1800" b="1" u="sng" spc="-10" dirty="0">
                <a:uFill>
                  <a:solidFill>
                    <a:srgbClr val="000000"/>
                  </a:solidFill>
                </a:uFill>
                <a:latin typeface="Corbel"/>
                <a:cs typeface="Corbel"/>
              </a:rPr>
              <a:t>Meteorological</a:t>
            </a:r>
            <a:r>
              <a:rPr sz="1800" b="1" u="sng" spc="-130" dirty="0">
                <a:uFill>
                  <a:solidFill>
                    <a:srgbClr val="000000"/>
                  </a:solidFill>
                </a:uFill>
                <a:latin typeface="Corbel"/>
                <a:cs typeface="Corbel"/>
              </a:rPr>
              <a:t> </a:t>
            </a:r>
            <a:r>
              <a:rPr sz="1800" b="1" u="sng" spc="-25" dirty="0">
                <a:uFill>
                  <a:solidFill>
                    <a:srgbClr val="000000"/>
                  </a:solidFill>
                </a:uFill>
                <a:latin typeface="Corbel"/>
                <a:cs typeface="Corbel"/>
              </a:rPr>
              <a:t>Terminal</a:t>
            </a:r>
            <a:r>
              <a:rPr sz="1800" b="1" u="sng" spc="-80" dirty="0">
                <a:uFill>
                  <a:solidFill>
                    <a:srgbClr val="000000"/>
                  </a:solidFill>
                </a:uFill>
                <a:latin typeface="Corbel"/>
                <a:cs typeface="Corbel"/>
              </a:rPr>
              <a:t> </a:t>
            </a:r>
            <a:r>
              <a:rPr sz="1800" b="1" u="sng" dirty="0">
                <a:uFill>
                  <a:solidFill>
                    <a:srgbClr val="000000"/>
                  </a:solidFill>
                </a:uFill>
                <a:latin typeface="Corbel"/>
                <a:cs typeface="Corbel"/>
              </a:rPr>
              <a:t>Air</a:t>
            </a:r>
            <a:r>
              <a:rPr sz="1800" b="1" u="sng" spc="-10" dirty="0">
                <a:uFill>
                  <a:solidFill>
                    <a:srgbClr val="000000"/>
                  </a:solidFill>
                </a:uFill>
                <a:latin typeface="Corbel"/>
                <a:cs typeface="Corbel"/>
              </a:rPr>
              <a:t> </a:t>
            </a:r>
            <a:r>
              <a:rPr sz="1800" b="1" u="sng" dirty="0">
                <a:uFill>
                  <a:solidFill>
                    <a:srgbClr val="000000"/>
                  </a:solidFill>
                </a:uFill>
                <a:latin typeface="Corbel"/>
                <a:cs typeface="Corbel"/>
              </a:rPr>
              <a:t>Report </a:t>
            </a:r>
            <a:r>
              <a:rPr sz="1800" b="1" u="sng" spc="-10" dirty="0">
                <a:uFill>
                  <a:solidFill>
                    <a:srgbClr val="000000"/>
                  </a:solidFill>
                </a:uFill>
                <a:latin typeface="Corbel"/>
                <a:cs typeface="Corbel"/>
              </a:rPr>
              <a:t>(METAR)</a:t>
            </a:r>
            <a:endParaRPr sz="1800">
              <a:latin typeface="Corbel"/>
              <a:cs typeface="Corbel"/>
            </a:endParaRPr>
          </a:p>
        </p:txBody>
      </p:sp>
      <p:pic>
        <p:nvPicPr>
          <p:cNvPr id="3" name="object 3"/>
          <p:cNvPicPr/>
          <p:nvPr/>
        </p:nvPicPr>
        <p:blipFill>
          <a:blip r:embed="rId3" cstate="print"/>
          <a:stretch>
            <a:fillRect/>
          </a:stretch>
        </p:blipFill>
        <p:spPr>
          <a:xfrm>
            <a:off x="6481676" y="3603368"/>
            <a:ext cx="5021346" cy="2662401"/>
          </a:xfrm>
          <a:prstGeom prst="rect">
            <a:avLst/>
          </a:prstGeom>
        </p:spPr>
      </p:pic>
      <p:sp>
        <p:nvSpPr>
          <p:cNvPr id="4" name="object 4"/>
          <p:cNvSpPr txBox="1"/>
          <p:nvPr/>
        </p:nvSpPr>
        <p:spPr>
          <a:xfrm>
            <a:off x="1563049" y="823467"/>
            <a:ext cx="9861550" cy="5672455"/>
          </a:xfrm>
          <a:prstGeom prst="rect">
            <a:avLst/>
          </a:prstGeom>
        </p:spPr>
        <p:txBody>
          <a:bodyPr vert="horz" wrap="square" lIns="0" tIns="10795" rIns="0" bIns="0" rtlCol="0">
            <a:spAutoFit/>
          </a:bodyPr>
          <a:lstStyle/>
          <a:p>
            <a:pPr marL="298450" marR="5080" indent="-285750" algn="just">
              <a:lnSpc>
                <a:spcPct val="100800"/>
              </a:lnSpc>
              <a:spcBef>
                <a:spcPts val="85"/>
              </a:spcBef>
              <a:buFont typeface="Arial MT"/>
              <a:buChar char="•"/>
              <a:tabLst>
                <a:tab pos="298450" algn="l"/>
                <a:tab pos="300990" algn="l"/>
              </a:tabLst>
            </a:pPr>
            <a:r>
              <a:rPr sz="1600" dirty="0">
                <a:latin typeface="Corbel"/>
                <a:cs typeface="Corbel"/>
              </a:rPr>
              <a:t>	Meteorological</a:t>
            </a:r>
            <a:r>
              <a:rPr sz="1600" spc="305" dirty="0">
                <a:latin typeface="Corbel"/>
                <a:cs typeface="Corbel"/>
              </a:rPr>
              <a:t> </a:t>
            </a:r>
            <a:r>
              <a:rPr sz="1600" dirty="0">
                <a:latin typeface="Corbel"/>
                <a:cs typeface="Corbel"/>
              </a:rPr>
              <a:t>Terminal</a:t>
            </a:r>
            <a:r>
              <a:rPr sz="1600" spc="315" dirty="0">
                <a:latin typeface="Corbel"/>
                <a:cs typeface="Corbel"/>
              </a:rPr>
              <a:t> </a:t>
            </a:r>
            <a:r>
              <a:rPr sz="1600" dirty="0">
                <a:latin typeface="Corbel"/>
                <a:cs typeface="Corbel"/>
              </a:rPr>
              <a:t>Air</a:t>
            </a:r>
            <a:r>
              <a:rPr sz="1600" spc="310" dirty="0">
                <a:latin typeface="Corbel"/>
                <a:cs typeface="Corbel"/>
              </a:rPr>
              <a:t> </a:t>
            </a:r>
            <a:r>
              <a:rPr sz="1600" dirty="0">
                <a:latin typeface="Corbel"/>
                <a:cs typeface="Corbel"/>
              </a:rPr>
              <a:t>Report,</a:t>
            </a:r>
            <a:r>
              <a:rPr sz="1600" spc="315" dirty="0">
                <a:latin typeface="Corbel"/>
                <a:cs typeface="Corbel"/>
              </a:rPr>
              <a:t> </a:t>
            </a:r>
            <a:r>
              <a:rPr sz="1600" dirty="0">
                <a:latin typeface="Corbel"/>
                <a:cs typeface="Corbel"/>
              </a:rPr>
              <a:t>Literally</a:t>
            </a:r>
            <a:r>
              <a:rPr sz="1600" spc="310" dirty="0">
                <a:latin typeface="Corbel"/>
                <a:cs typeface="Corbel"/>
              </a:rPr>
              <a:t> </a:t>
            </a:r>
            <a:r>
              <a:rPr sz="1600" dirty="0">
                <a:latin typeface="Corbel"/>
                <a:cs typeface="Corbel"/>
              </a:rPr>
              <a:t>‘Meteorological</a:t>
            </a:r>
            <a:r>
              <a:rPr sz="1600" spc="315" dirty="0">
                <a:latin typeface="Corbel"/>
                <a:cs typeface="Corbel"/>
              </a:rPr>
              <a:t> </a:t>
            </a:r>
            <a:r>
              <a:rPr sz="1600" dirty="0">
                <a:latin typeface="Corbel"/>
                <a:cs typeface="Corbel"/>
              </a:rPr>
              <a:t>Terminal</a:t>
            </a:r>
            <a:r>
              <a:rPr sz="1600" spc="315" dirty="0">
                <a:latin typeface="Corbel"/>
                <a:cs typeface="Corbel"/>
              </a:rPr>
              <a:t> </a:t>
            </a:r>
            <a:r>
              <a:rPr sz="1600" dirty="0">
                <a:latin typeface="Corbel"/>
                <a:cs typeface="Corbel"/>
              </a:rPr>
              <a:t>Air</a:t>
            </a:r>
            <a:r>
              <a:rPr sz="1600" spc="310" dirty="0">
                <a:latin typeface="Corbel"/>
                <a:cs typeface="Corbel"/>
              </a:rPr>
              <a:t> </a:t>
            </a:r>
            <a:r>
              <a:rPr sz="1600" dirty="0">
                <a:latin typeface="Corbel"/>
                <a:cs typeface="Corbel"/>
              </a:rPr>
              <a:t>Report’</a:t>
            </a:r>
            <a:r>
              <a:rPr sz="1600" spc="310" dirty="0">
                <a:latin typeface="Corbel"/>
                <a:cs typeface="Corbel"/>
              </a:rPr>
              <a:t> </a:t>
            </a:r>
            <a:r>
              <a:rPr sz="1600" dirty="0">
                <a:latin typeface="Corbel"/>
                <a:cs typeface="Corbel"/>
              </a:rPr>
              <a:t>or</a:t>
            </a:r>
            <a:r>
              <a:rPr sz="1600" spc="315" dirty="0">
                <a:latin typeface="Corbel"/>
                <a:cs typeface="Corbel"/>
              </a:rPr>
              <a:t> </a:t>
            </a:r>
            <a:r>
              <a:rPr sz="1600" dirty="0">
                <a:latin typeface="Corbel"/>
                <a:cs typeface="Corbel"/>
              </a:rPr>
              <a:t>more</a:t>
            </a:r>
            <a:r>
              <a:rPr sz="1600" spc="310" dirty="0">
                <a:latin typeface="Corbel"/>
                <a:cs typeface="Corbel"/>
              </a:rPr>
              <a:t> </a:t>
            </a:r>
            <a:r>
              <a:rPr sz="1600" spc="-10" dirty="0">
                <a:latin typeface="Corbel"/>
                <a:cs typeface="Corbel"/>
              </a:rPr>
              <a:t>straightforwardly </a:t>
            </a:r>
            <a:r>
              <a:rPr sz="1600" dirty="0">
                <a:latin typeface="Corbel"/>
                <a:cs typeface="Corbel"/>
              </a:rPr>
              <a:t>‘Routine</a:t>
            </a:r>
            <a:r>
              <a:rPr sz="1600" spc="105" dirty="0">
                <a:latin typeface="Corbel"/>
                <a:cs typeface="Corbel"/>
              </a:rPr>
              <a:t>  </a:t>
            </a:r>
            <a:r>
              <a:rPr sz="1600" dirty="0">
                <a:latin typeface="Corbel"/>
                <a:cs typeface="Corbel"/>
              </a:rPr>
              <a:t>aerodrome</a:t>
            </a:r>
            <a:r>
              <a:rPr sz="1600" spc="105" dirty="0">
                <a:latin typeface="Corbel"/>
                <a:cs typeface="Corbel"/>
              </a:rPr>
              <a:t>  </a:t>
            </a:r>
            <a:r>
              <a:rPr sz="1600" dirty="0">
                <a:latin typeface="Corbel"/>
                <a:cs typeface="Corbel"/>
              </a:rPr>
              <a:t>meteorological</a:t>
            </a:r>
            <a:r>
              <a:rPr sz="1600" spc="105" dirty="0">
                <a:latin typeface="Corbel"/>
                <a:cs typeface="Corbel"/>
              </a:rPr>
              <a:t>  </a:t>
            </a:r>
            <a:r>
              <a:rPr sz="1600" dirty="0">
                <a:latin typeface="Corbel"/>
                <a:cs typeface="Corbel"/>
              </a:rPr>
              <a:t>report’.</a:t>
            </a:r>
            <a:r>
              <a:rPr sz="1600" spc="105" dirty="0">
                <a:latin typeface="Corbel"/>
                <a:cs typeface="Corbel"/>
              </a:rPr>
              <a:t>  </a:t>
            </a:r>
            <a:r>
              <a:rPr sz="1600" dirty="0">
                <a:latin typeface="Corbel"/>
                <a:cs typeface="Corbel"/>
              </a:rPr>
              <a:t>Contains</a:t>
            </a:r>
            <a:r>
              <a:rPr sz="1600" spc="105" dirty="0">
                <a:latin typeface="Corbel"/>
                <a:cs typeface="Corbel"/>
              </a:rPr>
              <a:t>  </a:t>
            </a:r>
            <a:r>
              <a:rPr sz="1600" dirty="0">
                <a:latin typeface="Corbel"/>
                <a:cs typeface="Corbel"/>
              </a:rPr>
              <a:t>observations</a:t>
            </a:r>
            <a:r>
              <a:rPr sz="1600" spc="105" dirty="0">
                <a:latin typeface="Corbel"/>
                <a:cs typeface="Corbel"/>
              </a:rPr>
              <a:t>  </a:t>
            </a:r>
            <a:r>
              <a:rPr sz="1600" dirty="0">
                <a:latin typeface="Corbel"/>
                <a:cs typeface="Corbel"/>
              </a:rPr>
              <a:t>of</a:t>
            </a:r>
            <a:r>
              <a:rPr sz="1600" spc="105" dirty="0">
                <a:latin typeface="Corbel"/>
                <a:cs typeface="Corbel"/>
              </a:rPr>
              <a:t>  </a:t>
            </a:r>
            <a:r>
              <a:rPr sz="1600" dirty="0">
                <a:latin typeface="Corbel"/>
                <a:cs typeface="Corbel"/>
              </a:rPr>
              <a:t>current</a:t>
            </a:r>
            <a:r>
              <a:rPr sz="1600" spc="100" dirty="0">
                <a:latin typeface="Corbel"/>
                <a:cs typeface="Corbel"/>
              </a:rPr>
              <a:t>  </a:t>
            </a:r>
            <a:r>
              <a:rPr sz="1600" dirty="0">
                <a:latin typeface="Corbel"/>
                <a:cs typeface="Corbel"/>
              </a:rPr>
              <a:t>visibility</a:t>
            </a:r>
            <a:r>
              <a:rPr sz="1600" spc="100" dirty="0">
                <a:latin typeface="Corbel"/>
                <a:cs typeface="Corbel"/>
              </a:rPr>
              <a:t>  </a:t>
            </a:r>
            <a:r>
              <a:rPr sz="1600" dirty="0">
                <a:latin typeface="Corbel"/>
                <a:cs typeface="Corbel"/>
              </a:rPr>
              <a:t>and</a:t>
            </a:r>
            <a:r>
              <a:rPr sz="1600" spc="110" dirty="0">
                <a:latin typeface="Corbel"/>
                <a:cs typeface="Corbel"/>
              </a:rPr>
              <a:t>  </a:t>
            </a:r>
            <a:r>
              <a:rPr sz="1600" dirty="0">
                <a:latin typeface="Corbel"/>
                <a:cs typeface="Corbel"/>
              </a:rPr>
              <a:t>other</a:t>
            </a:r>
            <a:r>
              <a:rPr sz="1600" spc="105" dirty="0">
                <a:latin typeface="Corbel"/>
                <a:cs typeface="Corbel"/>
              </a:rPr>
              <a:t>  </a:t>
            </a:r>
            <a:r>
              <a:rPr sz="1600" spc="-10" dirty="0">
                <a:latin typeface="Corbel"/>
                <a:cs typeface="Corbel"/>
              </a:rPr>
              <a:t>weather </a:t>
            </a:r>
            <a:r>
              <a:rPr sz="1600" dirty="0">
                <a:latin typeface="Corbel"/>
                <a:cs typeface="Corbel"/>
              </a:rPr>
              <a:t>conditions</a:t>
            </a:r>
            <a:r>
              <a:rPr sz="1600" spc="170" dirty="0">
                <a:latin typeface="Corbel"/>
                <a:cs typeface="Corbel"/>
              </a:rPr>
              <a:t> </a:t>
            </a:r>
            <a:r>
              <a:rPr sz="1600" dirty="0">
                <a:latin typeface="Corbel"/>
                <a:cs typeface="Corbel"/>
              </a:rPr>
              <a:t>from</a:t>
            </a:r>
            <a:r>
              <a:rPr sz="1600" spc="175" dirty="0">
                <a:latin typeface="Corbel"/>
                <a:cs typeface="Corbel"/>
              </a:rPr>
              <a:t> </a:t>
            </a:r>
            <a:r>
              <a:rPr sz="1600" dirty="0">
                <a:latin typeface="Corbel"/>
                <a:cs typeface="Corbel"/>
              </a:rPr>
              <a:t>the</a:t>
            </a:r>
            <a:r>
              <a:rPr sz="1600" spc="175" dirty="0">
                <a:latin typeface="Corbel"/>
                <a:cs typeface="Corbel"/>
              </a:rPr>
              <a:t> </a:t>
            </a:r>
            <a:r>
              <a:rPr sz="1600" dirty="0">
                <a:latin typeface="Corbel"/>
                <a:cs typeface="Corbel"/>
              </a:rPr>
              <a:t>ground.</a:t>
            </a:r>
            <a:r>
              <a:rPr sz="1600" spc="175" dirty="0">
                <a:latin typeface="Corbel"/>
                <a:cs typeface="Corbel"/>
              </a:rPr>
              <a:t> </a:t>
            </a:r>
            <a:r>
              <a:rPr sz="1600" dirty="0">
                <a:latin typeface="Corbel"/>
                <a:cs typeface="Corbel"/>
              </a:rPr>
              <a:t>It</a:t>
            </a:r>
            <a:r>
              <a:rPr sz="1600" spc="170" dirty="0">
                <a:latin typeface="Corbel"/>
                <a:cs typeface="Corbel"/>
              </a:rPr>
              <a:t> </a:t>
            </a:r>
            <a:r>
              <a:rPr sz="1600" dirty="0">
                <a:latin typeface="Corbel"/>
                <a:cs typeface="Corbel"/>
              </a:rPr>
              <a:t>Is</a:t>
            </a:r>
            <a:r>
              <a:rPr sz="1600" spc="175" dirty="0">
                <a:latin typeface="Corbel"/>
                <a:cs typeface="Corbel"/>
              </a:rPr>
              <a:t> </a:t>
            </a:r>
            <a:r>
              <a:rPr sz="1600" dirty="0">
                <a:latin typeface="Corbel"/>
                <a:cs typeface="Corbel"/>
              </a:rPr>
              <a:t>only</a:t>
            </a:r>
            <a:r>
              <a:rPr sz="1600" spc="170" dirty="0">
                <a:latin typeface="Corbel"/>
                <a:cs typeface="Corbel"/>
              </a:rPr>
              <a:t> </a:t>
            </a:r>
            <a:r>
              <a:rPr sz="1600" dirty="0">
                <a:latin typeface="Corbel"/>
                <a:cs typeface="Corbel"/>
              </a:rPr>
              <a:t>good</a:t>
            </a:r>
            <a:r>
              <a:rPr sz="1600" spc="175" dirty="0">
                <a:latin typeface="Corbel"/>
                <a:cs typeface="Corbel"/>
              </a:rPr>
              <a:t> </a:t>
            </a:r>
            <a:r>
              <a:rPr sz="1600" dirty="0">
                <a:latin typeface="Corbel"/>
                <a:cs typeface="Corbel"/>
              </a:rPr>
              <a:t>for</a:t>
            </a:r>
            <a:r>
              <a:rPr sz="1600" spc="180" dirty="0">
                <a:latin typeface="Corbel"/>
                <a:cs typeface="Corbel"/>
              </a:rPr>
              <a:t> </a:t>
            </a:r>
            <a:r>
              <a:rPr sz="1600" dirty="0">
                <a:latin typeface="Corbel"/>
                <a:cs typeface="Corbel"/>
              </a:rPr>
              <a:t>the</a:t>
            </a:r>
            <a:r>
              <a:rPr sz="1600" spc="175" dirty="0">
                <a:latin typeface="Corbel"/>
                <a:cs typeface="Corbel"/>
              </a:rPr>
              <a:t> </a:t>
            </a:r>
            <a:r>
              <a:rPr sz="1600" dirty="0">
                <a:latin typeface="Corbel"/>
                <a:cs typeface="Corbel"/>
              </a:rPr>
              <a:t>current</a:t>
            </a:r>
            <a:r>
              <a:rPr sz="1600" spc="170" dirty="0">
                <a:latin typeface="Corbel"/>
                <a:cs typeface="Corbel"/>
              </a:rPr>
              <a:t> </a:t>
            </a:r>
            <a:r>
              <a:rPr sz="1600" dirty="0">
                <a:latin typeface="Corbel"/>
                <a:cs typeface="Corbel"/>
              </a:rPr>
              <a:t>hour.</a:t>
            </a:r>
            <a:r>
              <a:rPr sz="1600" spc="175" dirty="0">
                <a:latin typeface="Corbel"/>
                <a:cs typeface="Corbel"/>
              </a:rPr>
              <a:t> </a:t>
            </a:r>
            <a:r>
              <a:rPr sz="1600" dirty="0">
                <a:latin typeface="Corbel"/>
                <a:cs typeface="Corbel"/>
              </a:rPr>
              <a:t>Used</a:t>
            </a:r>
            <a:r>
              <a:rPr sz="1600" spc="185" dirty="0">
                <a:latin typeface="Corbel"/>
                <a:cs typeface="Corbel"/>
              </a:rPr>
              <a:t> </a:t>
            </a:r>
            <a:r>
              <a:rPr sz="1600" dirty="0">
                <a:latin typeface="Corbel"/>
                <a:cs typeface="Corbel"/>
              </a:rPr>
              <a:t>by</a:t>
            </a:r>
            <a:r>
              <a:rPr sz="1600" spc="170" dirty="0">
                <a:latin typeface="Corbel"/>
                <a:cs typeface="Corbel"/>
              </a:rPr>
              <a:t> </a:t>
            </a:r>
            <a:r>
              <a:rPr sz="1600" dirty="0">
                <a:latin typeface="Corbel"/>
                <a:cs typeface="Corbel"/>
              </a:rPr>
              <a:t>aviators</a:t>
            </a:r>
            <a:r>
              <a:rPr sz="1600" spc="180" dirty="0">
                <a:latin typeface="Corbel"/>
                <a:cs typeface="Corbel"/>
              </a:rPr>
              <a:t> </a:t>
            </a:r>
            <a:r>
              <a:rPr sz="1600" dirty="0">
                <a:latin typeface="Corbel"/>
                <a:cs typeface="Corbel"/>
              </a:rPr>
              <a:t>to</a:t>
            </a:r>
            <a:r>
              <a:rPr sz="1600" spc="170" dirty="0">
                <a:latin typeface="Corbel"/>
                <a:cs typeface="Corbel"/>
              </a:rPr>
              <a:t> </a:t>
            </a:r>
            <a:r>
              <a:rPr sz="1600" dirty="0">
                <a:latin typeface="Corbel"/>
                <a:cs typeface="Corbel"/>
              </a:rPr>
              <a:t>gain</a:t>
            </a:r>
            <a:r>
              <a:rPr sz="1600" spc="185" dirty="0">
                <a:latin typeface="Corbel"/>
                <a:cs typeface="Corbel"/>
              </a:rPr>
              <a:t> </a:t>
            </a:r>
            <a:r>
              <a:rPr sz="1600" dirty="0">
                <a:latin typeface="Corbel"/>
                <a:cs typeface="Corbel"/>
              </a:rPr>
              <a:t>essential</a:t>
            </a:r>
            <a:r>
              <a:rPr sz="1600" spc="180" dirty="0">
                <a:latin typeface="Corbel"/>
                <a:cs typeface="Corbel"/>
              </a:rPr>
              <a:t> </a:t>
            </a:r>
            <a:r>
              <a:rPr sz="1600" spc="-10" dirty="0">
                <a:latin typeface="Corbel"/>
                <a:cs typeface="Corbel"/>
              </a:rPr>
              <a:t>knowledge </a:t>
            </a:r>
            <a:r>
              <a:rPr sz="1600" dirty="0">
                <a:latin typeface="Corbel"/>
                <a:cs typeface="Corbel"/>
              </a:rPr>
              <a:t>about</a:t>
            </a:r>
            <a:r>
              <a:rPr sz="1600" spc="-40" dirty="0">
                <a:latin typeface="Corbel"/>
                <a:cs typeface="Corbel"/>
              </a:rPr>
              <a:t> </a:t>
            </a:r>
            <a:r>
              <a:rPr sz="1600" dirty="0">
                <a:latin typeface="Corbel"/>
                <a:cs typeface="Corbel"/>
              </a:rPr>
              <a:t>flying</a:t>
            </a:r>
            <a:r>
              <a:rPr sz="1600" spc="-25" dirty="0">
                <a:latin typeface="Corbel"/>
                <a:cs typeface="Corbel"/>
              </a:rPr>
              <a:t> </a:t>
            </a:r>
            <a:r>
              <a:rPr sz="1600" spc="-10" dirty="0">
                <a:latin typeface="Corbel"/>
                <a:cs typeface="Corbel"/>
              </a:rPr>
              <a:t>conditions.</a:t>
            </a:r>
            <a:endParaRPr sz="1600">
              <a:latin typeface="Corbel"/>
              <a:cs typeface="Corbel"/>
            </a:endParaRPr>
          </a:p>
          <a:p>
            <a:pPr marL="300990" indent="-288290" algn="just">
              <a:lnSpc>
                <a:spcPts val="1885"/>
              </a:lnSpc>
              <a:buFont typeface="Arial MT"/>
              <a:buChar char="•"/>
              <a:tabLst>
                <a:tab pos="300990" algn="l"/>
              </a:tabLst>
            </a:pPr>
            <a:r>
              <a:rPr sz="1600" dirty="0">
                <a:latin typeface="Corbel"/>
                <a:cs typeface="Corbel"/>
              </a:rPr>
              <a:t>Use</a:t>
            </a:r>
            <a:r>
              <a:rPr sz="1600" spc="-25" dirty="0">
                <a:latin typeface="Corbel"/>
                <a:cs typeface="Corbel"/>
              </a:rPr>
              <a:t> </a:t>
            </a:r>
            <a:r>
              <a:rPr sz="1600" dirty="0">
                <a:latin typeface="Corbel"/>
                <a:cs typeface="Corbel"/>
              </a:rPr>
              <a:t>initial</a:t>
            </a:r>
            <a:r>
              <a:rPr sz="1600" spc="-25" dirty="0">
                <a:latin typeface="Corbel"/>
                <a:cs typeface="Corbel"/>
              </a:rPr>
              <a:t> </a:t>
            </a:r>
            <a:r>
              <a:rPr sz="1600" dirty="0">
                <a:latin typeface="Corbel"/>
                <a:cs typeface="Corbel"/>
              </a:rPr>
              <a:t>code</a:t>
            </a:r>
            <a:r>
              <a:rPr sz="1600" spc="-25" dirty="0">
                <a:latin typeface="Corbel"/>
                <a:cs typeface="Corbel"/>
              </a:rPr>
              <a:t> </a:t>
            </a:r>
            <a:r>
              <a:rPr sz="1600" dirty="0">
                <a:latin typeface="Corbel"/>
                <a:cs typeface="Corbel"/>
              </a:rPr>
              <a:t>letters</a:t>
            </a:r>
            <a:r>
              <a:rPr sz="1600" spc="-20" dirty="0">
                <a:latin typeface="Corbel"/>
                <a:cs typeface="Corbel"/>
              </a:rPr>
              <a:t> </a:t>
            </a:r>
            <a:r>
              <a:rPr sz="1600" dirty="0">
                <a:latin typeface="Corbel"/>
                <a:cs typeface="Corbel"/>
              </a:rPr>
              <a:t>to</a:t>
            </a:r>
            <a:r>
              <a:rPr sz="1600" spc="-30" dirty="0">
                <a:latin typeface="Corbel"/>
                <a:cs typeface="Corbel"/>
              </a:rPr>
              <a:t> </a:t>
            </a:r>
            <a:r>
              <a:rPr sz="1600" dirty="0">
                <a:latin typeface="Corbel"/>
                <a:cs typeface="Corbel"/>
              </a:rPr>
              <a:t>identify</a:t>
            </a:r>
            <a:r>
              <a:rPr sz="1600" spc="-30"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type</a:t>
            </a:r>
            <a:r>
              <a:rPr sz="1600" spc="-25" dirty="0">
                <a:latin typeface="Corbel"/>
                <a:cs typeface="Corbel"/>
              </a:rPr>
              <a:t> </a:t>
            </a:r>
            <a:r>
              <a:rPr sz="1600" dirty="0">
                <a:latin typeface="Corbel"/>
                <a:cs typeface="Corbel"/>
              </a:rPr>
              <a:t>of</a:t>
            </a:r>
            <a:r>
              <a:rPr sz="1600" spc="-25" dirty="0">
                <a:latin typeface="Corbel"/>
                <a:cs typeface="Corbel"/>
              </a:rPr>
              <a:t> </a:t>
            </a:r>
            <a:r>
              <a:rPr sz="1600" spc="-10" dirty="0">
                <a:latin typeface="Corbel"/>
                <a:cs typeface="Corbel"/>
              </a:rPr>
              <a:t>report.</a:t>
            </a:r>
            <a:endParaRPr sz="1600">
              <a:latin typeface="Corbel"/>
              <a:cs typeface="Corbel"/>
            </a:endParaRPr>
          </a:p>
          <a:p>
            <a:pPr marL="300990" indent="-288290" algn="just">
              <a:lnSpc>
                <a:spcPts val="1895"/>
              </a:lnSpc>
              <a:buFont typeface="Arial MT"/>
              <a:buChar char="•"/>
              <a:tabLst>
                <a:tab pos="300990" algn="l"/>
              </a:tabLst>
            </a:pPr>
            <a:r>
              <a:rPr sz="1600" u="sng" spc="-10" dirty="0">
                <a:uFill>
                  <a:solidFill>
                    <a:srgbClr val="000000"/>
                  </a:solidFill>
                </a:uFill>
                <a:latin typeface="Corbel"/>
                <a:cs typeface="Corbel"/>
              </a:rPr>
              <a:t>METARL</a:t>
            </a:r>
            <a:r>
              <a:rPr sz="1600" u="sng" spc="-25" dirty="0">
                <a:uFill>
                  <a:solidFill>
                    <a:srgbClr val="000000"/>
                  </a:solidFill>
                </a:uFill>
                <a:latin typeface="Corbel"/>
                <a:cs typeface="Corbel"/>
              </a:rPr>
              <a:t> </a:t>
            </a:r>
            <a:r>
              <a:rPr sz="1600" u="sng" dirty="0">
                <a:uFill>
                  <a:solidFill>
                    <a:srgbClr val="000000"/>
                  </a:solidFill>
                </a:uFill>
                <a:latin typeface="Corbel"/>
                <a:cs typeface="Corbel"/>
              </a:rPr>
              <a:t>reports</a:t>
            </a:r>
            <a:r>
              <a:rPr sz="1600" u="sng" spc="-25" dirty="0">
                <a:uFill>
                  <a:solidFill>
                    <a:srgbClr val="000000"/>
                  </a:solidFill>
                </a:uFill>
                <a:latin typeface="Corbel"/>
                <a:cs typeface="Corbel"/>
              </a:rPr>
              <a:t> </a:t>
            </a:r>
            <a:r>
              <a:rPr sz="1600" u="sng" dirty="0">
                <a:uFill>
                  <a:solidFill>
                    <a:srgbClr val="000000"/>
                  </a:solidFill>
                </a:uFill>
                <a:latin typeface="Corbel"/>
                <a:cs typeface="Corbel"/>
              </a:rPr>
              <a:t>–</a:t>
            </a:r>
            <a:r>
              <a:rPr sz="1600" u="sng" spc="-20" dirty="0">
                <a:uFill>
                  <a:solidFill>
                    <a:srgbClr val="000000"/>
                  </a:solidFill>
                </a:uFill>
                <a:latin typeface="Corbel"/>
                <a:cs typeface="Corbel"/>
              </a:rPr>
              <a:t> </a:t>
            </a:r>
            <a:r>
              <a:rPr sz="1600" u="sng" dirty="0">
                <a:uFill>
                  <a:solidFill>
                    <a:srgbClr val="000000"/>
                  </a:solidFill>
                </a:uFill>
                <a:latin typeface="Corbel"/>
                <a:cs typeface="Corbel"/>
              </a:rPr>
              <a:t>routine</a:t>
            </a:r>
            <a:r>
              <a:rPr sz="1600" u="sng" spc="-25" dirty="0">
                <a:uFill>
                  <a:solidFill>
                    <a:srgbClr val="000000"/>
                  </a:solidFill>
                </a:uFill>
                <a:latin typeface="Corbel"/>
                <a:cs typeface="Corbel"/>
              </a:rPr>
              <a:t> </a:t>
            </a:r>
            <a:r>
              <a:rPr sz="1600" u="sng" dirty="0">
                <a:uFill>
                  <a:solidFill>
                    <a:srgbClr val="000000"/>
                  </a:solidFill>
                </a:uFill>
                <a:latin typeface="Corbel"/>
                <a:cs typeface="Corbel"/>
              </a:rPr>
              <a:t>hourly</a:t>
            </a:r>
            <a:r>
              <a:rPr sz="1600" u="sng" spc="-25" dirty="0">
                <a:uFill>
                  <a:solidFill>
                    <a:srgbClr val="000000"/>
                  </a:solidFill>
                </a:uFill>
                <a:latin typeface="Corbel"/>
                <a:cs typeface="Corbel"/>
              </a:rPr>
              <a:t> </a:t>
            </a:r>
            <a:r>
              <a:rPr sz="1600" u="sng" dirty="0">
                <a:uFill>
                  <a:solidFill>
                    <a:srgbClr val="000000"/>
                  </a:solidFill>
                </a:uFill>
                <a:latin typeface="Corbel"/>
                <a:cs typeface="Corbel"/>
              </a:rPr>
              <a:t>report,</a:t>
            </a:r>
            <a:r>
              <a:rPr sz="1600" u="sng" spc="-25" dirty="0">
                <a:uFill>
                  <a:solidFill>
                    <a:srgbClr val="000000"/>
                  </a:solidFill>
                </a:uFill>
                <a:latin typeface="Corbel"/>
                <a:cs typeface="Corbel"/>
              </a:rPr>
              <a:t> </a:t>
            </a:r>
            <a:r>
              <a:rPr sz="1600" u="sng" dirty="0">
                <a:uFill>
                  <a:solidFill>
                    <a:srgbClr val="000000"/>
                  </a:solidFill>
                </a:uFill>
                <a:latin typeface="Corbel"/>
                <a:cs typeface="Corbel"/>
              </a:rPr>
              <a:t>is</a:t>
            </a:r>
            <a:r>
              <a:rPr sz="1600" u="sng" spc="-25" dirty="0">
                <a:uFill>
                  <a:solidFill>
                    <a:srgbClr val="000000"/>
                  </a:solidFill>
                </a:uFill>
                <a:latin typeface="Corbel"/>
                <a:cs typeface="Corbel"/>
              </a:rPr>
              <a:t> </a:t>
            </a:r>
            <a:r>
              <a:rPr sz="1600" u="sng" dirty="0">
                <a:uFill>
                  <a:solidFill>
                    <a:srgbClr val="000000"/>
                  </a:solidFill>
                </a:uFill>
                <a:latin typeface="Corbel"/>
                <a:cs typeface="Corbel"/>
              </a:rPr>
              <a:t>issued</a:t>
            </a:r>
            <a:r>
              <a:rPr sz="1600" u="sng" spc="-25" dirty="0">
                <a:uFill>
                  <a:solidFill>
                    <a:srgbClr val="000000"/>
                  </a:solidFill>
                </a:uFill>
                <a:latin typeface="Corbel"/>
                <a:cs typeface="Corbel"/>
              </a:rPr>
              <a:t> </a:t>
            </a:r>
            <a:r>
              <a:rPr sz="1600" u="sng" dirty="0">
                <a:uFill>
                  <a:solidFill>
                    <a:srgbClr val="000000"/>
                  </a:solidFill>
                </a:uFill>
                <a:latin typeface="Corbel"/>
                <a:cs typeface="Corbel"/>
              </a:rPr>
              <a:t>at</a:t>
            </a:r>
            <a:r>
              <a:rPr sz="1600" u="sng" spc="-35" dirty="0">
                <a:uFill>
                  <a:solidFill>
                    <a:srgbClr val="000000"/>
                  </a:solidFill>
                </a:uFill>
                <a:latin typeface="Corbel"/>
                <a:cs typeface="Corbel"/>
              </a:rPr>
              <a:t> </a:t>
            </a:r>
            <a:r>
              <a:rPr sz="1600" u="sng" dirty="0">
                <a:uFill>
                  <a:solidFill>
                    <a:srgbClr val="000000"/>
                  </a:solidFill>
                </a:uFill>
                <a:latin typeface="Corbel"/>
                <a:cs typeface="Corbel"/>
              </a:rPr>
              <a:t>the</a:t>
            </a:r>
            <a:r>
              <a:rPr sz="1600" u="sng" spc="-25" dirty="0">
                <a:uFill>
                  <a:solidFill>
                    <a:srgbClr val="000000"/>
                  </a:solidFill>
                </a:uFill>
                <a:latin typeface="Corbel"/>
                <a:cs typeface="Corbel"/>
              </a:rPr>
              <a:t> </a:t>
            </a:r>
            <a:r>
              <a:rPr sz="1600" u="sng" dirty="0">
                <a:uFill>
                  <a:solidFill>
                    <a:srgbClr val="000000"/>
                  </a:solidFill>
                </a:uFill>
                <a:latin typeface="Corbel"/>
                <a:cs typeface="Corbel"/>
              </a:rPr>
              <a:t>end</a:t>
            </a:r>
            <a:r>
              <a:rPr sz="1600" u="sng" spc="-20" dirty="0">
                <a:uFill>
                  <a:solidFill>
                    <a:srgbClr val="000000"/>
                  </a:solidFill>
                </a:uFill>
                <a:latin typeface="Corbel"/>
                <a:cs typeface="Corbel"/>
              </a:rPr>
              <a:t> </a:t>
            </a:r>
            <a:r>
              <a:rPr sz="1600" u="sng" dirty="0">
                <a:uFill>
                  <a:solidFill>
                    <a:srgbClr val="000000"/>
                  </a:solidFill>
                </a:uFill>
                <a:latin typeface="Corbel"/>
                <a:cs typeface="Corbel"/>
              </a:rPr>
              <a:t>of</a:t>
            </a:r>
            <a:r>
              <a:rPr sz="1600" u="sng" spc="-25" dirty="0">
                <a:uFill>
                  <a:solidFill>
                    <a:srgbClr val="000000"/>
                  </a:solidFill>
                </a:uFill>
                <a:latin typeface="Corbel"/>
                <a:cs typeface="Corbel"/>
              </a:rPr>
              <a:t> </a:t>
            </a:r>
            <a:r>
              <a:rPr sz="1600" u="sng" dirty="0">
                <a:uFill>
                  <a:solidFill>
                    <a:srgbClr val="000000"/>
                  </a:solidFill>
                </a:uFill>
                <a:latin typeface="Corbel"/>
                <a:cs typeface="Corbel"/>
              </a:rPr>
              <a:t>each</a:t>
            </a:r>
            <a:r>
              <a:rPr sz="1600" u="sng" spc="-25" dirty="0">
                <a:uFill>
                  <a:solidFill>
                    <a:srgbClr val="000000"/>
                  </a:solidFill>
                </a:uFill>
                <a:latin typeface="Corbel"/>
                <a:cs typeface="Corbel"/>
              </a:rPr>
              <a:t> </a:t>
            </a:r>
            <a:r>
              <a:rPr sz="1600" u="sng" spc="-10" dirty="0">
                <a:uFill>
                  <a:solidFill>
                    <a:srgbClr val="000000"/>
                  </a:solidFill>
                </a:uFill>
                <a:latin typeface="Corbel"/>
                <a:cs typeface="Corbel"/>
              </a:rPr>
              <a:t>hour</a:t>
            </a:r>
            <a:r>
              <a:rPr sz="1600" spc="-10" dirty="0">
                <a:latin typeface="Corbel"/>
                <a:cs typeface="Corbel"/>
              </a:rPr>
              <a:t>.</a:t>
            </a:r>
            <a:endParaRPr sz="1600">
              <a:latin typeface="Corbel"/>
              <a:cs typeface="Corbel"/>
            </a:endParaRPr>
          </a:p>
          <a:p>
            <a:pPr marL="298450" marR="6350" indent="-285750" algn="just">
              <a:lnSpc>
                <a:spcPts val="1900"/>
              </a:lnSpc>
              <a:spcBef>
                <a:spcPts val="65"/>
              </a:spcBef>
              <a:buFont typeface="Arial MT"/>
              <a:buChar char="•"/>
              <a:tabLst>
                <a:tab pos="298450" algn="l"/>
                <a:tab pos="300990" algn="l"/>
              </a:tabLst>
            </a:pPr>
            <a:r>
              <a:rPr sz="1600" dirty="0">
                <a:latin typeface="Corbel"/>
                <a:cs typeface="Corbel"/>
              </a:rPr>
              <a:t>	SPECI</a:t>
            </a:r>
            <a:r>
              <a:rPr sz="1600" spc="220" dirty="0">
                <a:latin typeface="Corbel"/>
                <a:cs typeface="Corbel"/>
              </a:rPr>
              <a:t> </a:t>
            </a:r>
            <a:r>
              <a:rPr sz="1600" dirty="0">
                <a:latin typeface="Corbel"/>
                <a:cs typeface="Corbel"/>
              </a:rPr>
              <a:t>–</a:t>
            </a:r>
            <a:r>
              <a:rPr sz="1600" spc="225" dirty="0">
                <a:latin typeface="Corbel"/>
                <a:cs typeface="Corbel"/>
              </a:rPr>
              <a:t> </a:t>
            </a:r>
            <a:r>
              <a:rPr sz="1600" dirty="0">
                <a:latin typeface="Corbel"/>
                <a:cs typeface="Corbel"/>
              </a:rPr>
              <a:t>indicates</a:t>
            </a:r>
            <a:r>
              <a:rPr sz="1600" spc="229" dirty="0">
                <a:latin typeface="Corbel"/>
                <a:cs typeface="Corbel"/>
              </a:rPr>
              <a:t> </a:t>
            </a:r>
            <a:r>
              <a:rPr sz="1600" dirty="0">
                <a:latin typeface="Corbel"/>
                <a:cs typeface="Corbel"/>
              </a:rPr>
              <a:t>a</a:t>
            </a:r>
            <a:r>
              <a:rPr sz="1600" spc="225" dirty="0">
                <a:latin typeface="Corbel"/>
                <a:cs typeface="Corbel"/>
              </a:rPr>
              <a:t> </a:t>
            </a:r>
            <a:r>
              <a:rPr sz="1600" dirty="0">
                <a:latin typeface="Corbel"/>
                <a:cs typeface="Corbel"/>
              </a:rPr>
              <a:t>special</a:t>
            </a:r>
            <a:r>
              <a:rPr sz="1600" spc="229" dirty="0">
                <a:latin typeface="Corbel"/>
                <a:cs typeface="Corbel"/>
              </a:rPr>
              <a:t> </a:t>
            </a:r>
            <a:r>
              <a:rPr sz="1600" dirty="0">
                <a:latin typeface="Corbel"/>
                <a:cs typeface="Corbel"/>
              </a:rPr>
              <a:t>,</a:t>
            </a:r>
            <a:r>
              <a:rPr sz="1600" spc="225" dirty="0">
                <a:latin typeface="Corbel"/>
                <a:cs typeface="Corbel"/>
              </a:rPr>
              <a:t> </a:t>
            </a:r>
            <a:r>
              <a:rPr sz="1600" dirty="0">
                <a:latin typeface="Corbel"/>
                <a:cs typeface="Corbel"/>
              </a:rPr>
              <a:t>unscheduled</a:t>
            </a:r>
            <a:r>
              <a:rPr sz="1600" spc="229" dirty="0">
                <a:latin typeface="Corbel"/>
                <a:cs typeface="Corbel"/>
              </a:rPr>
              <a:t> </a:t>
            </a:r>
            <a:r>
              <a:rPr sz="1600" dirty="0">
                <a:latin typeface="Corbel"/>
                <a:cs typeface="Corbel"/>
              </a:rPr>
              <a:t>report.</a:t>
            </a:r>
            <a:r>
              <a:rPr sz="1600" spc="225" dirty="0">
                <a:latin typeface="Corbel"/>
                <a:cs typeface="Corbel"/>
              </a:rPr>
              <a:t> </a:t>
            </a:r>
            <a:r>
              <a:rPr sz="1600" dirty="0">
                <a:latin typeface="Corbel"/>
                <a:cs typeface="Corbel"/>
              </a:rPr>
              <a:t>Usually</a:t>
            </a:r>
            <a:r>
              <a:rPr sz="1600" spc="220" dirty="0">
                <a:latin typeface="Corbel"/>
                <a:cs typeface="Corbel"/>
              </a:rPr>
              <a:t> </a:t>
            </a:r>
            <a:r>
              <a:rPr sz="1600" dirty="0">
                <a:latin typeface="Corbel"/>
                <a:cs typeface="Corbel"/>
              </a:rPr>
              <a:t>happens</a:t>
            </a:r>
            <a:r>
              <a:rPr sz="1600" spc="225" dirty="0">
                <a:latin typeface="Corbel"/>
                <a:cs typeface="Corbel"/>
              </a:rPr>
              <a:t> </a:t>
            </a:r>
            <a:r>
              <a:rPr sz="1600" dirty="0">
                <a:latin typeface="Corbel"/>
                <a:cs typeface="Corbel"/>
              </a:rPr>
              <a:t>for</a:t>
            </a:r>
            <a:r>
              <a:rPr sz="1600" spc="225" dirty="0">
                <a:latin typeface="Corbel"/>
                <a:cs typeface="Corbel"/>
              </a:rPr>
              <a:t> </a:t>
            </a:r>
            <a:r>
              <a:rPr sz="1600" dirty="0">
                <a:latin typeface="Corbel"/>
                <a:cs typeface="Corbel"/>
              </a:rPr>
              <a:t>special</a:t>
            </a:r>
            <a:r>
              <a:rPr sz="1600" spc="229" dirty="0">
                <a:latin typeface="Corbel"/>
                <a:cs typeface="Corbel"/>
              </a:rPr>
              <a:t> </a:t>
            </a:r>
            <a:r>
              <a:rPr sz="1600" dirty="0">
                <a:latin typeface="Corbel"/>
                <a:cs typeface="Corbel"/>
              </a:rPr>
              <a:t>conditions</a:t>
            </a:r>
            <a:r>
              <a:rPr sz="1600" spc="225" dirty="0">
                <a:latin typeface="Corbel"/>
                <a:cs typeface="Corbel"/>
              </a:rPr>
              <a:t> </a:t>
            </a:r>
            <a:r>
              <a:rPr sz="1600" dirty="0">
                <a:latin typeface="Corbel"/>
                <a:cs typeface="Corbel"/>
              </a:rPr>
              <a:t>like</a:t>
            </a:r>
            <a:r>
              <a:rPr sz="1600" spc="229" dirty="0">
                <a:latin typeface="Corbel"/>
                <a:cs typeface="Corbel"/>
              </a:rPr>
              <a:t> </a:t>
            </a:r>
            <a:r>
              <a:rPr sz="1600" dirty="0">
                <a:latin typeface="Corbel"/>
                <a:cs typeface="Corbel"/>
              </a:rPr>
              <a:t>low</a:t>
            </a:r>
            <a:r>
              <a:rPr sz="1600" spc="225" dirty="0">
                <a:latin typeface="Corbel"/>
                <a:cs typeface="Corbel"/>
              </a:rPr>
              <a:t> </a:t>
            </a:r>
            <a:r>
              <a:rPr sz="1600" dirty="0">
                <a:latin typeface="Corbel"/>
                <a:cs typeface="Corbel"/>
              </a:rPr>
              <a:t>visibility</a:t>
            </a:r>
            <a:r>
              <a:rPr sz="1600" spc="215" dirty="0">
                <a:latin typeface="Corbel"/>
                <a:cs typeface="Corbel"/>
              </a:rPr>
              <a:t> </a:t>
            </a:r>
            <a:r>
              <a:rPr sz="1600" spc="-25" dirty="0">
                <a:latin typeface="Corbel"/>
                <a:cs typeface="Corbel"/>
              </a:rPr>
              <a:t>and </a:t>
            </a:r>
            <a:r>
              <a:rPr sz="1600" spc="-10" dirty="0">
                <a:latin typeface="Corbel"/>
                <a:cs typeface="Corbel"/>
              </a:rPr>
              <a:t>thunderstorms</a:t>
            </a:r>
            <a:endParaRPr sz="1600">
              <a:latin typeface="Corbel"/>
              <a:cs typeface="Corbel"/>
            </a:endParaRPr>
          </a:p>
          <a:p>
            <a:pPr marL="298450" marR="6350" indent="-285750" algn="just">
              <a:lnSpc>
                <a:spcPts val="1900"/>
              </a:lnSpc>
              <a:spcBef>
                <a:spcPts val="115"/>
              </a:spcBef>
              <a:buFont typeface="Arial MT"/>
              <a:buChar char="•"/>
              <a:tabLst>
                <a:tab pos="298450" algn="l"/>
                <a:tab pos="300990" algn="l"/>
              </a:tabLst>
            </a:pPr>
            <a:r>
              <a:rPr sz="1600" u="sng" dirty="0">
                <a:uFill>
                  <a:solidFill>
                    <a:srgbClr val="000000"/>
                  </a:solidFill>
                </a:uFill>
                <a:latin typeface="Corbel"/>
                <a:cs typeface="Corbel"/>
              </a:rPr>
              <a:t>	</a:t>
            </a:r>
            <a:r>
              <a:rPr sz="1600" b="1" u="sng" dirty="0">
                <a:uFill>
                  <a:solidFill>
                    <a:srgbClr val="000000"/>
                  </a:solidFill>
                </a:uFill>
                <a:latin typeface="Corbel"/>
                <a:cs typeface="Corbel"/>
              </a:rPr>
              <a:t>TAF</a:t>
            </a:r>
            <a:r>
              <a:rPr sz="1600" b="1" u="sng" spc="210" dirty="0">
                <a:uFill>
                  <a:solidFill>
                    <a:srgbClr val="000000"/>
                  </a:solidFill>
                </a:uFill>
                <a:latin typeface="Corbel"/>
                <a:cs typeface="Corbel"/>
              </a:rPr>
              <a:t> </a:t>
            </a:r>
            <a:r>
              <a:rPr sz="1600" b="1" u="sng" dirty="0">
                <a:uFill>
                  <a:solidFill>
                    <a:srgbClr val="000000"/>
                  </a:solidFill>
                </a:uFill>
                <a:latin typeface="Corbel"/>
                <a:cs typeface="Corbel"/>
              </a:rPr>
              <a:t>–</a:t>
            </a:r>
            <a:r>
              <a:rPr sz="1600" b="1" u="sng" spc="215" dirty="0">
                <a:uFill>
                  <a:solidFill>
                    <a:srgbClr val="000000"/>
                  </a:solidFill>
                </a:uFill>
                <a:latin typeface="Corbel"/>
                <a:cs typeface="Corbel"/>
              </a:rPr>
              <a:t> </a:t>
            </a:r>
            <a:r>
              <a:rPr sz="1600" b="1" u="sng" dirty="0">
                <a:uFill>
                  <a:solidFill>
                    <a:srgbClr val="000000"/>
                  </a:solidFill>
                </a:uFill>
                <a:latin typeface="Corbel"/>
                <a:cs typeface="Corbel"/>
              </a:rPr>
              <a:t>means</a:t>
            </a:r>
            <a:r>
              <a:rPr sz="1600" b="1" u="sng" spc="210" dirty="0">
                <a:uFill>
                  <a:solidFill>
                    <a:srgbClr val="000000"/>
                  </a:solidFill>
                </a:uFill>
                <a:latin typeface="Corbel"/>
                <a:cs typeface="Corbel"/>
              </a:rPr>
              <a:t> </a:t>
            </a:r>
            <a:r>
              <a:rPr sz="1600" b="1" u="sng" dirty="0">
                <a:uFill>
                  <a:solidFill>
                    <a:srgbClr val="000000"/>
                  </a:solidFill>
                </a:uFill>
                <a:latin typeface="Corbel"/>
                <a:cs typeface="Corbel"/>
              </a:rPr>
              <a:t>Terminal</a:t>
            </a:r>
            <a:r>
              <a:rPr sz="1600" b="1" u="sng" spc="204" dirty="0">
                <a:uFill>
                  <a:solidFill>
                    <a:srgbClr val="000000"/>
                  </a:solidFill>
                </a:uFill>
                <a:latin typeface="Corbel"/>
                <a:cs typeface="Corbel"/>
              </a:rPr>
              <a:t> </a:t>
            </a:r>
            <a:r>
              <a:rPr sz="1600" b="1" u="sng" dirty="0">
                <a:uFill>
                  <a:solidFill>
                    <a:srgbClr val="000000"/>
                  </a:solidFill>
                </a:uFill>
                <a:latin typeface="Corbel"/>
                <a:cs typeface="Corbel"/>
              </a:rPr>
              <a:t>Aerodrome</a:t>
            </a:r>
            <a:r>
              <a:rPr sz="1600" b="1" u="sng" spc="215" dirty="0">
                <a:uFill>
                  <a:solidFill>
                    <a:srgbClr val="000000"/>
                  </a:solidFill>
                </a:uFill>
                <a:latin typeface="Corbel"/>
                <a:cs typeface="Corbel"/>
              </a:rPr>
              <a:t> </a:t>
            </a:r>
            <a:r>
              <a:rPr sz="1600" b="1" u="sng" dirty="0">
                <a:uFill>
                  <a:solidFill>
                    <a:srgbClr val="000000"/>
                  </a:solidFill>
                </a:uFill>
                <a:latin typeface="Corbel"/>
                <a:cs typeface="Corbel"/>
              </a:rPr>
              <a:t>Forecast</a:t>
            </a:r>
            <a:r>
              <a:rPr sz="1600" dirty="0">
                <a:latin typeface="Corbel"/>
                <a:cs typeface="Corbel"/>
              </a:rPr>
              <a:t>.</a:t>
            </a:r>
            <a:r>
              <a:rPr sz="1600" spc="229" dirty="0">
                <a:latin typeface="Corbel"/>
                <a:cs typeface="Corbel"/>
              </a:rPr>
              <a:t> </a:t>
            </a:r>
            <a:r>
              <a:rPr sz="1600" dirty="0">
                <a:latin typeface="Corbel"/>
                <a:cs typeface="Corbel"/>
              </a:rPr>
              <a:t>It</a:t>
            </a:r>
            <a:r>
              <a:rPr sz="1600" spc="229" dirty="0">
                <a:latin typeface="Corbel"/>
                <a:cs typeface="Corbel"/>
              </a:rPr>
              <a:t> </a:t>
            </a:r>
            <a:r>
              <a:rPr sz="1600" dirty="0">
                <a:latin typeface="Corbel"/>
                <a:cs typeface="Corbel"/>
              </a:rPr>
              <a:t>is</a:t>
            </a:r>
            <a:r>
              <a:rPr sz="1600" spc="229" dirty="0">
                <a:latin typeface="Corbel"/>
                <a:cs typeface="Corbel"/>
              </a:rPr>
              <a:t> </a:t>
            </a:r>
            <a:r>
              <a:rPr sz="1600" dirty="0">
                <a:latin typeface="Corbel"/>
                <a:cs typeface="Corbel"/>
              </a:rPr>
              <a:t>similar</a:t>
            </a:r>
            <a:r>
              <a:rPr sz="1600" spc="229" dirty="0">
                <a:latin typeface="Corbel"/>
                <a:cs typeface="Corbel"/>
              </a:rPr>
              <a:t> </a:t>
            </a:r>
            <a:r>
              <a:rPr sz="1600" dirty="0">
                <a:latin typeface="Corbel"/>
                <a:cs typeface="Corbel"/>
              </a:rPr>
              <a:t>to</a:t>
            </a:r>
            <a:r>
              <a:rPr sz="1600" spc="229" dirty="0">
                <a:latin typeface="Corbel"/>
                <a:cs typeface="Corbel"/>
              </a:rPr>
              <a:t> </a:t>
            </a:r>
            <a:r>
              <a:rPr sz="1600" dirty="0">
                <a:latin typeface="Corbel"/>
                <a:cs typeface="Corbel"/>
              </a:rPr>
              <a:t>METAR</a:t>
            </a:r>
            <a:r>
              <a:rPr sz="1600" spc="235" dirty="0">
                <a:latin typeface="Corbel"/>
                <a:cs typeface="Corbel"/>
              </a:rPr>
              <a:t> </a:t>
            </a:r>
            <a:r>
              <a:rPr sz="1600" dirty="0">
                <a:latin typeface="Corbel"/>
                <a:cs typeface="Corbel"/>
              </a:rPr>
              <a:t>but</a:t>
            </a:r>
            <a:r>
              <a:rPr sz="1600" spc="225" dirty="0">
                <a:latin typeface="Corbel"/>
                <a:cs typeface="Corbel"/>
              </a:rPr>
              <a:t> </a:t>
            </a:r>
            <a:r>
              <a:rPr sz="1600" dirty="0">
                <a:latin typeface="Corbel"/>
                <a:cs typeface="Corbel"/>
              </a:rPr>
              <a:t>less</a:t>
            </a:r>
            <a:r>
              <a:rPr sz="1600" spc="229" dirty="0">
                <a:latin typeface="Corbel"/>
                <a:cs typeface="Corbel"/>
              </a:rPr>
              <a:t> </a:t>
            </a:r>
            <a:r>
              <a:rPr sz="1600" dirty="0">
                <a:latin typeface="Corbel"/>
                <a:cs typeface="Corbel"/>
              </a:rPr>
              <a:t>common</a:t>
            </a:r>
            <a:r>
              <a:rPr sz="1600" spc="235" dirty="0">
                <a:latin typeface="Corbel"/>
                <a:cs typeface="Corbel"/>
              </a:rPr>
              <a:t> </a:t>
            </a:r>
            <a:r>
              <a:rPr sz="1600" dirty="0">
                <a:latin typeface="Corbel"/>
                <a:cs typeface="Corbel"/>
              </a:rPr>
              <a:t>and</a:t>
            </a:r>
            <a:r>
              <a:rPr sz="1600" spc="240" dirty="0">
                <a:latin typeface="Corbel"/>
                <a:cs typeface="Corbel"/>
              </a:rPr>
              <a:t> </a:t>
            </a:r>
            <a:r>
              <a:rPr sz="1600" dirty="0">
                <a:latin typeface="Corbel"/>
                <a:cs typeface="Corbel"/>
              </a:rPr>
              <a:t>used</a:t>
            </a:r>
            <a:r>
              <a:rPr sz="1600" spc="235" dirty="0">
                <a:latin typeface="Corbel"/>
                <a:cs typeface="Corbel"/>
              </a:rPr>
              <a:t> </a:t>
            </a:r>
            <a:r>
              <a:rPr sz="1600" u="sng" dirty="0">
                <a:uFill>
                  <a:solidFill>
                    <a:srgbClr val="000000"/>
                  </a:solidFill>
                </a:uFill>
                <a:latin typeface="Corbel"/>
                <a:cs typeface="Corbel"/>
              </a:rPr>
              <a:t>to</a:t>
            </a:r>
            <a:r>
              <a:rPr sz="1600" u="sng" spc="225" dirty="0">
                <a:uFill>
                  <a:solidFill>
                    <a:srgbClr val="000000"/>
                  </a:solidFill>
                </a:uFill>
                <a:latin typeface="Corbel"/>
                <a:cs typeface="Corbel"/>
              </a:rPr>
              <a:t> </a:t>
            </a:r>
            <a:r>
              <a:rPr sz="1600" u="sng" dirty="0">
                <a:uFill>
                  <a:solidFill>
                    <a:srgbClr val="000000"/>
                  </a:solidFill>
                </a:uFill>
                <a:latin typeface="Corbel"/>
                <a:cs typeface="Corbel"/>
              </a:rPr>
              <a:t>provide</a:t>
            </a:r>
            <a:r>
              <a:rPr sz="1600" u="sng" spc="229" dirty="0">
                <a:uFill>
                  <a:solidFill>
                    <a:srgbClr val="000000"/>
                  </a:solidFill>
                </a:uFill>
                <a:latin typeface="Corbel"/>
                <a:cs typeface="Corbel"/>
              </a:rPr>
              <a:t> </a:t>
            </a:r>
            <a:r>
              <a:rPr sz="1600" u="sng" spc="-50" dirty="0">
                <a:uFill>
                  <a:solidFill>
                    <a:srgbClr val="000000"/>
                  </a:solidFill>
                </a:uFill>
                <a:latin typeface="Corbel"/>
                <a:cs typeface="Corbel"/>
              </a:rPr>
              <a:t>a</a:t>
            </a:r>
            <a:r>
              <a:rPr sz="1600" spc="-50" dirty="0">
                <a:latin typeface="Corbel"/>
                <a:cs typeface="Corbel"/>
              </a:rPr>
              <a:t> </a:t>
            </a:r>
            <a:r>
              <a:rPr sz="1600" u="sng" dirty="0">
                <a:uFill>
                  <a:solidFill>
                    <a:srgbClr val="000000"/>
                  </a:solidFill>
                </a:uFill>
                <a:latin typeface="Corbel"/>
                <a:cs typeface="Corbel"/>
              </a:rPr>
              <a:t>forecast</a:t>
            </a:r>
            <a:r>
              <a:rPr sz="1600" u="sng" spc="270" dirty="0">
                <a:uFill>
                  <a:solidFill>
                    <a:srgbClr val="000000"/>
                  </a:solidFill>
                </a:uFill>
                <a:latin typeface="Corbel"/>
                <a:cs typeface="Corbel"/>
              </a:rPr>
              <a:t> </a:t>
            </a:r>
            <a:r>
              <a:rPr sz="1600" u="sng" dirty="0">
                <a:uFill>
                  <a:solidFill>
                    <a:srgbClr val="000000"/>
                  </a:solidFill>
                </a:uFill>
                <a:latin typeface="Corbel"/>
                <a:cs typeface="Corbel"/>
              </a:rPr>
              <a:t>for</a:t>
            </a:r>
            <a:r>
              <a:rPr sz="1600" u="sng" spc="-20" dirty="0">
                <a:uFill>
                  <a:solidFill>
                    <a:srgbClr val="000000"/>
                  </a:solidFill>
                </a:uFill>
                <a:latin typeface="Corbel"/>
                <a:cs typeface="Corbel"/>
              </a:rPr>
              <a:t> </a:t>
            </a:r>
            <a:r>
              <a:rPr sz="1600" u="sng" dirty="0">
                <a:uFill>
                  <a:solidFill>
                    <a:srgbClr val="000000"/>
                  </a:solidFill>
                </a:uFill>
                <a:latin typeface="Corbel"/>
                <a:cs typeface="Corbel"/>
              </a:rPr>
              <a:t>a</a:t>
            </a:r>
            <a:r>
              <a:rPr sz="1600" u="sng" spc="-25" dirty="0">
                <a:uFill>
                  <a:solidFill>
                    <a:srgbClr val="000000"/>
                  </a:solidFill>
                </a:uFill>
                <a:latin typeface="Corbel"/>
                <a:cs typeface="Corbel"/>
              </a:rPr>
              <a:t> </a:t>
            </a:r>
            <a:r>
              <a:rPr sz="1600" u="sng" dirty="0">
                <a:uFill>
                  <a:solidFill>
                    <a:srgbClr val="000000"/>
                  </a:solidFill>
                </a:uFill>
                <a:latin typeface="Corbel"/>
                <a:cs typeface="Corbel"/>
              </a:rPr>
              <a:t>general</a:t>
            </a:r>
            <a:r>
              <a:rPr sz="1600" u="sng" spc="-20" dirty="0">
                <a:uFill>
                  <a:solidFill>
                    <a:srgbClr val="000000"/>
                  </a:solidFill>
                </a:uFill>
                <a:latin typeface="Corbel"/>
                <a:cs typeface="Corbel"/>
              </a:rPr>
              <a:t> area.</a:t>
            </a:r>
            <a:endParaRPr sz="1600">
              <a:latin typeface="Corbel"/>
              <a:cs typeface="Corbel"/>
            </a:endParaRPr>
          </a:p>
          <a:p>
            <a:pPr>
              <a:lnSpc>
                <a:spcPct val="100000"/>
              </a:lnSpc>
              <a:spcBef>
                <a:spcPts val="45"/>
              </a:spcBef>
              <a:buFont typeface="Arial MT"/>
              <a:buChar char="•"/>
            </a:pPr>
            <a:endParaRPr sz="1600">
              <a:latin typeface="Corbel"/>
              <a:cs typeface="Corbel"/>
            </a:endParaRPr>
          </a:p>
          <a:p>
            <a:pPr marL="12700">
              <a:lnSpc>
                <a:spcPts val="1910"/>
              </a:lnSpc>
            </a:pPr>
            <a:r>
              <a:rPr sz="1600" b="1" u="sng" dirty="0">
                <a:uFill>
                  <a:solidFill>
                    <a:srgbClr val="000000"/>
                  </a:solidFill>
                </a:uFill>
                <a:latin typeface="Corbel"/>
                <a:cs typeface="Corbel"/>
              </a:rPr>
              <a:t>MyENV</a:t>
            </a:r>
            <a:r>
              <a:rPr sz="1600" b="1" u="sng" spc="-35" dirty="0">
                <a:uFill>
                  <a:solidFill>
                    <a:srgbClr val="000000"/>
                  </a:solidFill>
                </a:uFill>
                <a:latin typeface="Corbel"/>
                <a:cs typeface="Corbel"/>
              </a:rPr>
              <a:t> </a:t>
            </a:r>
            <a:r>
              <a:rPr sz="1600" u="sng" dirty="0">
                <a:uFill>
                  <a:solidFill>
                    <a:srgbClr val="000000"/>
                  </a:solidFill>
                </a:uFill>
                <a:latin typeface="Corbel"/>
                <a:cs typeface="Corbel"/>
              </a:rPr>
              <a:t>(NEA</a:t>
            </a:r>
            <a:r>
              <a:rPr sz="1600" u="sng" spc="-30" dirty="0">
                <a:uFill>
                  <a:solidFill>
                    <a:srgbClr val="000000"/>
                  </a:solidFill>
                </a:uFill>
                <a:latin typeface="Corbel"/>
                <a:cs typeface="Corbel"/>
              </a:rPr>
              <a:t> </a:t>
            </a:r>
            <a:r>
              <a:rPr sz="1600" u="sng" dirty="0">
                <a:uFill>
                  <a:solidFill>
                    <a:srgbClr val="000000"/>
                  </a:solidFill>
                </a:uFill>
                <a:latin typeface="Corbel"/>
                <a:cs typeface="Corbel"/>
              </a:rPr>
              <a:t>app</a:t>
            </a:r>
            <a:r>
              <a:rPr sz="1600" u="sng" spc="-25" dirty="0">
                <a:uFill>
                  <a:solidFill>
                    <a:srgbClr val="000000"/>
                  </a:solidFill>
                </a:uFill>
                <a:latin typeface="Corbel"/>
                <a:cs typeface="Corbel"/>
              </a:rPr>
              <a:t> </a:t>
            </a:r>
            <a:r>
              <a:rPr sz="1600" u="sng" dirty="0">
                <a:uFill>
                  <a:solidFill>
                    <a:srgbClr val="000000"/>
                  </a:solidFill>
                </a:uFill>
                <a:latin typeface="Corbel"/>
                <a:cs typeface="Corbel"/>
              </a:rPr>
              <a:t>as</a:t>
            </a:r>
            <a:r>
              <a:rPr sz="1600" u="sng" spc="-25" dirty="0">
                <a:uFill>
                  <a:solidFill>
                    <a:srgbClr val="000000"/>
                  </a:solidFill>
                </a:uFill>
                <a:latin typeface="Corbel"/>
                <a:cs typeface="Corbel"/>
              </a:rPr>
              <a:t> </a:t>
            </a:r>
            <a:r>
              <a:rPr sz="1600" u="sng" dirty="0">
                <a:uFill>
                  <a:solidFill>
                    <a:srgbClr val="000000"/>
                  </a:solidFill>
                </a:uFill>
                <a:latin typeface="Corbel"/>
                <a:cs typeface="Corbel"/>
              </a:rPr>
              <a:t>an</a:t>
            </a:r>
            <a:r>
              <a:rPr sz="1600" u="sng" spc="-20" dirty="0">
                <a:uFill>
                  <a:solidFill>
                    <a:srgbClr val="000000"/>
                  </a:solidFill>
                </a:uFill>
                <a:latin typeface="Corbel"/>
                <a:cs typeface="Corbel"/>
              </a:rPr>
              <a:t> </a:t>
            </a:r>
            <a:r>
              <a:rPr sz="1600" u="sng" dirty="0">
                <a:uFill>
                  <a:solidFill>
                    <a:srgbClr val="000000"/>
                  </a:solidFill>
                </a:uFill>
                <a:latin typeface="Corbel"/>
                <a:cs typeface="Corbel"/>
              </a:rPr>
              <a:t>alternative</a:t>
            </a:r>
            <a:r>
              <a:rPr sz="1600" u="sng" spc="-20" dirty="0">
                <a:uFill>
                  <a:solidFill>
                    <a:srgbClr val="000000"/>
                  </a:solidFill>
                </a:uFill>
                <a:latin typeface="Corbel"/>
                <a:cs typeface="Corbel"/>
              </a:rPr>
              <a:t> </a:t>
            </a:r>
            <a:r>
              <a:rPr sz="1600" u="sng" dirty="0">
                <a:uFill>
                  <a:solidFill>
                    <a:srgbClr val="000000"/>
                  </a:solidFill>
                </a:uFill>
                <a:latin typeface="Corbel"/>
                <a:cs typeface="Corbel"/>
              </a:rPr>
              <a:t>to</a:t>
            </a:r>
            <a:r>
              <a:rPr sz="1600" u="sng" spc="-35" dirty="0">
                <a:uFill>
                  <a:solidFill>
                    <a:srgbClr val="000000"/>
                  </a:solidFill>
                </a:uFill>
                <a:latin typeface="Corbel"/>
                <a:cs typeface="Corbel"/>
              </a:rPr>
              <a:t> </a:t>
            </a:r>
            <a:r>
              <a:rPr sz="1600" u="sng" spc="-10" dirty="0">
                <a:uFill>
                  <a:solidFill>
                    <a:srgbClr val="000000"/>
                  </a:solidFill>
                </a:uFill>
                <a:latin typeface="Corbel"/>
                <a:cs typeface="Corbel"/>
              </a:rPr>
              <a:t>METAR)</a:t>
            </a:r>
            <a:endParaRPr sz="1600">
              <a:latin typeface="Corbel"/>
              <a:cs typeface="Corbel"/>
            </a:endParaRPr>
          </a:p>
          <a:p>
            <a:pPr marL="298450" marR="5450205" indent="-285750" algn="just">
              <a:lnSpc>
                <a:spcPts val="1900"/>
              </a:lnSpc>
              <a:spcBef>
                <a:spcPts val="70"/>
              </a:spcBef>
              <a:buFont typeface="Arial MT"/>
              <a:buChar char="•"/>
              <a:tabLst>
                <a:tab pos="298450" algn="l"/>
                <a:tab pos="300990" algn="l"/>
              </a:tabLst>
            </a:pPr>
            <a:r>
              <a:rPr sz="1600" dirty="0">
                <a:latin typeface="Corbel"/>
                <a:cs typeface="Corbel"/>
              </a:rPr>
              <a:t>	Use</a:t>
            </a:r>
            <a:r>
              <a:rPr sz="1600" spc="90" dirty="0">
                <a:latin typeface="Corbel"/>
                <a:cs typeface="Corbel"/>
              </a:rPr>
              <a:t>  </a:t>
            </a:r>
            <a:r>
              <a:rPr sz="1600" dirty="0">
                <a:latin typeface="Corbel"/>
                <a:cs typeface="Corbel"/>
              </a:rPr>
              <a:t>the</a:t>
            </a:r>
            <a:r>
              <a:rPr sz="1600" spc="95" dirty="0">
                <a:latin typeface="Corbel"/>
                <a:cs typeface="Corbel"/>
              </a:rPr>
              <a:t>  </a:t>
            </a:r>
            <a:r>
              <a:rPr sz="1600" dirty="0">
                <a:latin typeface="Corbel"/>
                <a:cs typeface="Corbel"/>
              </a:rPr>
              <a:t>app</a:t>
            </a:r>
            <a:r>
              <a:rPr sz="1600" spc="90" dirty="0">
                <a:latin typeface="Corbel"/>
                <a:cs typeface="Corbel"/>
              </a:rPr>
              <a:t>  </a:t>
            </a:r>
            <a:r>
              <a:rPr sz="1600" dirty="0">
                <a:latin typeface="Corbel"/>
                <a:cs typeface="Corbel"/>
              </a:rPr>
              <a:t>to</a:t>
            </a:r>
            <a:r>
              <a:rPr sz="1600" spc="90" dirty="0">
                <a:latin typeface="Corbel"/>
                <a:cs typeface="Corbel"/>
              </a:rPr>
              <a:t>  </a:t>
            </a:r>
            <a:r>
              <a:rPr sz="1600" dirty="0">
                <a:latin typeface="Corbel"/>
                <a:cs typeface="Corbel"/>
              </a:rPr>
              <a:t>get</a:t>
            </a:r>
            <a:r>
              <a:rPr sz="1600" spc="85" dirty="0">
                <a:latin typeface="Corbel"/>
                <a:cs typeface="Corbel"/>
              </a:rPr>
              <a:t>  </a:t>
            </a:r>
            <a:r>
              <a:rPr sz="1600" dirty="0">
                <a:latin typeface="Corbel"/>
                <a:cs typeface="Corbel"/>
              </a:rPr>
              <a:t>the</a:t>
            </a:r>
            <a:r>
              <a:rPr sz="1600" spc="95" dirty="0">
                <a:latin typeface="Corbel"/>
                <a:cs typeface="Corbel"/>
              </a:rPr>
              <a:t>  </a:t>
            </a:r>
            <a:r>
              <a:rPr sz="1600" dirty="0">
                <a:latin typeface="Corbel"/>
                <a:cs typeface="Corbel"/>
              </a:rPr>
              <a:t>latest</a:t>
            </a:r>
            <a:r>
              <a:rPr sz="1600" spc="90" dirty="0">
                <a:latin typeface="Corbel"/>
                <a:cs typeface="Corbel"/>
              </a:rPr>
              <a:t>  </a:t>
            </a:r>
            <a:r>
              <a:rPr sz="1600" spc="-10" dirty="0">
                <a:latin typeface="Corbel"/>
                <a:cs typeface="Corbel"/>
              </a:rPr>
              <a:t>environmental </a:t>
            </a:r>
            <a:r>
              <a:rPr sz="1600" dirty="0">
                <a:latin typeface="Corbel"/>
                <a:cs typeface="Corbel"/>
              </a:rPr>
              <a:t>updates</a:t>
            </a:r>
            <a:r>
              <a:rPr sz="1600" spc="-25" dirty="0">
                <a:latin typeface="Corbel"/>
                <a:cs typeface="Corbel"/>
              </a:rPr>
              <a:t> </a:t>
            </a:r>
            <a:r>
              <a:rPr sz="1600" dirty="0">
                <a:latin typeface="Corbel"/>
                <a:cs typeface="Corbel"/>
              </a:rPr>
              <a:t>and</a:t>
            </a:r>
            <a:r>
              <a:rPr sz="1600" spc="-15" dirty="0">
                <a:latin typeface="Corbel"/>
                <a:cs typeface="Corbel"/>
              </a:rPr>
              <a:t> </a:t>
            </a:r>
            <a:r>
              <a:rPr sz="1600" dirty="0">
                <a:latin typeface="Corbel"/>
                <a:cs typeface="Corbel"/>
              </a:rPr>
              <a:t>information</a:t>
            </a:r>
            <a:r>
              <a:rPr sz="1600" spc="-15" dirty="0">
                <a:latin typeface="Corbel"/>
                <a:cs typeface="Corbel"/>
              </a:rPr>
              <a:t> </a:t>
            </a:r>
            <a:r>
              <a:rPr sz="1600" dirty="0">
                <a:latin typeface="Corbel"/>
                <a:cs typeface="Corbel"/>
              </a:rPr>
              <a:t>at</a:t>
            </a:r>
            <a:r>
              <a:rPr sz="1600" spc="-25" dirty="0">
                <a:latin typeface="Corbel"/>
                <a:cs typeface="Corbel"/>
              </a:rPr>
              <a:t> </a:t>
            </a:r>
            <a:r>
              <a:rPr sz="1600" dirty="0">
                <a:latin typeface="Corbel"/>
                <a:cs typeface="Corbel"/>
              </a:rPr>
              <a:t>your</a:t>
            </a:r>
            <a:r>
              <a:rPr sz="1600" spc="-20" dirty="0">
                <a:latin typeface="Corbel"/>
                <a:cs typeface="Corbel"/>
              </a:rPr>
              <a:t> </a:t>
            </a:r>
            <a:r>
              <a:rPr sz="1600" dirty="0">
                <a:latin typeface="Corbel"/>
                <a:cs typeface="Corbel"/>
              </a:rPr>
              <a:t>fingertips</a:t>
            </a:r>
            <a:r>
              <a:rPr sz="1600" spc="-20" dirty="0">
                <a:latin typeface="Corbel"/>
                <a:cs typeface="Corbel"/>
              </a:rPr>
              <a:t> </a:t>
            </a:r>
            <a:r>
              <a:rPr sz="1600" spc="-10" dirty="0">
                <a:latin typeface="Corbel"/>
                <a:cs typeface="Corbel"/>
              </a:rPr>
              <a:t>based</a:t>
            </a:r>
            <a:endParaRPr sz="1600">
              <a:latin typeface="Corbel"/>
              <a:cs typeface="Corbel"/>
            </a:endParaRPr>
          </a:p>
          <a:p>
            <a:pPr marL="298450" algn="just">
              <a:lnSpc>
                <a:spcPts val="1910"/>
              </a:lnSpc>
              <a:spcBef>
                <a:spcPts val="30"/>
              </a:spcBef>
            </a:pPr>
            <a:r>
              <a:rPr sz="1600" dirty="0">
                <a:latin typeface="Corbel"/>
                <a:cs typeface="Corbel"/>
              </a:rPr>
              <a:t>on</a:t>
            </a:r>
            <a:r>
              <a:rPr sz="1600" spc="-25" dirty="0">
                <a:latin typeface="Corbel"/>
                <a:cs typeface="Corbel"/>
              </a:rPr>
              <a:t> </a:t>
            </a:r>
            <a:r>
              <a:rPr sz="1600" dirty="0">
                <a:latin typeface="Corbel"/>
                <a:cs typeface="Corbel"/>
              </a:rPr>
              <a:t>your</a:t>
            </a:r>
            <a:r>
              <a:rPr sz="1600" spc="-25" dirty="0">
                <a:latin typeface="Corbel"/>
                <a:cs typeface="Corbel"/>
              </a:rPr>
              <a:t> </a:t>
            </a:r>
            <a:r>
              <a:rPr sz="1600" dirty="0">
                <a:latin typeface="Corbel"/>
                <a:cs typeface="Corbel"/>
              </a:rPr>
              <a:t>current</a:t>
            </a:r>
            <a:r>
              <a:rPr sz="1600" spc="-35" dirty="0">
                <a:latin typeface="Corbel"/>
                <a:cs typeface="Corbel"/>
              </a:rPr>
              <a:t> </a:t>
            </a:r>
            <a:r>
              <a:rPr sz="1600" dirty="0">
                <a:latin typeface="Corbel"/>
                <a:cs typeface="Corbel"/>
              </a:rPr>
              <a:t>location</a:t>
            </a:r>
            <a:r>
              <a:rPr sz="1600" spc="-25" dirty="0">
                <a:latin typeface="Corbel"/>
                <a:cs typeface="Corbel"/>
              </a:rPr>
              <a:t> </a:t>
            </a:r>
            <a:r>
              <a:rPr sz="1600" dirty="0">
                <a:latin typeface="Corbel"/>
                <a:cs typeface="Corbel"/>
              </a:rPr>
              <a:t>with</a:t>
            </a:r>
            <a:r>
              <a:rPr sz="1600" spc="-30" dirty="0">
                <a:latin typeface="Corbel"/>
                <a:cs typeface="Corbel"/>
              </a:rPr>
              <a:t> </a:t>
            </a:r>
            <a:r>
              <a:rPr sz="1600" spc="-20" dirty="0">
                <a:latin typeface="Corbel"/>
                <a:cs typeface="Corbel"/>
              </a:rPr>
              <a:t>MyENV</a:t>
            </a:r>
            <a:endParaRPr sz="1600">
              <a:latin typeface="Corbel"/>
              <a:cs typeface="Corbel"/>
            </a:endParaRPr>
          </a:p>
          <a:p>
            <a:pPr marL="298450" marR="5449570" indent="-285750" algn="just">
              <a:lnSpc>
                <a:spcPts val="1900"/>
              </a:lnSpc>
              <a:spcBef>
                <a:spcPts val="70"/>
              </a:spcBef>
              <a:buFont typeface="Arial MT"/>
              <a:buChar char="•"/>
              <a:tabLst>
                <a:tab pos="298450" algn="l"/>
                <a:tab pos="300990" algn="l"/>
              </a:tabLst>
            </a:pPr>
            <a:r>
              <a:rPr sz="1600" dirty="0">
                <a:latin typeface="Corbel"/>
                <a:cs typeface="Corbel"/>
              </a:rPr>
              <a:t>	Access</a:t>
            </a:r>
            <a:r>
              <a:rPr sz="1600" spc="215" dirty="0">
                <a:latin typeface="Corbel"/>
                <a:cs typeface="Corbel"/>
              </a:rPr>
              <a:t>  </a:t>
            </a:r>
            <a:r>
              <a:rPr sz="1600" spc="-10" dirty="0">
                <a:latin typeface="Corbel"/>
                <a:cs typeface="Corbel"/>
              </a:rPr>
              <a:t>real-</a:t>
            </a:r>
            <a:r>
              <a:rPr sz="1600" dirty="0">
                <a:latin typeface="Corbel"/>
                <a:cs typeface="Corbel"/>
              </a:rPr>
              <a:t>time</a:t>
            </a:r>
            <a:r>
              <a:rPr sz="1600" spc="220" dirty="0">
                <a:latin typeface="Corbel"/>
                <a:cs typeface="Corbel"/>
              </a:rPr>
              <a:t>  </a:t>
            </a:r>
            <a:r>
              <a:rPr sz="1600" dirty="0">
                <a:latin typeface="Corbel"/>
                <a:cs typeface="Corbel"/>
              </a:rPr>
              <a:t>information</a:t>
            </a:r>
            <a:r>
              <a:rPr sz="1600" spc="220" dirty="0">
                <a:latin typeface="Corbel"/>
                <a:cs typeface="Corbel"/>
              </a:rPr>
              <a:t>  </a:t>
            </a:r>
            <a:r>
              <a:rPr sz="1600" dirty="0">
                <a:latin typeface="Corbel"/>
                <a:cs typeface="Corbel"/>
              </a:rPr>
              <a:t>on</a:t>
            </a:r>
            <a:r>
              <a:rPr sz="1600" spc="220" dirty="0">
                <a:latin typeface="Corbel"/>
                <a:cs typeface="Corbel"/>
              </a:rPr>
              <a:t>  </a:t>
            </a:r>
            <a:r>
              <a:rPr sz="1600" spc="-10" dirty="0">
                <a:latin typeface="Corbel"/>
                <a:cs typeface="Corbel"/>
              </a:rPr>
              <a:t>Singapore’s </a:t>
            </a:r>
            <a:r>
              <a:rPr sz="1600" dirty="0">
                <a:latin typeface="Corbel"/>
                <a:cs typeface="Corbel"/>
              </a:rPr>
              <a:t>weather</a:t>
            </a:r>
            <a:r>
              <a:rPr sz="1600" spc="325" dirty="0">
                <a:latin typeface="Corbel"/>
                <a:cs typeface="Corbel"/>
              </a:rPr>
              <a:t>  </a:t>
            </a:r>
            <a:r>
              <a:rPr sz="1600" dirty="0">
                <a:latin typeface="Corbel"/>
                <a:cs typeface="Corbel"/>
              </a:rPr>
              <a:t>and</a:t>
            </a:r>
            <a:r>
              <a:rPr sz="1600" spc="330" dirty="0">
                <a:latin typeface="Corbel"/>
                <a:cs typeface="Corbel"/>
              </a:rPr>
              <a:t>  </a:t>
            </a:r>
            <a:r>
              <a:rPr sz="1600" dirty="0">
                <a:latin typeface="Corbel"/>
                <a:cs typeface="Corbel"/>
              </a:rPr>
              <a:t>air</a:t>
            </a:r>
            <a:r>
              <a:rPr sz="1600" spc="325" dirty="0">
                <a:latin typeface="Corbel"/>
                <a:cs typeface="Corbel"/>
              </a:rPr>
              <a:t>  </a:t>
            </a:r>
            <a:r>
              <a:rPr sz="1600" dirty="0">
                <a:latin typeface="Corbel"/>
                <a:cs typeface="Corbel"/>
              </a:rPr>
              <a:t>quality</a:t>
            </a:r>
            <a:r>
              <a:rPr sz="1600" spc="325" dirty="0">
                <a:latin typeface="Corbel"/>
                <a:cs typeface="Corbel"/>
              </a:rPr>
              <a:t>  </a:t>
            </a:r>
            <a:r>
              <a:rPr sz="1600" dirty="0">
                <a:latin typeface="Corbel"/>
                <a:cs typeface="Corbel"/>
              </a:rPr>
              <a:t>including</a:t>
            </a:r>
            <a:r>
              <a:rPr sz="1600" spc="325" dirty="0">
                <a:latin typeface="Corbel"/>
                <a:cs typeface="Corbel"/>
              </a:rPr>
              <a:t>  </a:t>
            </a:r>
            <a:r>
              <a:rPr sz="1600" spc="-10" dirty="0">
                <a:latin typeface="Corbel"/>
                <a:cs typeface="Corbel"/>
              </a:rPr>
              <a:t>weather </a:t>
            </a:r>
            <a:r>
              <a:rPr sz="1600" dirty="0">
                <a:latin typeface="Corbel"/>
                <a:cs typeface="Corbel"/>
              </a:rPr>
              <a:t>forecasts,</a:t>
            </a:r>
            <a:r>
              <a:rPr sz="1600" spc="-35" dirty="0">
                <a:latin typeface="Corbel"/>
                <a:cs typeface="Corbel"/>
              </a:rPr>
              <a:t> </a:t>
            </a:r>
            <a:r>
              <a:rPr sz="1600" dirty="0">
                <a:latin typeface="Corbel"/>
                <a:cs typeface="Corbel"/>
              </a:rPr>
              <a:t>PSI</a:t>
            </a:r>
            <a:r>
              <a:rPr sz="1600" spc="-45" dirty="0">
                <a:latin typeface="Corbel"/>
                <a:cs typeface="Corbel"/>
              </a:rPr>
              <a:t> </a:t>
            </a:r>
            <a:r>
              <a:rPr sz="1600" dirty="0">
                <a:latin typeface="Corbel"/>
                <a:cs typeface="Corbel"/>
              </a:rPr>
              <a:t>readings</a:t>
            </a:r>
            <a:r>
              <a:rPr sz="1600" spc="-35" dirty="0">
                <a:latin typeface="Corbel"/>
                <a:cs typeface="Corbel"/>
              </a:rPr>
              <a:t> </a:t>
            </a:r>
            <a:r>
              <a:rPr sz="1600" dirty="0">
                <a:latin typeface="Corbel"/>
                <a:cs typeface="Corbel"/>
              </a:rPr>
              <a:t>and</a:t>
            </a:r>
            <a:r>
              <a:rPr sz="1600" spc="-75" dirty="0">
                <a:latin typeface="Corbel"/>
                <a:cs typeface="Corbel"/>
              </a:rPr>
              <a:t> </a:t>
            </a:r>
            <a:r>
              <a:rPr sz="1600" dirty="0">
                <a:latin typeface="Corbel"/>
                <a:cs typeface="Corbel"/>
              </a:rPr>
              <a:t>UV</a:t>
            </a:r>
            <a:r>
              <a:rPr sz="1600" spc="-35" dirty="0">
                <a:latin typeface="Corbel"/>
                <a:cs typeface="Corbel"/>
              </a:rPr>
              <a:t> </a:t>
            </a:r>
            <a:r>
              <a:rPr sz="1600" spc="-10" dirty="0">
                <a:latin typeface="Corbel"/>
                <a:cs typeface="Corbel"/>
              </a:rPr>
              <a:t>index.</a:t>
            </a:r>
            <a:endParaRPr sz="1600">
              <a:latin typeface="Corbel"/>
              <a:cs typeface="Corbel"/>
            </a:endParaRPr>
          </a:p>
          <a:p>
            <a:pPr marL="300990" indent="-288290" algn="just">
              <a:lnSpc>
                <a:spcPts val="1830"/>
              </a:lnSpc>
              <a:buFont typeface="Arial MT"/>
              <a:buChar char="•"/>
              <a:tabLst>
                <a:tab pos="300990" algn="l"/>
              </a:tabLst>
            </a:pPr>
            <a:r>
              <a:rPr sz="1600" dirty="0">
                <a:latin typeface="Corbel"/>
                <a:cs typeface="Corbel"/>
              </a:rPr>
              <a:t>Subscribe</a:t>
            </a:r>
            <a:r>
              <a:rPr sz="1600" spc="335" dirty="0">
                <a:latin typeface="Corbel"/>
                <a:cs typeface="Corbel"/>
              </a:rPr>
              <a:t> </a:t>
            </a:r>
            <a:r>
              <a:rPr sz="1600" dirty="0">
                <a:latin typeface="Corbel"/>
                <a:cs typeface="Corbel"/>
              </a:rPr>
              <a:t>to</a:t>
            </a:r>
            <a:r>
              <a:rPr sz="1600" spc="330" dirty="0">
                <a:latin typeface="Corbel"/>
                <a:cs typeface="Corbel"/>
              </a:rPr>
              <a:t> </a:t>
            </a:r>
            <a:r>
              <a:rPr sz="1600" dirty="0">
                <a:latin typeface="Corbel"/>
                <a:cs typeface="Corbel"/>
              </a:rPr>
              <a:t>receive</a:t>
            </a:r>
            <a:r>
              <a:rPr sz="1600" spc="335" dirty="0">
                <a:latin typeface="Corbel"/>
                <a:cs typeface="Corbel"/>
              </a:rPr>
              <a:t> </a:t>
            </a:r>
            <a:r>
              <a:rPr sz="1600" spc="-10" dirty="0">
                <a:latin typeface="Corbel"/>
                <a:cs typeface="Corbel"/>
              </a:rPr>
              <a:t>location-</a:t>
            </a:r>
            <a:r>
              <a:rPr sz="1600" dirty="0">
                <a:latin typeface="Corbel"/>
                <a:cs typeface="Corbel"/>
              </a:rPr>
              <a:t>specific</a:t>
            </a:r>
            <a:r>
              <a:rPr sz="1600" spc="330" dirty="0">
                <a:latin typeface="Corbel"/>
                <a:cs typeface="Corbel"/>
              </a:rPr>
              <a:t> </a:t>
            </a:r>
            <a:r>
              <a:rPr sz="1600" dirty="0">
                <a:latin typeface="Corbel"/>
                <a:cs typeface="Corbel"/>
              </a:rPr>
              <a:t>alerts</a:t>
            </a:r>
            <a:r>
              <a:rPr sz="1600" spc="340" dirty="0">
                <a:latin typeface="Corbel"/>
                <a:cs typeface="Corbel"/>
              </a:rPr>
              <a:t> </a:t>
            </a:r>
            <a:r>
              <a:rPr sz="1600" spc="-25" dirty="0">
                <a:latin typeface="Corbel"/>
                <a:cs typeface="Corbel"/>
              </a:rPr>
              <a:t>on</a:t>
            </a:r>
            <a:endParaRPr sz="1600">
              <a:latin typeface="Corbel"/>
              <a:cs typeface="Corbel"/>
            </a:endParaRPr>
          </a:p>
          <a:p>
            <a:pPr marL="298450" algn="just">
              <a:lnSpc>
                <a:spcPts val="1910"/>
              </a:lnSpc>
              <a:spcBef>
                <a:spcPts val="95"/>
              </a:spcBef>
            </a:pPr>
            <a:r>
              <a:rPr sz="1600" dirty="0">
                <a:latin typeface="Corbel"/>
                <a:cs typeface="Corbel"/>
              </a:rPr>
              <a:t>heavy</a:t>
            </a:r>
            <a:r>
              <a:rPr sz="1600" spc="-45" dirty="0">
                <a:latin typeface="Corbel"/>
                <a:cs typeface="Corbel"/>
              </a:rPr>
              <a:t> </a:t>
            </a:r>
            <a:r>
              <a:rPr sz="1600" dirty="0">
                <a:latin typeface="Corbel"/>
                <a:cs typeface="Corbel"/>
              </a:rPr>
              <a:t>rainfall,</a:t>
            </a:r>
            <a:r>
              <a:rPr sz="1600" spc="-35" dirty="0">
                <a:latin typeface="Corbel"/>
                <a:cs typeface="Corbel"/>
              </a:rPr>
              <a:t> </a:t>
            </a:r>
            <a:r>
              <a:rPr sz="1600" dirty="0">
                <a:latin typeface="Corbel"/>
                <a:cs typeface="Corbel"/>
              </a:rPr>
              <a:t>lightning</a:t>
            </a:r>
            <a:r>
              <a:rPr sz="1600" spc="-35" dirty="0">
                <a:latin typeface="Corbel"/>
                <a:cs typeface="Corbel"/>
              </a:rPr>
              <a:t> </a:t>
            </a:r>
            <a:r>
              <a:rPr sz="1600" dirty="0">
                <a:latin typeface="Corbel"/>
                <a:cs typeface="Corbel"/>
              </a:rPr>
              <a:t>and</a:t>
            </a:r>
            <a:r>
              <a:rPr sz="1600" spc="-30" dirty="0">
                <a:latin typeface="Corbel"/>
                <a:cs typeface="Corbel"/>
              </a:rPr>
              <a:t> </a:t>
            </a:r>
            <a:r>
              <a:rPr sz="1600" dirty="0">
                <a:latin typeface="Corbel"/>
                <a:cs typeface="Corbel"/>
              </a:rPr>
              <a:t>dengue</a:t>
            </a:r>
            <a:r>
              <a:rPr sz="1600" spc="-35" dirty="0">
                <a:latin typeface="Corbel"/>
                <a:cs typeface="Corbel"/>
              </a:rPr>
              <a:t> </a:t>
            </a:r>
            <a:r>
              <a:rPr sz="1600" spc="-10" dirty="0">
                <a:latin typeface="Corbel"/>
                <a:cs typeface="Corbel"/>
              </a:rPr>
              <a:t>clusters</a:t>
            </a:r>
            <a:endParaRPr sz="1600">
              <a:latin typeface="Corbel"/>
              <a:cs typeface="Corbel"/>
            </a:endParaRPr>
          </a:p>
          <a:p>
            <a:pPr marL="298450" marR="5450840" indent="-285750" algn="just">
              <a:lnSpc>
                <a:spcPts val="1900"/>
              </a:lnSpc>
              <a:spcBef>
                <a:spcPts val="65"/>
              </a:spcBef>
              <a:buFont typeface="Arial MT"/>
              <a:buChar char="•"/>
              <a:tabLst>
                <a:tab pos="298450" algn="l"/>
                <a:tab pos="300990" algn="l"/>
              </a:tabLst>
            </a:pPr>
            <a:r>
              <a:rPr sz="1600" dirty="0">
                <a:latin typeface="Corbel"/>
                <a:cs typeface="Corbel"/>
              </a:rPr>
              <a:t>	The</a:t>
            </a:r>
            <a:r>
              <a:rPr sz="1600" spc="390" dirty="0">
                <a:latin typeface="Corbel"/>
                <a:cs typeface="Corbel"/>
              </a:rPr>
              <a:t> </a:t>
            </a:r>
            <a:r>
              <a:rPr sz="1600" dirty="0">
                <a:latin typeface="Corbel"/>
                <a:cs typeface="Corbel"/>
              </a:rPr>
              <a:t>app</a:t>
            </a:r>
            <a:r>
              <a:rPr sz="1600" spc="390" dirty="0">
                <a:latin typeface="Corbel"/>
                <a:cs typeface="Corbel"/>
              </a:rPr>
              <a:t> </a:t>
            </a:r>
            <a:r>
              <a:rPr sz="1600" dirty="0">
                <a:latin typeface="Corbel"/>
                <a:cs typeface="Corbel"/>
              </a:rPr>
              <a:t>can</a:t>
            </a:r>
            <a:r>
              <a:rPr sz="1600" spc="395" dirty="0">
                <a:latin typeface="Corbel"/>
                <a:cs typeface="Corbel"/>
              </a:rPr>
              <a:t> </a:t>
            </a:r>
            <a:r>
              <a:rPr sz="1600" dirty="0">
                <a:latin typeface="Corbel"/>
                <a:cs typeface="Corbel"/>
              </a:rPr>
              <a:t>be</a:t>
            </a:r>
            <a:r>
              <a:rPr sz="1600" spc="390" dirty="0">
                <a:latin typeface="Corbel"/>
                <a:cs typeface="Corbel"/>
              </a:rPr>
              <a:t> </a:t>
            </a:r>
            <a:r>
              <a:rPr sz="1600" dirty="0">
                <a:latin typeface="Corbel"/>
                <a:cs typeface="Corbel"/>
              </a:rPr>
              <a:t>downloaded</a:t>
            </a:r>
            <a:r>
              <a:rPr sz="1600" spc="400" dirty="0">
                <a:latin typeface="Corbel"/>
                <a:cs typeface="Corbel"/>
              </a:rPr>
              <a:t> </a:t>
            </a:r>
            <a:r>
              <a:rPr sz="1600" dirty="0">
                <a:latin typeface="Corbel"/>
                <a:cs typeface="Corbel"/>
              </a:rPr>
              <a:t>on</a:t>
            </a:r>
            <a:r>
              <a:rPr sz="1600" spc="400" dirty="0">
                <a:latin typeface="Corbel"/>
                <a:cs typeface="Corbel"/>
              </a:rPr>
              <a:t> </a:t>
            </a:r>
            <a:r>
              <a:rPr sz="1600" dirty="0">
                <a:latin typeface="Corbel"/>
                <a:cs typeface="Corbel"/>
              </a:rPr>
              <a:t>App</a:t>
            </a:r>
            <a:r>
              <a:rPr sz="1600" spc="385" dirty="0">
                <a:latin typeface="Corbel"/>
                <a:cs typeface="Corbel"/>
              </a:rPr>
              <a:t> </a:t>
            </a:r>
            <a:r>
              <a:rPr sz="1600" dirty="0">
                <a:latin typeface="Corbel"/>
                <a:cs typeface="Corbel"/>
              </a:rPr>
              <a:t>store</a:t>
            </a:r>
            <a:r>
              <a:rPr sz="1600" spc="395" dirty="0">
                <a:latin typeface="Corbel"/>
                <a:cs typeface="Corbel"/>
              </a:rPr>
              <a:t> </a:t>
            </a:r>
            <a:r>
              <a:rPr sz="1600" spc="-25" dirty="0">
                <a:latin typeface="Corbel"/>
                <a:cs typeface="Corbel"/>
              </a:rPr>
              <a:t>or </a:t>
            </a:r>
            <a:r>
              <a:rPr sz="1600" dirty="0">
                <a:latin typeface="Corbel"/>
                <a:cs typeface="Corbel"/>
              </a:rPr>
              <a:t>Google</a:t>
            </a:r>
            <a:r>
              <a:rPr sz="1600" spc="-30" dirty="0">
                <a:latin typeface="Corbel"/>
                <a:cs typeface="Corbel"/>
              </a:rPr>
              <a:t> </a:t>
            </a:r>
            <a:r>
              <a:rPr sz="1600" dirty="0">
                <a:latin typeface="Corbel"/>
                <a:cs typeface="Corbel"/>
              </a:rPr>
              <a:t>Play</a:t>
            </a:r>
            <a:r>
              <a:rPr sz="1600" spc="-35" dirty="0">
                <a:latin typeface="Corbel"/>
                <a:cs typeface="Corbel"/>
              </a:rPr>
              <a:t> </a:t>
            </a:r>
            <a:r>
              <a:rPr sz="1600" spc="-20" dirty="0">
                <a:latin typeface="Corbel"/>
                <a:cs typeface="Corbel"/>
              </a:rPr>
              <a:t>store</a:t>
            </a:r>
            <a:endParaRPr sz="1600">
              <a:latin typeface="Corbel"/>
              <a:cs typeface="Corbel"/>
            </a:endParaRPr>
          </a:p>
          <a:p>
            <a:pPr marR="1941195" algn="r">
              <a:lnSpc>
                <a:spcPct val="100000"/>
              </a:lnSpc>
              <a:spcBef>
                <a:spcPts val="555"/>
              </a:spcBef>
            </a:pPr>
            <a:r>
              <a:rPr sz="1200" dirty="0">
                <a:latin typeface="Corbel"/>
                <a:cs typeface="Corbel"/>
              </a:rPr>
              <a:t>METAR</a:t>
            </a:r>
            <a:r>
              <a:rPr sz="1200" spc="160" dirty="0">
                <a:latin typeface="Corbel"/>
                <a:cs typeface="Corbel"/>
              </a:rPr>
              <a:t> </a:t>
            </a:r>
            <a:r>
              <a:rPr sz="1200" dirty="0">
                <a:latin typeface="Corbel"/>
                <a:cs typeface="Corbel"/>
              </a:rPr>
              <a:t>Data</a:t>
            </a:r>
            <a:r>
              <a:rPr sz="1200" spc="-35" dirty="0">
                <a:latin typeface="Corbel"/>
                <a:cs typeface="Corbel"/>
              </a:rPr>
              <a:t> </a:t>
            </a:r>
            <a:r>
              <a:rPr sz="1200" spc="-20" dirty="0">
                <a:latin typeface="Corbel"/>
                <a:cs typeface="Corbel"/>
              </a:rPr>
              <a:t>(Raw)</a:t>
            </a:r>
            <a:endParaRPr sz="1200">
              <a:latin typeface="Corbel"/>
              <a:cs typeface="Corbel"/>
            </a:endParaRPr>
          </a:p>
        </p:txBody>
      </p:sp>
      <p:grpSp>
        <p:nvGrpSpPr>
          <p:cNvPr id="5" name="object 5"/>
          <p:cNvGrpSpPr/>
          <p:nvPr/>
        </p:nvGrpSpPr>
        <p:grpSpPr>
          <a:xfrm>
            <a:off x="996696" y="3404615"/>
            <a:ext cx="600710" cy="1094740"/>
            <a:chOff x="996696" y="3404615"/>
            <a:chExt cx="600710" cy="1094740"/>
          </a:xfrm>
        </p:grpSpPr>
        <p:pic>
          <p:nvPicPr>
            <p:cNvPr id="6" name="object 6"/>
            <p:cNvPicPr/>
            <p:nvPr/>
          </p:nvPicPr>
          <p:blipFill>
            <a:blip r:embed="rId4" cstate="print"/>
            <a:stretch>
              <a:fillRect/>
            </a:stretch>
          </p:blipFill>
          <p:spPr>
            <a:xfrm>
              <a:off x="996696" y="3861815"/>
              <a:ext cx="600456" cy="637032"/>
            </a:xfrm>
            <a:prstGeom prst="rect">
              <a:avLst/>
            </a:prstGeom>
          </p:spPr>
        </p:pic>
        <p:pic>
          <p:nvPicPr>
            <p:cNvPr id="7" name="object 7"/>
            <p:cNvPicPr/>
            <p:nvPr/>
          </p:nvPicPr>
          <p:blipFill>
            <a:blip r:embed="rId5" cstate="print"/>
            <a:stretch>
              <a:fillRect/>
            </a:stretch>
          </p:blipFill>
          <p:spPr>
            <a:xfrm>
              <a:off x="1002792" y="3404615"/>
              <a:ext cx="588264" cy="624840"/>
            </a:xfrm>
            <a:prstGeom prst="rect">
              <a:avLst/>
            </a:prstGeom>
          </p:spPr>
        </p:pic>
        <p:pic>
          <p:nvPicPr>
            <p:cNvPr id="8" name="object 8"/>
            <p:cNvPicPr/>
            <p:nvPr/>
          </p:nvPicPr>
          <p:blipFill>
            <a:blip r:embed="rId6" cstate="print"/>
            <a:stretch>
              <a:fillRect/>
            </a:stretch>
          </p:blipFill>
          <p:spPr>
            <a:xfrm>
              <a:off x="1027200" y="3428999"/>
              <a:ext cx="485502" cy="519692"/>
            </a:xfrm>
            <a:prstGeom prst="rect">
              <a:avLst/>
            </a:prstGeom>
          </p:spPr>
        </p:pic>
      </p:grpSp>
      <p:grpSp>
        <p:nvGrpSpPr>
          <p:cNvPr id="9" name="object 9"/>
          <p:cNvGrpSpPr/>
          <p:nvPr/>
        </p:nvGrpSpPr>
        <p:grpSpPr>
          <a:xfrm>
            <a:off x="43542" y="6462030"/>
            <a:ext cx="360045" cy="360045"/>
            <a:chOff x="43542" y="6462030"/>
            <a:chExt cx="360045" cy="360045"/>
          </a:xfrm>
        </p:grpSpPr>
        <p:sp>
          <p:nvSpPr>
            <p:cNvPr id="10" name="object 10"/>
            <p:cNvSpPr/>
            <p:nvPr/>
          </p:nvSpPr>
          <p:spPr>
            <a:xfrm>
              <a:off x="43542" y="6462030"/>
              <a:ext cx="360045" cy="360045"/>
            </a:xfrm>
            <a:custGeom>
              <a:avLst/>
              <a:gdLst/>
              <a:ahLst/>
              <a:cxnLst/>
              <a:rect l="l" t="t" r="r" b="b"/>
              <a:pathLst>
                <a:path w="360045" h="360045">
                  <a:moveTo>
                    <a:pt x="359999" y="0"/>
                  </a:moveTo>
                  <a:lnTo>
                    <a:pt x="0" y="0"/>
                  </a:lnTo>
                  <a:lnTo>
                    <a:pt x="0" y="359999"/>
                  </a:lnTo>
                  <a:lnTo>
                    <a:pt x="359999" y="359999"/>
                  </a:lnTo>
                  <a:lnTo>
                    <a:pt x="359999" y="314999"/>
                  </a:lnTo>
                  <a:lnTo>
                    <a:pt x="179999" y="314999"/>
                  </a:lnTo>
                  <a:lnTo>
                    <a:pt x="137329" y="308117"/>
                  </a:lnTo>
                  <a:lnTo>
                    <a:pt x="100270" y="288952"/>
                  </a:lnTo>
                  <a:lnTo>
                    <a:pt x="71047" y="259729"/>
                  </a:lnTo>
                  <a:lnTo>
                    <a:pt x="51882" y="222670"/>
                  </a:lnTo>
                  <a:lnTo>
                    <a:pt x="44999" y="179999"/>
                  </a:lnTo>
                  <a:lnTo>
                    <a:pt x="51882" y="137329"/>
                  </a:lnTo>
                  <a:lnTo>
                    <a:pt x="71047" y="100270"/>
                  </a:lnTo>
                  <a:lnTo>
                    <a:pt x="100270" y="71047"/>
                  </a:lnTo>
                  <a:lnTo>
                    <a:pt x="137329" y="51882"/>
                  </a:lnTo>
                  <a:lnTo>
                    <a:pt x="179999" y="44999"/>
                  </a:lnTo>
                  <a:lnTo>
                    <a:pt x="359999" y="44999"/>
                  </a:lnTo>
                  <a:lnTo>
                    <a:pt x="359999" y="0"/>
                  </a:lnTo>
                  <a:close/>
                </a:path>
                <a:path w="360045" h="360045">
                  <a:moveTo>
                    <a:pt x="359999" y="44999"/>
                  </a:moveTo>
                  <a:lnTo>
                    <a:pt x="179999" y="44999"/>
                  </a:lnTo>
                  <a:lnTo>
                    <a:pt x="222670" y="51882"/>
                  </a:lnTo>
                  <a:lnTo>
                    <a:pt x="259729" y="71047"/>
                  </a:lnTo>
                  <a:lnTo>
                    <a:pt x="288952" y="100270"/>
                  </a:lnTo>
                  <a:lnTo>
                    <a:pt x="308117" y="137329"/>
                  </a:lnTo>
                  <a:lnTo>
                    <a:pt x="314999" y="179999"/>
                  </a:lnTo>
                  <a:lnTo>
                    <a:pt x="308117" y="222670"/>
                  </a:lnTo>
                  <a:lnTo>
                    <a:pt x="288952" y="259729"/>
                  </a:lnTo>
                  <a:lnTo>
                    <a:pt x="259729" y="288952"/>
                  </a:lnTo>
                  <a:lnTo>
                    <a:pt x="222670" y="308117"/>
                  </a:lnTo>
                  <a:lnTo>
                    <a:pt x="179999" y="314999"/>
                  </a:lnTo>
                  <a:lnTo>
                    <a:pt x="359999" y="314999"/>
                  </a:lnTo>
                  <a:lnTo>
                    <a:pt x="359999" y="44999"/>
                  </a:lnTo>
                  <a:close/>
                </a:path>
              </a:pathLst>
            </a:custGeom>
            <a:solidFill>
              <a:srgbClr val="1CADE4"/>
            </a:solidFill>
          </p:spPr>
          <p:txBody>
            <a:bodyPr wrap="square" lIns="0" tIns="0" rIns="0" bIns="0" rtlCol="0"/>
            <a:lstStyle/>
            <a:p>
              <a:endParaRPr/>
            </a:p>
          </p:txBody>
        </p:sp>
        <p:sp>
          <p:nvSpPr>
            <p:cNvPr id="11" name="object 11"/>
            <p:cNvSpPr/>
            <p:nvPr/>
          </p:nvSpPr>
          <p:spPr>
            <a:xfrm>
              <a:off x="88542" y="6507030"/>
              <a:ext cx="270510" cy="270510"/>
            </a:xfrm>
            <a:custGeom>
              <a:avLst/>
              <a:gdLst/>
              <a:ahLst/>
              <a:cxnLst/>
              <a:rect l="l" t="t" r="r" b="b"/>
              <a:pathLst>
                <a:path w="270510"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10" h="270509">
                  <a:moveTo>
                    <a:pt x="259004" y="84375"/>
                  </a:moveTo>
                  <a:lnTo>
                    <a:pt x="160312" y="84375"/>
                  </a:lnTo>
                  <a:lnTo>
                    <a:pt x="160312" y="219375"/>
                  </a:lnTo>
                  <a:lnTo>
                    <a:pt x="185625" y="219375"/>
                  </a:lnTo>
                  <a:lnTo>
                    <a:pt x="185625" y="236250"/>
                  </a:lnTo>
                  <a:lnTo>
                    <a:pt x="222432" y="236250"/>
                  </a:lnTo>
                  <a:lnTo>
                    <a:pt x="243952" y="214729"/>
                  </a:lnTo>
                  <a:lnTo>
                    <a:pt x="263117" y="177670"/>
                  </a:lnTo>
                  <a:lnTo>
                    <a:pt x="269999" y="134999"/>
                  </a:lnTo>
                  <a:lnTo>
                    <a:pt x="263117" y="92329"/>
                  </a:lnTo>
                  <a:lnTo>
                    <a:pt x="259004" y="84375"/>
                  </a:lnTo>
                  <a:close/>
                </a:path>
                <a:path w="270510"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12" name="object 12"/>
            <p:cNvPicPr/>
            <p:nvPr/>
          </p:nvPicPr>
          <p:blipFill>
            <a:blip r:embed="rId7" cstate="print"/>
            <a:stretch>
              <a:fillRect/>
            </a:stretch>
          </p:blipFill>
          <p:spPr>
            <a:xfrm>
              <a:off x="172917" y="6515468"/>
              <a:ext cx="101249" cy="227812"/>
            </a:xfrm>
            <a:prstGeom prst="rect">
              <a:avLst/>
            </a:prstGeom>
          </p:spPr>
        </p:pic>
      </p:gr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29</a:t>
            </a:fld>
            <a:endParaRPr spc="-2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69279" y="3959352"/>
            <a:ext cx="6092952" cy="1121664"/>
          </a:xfrm>
          <a:prstGeom prst="rect">
            <a:avLst/>
          </a:prstGeom>
        </p:spPr>
      </p:pic>
      <p:sp>
        <p:nvSpPr>
          <p:cNvPr id="3" name="object 3"/>
          <p:cNvSpPr txBox="1">
            <a:spLocks noGrp="1"/>
          </p:cNvSpPr>
          <p:nvPr>
            <p:ph type="subTitle" idx="4"/>
          </p:nvPr>
        </p:nvSpPr>
        <p:spPr>
          <a:prstGeom prst="rect">
            <a:avLst/>
          </a:prstGeom>
        </p:spPr>
        <p:txBody>
          <a:bodyPr vert="horz" wrap="square" lIns="0" tIns="246379" rIns="0" bIns="0" rtlCol="0">
            <a:spAutoFit/>
          </a:bodyPr>
          <a:lstStyle/>
          <a:p>
            <a:pPr marL="12700">
              <a:lnSpc>
                <a:spcPct val="100000"/>
              </a:lnSpc>
              <a:spcBef>
                <a:spcPts val="1939"/>
              </a:spcBef>
            </a:pPr>
            <a:r>
              <a:rPr sz="4000" dirty="0"/>
              <a:t>050</a:t>
            </a:r>
            <a:r>
              <a:rPr sz="4000" spc="-65" dirty="0"/>
              <a:t> </a:t>
            </a:r>
            <a:r>
              <a:rPr sz="4000" dirty="0"/>
              <a:t>00</a:t>
            </a:r>
            <a:r>
              <a:rPr sz="4000" spc="-65" dirty="0"/>
              <a:t> </a:t>
            </a:r>
            <a:r>
              <a:rPr sz="4000" dirty="0"/>
              <a:t>00:</a:t>
            </a:r>
            <a:r>
              <a:rPr sz="4000" spc="-50" dirty="0"/>
              <a:t> </a:t>
            </a:r>
            <a:r>
              <a:rPr sz="4000" dirty="0"/>
              <a:t>Human</a:t>
            </a:r>
            <a:r>
              <a:rPr sz="4000" spc="-55" dirty="0"/>
              <a:t> </a:t>
            </a:r>
            <a:r>
              <a:rPr sz="4000" spc="-10" dirty="0"/>
              <a:t>Factors</a:t>
            </a:r>
            <a:endParaRPr sz="4000"/>
          </a:p>
          <a:p>
            <a:pPr marR="5715" algn="r">
              <a:lnSpc>
                <a:spcPct val="100000"/>
              </a:lnSpc>
              <a:spcBef>
                <a:spcPts val="919"/>
              </a:spcBef>
            </a:pPr>
            <a:r>
              <a:rPr sz="2000" dirty="0"/>
              <a:t>Module</a:t>
            </a:r>
            <a:r>
              <a:rPr sz="2000" spc="-55" dirty="0"/>
              <a:t> </a:t>
            </a:r>
            <a:r>
              <a:rPr sz="2000" spc="-50" dirty="0"/>
              <a:t>5</a:t>
            </a:r>
            <a:endParaRPr sz="200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30</a:t>
            </a:fld>
            <a:endParaRPr spc="-2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3" cstate="print"/>
          <a:stretch>
            <a:fillRect/>
          </a:stretch>
        </p:blipFill>
        <p:spPr>
          <a:xfrm>
            <a:off x="1417319" y="414527"/>
            <a:ext cx="4358639" cy="573024"/>
          </a:xfrm>
          <a:prstGeom prst="rect">
            <a:avLst/>
          </a:prstGeom>
        </p:spPr>
      </p:pic>
      <p:sp>
        <p:nvSpPr>
          <p:cNvPr id="4" name="object 4"/>
          <p:cNvSpPr txBox="1">
            <a:spLocks noGrp="1"/>
          </p:cNvSpPr>
          <p:nvPr>
            <p:ph type="title"/>
          </p:nvPr>
        </p:nvSpPr>
        <p:spPr>
          <a:xfrm>
            <a:off x="1563049" y="473963"/>
            <a:ext cx="4039870" cy="330200"/>
          </a:xfrm>
          <a:prstGeom prst="rect">
            <a:avLst/>
          </a:prstGeom>
        </p:spPr>
        <p:txBody>
          <a:bodyPr vert="horz" wrap="square" lIns="0" tIns="12700" rIns="0" bIns="0" rtlCol="0">
            <a:spAutoFit/>
          </a:bodyPr>
          <a:lstStyle/>
          <a:p>
            <a:pPr marL="12700">
              <a:lnSpc>
                <a:spcPct val="100000"/>
              </a:lnSpc>
              <a:spcBef>
                <a:spcPts val="100"/>
              </a:spcBef>
            </a:pPr>
            <a:r>
              <a:rPr b="1" dirty="0">
                <a:latin typeface="Corbel"/>
                <a:cs typeface="Corbel"/>
              </a:rPr>
              <a:t>050</a:t>
            </a:r>
            <a:r>
              <a:rPr b="1" spc="-50" dirty="0">
                <a:latin typeface="Corbel"/>
                <a:cs typeface="Corbel"/>
              </a:rPr>
              <a:t> </a:t>
            </a:r>
            <a:r>
              <a:rPr b="1" dirty="0">
                <a:latin typeface="Corbel"/>
                <a:cs typeface="Corbel"/>
              </a:rPr>
              <a:t>01</a:t>
            </a:r>
            <a:r>
              <a:rPr b="1" spc="-35" dirty="0">
                <a:latin typeface="Corbel"/>
                <a:cs typeface="Corbel"/>
              </a:rPr>
              <a:t> </a:t>
            </a:r>
            <a:r>
              <a:rPr b="1" dirty="0">
                <a:latin typeface="Corbel"/>
                <a:cs typeface="Corbel"/>
              </a:rPr>
              <a:t>00:</a:t>
            </a:r>
            <a:r>
              <a:rPr b="1" spc="-35" dirty="0">
                <a:latin typeface="Corbel"/>
                <a:cs typeface="Corbel"/>
              </a:rPr>
              <a:t> </a:t>
            </a:r>
            <a:r>
              <a:rPr b="1" dirty="0">
                <a:latin typeface="Corbel"/>
                <a:cs typeface="Corbel"/>
              </a:rPr>
              <a:t>Human</a:t>
            </a:r>
            <a:r>
              <a:rPr b="1" spc="-30" dirty="0">
                <a:latin typeface="Corbel"/>
                <a:cs typeface="Corbel"/>
              </a:rPr>
              <a:t> </a:t>
            </a:r>
            <a:r>
              <a:rPr b="1" dirty="0">
                <a:latin typeface="Corbel"/>
                <a:cs typeface="Corbel"/>
              </a:rPr>
              <a:t>Factors</a:t>
            </a:r>
            <a:r>
              <a:rPr b="1" spc="-35" dirty="0">
                <a:latin typeface="Corbel"/>
                <a:cs typeface="Corbel"/>
              </a:rPr>
              <a:t> </a:t>
            </a:r>
            <a:r>
              <a:rPr b="1" dirty="0">
                <a:latin typeface="Corbel"/>
                <a:cs typeface="Corbel"/>
              </a:rPr>
              <a:t>in</a:t>
            </a:r>
            <a:r>
              <a:rPr b="1" spc="-105" dirty="0">
                <a:latin typeface="Corbel"/>
                <a:cs typeface="Corbel"/>
              </a:rPr>
              <a:t> </a:t>
            </a:r>
            <a:r>
              <a:rPr b="1" spc="-10" dirty="0">
                <a:latin typeface="Corbel"/>
                <a:cs typeface="Corbel"/>
              </a:rPr>
              <a:t>Aviation</a:t>
            </a:r>
          </a:p>
        </p:txBody>
      </p:sp>
      <p:pic>
        <p:nvPicPr>
          <p:cNvPr id="5" name="object 5"/>
          <p:cNvPicPr/>
          <p:nvPr/>
        </p:nvPicPr>
        <p:blipFill>
          <a:blip r:embed="rId4" cstate="print"/>
          <a:stretch>
            <a:fillRect/>
          </a:stretch>
        </p:blipFill>
        <p:spPr>
          <a:xfrm>
            <a:off x="1417319" y="719327"/>
            <a:ext cx="4538472" cy="573024"/>
          </a:xfrm>
          <a:prstGeom prst="rect">
            <a:avLst/>
          </a:prstGeom>
        </p:spPr>
      </p:pic>
      <p:pic>
        <p:nvPicPr>
          <p:cNvPr id="6" name="object 6"/>
          <p:cNvPicPr/>
          <p:nvPr/>
        </p:nvPicPr>
        <p:blipFill>
          <a:blip r:embed="rId5" cstate="print"/>
          <a:stretch>
            <a:fillRect/>
          </a:stretch>
        </p:blipFill>
        <p:spPr>
          <a:xfrm>
            <a:off x="5631054" y="4620767"/>
            <a:ext cx="929890" cy="1051560"/>
          </a:xfrm>
          <a:prstGeom prst="rect">
            <a:avLst/>
          </a:prstGeom>
        </p:spPr>
      </p:pic>
      <p:sp>
        <p:nvSpPr>
          <p:cNvPr id="7" name="object 7"/>
          <p:cNvSpPr txBox="1"/>
          <p:nvPr/>
        </p:nvSpPr>
        <p:spPr>
          <a:xfrm>
            <a:off x="5960997" y="4741671"/>
            <a:ext cx="270510" cy="589280"/>
          </a:xfrm>
          <a:prstGeom prst="rect">
            <a:avLst/>
          </a:prstGeom>
        </p:spPr>
        <p:txBody>
          <a:bodyPr vert="horz" wrap="square" lIns="0" tIns="12700" rIns="0" bIns="0" rtlCol="0">
            <a:spAutoFit/>
          </a:bodyPr>
          <a:lstStyle/>
          <a:p>
            <a:pPr marL="12700">
              <a:lnSpc>
                <a:spcPct val="100000"/>
              </a:lnSpc>
              <a:spcBef>
                <a:spcPts val="100"/>
              </a:spcBef>
            </a:pPr>
            <a:r>
              <a:rPr sz="3700" spc="-50" dirty="0">
                <a:latin typeface="Corbel"/>
                <a:cs typeface="Corbel"/>
              </a:rPr>
              <a:t>L</a:t>
            </a:r>
            <a:endParaRPr sz="3700">
              <a:latin typeface="Corbel"/>
              <a:cs typeface="Corbel"/>
            </a:endParaRPr>
          </a:p>
        </p:txBody>
      </p:sp>
      <p:sp>
        <p:nvSpPr>
          <p:cNvPr id="8" name="object 8"/>
          <p:cNvSpPr/>
          <p:nvPr/>
        </p:nvSpPr>
        <p:spPr>
          <a:xfrm>
            <a:off x="5947633" y="4390410"/>
            <a:ext cx="297180" cy="185420"/>
          </a:xfrm>
          <a:custGeom>
            <a:avLst/>
            <a:gdLst/>
            <a:ahLst/>
            <a:cxnLst/>
            <a:rect l="l" t="t" r="r" b="b"/>
            <a:pathLst>
              <a:path w="297179" h="185420">
                <a:moveTo>
                  <a:pt x="148365" y="0"/>
                </a:moveTo>
                <a:lnTo>
                  <a:pt x="0" y="92397"/>
                </a:lnTo>
                <a:lnTo>
                  <a:pt x="59345" y="92397"/>
                </a:lnTo>
                <a:lnTo>
                  <a:pt x="59345" y="184796"/>
                </a:lnTo>
                <a:lnTo>
                  <a:pt x="237384" y="184796"/>
                </a:lnTo>
                <a:lnTo>
                  <a:pt x="237384" y="92397"/>
                </a:lnTo>
                <a:lnTo>
                  <a:pt x="296730" y="92397"/>
                </a:lnTo>
                <a:lnTo>
                  <a:pt x="148365" y="0"/>
                </a:lnTo>
                <a:close/>
              </a:path>
            </a:pathLst>
          </a:custGeom>
          <a:solidFill>
            <a:srgbClr val="ABD3EF"/>
          </a:solidFill>
        </p:spPr>
        <p:txBody>
          <a:bodyPr wrap="square" lIns="0" tIns="0" rIns="0" bIns="0" rtlCol="0"/>
          <a:lstStyle/>
          <a:p>
            <a:endParaRPr/>
          </a:p>
        </p:txBody>
      </p:sp>
      <p:sp>
        <p:nvSpPr>
          <p:cNvPr id="9" name="object 9"/>
          <p:cNvSpPr/>
          <p:nvPr/>
        </p:nvSpPr>
        <p:spPr>
          <a:xfrm>
            <a:off x="5659629" y="3430502"/>
            <a:ext cx="873125" cy="873125"/>
          </a:xfrm>
          <a:custGeom>
            <a:avLst/>
            <a:gdLst/>
            <a:ahLst/>
            <a:cxnLst/>
            <a:rect l="l" t="t" r="r" b="b"/>
            <a:pathLst>
              <a:path w="873125" h="873125">
                <a:moveTo>
                  <a:pt x="436369" y="0"/>
                </a:moveTo>
                <a:lnTo>
                  <a:pt x="388822" y="2560"/>
                </a:lnTo>
                <a:lnTo>
                  <a:pt x="342757" y="10064"/>
                </a:lnTo>
                <a:lnTo>
                  <a:pt x="298442" y="22246"/>
                </a:lnTo>
                <a:lnTo>
                  <a:pt x="256143" y="38839"/>
                </a:lnTo>
                <a:lnTo>
                  <a:pt x="216125" y="59577"/>
                </a:lnTo>
                <a:lnTo>
                  <a:pt x="178655" y="84193"/>
                </a:lnTo>
                <a:lnTo>
                  <a:pt x="143999" y="112423"/>
                </a:lnTo>
                <a:lnTo>
                  <a:pt x="112423" y="143999"/>
                </a:lnTo>
                <a:lnTo>
                  <a:pt x="84193" y="178655"/>
                </a:lnTo>
                <a:lnTo>
                  <a:pt x="59577" y="216125"/>
                </a:lnTo>
                <a:lnTo>
                  <a:pt x="38839" y="256143"/>
                </a:lnTo>
                <a:lnTo>
                  <a:pt x="22246" y="298442"/>
                </a:lnTo>
                <a:lnTo>
                  <a:pt x="10064" y="342757"/>
                </a:lnTo>
                <a:lnTo>
                  <a:pt x="2560" y="388822"/>
                </a:lnTo>
                <a:lnTo>
                  <a:pt x="0" y="436369"/>
                </a:lnTo>
                <a:lnTo>
                  <a:pt x="2560" y="483916"/>
                </a:lnTo>
                <a:lnTo>
                  <a:pt x="10064" y="529980"/>
                </a:lnTo>
                <a:lnTo>
                  <a:pt x="22246" y="574295"/>
                </a:lnTo>
                <a:lnTo>
                  <a:pt x="38839" y="616595"/>
                </a:lnTo>
                <a:lnTo>
                  <a:pt x="59577" y="656613"/>
                </a:lnTo>
                <a:lnTo>
                  <a:pt x="84193" y="694083"/>
                </a:lnTo>
                <a:lnTo>
                  <a:pt x="112423" y="728739"/>
                </a:lnTo>
                <a:lnTo>
                  <a:pt x="143999" y="760315"/>
                </a:lnTo>
                <a:lnTo>
                  <a:pt x="178655" y="788544"/>
                </a:lnTo>
                <a:lnTo>
                  <a:pt x="216125" y="813161"/>
                </a:lnTo>
                <a:lnTo>
                  <a:pt x="256143" y="833899"/>
                </a:lnTo>
                <a:lnTo>
                  <a:pt x="298442" y="850492"/>
                </a:lnTo>
                <a:lnTo>
                  <a:pt x="342757" y="862674"/>
                </a:lnTo>
                <a:lnTo>
                  <a:pt x="388822" y="870178"/>
                </a:lnTo>
                <a:lnTo>
                  <a:pt x="436369" y="872738"/>
                </a:lnTo>
                <a:lnTo>
                  <a:pt x="483916" y="870178"/>
                </a:lnTo>
                <a:lnTo>
                  <a:pt x="529980" y="862674"/>
                </a:lnTo>
                <a:lnTo>
                  <a:pt x="574295" y="850492"/>
                </a:lnTo>
                <a:lnTo>
                  <a:pt x="616595" y="833899"/>
                </a:lnTo>
                <a:lnTo>
                  <a:pt x="656613" y="813161"/>
                </a:lnTo>
                <a:lnTo>
                  <a:pt x="694083" y="788544"/>
                </a:lnTo>
                <a:lnTo>
                  <a:pt x="728739" y="760315"/>
                </a:lnTo>
                <a:lnTo>
                  <a:pt x="760315" y="728739"/>
                </a:lnTo>
                <a:lnTo>
                  <a:pt x="788544" y="694083"/>
                </a:lnTo>
                <a:lnTo>
                  <a:pt x="813161" y="656613"/>
                </a:lnTo>
                <a:lnTo>
                  <a:pt x="833899" y="616595"/>
                </a:lnTo>
                <a:lnTo>
                  <a:pt x="850492" y="574295"/>
                </a:lnTo>
                <a:lnTo>
                  <a:pt x="862674" y="529980"/>
                </a:lnTo>
                <a:lnTo>
                  <a:pt x="870178" y="483916"/>
                </a:lnTo>
                <a:lnTo>
                  <a:pt x="872738" y="436369"/>
                </a:lnTo>
                <a:lnTo>
                  <a:pt x="870178" y="388822"/>
                </a:lnTo>
                <a:lnTo>
                  <a:pt x="862674" y="342757"/>
                </a:lnTo>
                <a:lnTo>
                  <a:pt x="850492" y="298442"/>
                </a:lnTo>
                <a:lnTo>
                  <a:pt x="833899" y="256143"/>
                </a:lnTo>
                <a:lnTo>
                  <a:pt x="813161" y="216125"/>
                </a:lnTo>
                <a:lnTo>
                  <a:pt x="788544" y="178655"/>
                </a:lnTo>
                <a:lnTo>
                  <a:pt x="760315" y="143999"/>
                </a:lnTo>
                <a:lnTo>
                  <a:pt x="728739" y="112423"/>
                </a:lnTo>
                <a:lnTo>
                  <a:pt x="694083" y="84193"/>
                </a:lnTo>
                <a:lnTo>
                  <a:pt x="656613" y="59577"/>
                </a:lnTo>
                <a:lnTo>
                  <a:pt x="616595" y="38839"/>
                </a:lnTo>
                <a:lnTo>
                  <a:pt x="574295" y="22246"/>
                </a:lnTo>
                <a:lnTo>
                  <a:pt x="529980" y="10064"/>
                </a:lnTo>
                <a:lnTo>
                  <a:pt x="483916" y="2560"/>
                </a:lnTo>
                <a:lnTo>
                  <a:pt x="436369" y="0"/>
                </a:lnTo>
                <a:close/>
              </a:path>
            </a:pathLst>
          </a:custGeom>
          <a:solidFill>
            <a:srgbClr val="1CADE4"/>
          </a:solidFill>
        </p:spPr>
        <p:txBody>
          <a:bodyPr wrap="square" lIns="0" tIns="0" rIns="0" bIns="0" rtlCol="0"/>
          <a:lstStyle/>
          <a:p>
            <a:endParaRPr/>
          </a:p>
        </p:txBody>
      </p:sp>
      <p:sp>
        <p:nvSpPr>
          <p:cNvPr id="10" name="object 10"/>
          <p:cNvSpPr txBox="1"/>
          <p:nvPr/>
        </p:nvSpPr>
        <p:spPr>
          <a:xfrm>
            <a:off x="5926485" y="3519423"/>
            <a:ext cx="339090" cy="589280"/>
          </a:xfrm>
          <a:prstGeom prst="rect">
            <a:avLst/>
          </a:prstGeom>
        </p:spPr>
        <p:txBody>
          <a:bodyPr vert="horz" wrap="square" lIns="0" tIns="12700" rIns="0" bIns="0" rtlCol="0">
            <a:spAutoFit/>
          </a:bodyPr>
          <a:lstStyle/>
          <a:p>
            <a:pPr marL="12700">
              <a:lnSpc>
                <a:spcPct val="100000"/>
              </a:lnSpc>
              <a:spcBef>
                <a:spcPts val="100"/>
              </a:spcBef>
            </a:pPr>
            <a:r>
              <a:rPr sz="3700" spc="-50" dirty="0">
                <a:solidFill>
                  <a:srgbClr val="FFFFFF"/>
                </a:solidFill>
                <a:latin typeface="Corbel"/>
                <a:cs typeface="Corbel"/>
              </a:rPr>
              <a:t>H</a:t>
            </a:r>
            <a:endParaRPr sz="3700">
              <a:latin typeface="Corbel"/>
              <a:cs typeface="Corbel"/>
            </a:endParaRPr>
          </a:p>
        </p:txBody>
      </p:sp>
      <p:sp>
        <p:nvSpPr>
          <p:cNvPr id="11" name="object 11"/>
          <p:cNvSpPr/>
          <p:nvPr/>
        </p:nvSpPr>
        <p:spPr>
          <a:xfrm>
            <a:off x="6609078" y="4939920"/>
            <a:ext cx="185420" cy="297180"/>
          </a:xfrm>
          <a:custGeom>
            <a:avLst/>
            <a:gdLst/>
            <a:ahLst/>
            <a:cxnLst/>
            <a:rect l="l" t="t" r="r" b="b"/>
            <a:pathLst>
              <a:path w="185420" h="297179">
                <a:moveTo>
                  <a:pt x="92397" y="0"/>
                </a:moveTo>
                <a:lnTo>
                  <a:pt x="92397" y="59345"/>
                </a:lnTo>
                <a:lnTo>
                  <a:pt x="0" y="59345"/>
                </a:lnTo>
                <a:lnTo>
                  <a:pt x="0" y="237384"/>
                </a:lnTo>
                <a:lnTo>
                  <a:pt x="92397" y="237384"/>
                </a:lnTo>
                <a:lnTo>
                  <a:pt x="92397" y="296730"/>
                </a:lnTo>
                <a:lnTo>
                  <a:pt x="184795" y="148365"/>
                </a:lnTo>
                <a:lnTo>
                  <a:pt x="92397" y="0"/>
                </a:lnTo>
                <a:close/>
              </a:path>
            </a:pathLst>
          </a:custGeom>
          <a:solidFill>
            <a:srgbClr val="ABD3EF"/>
          </a:solidFill>
        </p:spPr>
        <p:txBody>
          <a:bodyPr wrap="square" lIns="0" tIns="0" rIns="0" bIns="0" rtlCol="0"/>
          <a:lstStyle/>
          <a:p>
            <a:endParaRPr/>
          </a:p>
        </p:txBody>
      </p:sp>
      <p:sp>
        <p:nvSpPr>
          <p:cNvPr id="12" name="object 12"/>
          <p:cNvSpPr/>
          <p:nvPr/>
        </p:nvSpPr>
        <p:spPr>
          <a:xfrm>
            <a:off x="6881041" y="4651914"/>
            <a:ext cx="873125" cy="873125"/>
          </a:xfrm>
          <a:custGeom>
            <a:avLst/>
            <a:gdLst/>
            <a:ahLst/>
            <a:cxnLst/>
            <a:rect l="l" t="t" r="r" b="b"/>
            <a:pathLst>
              <a:path w="873125" h="873125">
                <a:moveTo>
                  <a:pt x="436370" y="0"/>
                </a:moveTo>
                <a:lnTo>
                  <a:pt x="388823" y="2560"/>
                </a:lnTo>
                <a:lnTo>
                  <a:pt x="342759" y="10064"/>
                </a:lnTo>
                <a:lnTo>
                  <a:pt x="298444" y="22246"/>
                </a:lnTo>
                <a:lnTo>
                  <a:pt x="256144" y="38839"/>
                </a:lnTo>
                <a:lnTo>
                  <a:pt x="216126" y="59577"/>
                </a:lnTo>
                <a:lnTo>
                  <a:pt x="178656" y="84194"/>
                </a:lnTo>
                <a:lnTo>
                  <a:pt x="143999" y="112423"/>
                </a:lnTo>
                <a:lnTo>
                  <a:pt x="112423" y="143999"/>
                </a:lnTo>
                <a:lnTo>
                  <a:pt x="84194" y="178655"/>
                </a:lnTo>
                <a:lnTo>
                  <a:pt x="59577" y="216125"/>
                </a:lnTo>
                <a:lnTo>
                  <a:pt x="38839" y="256143"/>
                </a:lnTo>
                <a:lnTo>
                  <a:pt x="22246" y="298443"/>
                </a:lnTo>
                <a:lnTo>
                  <a:pt x="10064" y="342758"/>
                </a:lnTo>
                <a:lnTo>
                  <a:pt x="2560" y="388823"/>
                </a:lnTo>
                <a:lnTo>
                  <a:pt x="0" y="436370"/>
                </a:lnTo>
                <a:lnTo>
                  <a:pt x="2560" y="483918"/>
                </a:lnTo>
                <a:lnTo>
                  <a:pt x="10064" y="529982"/>
                </a:lnTo>
                <a:lnTo>
                  <a:pt x="22246" y="574297"/>
                </a:lnTo>
                <a:lnTo>
                  <a:pt x="38839" y="616596"/>
                </a:lnTo>
                <a:lnTo>
                  <a:pt x="59577" y="656614"/>
                </a:lnTo>
                <a:lnTo>
                  <a:pt x="84194" y="694084"/>
                </a:lnTo>
                <a:lnTo>
                  <a:pt x="112423" y="728740"/>
                </a:lnTo>
                <a:lnTo>
                  <a:pt x="143999" y="760316"/>
                </a:lnTo>
                <a:lnTo>
                  <a:pt x="178656" y="788546"/>
                </a:lnTo>
                <a:lnTo>
                  <a:pt x="216126" y="813162"/>
                </a:lnTo>
                <a:lnTo>
                  <a:pt x="256144" y="833900"/>
                </a:lnTo>
                <a:lnTo>
                  <a:pt x="298444" y="850493"/>
                </a:lnTo>
                <a:lnTo>
                  <a:pt x="342759" y="862675"/>
                </a:lnTo>
                <a:lnTo>
                  <a:pt x="388823" y="870179"/>
                </a:lnTo>
                <a:lnTo>
                  <a:pt x="436370" y="872740"/>
                </a:lnTo>
                <a:lnTo>
                  <a:pt x="483918" y="870179"/>
                </a:lnTo>
                <a:lnTo>
                  <a:pt x="529982" y="862675"/>
                </a:lnTo>
                <a:lnTo>
                  <a:pt x="574297" y="850493"/>
                </a:lnTo>
                <a:lnTo>
                  <a:pt x="616596" y="833900"/>
                </a:lnTo>
                <a:lnTo>
                  <a:pt x="656614" y="813162"/>
                </a:lnTo>
                <a:lnTo>
                  <a:pt x="694084" y="788546"/>
                </a:lnTo>
                <a:lnTo>
                  <a:pt x="728740" y="760316"/>
                </a:lnTo>
                <a:lnTo>
                  <a:pt x="760316" y="728740"/>
                </a:lnTo>
                <a:lnTo>
                  <a:pt x="788546" y="694084"/>
                </a:lnTo>
                <a:lnTo>
                  <a:pt x="813162" y="656614"/>
                </a:lnTo>
                <a:lnTo>
                  <a:pt x="833900" y="616596"/>
                </a:lnTo>
                <a:lnTo>
                  <a:pt x="850493" y="574297"/>
                </a:lnTo>
                <a:lnTo>
                  <a:pt x="862675" y="529982"/>
                </a:lnTo>
                <a:lnTo>
                  <a:pt x="870179" y="483918"/>
                </a:lnTo>
                <a:lnTo>
                  <a:pt x="872740" y="436370"/>
                </a:lnTo>
                <a:lnTo>
                  <a:pt x="870179" y="388823"/>
                </a:lnTo>
                <a:lnTo>
                  <a:pt x="862675" y="342758"/>
                </a:lnTo>
                <a:lnTo>
                  <a:pt x="850493" y="298443"/>
                </a:lnTo>
                <a:lnTo>
                  <a:pt x="833900" y="256143"/>
                </a:lnTo>
                <a:lnTo>
                  <a:pt x="813162" y="216125"/>
                </a:lnTo>
                <a:lnTo>
                  <a:pt x="788546" y="178655"/>
                </a:lnTo>
                <a:lnTo>
                  <a:pt x="760316" y="143999"/>
                </a:lnTo>
                <a:lnTo>
                  <a:pt x="728740" y="112423"/>
                </a:lnTo>
                <a:lnTo>
                  <a:pt x="694084" y="84194"/>
                </a:lnTo>
                <a:lnTo>
                  <a:pt x="656614" y="59577"/>
                </a:lnTo>
                <a:lnTo>
                  <a:pt x="616596" y="38839"/>
                </a:lnTo>
                <a:lnTo>
                  <a:pt x="574297" y="22246"/>
                </a:lnTo>
                <a:lnTo>
                  <a:pt x="529982" y="10064"/>
                </a:lnTo>
                <a:lnTo>
                  <a:pt x="483918" y="2560"/>
                </a:lnTo>
                <a:lnTo>
                  <a:pt x="436370" y="0"/>
                </a:lnTo>
                <a:close/>
              </a:path>
            </a:pathLst>
          </a:custGeom>
          <a:solidFill>
            <a:srgbClr val="1CADE4"/>
          </a:solidFill>
        </p:spPr>
        <p:txBody>
          <a:bodyPr wrap="square" lIns="0" tIns="0" rIns="0" bIns="0" rtlCol="0"/>
          <a:lstStyle/>
          <a:p>
            <a:endParaRPr/>
          </a:p>
        </p:txBody>
      </p:sp>
      <p:sp>
        <p:nvSpPr>
          <p:cNvPr id="13" name="object 13"/>
          <p:cNvSpPr txBox="1"/>
          <p:nvPr/>
        </p:nvSpPr>
        <p:spPr>
          <a:xfrm>
            <a:off x="7175203" y="4741671"/>
            <a:ext cx="284480" cy="589280"/>
          </a:xfrm>
          <a:prstGeom prst="rect">
            <a:avLst/>
          </a:prstGeom>
        </p:spPr>
        <p:txBody>
          <a:bodyPr vert="horz" wrap="square" lIns="0" tIns="12700" rIns="0" bIns="0" rtlCol="0">
            <a:spAutoFit/>
          </a:bodyPr>
          <a:lstStyle/>
          <a:p>
            <a:pPr marL="12700">
              <a:lnSpc>
                <a:spcPct val="100000"/>
              </a:lnSpc>
              <a:spcBef>
                <a:spcPts val="100"/>
              </a:spcBef>
            </a:pPr>
            <a:r>
              <a:rPr sz="3700" spc="-50" dirty="0">
                <a:solidFill>
                  <a:srgbClr val="FFFFFF"/>
                </a:solidFill>
                <a:latin typeface="Corbel"/>
                <a:cs typeface="Corbel"/>
              </a:rPr>
              <a:t>E</a:t>
            </a:r>
            <a:endParaRPr sz="3700">
              <a:latin typeface="Corbel"/>
              <a:cs typeface="Corbel"/>
            </a:endParaRPr>
          </a:p>
        </p:txBody>
      </p:sp>
      <p:grpSp>
        <p:nvGrpSpPr>
          <p:cNvPr id="14" name="object 14"/>
          <p:cNvGrpSpPr/>
          <p:nvPr/>
        </p:nvGrpSpPr>
        <p:grpSpPr>
          <a:xfrm>
            <a:off x="5794247" y="5199888"/>
            <a:ext cx="615950" cy="586740"/>
            <a:chOff x="5794247" y="5199888"/>
            <a:chExt cx="615950" cy="586740"/>
          </a:xfrm>
        </p:grpSpPr>
        <p:sp>
          <p:nvSpPr>
            <p:cNvPr id="15" name="object 15"/>
            <p:cNvSpPr/>
            <p:nvPr/>
          </p:nvSpPr>
          <p:spPr>
            <a:xfrm>
              <a:off x="5947633" y="5601363"/>
              <a:ext cx="297180" cy="185420"/>
            </a:xfrm>
            <a:custGeom>
              <a:avLst/>
              <a:gdLst/>
              <a:ahLst/>
              <a:cxnLst/>
              <a:rect l="l" t="t" r="r" b="b"/>
              <a:pathLst>
                <a:path w="297179" h="185420">
                  <a:moveTo>
                    <a:pt x="237384" y="0"/>
                  </a:moveTo>
                  <a:lnTo>
                    <a:pt x="59345" y="0"/>
                  </a:lnTo>
                  <a:lnTo>
                    <a:pt x="59345" y="92398"/>
                  </a:lnTo>
                  <a:lnTo>
                    <a:pt x="0" y="92398"/>
                  </a:lnTo>
                  <a:lnTo>
                    <a:pt x="148365" y="184795"/>
                  </a:lnTo>
                  <a:lnTo>
                    <a:pt x="296730" y="92398"/>
                  </a:lnTo>
                  <a:lnTo>
                    <a:pt x="237384" y="92398"/>
                  </a:lnTo>
                  <a:lnTo>
                    <a:pt x="237384" y="0"/>
                  </a:lnTo>
                  <a:close/>
                </a:path>
              </a:pathLst>
            </a:custGeom>
            <a:solidFill>
              <a:srgbClr val="ABD3EF"/>
            </a:solidFill>
          </p:spPr>
          <p:txBody>
            <a:bodyPr wrap="square" lIns="0" tIns="0" rIns="0" bIns="0" rtlCol="0"/>
            <a:lstStyle/>
            <a:p>
              <a:endParaRPr/>
            </a:p>
          </p:txBody>
        </p:sp>
        <p:pic>
          <p:nvPicPr>
            <p:cNvPr id="16" name="object 16"/>
            <p:cNvPicPr/>
            <p:nvPr/>
          </p:nvPicPr>
          <p:blipFill>
            <a:blip r:embed="rId6" cstate="print"/>
            <a:stretch>
              <a:fillRect/>
            </a:stretch>
          </p:blipFill>
          <p:spPr>
            <a:xfrm>
              <a:off x="5794247" y="5199888"/>
              <a:ext cx="615696" cy="262128"/>
            </a:xfrm>
            <a:prstGeom prst="rect">
              <a:avLst/>
            </a:prstGeom>
          </p:spPr>
        </p:pic>
      </p:grpSp>
      <p:grpSp>
        <p:nvGrpSpPr>
          <p:cNvPr id="17" name="object 17"/>
          <p:cNvGrpSpPr/>
          <p:nvPr/>
        </p:nvGrpSpPr>
        <p:grpSpPr>
          <a:xfrm>
            <a:off x="5659629" y="5873327"/>
            <a:ext cx="873125" cy="873125"/>
            <a:chOff x="5659629" y="5873327"/>
            <a:chExt cx="873125" cy="873125"/>
          </a:xfrm>
        </p:grpSpPr>
        <p:sp>
          <p:nvSpPr>
            <p:cNvPr id="18" name="object 18"/>
            <p:cNvSpPr/>
            <p:nvPr/>
          </p:nvSpPr>
          <p:spPr>
            <a:xfrm>
              <a:off x="5659629" y="5873327"/>
              <a:ext cx="873125" cy="873125"/>
            </a:xfrm>
            <a:custGeom>
              <a:avLst/>
              <a:gdLst/>
              <a:ahLst/>
              <a:cxnLst/>
              <a:rect l="l" t="t" r="r" b="b"/>
              <a:pathLst>
                <a:path w="873125" h="873125">
                  <a:moveTo>
                    <a:pt x="436369" y="0"/>
                  </a:moveTo>
                  <a:lnTo>
                    <a:pt x="388822" y="2560"/>
                  </a:lnTo>
                  <a:lnTo>
                    <a:pt x="342757" y="10064"/>
                  </a:lnTo>
                  <a:lnTo>
                    <a:pt x="298442" y="22246"/>
                  </a:lnTo>
                  <a:lnTo>
                    <a:pt x="256143" y="38839"/>
                  </a:lnTo>
                  <a:lnTo>
                    <a:pt x="216125" y="59577"/>
                  </a:lnTo>
                  <a:lnTo>
                    <a:pt x="178655" y="84194"/>
                  </a:lnTo>
                  <a:lnTo>
                    <a:pt x="143999" y="112423"/>
                  </a:lnTo>
                  <a:lnTo>
                    <a:pt x="112423" y="143999"/>
                  </a:lnTo>
                  <a:lnTo>
                    <a:pt x="84193" y="178655"/>
                  </a:lnTo>
                  <a:lnTo>
                    <a:pt x="59577" y="216125"/>
                  </a:lnTo>
                  <a:lnTo>
                    <a:pt x="38839" y="256143"/>
                  </a:lnTo>
                  <a:lnTo>
                    <a:pt x="22246" y="298443"/>
                  </a:lnTo>
                  <a:lnTo>
                    <a:pt x="10064" y="342758"/>
                  </a:lnTo>
                  <a:lnTo>
                    <a:pt x="2560" y="388822"/>
                  </a:lnTo>
                  <a:lnTo>
                    <a:pt x="0" y="436369"/>
                  </a:lnTo>
                  <a:lnTo>
                    <a:pt x="2560" y="483917"/>
                  </a:lnTo>
                  <a:lnTo>
                    <a:pt x="10064" y="529981"/>
                  </a:lnTo>
                  <a:lnTo>
                    <a:pt x="22246" y="574296"/>
                  </a:lnTo>
                  <a:lnTo>
                    <a:pt x="38839" y="616596"/>
                  </a:lnTo>
                  <a:lnTo>
                    <a:pt x="59577" y="656614"/>
                  </a:lnTo>
                  <a:lnTo>
                    <a:pt x="84193" y="694084"/>
                  </a:lnTo>
                  <a:lnTo>
                    <a:pt x="112423" y="728740"/>
                  </a:lnTo>
                  <a:lnTo>
                    <a:pt x="143999" y="760316"/>
                  </a:lnTo>
                  <a:lnTo>
                    <a:pt x="178655" y="788545"/>
                  </a:lnTo>
                  <a:lnTo>
                    <a:pt x="216125" y="813162"/>
                  </a:lnTo>
                  <a:lnTo>
                    <a:pt x="256143" y="833900"/>
                  </a:lnTo>
                  <a:lnTo>
                    <a:pt x="298442" y="850493"/>
                  </a:lnTo>
                  <a:lnTo>
                    <a:pt x="342757" y="862675"/>
                  </a:lnTo>
                  <a:lnTo>
                    <a:pt x="388822" y="870179"/>
                  </a:lnTo>
                  <a:lnTo>
                    <a:pt x="436369" y="872739"/>
                  </a:lnTo>
                  <a:lnTo>
                    <a:pt x="483916" y="870179"/>
                  </a:lnTo>
                  <a:lnTo>
                    <a:pt x="529980" y="862675"/>
                  </a:lnTo>
                  <a:lnTo>
                    <a:pt x="574295" y="850493"/>
                  </a:lnTo>
                  <a:lnTo>
                    <a:pt x="616595" y="833900"/>
                  </a:lnTo>
                  <a:lnTo>
                    <a:pt x="656613" y="813162"/>
                  </a:lnTo>
                  <a:lnTo>
                    <a:pt x="694083" y="788545"/>
                  </a:lnTo>
                  <a:lnTo>
                    <a:pt x="728739" y="760316"/>
                  </a:lnTo>
                  <a:lnTo>
                    <a:pt x="760315" y="728740"/>
                  </a:lnTo>
                  <a:lnTo>
                    <a:pt x="788544" y="694084"/>
                  </a:lnTo>
                  <a:lnTo>
                    <a:pt x="813161" y="656614"/>
                  </a:lnTo>
                  <a:lnTo>
                    <a:pt x="833899" y="616596"/>
                  </a:lnTo>
                  <a:lnTo>
                    <a:pt x="850492" y="574296"/>
                  </a:lnTo>
                  <a:lnTo>
                    <a:pt x="862674" y="529981"/>
                  </a:lnTo>
                  <a:lnTo>
                    <a:pt x="870178" y="483917"/>
                  </a:lnTo>
                  <a:lnTo>
                    <a:pt x="872738" y="436369"/>
                  </a:lnTo>
                  <a:lnTo>
                    <a:pt x="870178" y="388822"/>
                  </a:lnTo>
                  <a:lnTo>
                    <a:pt x="862674" y="342758"/>
                  </a:lnTo>
                  <a:lnTo>
                    <a:pt x="850492" y="298443"/>
                  </a:lnTo>
                  <a:lnTo>
                    <a:pt x="833899" y="256143"/>
                  </a:lnTo>
                  <a:lnTo>
                    <a:pt x="813161" y="216125"/>
                  </a:lnTo>
                  <a:lnTo>
                    <a:pt x="788544" y="178655"/>
                  </a:lnTo>
                  <a:lnTo>
                    <a:pt x="760315" y="143999"/>
                  </a:lnTo>
                  <a:lnTo>
                    <a:pt x="728739" y="112423"/>
                  </a:lnTo>
                  <a:lnTo>
                    <a:pt x="694083" y="84194"/>
                  </a:lnTo>
                  <a:lnTo>
                    <a:pt x="656613" y="59577"/>
                  </a:lnTo>
                  <a:lnTo>
                    <a:pt x="616595" y="38839"/>
                  </a:lnTo>
                  <a:lnTo>
                    <a:pt x="574295" y="22246"/>
                  </a:lnTo>
                  <a:lnTo>
                    <a:pt x="529980" y="10064"/>
                  </a:lnTo>
                  <a:lnTo>
                    <a:pt x="483916" y="2560"/>
                  </a:lnTo>
                  <a:lnTo>
                    <a:pt x="436369" y="0"/>
                  </a:lnTo>
                  <a:close/>
                </a:path>
              </a:pathLst>
            </a:custGeom>
            <a:solidFill>
              <a:srgbClr val="E6C271"/>
            </a:solidFill>
          </p:spPr>
          <p:txBody>
            <a:bodyPr wrap="square" lIns="0" tIns="0" rIns="0" bIns="0" rtlCol="0"/>
            <a:lstStyle/>
            <a:p>
              <a:endParaRPr/>
            </a:p>
          </p:txBody>
        </p:sp>
        <p:pic>
          <p:nvPicPr>
            <p:cNvPr id="19" name="object 19"/>
            <p:cNvPicPr/>
            <p:nvPr/>
          </p:nvPicPr>
          <p:blipFill>
            <a:blip r:embed="rId7" cstate="print"/>
            <a:stretch>
              <a:fillRect/>
            </a:stretch>
          </p:blipFill>
          <p:spPr>
            <a:xfrm>
              <a:off x="5803392" y="6480047"/>
              <a:ext cx="597408" cy="259079"/>
            </a:xfrm>
            <a:prstGeom prst="rect">
              <a:avLst/>
            </a:prstGeom>
          </p:spPr>
        </p:pic>
      </p:grpSp>
      <p:sp>
        <p:nvSpPr>
          <p:cNvPr id="20" name="object 20"/>
          <p:cNvSpPr txBox="1"/>
          <p:nvPr/>
        </p:nvSpPr>
        <p:spPr>
          <a:xfrm>
            <a:off x="5869780" y="5963919"/>
            <a:ext cx="452120" cy="695325"/>
          </a:xfrm>
          <a:prstGeom prst="rect">
            <a:avLst/>
          </a:prstGeom>
        </p:spPr>
        <p:txBody>
          <a:bodyPr vert="horz" wrap="square" lIns="0" tIns="12700" rIns="0" bIns="0" rtlCol="0">
            <a:spAutoFit/>
          </a:bodyPr>
          <a:lstStyle/>
          <a:p>
            <a:pPr algn="ctr">
              <a:lnSpc>
                <a:spcPts val="4315"/>
              </a:lnSpc>
              <a:spcBef>
                <a:spcPts val="100"/>
              </a:spcBef>
            </a:pPr>
            <a:r>
              <a:rPr sz="3700" spc="-50" dirty="0">
                <a:solidFill>
                  <a:srgbClr val="FFFFFF"/>
                </a:solidFill>
                <a:latin typeface="Corbel"/>
                <a:cs typeface="Corbel"/>
              </a:rPr>
              <a:t>L</a:t>
            </a:r>
            <a:endParaRPr sz="3700">
              <a:latin typeface="Corbel"/>
              <a:cs typeface="Corbel"/>
            </a:endParaRPr>
          </a:p>
          <a:p>
            <a:pPr algn="ctr">
              <a:lnSpc>
                <a:spcPts val="955"/>
              </a:lnSpc>
            </a:pPr>
            <a:r>
              <a:rPr sz="900" spc="-10" dirty="0">
                <a:solidFill>
                  <a:srgbClr val="FFFFFF"/>
                </a:solidFill>
                <a:latin typeface="Corbel"/>
                <a:cs typeface="Corbel"/>
              </a:rPr>
              <a:t>Liveware</a:t>
            </a:r>
            <a:endParaRPr sz="900">
              <a:latin typeface="Corbel"/>
              <a:cs typeface="Corbel"/>
            </a:endParaRPr>
          </a:p>
        </p:txBody>
      </p:sp>
      <p:sp>
        <p:nvSpPr>
          <p:cNvPr id="21" name="object 21"/>
          <p:cNvSpPr/>
          <p:nvPr/>
        </p:nvSpPr>
        <p:spPr>
          <a:xfrm>
            <a:off x="5398124" y="4939920"/>
            <a:ext cx="185420" cy="297180"/>
          </a:xfrm>
          <a:custGeom>
            <a:avLst/>
            <a:gdLst/>
            <a:ahLst/>
            <a:cxnLst/>
            <a:rect l="l" t="t" r="r" b="b"/>
            <a:pathLst>
              <a:path w="185420" h="297179">
                <a:moveTo>
                  <a:pt x="92397" y="0"/>
                </a:moveTo>
                <a:lnTo>
                  <a:pt x="0" y="148365"/>
                </a:lnTo>
                <a:lnTo>
                  <a:pt x="92397" y="296730"/>
                </a:lnTo>
                <a:lnTo>
                  <a:pt x="92397" y="237384"/>
                </a:lnTo>
                <a:lnTo>
                  <a:pt x="184796" y="237384"/>
                </a:lnTo>
                <a:lnTo>
                  <a:pt x="184796" y="59345"/>
                </a:lnTo>
                <a:lnTo>
                  <a:pt x="92397" y="59345"/>
                </a:lnTo>
                <a:lnTo>
                  <a:pt x="92397" y="0"/>
                </a:lnTo>
                <a:close/>
              </a:path>
            </a:pathLst>
          </a:custGeom>
          <a:solidFill>
            <a:srgbClr val="ABD3EF"/>
          </a:solidFill>
        </p:spPr>
        <p:txBody>
          <a:bodyPr wrap="square" lIns="0" tIns="0" rIns="0" bIns="0" rtlCol="0"/>
          <a:lstStyle/>
          <a:p>
            <a:endParaRPr/>
          </a:p>
        </p:txBody>
      </p:sp>
      <p:sp>
        <p:nvSpPr>
          <p:cNvPr id="22" name="object 22"/>
          <p:cNvSpPr/>
          <p:nvPr/>
        </p:nvSpPr>
        <p:spPr>
          <a:xfrm>
            <a:off x="4438215" y="4651914"/>
            <a:ext cx="873125" cy="873125"/>
          </a:xfrm>
          <a:custGeom>
            <a:avLst/>
            <a:gdLst/>
            <a:ahLst/>
            <a:cxnLst/>
            <a:rect l="l" t="t" r="r" b="b"/>
            <a:pathLst>
              <a:path w="873125" h="873125">
                <a:moveTo>
                  <a:pt x="436370" y="0"/>
                </a:moveTo>
                <a:lnTo>
                  <a:pt x="388823" y="2560"/>
                </a:lnTo>
                <a:lnTo>
                  <a:pt x="342759" y="10064"/>
                </a:lnTo>
                <a:lnTo>
                  <a:pt x="298444" y="22246"/>
                </a:lnTo>
                <a:lnTo>
                  <a:pt x="256144" y="38839"/>
                </a:lnTo>
                <a:lnTo>
                  <a:pt x="216126" y="59577"/>
                </a:lnTo>
                <a:lnTo>
                  <a:pt x="178656" y="84194"/>
                </a:lnTo>
                <a:lnTo>
                  <a:pt x="143999" y="112423"/>
                </a:lnTo>
                <a:lnTo>
                  <a:pt x="112423" y="143999"/>
                </a:lnTo>
                <a:lnTo>
                  <a:pt x="84194" y="178655"/>
                </a:lnTo>
                <a:lnTo>
                  <a:pt x="59577" y="216125"/>
                </a:lnTo>
                <a:lnTo>
                  <a:pt x="38839" y="256143"/>
                </a:lnTo>
                <a:lnTo>
                  <a:pt x="22246" y="298443"/>
                </a:lnTo>
                <a:lnTo>
                  <a:pt x="10064" y="342758"/>
                </a:lnTo>
                <a:lnTo>
                  <a:pt x="2560" y="388823"/>
                </a:lnTo>
                <a:lnTo>
                  <a:pt x="0" y="436370"/>
                </a:lnTo>
                <a:lnTo>
                  <a:pt x="2560" y="483918"/>
                </a:lnTo>
                <a:lnTo>
                  <a:pt x="10064" y="529982"/>
                </a:lnTo>
                <a:lnTo>
                  <a:pt x="22246" y="574297"/>
                </a:lnTo>
                <a:lnTo>
                  <a:pt x="38839" y="616596"/>
                </a:lnTo>
                <a:lnTo>
                  <a:pt x="59577" y="656614"/>
                </a:lnTo>
                <a:lnTo>
                  <a:pt x="84194" y="694084"/>
                </a:lnTo>
                <a:lnTo>
                  <a:pt x="112423" y="728740"/>
                </a:lnTo>
                <a:lnTo>
                  <a:pt x="143999" y="760316"/>
                </a:lnTo>
                <a:lnTo>
                  <a:pt x="178656" y="788546"/>
                </a:lnTo>
                <a:lnTo>
                  <a:pt x="216126" y="813162"/>
                </a:lnTo>
                <a:lnTo>
                  <a:pt x="256144" y="833900"/>
                </a:lnTo>
                <a:lnTo>
                  <a:pt x="298444" y="850493"/>
                </a:lnTo>
                <a:lnTo>
                  <a:pt x="342759" y="862675"/>
                </a:lnTo>
                <a:lnTo>
                  <a:pt x="388823" y="870179"/>
                </a:lnTo>
                <a:lnTo>
                  <a:pt x="436370" y="872740"/>
                </a:lnTo>
                <a:lnTo>
                  <a:pt x="483918" y="870179"/>
                </a:lnTo>
                <a:lnTo>
                  <a:pt x="529982" y="862675"/>
                </a:lnTo>
                <a:lnTo>
                  <a:pt x="574297" y="850493"/>
                </a:lnTo>
                <a:lnTo>
                  <a:pt x="616596" y="833900"/>
                </a:lnTo>
                <a:lnTo>
                  <a:pt x="656614" y="813162"/>
                </a:lnTo>
                <a:lnTo>
                  <a:pt x="694084" y="788546"/>
                </a:lnTo>
                <a:lnTo>
                  <a:pt x="728740" y="760316"/>
                </a:lnTo>
                <a:lnTo>
                  <a:pt x="760316" y="728740"/>
                </a:lnTo>
                <a:lnTo>
                  <a:pt x="788546" y="694084"/>
                </a:lnTo>
                <a:lnTo>
                  <a:pt x="813162" y="656614"/>
                </a:lnTo>
                <a:lnTo>
                  <a:pt x="833900" y="616596"/>
                </a:lnTo>
                <a:lnTo>
                  <a:pt x="850493" y="574297"/>
                </a:lnTo>
                <a:lnTo>
                  <a:pt x="862675" y="529982"/>
                </a:lnTo>
                <a:lnTo>
                  <a:pt x="870179" y="483918"/>
                </a:lnTo>
                <a:lnTo>
                  <a:pt x="872740" y="436370"/>
                </a:lnTo>
                <a:lnTo>
                  <a:pt x="870179" y="388823"/>
                </a:lnTo>
                <a:lnTo>
                  <a:pt x="862675" y="342758"/>
                </a:lnTo>
                <a:lnTo>
                  <a:pt x="850493" y="298443"/>
                </a:lnTo>
                <a:lnTo>
                  <a:pt x="833900" y="256143"/>
                </a:lnTo>
                <a:lnTo>
                  <a:pt x="813162" y="216125"/>
                </a:lnTo>
                <a:lnTo>
                  <a:pt x="788546" y="178655"/>
                </a:lnTo>
                <a:lnTo>
                  <a:pt x="760316" y="143999"/>
                </a:lnTo>
                <a:lnTo>
                  <a:pt x="728740" y="112423"/>
                </a:lnTo>
                <a:lnTo>
                  <a:pt x="694084" y="84194"/>
                </a:lnTo>
                <a:lnTo>
                  <a:pt x="656614" y="59577"/>
                </a:lnTo>
                <a:lnTo>
                  <a:pt x="616596" y="38839"/>
                </a:lnTo>
                <a:lnTo>
                  <a:pt x="574297" y="22246"/>
                </a:lnTo>
                <a:lnTo>
                  <a:pt x="529982" y="10064"/>
                </a:lnTo>
                <a:lnTo>
                  <a:pt x="483918" y="2560"/>
                </a:lnTo>
                <a:lnTo>
                  <a:pt x="436370" y="0"/>
                </a:lnTo>
                <a:close/>
              </a:path>
            </a:pathLst>
          </a:custGeom>
          <a:solidFill>
            <a:srgbClr val="FB6480"/>
          </a:solidFill>
        </p:spPr>
        <p:txBody>
          <a:bodyPr wrap="square" lIns="0" tIns="0" rIns="0" bIns="0" rtlCol="0"/>
          <a:lstStyle/>
          <a:p>
            <a:endParaRPr/>
          </a:p>
        </p:txBody>
      </p:sp>
      <p:sp>
        <p:nvSpPr>
          <p:cNvPr id="23" name="object 23"/>
          <p:cNvSpPr txBox="1"/>
          <p:nvPr/>
        </p:nvSpPr>
        <p:spPr>
          <a:xfrm>
            <a:off x="4732249" y="4741671"/>
            <a:ext cx="285115" cy="589280"/>
          </a:xfrm>
          <a:prstGeom prst="rect">
            <a:avLst/>
          </a:prstGeom>
        </p:spPr>
        <p:txBody>
          <a:bodyPr vert="horz" wrap="square" lIns="0" tIns="12700" rIns="0" bIns="0" rtlCol="0">
            <a:spAutoFit/>
          </a:bodyPr>
          <a:lstStyle/>
          <a:p>
            <a:pPr marL="12700">
              <a:lnSpc>
                <a:spcPct val="100000"/>
              </a:lnSpc>
              <a:spcBef>
                <a:spcPts val="100"/>
              </a:spcBef>
            </a:pPr>
            <a:r>
              <a:rPr sz="3700" spc="-50" dirty="0">
                <a:solidFill>
                  <a:srgbClr val="FFFFFF"/>
                </a:solidFill>
                <a:latin typeface="Corbel"/>
                <a:cs typeface="Corbel"/>
              </a:rPr>
              <a:t>S</a:t>
            </a:r>
            <a:endParaRPr sz="3700">
              <a:latin typeface="Corbel"/>
              <a:cs typeface="Corbel"/>
            </a:endParaRPr>
          </a:p>
        </p:txBody>
      </p:sp>
      <p:pic>
        <p:nvPicPr>
          <p:cNvPr id="24" name="object 24"/>
          <p:cNvPicPr/>
          <p:nvPr/>
        </p:nvPicPr>
        <p:blipFill>
          <a:blip r:embed="rId8" cstate="print"/>
          <a:stretch>
            <a:fillRect/>
          </a:stretch>
        </p:blipFill>
        <p:spPr>
          <a:xfrm>
            <a:off x="5785103" y="4005071"/>
            <a:ext cx="633984" cy="262127"/>
          </a:xfrm>
          <a:prstGeom prst="rect">
            <a:avLst/>
          </a:prstGeom>
        </p:spPr>
      </p:pic>
      <p:sp>
        <p:nvSpPr>
          <p:cNvPr id="25" name="object 25"/>
          <p:cNvSpPr txBox="1"/>
          <p:nvPr/>
        </p:nvSpPr>
        <p:spPr>
          <a:xfrm>
            <a:off x="5851523" y="4024376"/>
            <a:ext cx="48895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FFFFFF"/>
                </a:solidFill>
                <a:latin typeface="Corbel"/>
                <a:cs typeface="Corbel"/>
              </a:rPr>
              <a:t>Hardware</a:t>
            </a:r>
            <a:endParaRPr sz="900">
              <a:latin typeface="Corbel"/>
              <a:cs typeface="Corbel"/>
            </a:endParaRPr>
          </a:p>
        </p:txBody>
      </p:sp>
      <p:pic>
        <p:nvPicPr>
          <p:cNvPr id="26" name="object 26"/>
          <p:cNvPicPr/>
          <p:nvPr/>
        </p:nvPicPr>
        <p:blipFill>
          <a:blip r:embed="rId9" cstate="print"/>
          <a:stretch>
            <a:fillRect/>
          </a:stretch>
        </p:blipFill>
        <p:spPr>
          <a:xfrm>
            <a:off x="6937247" y="5196840"/>
            <a:ext cx="783335" cy="259080"/>
          </a:xfrm>
          <a:prstGeom prst="rect">
            <a:avLst/>
          </a:prstGeom>
        </p:spPr>
      </p:pic>
      <p:sp>
        <p:nvSpPr>
          <p:cNvPr id="27" name="object 27"/>
          <p:cNvSpPr txBox="1"/>
          <p:nvPr/>
        </p:nvSpPr>
        <p:spPr>
          <a:xfrm>
            <a:off x="7003646" y="5213096"/>
            <a:ext cx="64008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FFFFFF"/>
                </a:solidFill>
                <a:latin typeface="Corbel"/>
                <a:cs typeface="Corbel"/>
              </a:rPr>
              <a:t>Environment</a:t>
            </a:r>
            <a:endParaRPr sz="900">
              <a:latin typeface="Corbel"/>
              <a:cs typeface="Corbel"/>
            </a:endParaRPr>
          </a:p>
        </p:txBody>
      </p:sp>
      <p:pic>
        <p:nvPicPr>
          <p:cNvPr id="28" name="object 28"/>
          <p:cNvPicPr/>
          <p:nvPr/>
        </p:nvPicPr>
        <p:blipFill>
          <a:blip r:embed="rId10" cstate="print"/>
          <a:stretch>
            <a:fillRect/>
          </a:stretch>
        </p:blipFill>
        <p:spPr>
          <a:xfrm>
            <a:off x="4568952" y="5196840"/>
            <a:ext cx="600455" cy="259080"/>
          </a:xfrm>
          <a:prstGeom prst="rect">
            <a:avLst/>
          </a:prstGeom>
        </p:spPr>
      </p:pic>
      <p:sp>
        <p:nvSpPr>
          <p:cNvPr id="29" name="object 29"/>
          <p:cNvSpPr txBox="1"/>
          <p:nvPr/>
        </p:nvSpPr>
        <p:spPr>
          <a:xfrm>
            <a:off x="4633546" y="5213096"/>
            <a:ext cx="45720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FFFFFF"/>
                </a:solidFill>
                <a:latin typeface="Corbel"/>
                <a:cs typeface="Corbel"/>
              </a:rPr>
              <a:t>Software</a:t>
            </a:r>
            <a:endParaRPr sz="900">
              <a:latin typeface="Corbel"/>
              <a:cs typeface="Corbel"/>
            </a:endParaRPr>
          </a:p>
        </p:txBody>
      </p:sp>
      <p:sp>
        <p:nvSpPr>
          <p:cNvPr id="30" name="object 30"/>
          <p:cNvSpPr txBox="1"/>
          <p:nvPr/>
        </p:nvSpPr>
        <p:spPr>
          <a:xfrm>
            <a:off x="5859461" y="5219191"/>
            <a:ext cx="473075" cy="162560"/>
          </a:xfrm>
          <a:prstGeom prst="rect">
            <a:avLst/>
          </a:prstGeom>
        </p:spPr>
        <p:txBody>
          <a:bodyPr vert="horz" wrap="square" lIns="0" tIns="12700" rIns="0" bIns="0" rtlCol="0">
            <a:spAutoFit/>
          </a:bodyPr>
          <a:lstStyle/>
          <a:p>
            <a:pPr marL="12700">
              <a:lnSpc>
                <a:spcPct val="100000"/>
              </a:lnSpc>
              <a:spcBef>
                <a:spcPts val="100"/>
              </a:spcBef>
            </a:pPr>
            <a:r>
              <a:rPr sz="900" b="1" spc="-10" dirty="0">
                <a:latin typeface="Corbel"/>
                <a:cs typeface="Corbel"/>
              </a:rPr>
              <a:t>Liveware</a:t>
            </a:r>
            <a:endParaRPr sz="900">
              <a:latin typeface="Corbel"/>
              <a:cs typeface="Corbel"/>
            </a:endParaRPr>
          </a:p>
        </p:txBody>
      </p:sp>
      <p:pic>
        <p:nvPicPr>
          <p:cNvPr id="31" name="object 31"/>
          <p:cNvPicPr/>
          <p:nvPr/>
        </p:nvPicPr>
        <p:blipFill>
          <a:blip r:embed="rId11" cstate="print"/>
          <a:stretch>
            <a:fillRect/>
          </a:stretch>
        </p:blipFill>
        <p:spPr>
          <a:xfrm>
            <a:off x="1642872" y="3044951"/>
            <a:ext cx="1578864" cy="524256"/>
          </a:xfrm>
          <a:prstGeom prst="rect">
            <a:avLst/>
          </a:prstGeom>
        </p:spPr>
      </p:pic>
      <p:sp>
        <p:nvSpPr>
          <p:cNvPr id="32" name="object 32"/>
          <p:cNvSpPr txBox="1"/>
          <p:nvPr/>
        </p:nvSpPr>
        <p:spPr>
          <a:xfrm>
            <a:off x="1563049" y="778763"/>
            <a:ext cx="9860915" cy="2620645"/>
          </a:xfrm>
          <a:prstGeom prst="rect">
            <a:avLst/>
          </a:prstGeom>
        </p:spPr>
        <p:txBody>
          <a:bodyPr vert="horz" wrap="square" lIns="0" tIns="12700" rIns="0" bIns="0" rtlCol="0">
            <a:spAutoFit/>
          </a:bodyPr>
          <a:lstStyle/>
          <a:p>
            <a:pPr marL="12700" algn="just">
              <a:lnSpc>
                <a:spcPct val="100000"/>
              </a:lnSpc>
              <a:spcBef>
                <a:spcPts val="100"/>
              </a:spcBef>
            </a:pPr>
            <a:r>
              <a:rPr sz="2000" dirty="0">
                <a:latin typeface="Corbel"/>
                <a:cs typeface="Corbel"/>
              </a:rPr>
              <a:t>050</a:t>
            </a:r>
            <a:r>
              <a:rPr sz="2000" spc="-40" dirty="0">
                <a:latin typeface="Corbel"/>
                <a:cs typeface="Corbel"/>
              </a:rPr>
              <a:t> </a:t>
            </a:r>
            <a:r>
              <a:rPr sz="2000" dirty="0">
                <a:latin typeface="Corbel"/>
                <a:cs typeface="Corbel"/>
              </a:rPr>
              <a:t>01</a:t>
            </a:r>
            <a:r>
              <a:rPr sz="2000" spc="-35" dirty="0">
                <a:latin typeface="Corbel"/>
                <a:cs typeface="Corbel"/>
              </a:rPr>
              <a:t> </a:t>
            </a:r>
            <a:r>
              <a:rPr sz="2000" dirty="0">
                <a:latin typeface="Corbel"/>
                <a:cs typeface="Corbel"/>
              </a:rPr>
              <a:t>01:</a:t>
            </a:r>
            <a:r>
              <a:rPr sz="2000" spc="-90" dirty="0">
                <a:latin typeface="Corbel"/>
                <a:cs typeface="Corbel"/>
              </a:rPr>
              <a:t> </a:t>
            </a:r>
            <a:r>
              <a:rPr sz="2000" dirty="0">
                <a:latin typeface="Corbel"/>
                <a:cs typeface="Corbel"/>
              </a:rPr>
              <a:t>Understand</a:t>
            </a:r>
            <a:r>
              <a:rPr sz="2000" spc="-35" dirty="0">
                <a:latin typeface="Corbel"/>
                <a:cs typeface="Corbel"/>
              </a:rPr>
              <a:t> </a:t>
            </a:r>
            <a:r>
              <a:rPr sz="2000" dirty="0">
                <a:latin typeface="Corbel"/>
                <a:cs typeface="Corbel"/>
              </a:rPr>
              <a:t>the</a:t>
            </a:r>
            <a:r>
              <a:rPr sz="2000" spc="-75" dirty="0">
                <a:latin typeface="Corbel"/>
                <a:cs typeface="Corbel"/>
              </a:rPr>
              <a:t> </a:t>
            </a:r>
            <a:r>
              <a:rPr sz="2000" dirty="0">
                <a:latin typeface="Corbel"/>
                <a:cs typeface="Corbel"/>
              </a:rPr>
              <a:t>SHELL</a:t>
            </a:r>
            <a:r>
              <a:rPr sz="2000" spc="-40" dirty="0">
                <a:latin typeface="Corbel"/>
                <a:cs typeface="Corbel"/>
              </a:rPr>
              <a:t> </a:t>
            </a:r>
            <a:r>
              <a:rPr sz="2000" spc="-10" dirty="0">
                <a:latin typeface="Corbel"/>
                <a:cs typeface="Corbel"/>
              </a:rPr>
              <a:t>model</a:t>
            </a:r>
            <a:endParaRPr sz="2000" dirty="0">
              <a:latin typeface="Corbel"/>
              <a:cs typeface="Corbel"/>
            </a:endParaRPr>
          </a:p>
          <a:p>
            <a:pPr marL="12700" marR="5080" algn="just">
              <a:lnSpc>
                <a:spcPts val="1900"/>
              </a:lnSpc>
              <a:spcBef>
                <a:spcPts val="1585"/>
              </a:spcBef>
            </a:pPr>
            <a:r>
              <a:rPr sz="1600" b="1" dirty="0">
                <a:latin typeface="Corbel"/>
                <a:cs typeface="Corbel"/>
              </a:rPr>
              <a:t>SHELL</a:t>
            </a:r>
            <a:r>
              <a:rPr sz="1600" b="1" spc="135" dirty="0">
                <a:latin typeface="Corbel"/>
                <a:cs typeface="Corbel"/>
              </a:rPr>
              <a:t>  </a:t>
            </a:r>
            <a:r>
              <a:rPr sz="1600" b="1" dirty="0">
                <a:latin typeface="Corbel"/>
                <a:cs typeface="Corbel"/>
              </a:rPr>
              <a:t>Model</a:t>
            </a:r>
            <a:r>
              <a:rPr sz="1600" b="1" spc="130" dirty="0">
                <a:latin typeface="Corbel"/>
                <a:cs typeface="Corbel"/>
              </a:rPr>
              <a:t>  </a:t>
            </a:r>
            <a:r>
              <a:rPr sz="1600" b="1" dirty="0">
                <a:latin typeface="Corbel"/>
                <a:cs typeface="Corbel"/>
              </a:rPr>
              <a:t>–</a:t>
            </a:r>
            <a:r>
              <a:rPr sz="1600" b="1" spc="140" dirty="0">
                <a:latin typeface="Corbel"/>
                <a:cs typeface="Corbel"/>
              </a:rPr>
              <a:t>  </a:t>
            </a:r>
            <a:r>
              <a:rPr sz="1600" dirty="0">
                <a:latin typeface="Corbel"/>
                <a:cs typeface="Corbel"/>
              </a:rPr>
              <a:t>A</a:t>
            </a:r>
            <a:r>
              <a:rPr sz="1600" spc="145" dirty="0">
                <a:latin typeface="Corbel"/>
                <a:cs typeface="Corbel"/>
              </a:rPr>
              <a:t>  </a:t>
            </a:r>
            <a:r>
              <a:rPr sz="1600" dirty="0">
                <a:latin typeface="Corbel"/>
                <a:cs typeface="Corbel"/>
              </a:rPr>
              <a:t>conceptual</a:t>
            </a:r>
            <a:r>
              <a:rPr sz="1600" spc="145" dirty="0">
                <a:latin typeface="Corbel"/>
                <a:cs typeface="Corbel"/>
              </a:rPr>
              <a:t>  </a:t>
            </a:r>
            <a:r>
              <a:rPr sz="1600" dirty="0">
                <a:latin typeface="Corbel"/>
                <a:cs typeface="Corbel"/>
              </a:rPr>
              <a:t>model</a:t>
            </a:r>
            <a:r>
              <a:rPr sz="1600" spc="150" dirty="0">
                <a:latin typeface="Corbel"/>
                <a:cs typeface="Corbel"/>
              </a:rPr>
              <a:t>  </a:t>
            </a:r>
            <a:r>
              <a:rPr sz="1600" dirty="0">
                <a:latin typeface="Corbel"/>
                <a:cs typeface="Corbel"/>
              </a:rPr>
              <a:t>developed</a:t>
            </a:r>
            <a:r>
              <a:rPr sz="1600" spc="150" dirty="0">
                <a:latin typeface="Corbel"/>
                <a:cs typeface="Corbel"/>
              </a:rPr>
              <a:t>  </a:t>
            </a:r>
            <a:r>
              <a:rPr sz="1600" dirty="0">
                <a:latin typeface="Corbel"/>
                <a:cs typeface="Corbel"/>
              </a:rPr>
              <a:t>to</a:t>
            </a:r>
            <a:r>
              <a:rPr sz="1600" spc="145" dirty="0">
                <a:latin typeface="Corbel"/>
                <a:cs typeface="Corbel"/>
              </a:rPr>
              <a:t>  </a:t>
            </a:r>
            <a:r>
              <a:rPr sz="1600" dirty="0">
                <a:latin typeface="Corbel"/>
                <a:cs typeface="Corbel"/>
              </a:rPr>
              <a:t>understand</a:t>
            </a:r>
            <a:r>
              <a:rPr sz="1600" spc="150" dirty="0">
                <a:latin typeface="Corbel"/>
                <a:cs typeface="Corbel"/>
              </a:rPr>
              <a:t>  </a:t>
            </a:r>
            <a:r>
              <a:rPr sz="1600" dirty="0">
                <a:latin typeface="Corbel"/>
                <a:cs typeface="Corbel"/>
              </a:rPr>
              <a:t>the</a:t>
            </a:r>
            <a:r>
              <a:rPr sz="1600" spc="150" dirty="0">
                <a:latin typeface="Corbel"/>
                <a:cs typeface="Corbel"/>
              </a:rPr>
              <a:t>  </a:t>
            </a:r>
            <a:r>
              <a:rPr sz="1600" dirty="0">
                <a:latin typeface="Corbel"/>
                <a:cs typeface="Corbel"/>
              </a:rPr>
              <a:t>relationships</a:t>
            </a:r>
            <a:r>
              <a:rPr sz="1600" spc="150" dirty="0">
                <a:latin typeface="Corbel"/>
                <a:cs typeface="Corbel"/>
              </a:rPr>
              <a:t>  </a:t>
            </a:r>
            <a:r>
              <a:rPr sz="1600" dirty="0">
                <a:latin typeface="Corbel"/>
                <a:cs typeface="Corbel"/>
              </a:rPr>
              <a:t>between</a:t>
            </a:r>
            <a:r>
              <a:rPr sz="1600" spc="145" dirty="0">
                <a:latin typeface="Corbel"/>
                <a:cs typeface="Corbel"/>
              </a:rPr>
              <a:t>  </a:t>
            </a:r>
            <a:r>
              <a:rPr sz="1600" dirty="0">
                <a:latin typeface="Corbel"/>
                <a:cs typeface="Corbel"/>
              </a:rPr>
              <a:t>aviation</a:t>
            </a:r>
            <a:r>
              <a:rPr sz="1600" spc="155" dirty="0">
                <a:latin typeface="Corbel"/>
                <a:cs typeface="Corbel"/>
              </a:rPr>
              <a:t>  </a:t>
            </a:r>
            <a:r>
              <a:rPr sz="1600" spc="-10" dirty="0">
                <a:latin typeface="Corbel"/>
                <a:cs typeface="Corbel"/>
              </a:rPr>
              <a:t>system resources/environment</a:t>
            </a:r>
            <a:r>
              <a:rPr sz="1600" dirty="0">
                <a:latin typeface="Corbel"/>
                <a:cs typeface="Corbel"/>
              </a:rPr>
              <a:t> and</a:t>
            </a:r>
            <a:r>
              <a:rPr sz="1600" spc="15" dirty="0">
                <a:latin typeface="Corbel"/>
                <a:cs typeface="Corbel"/>
              </a:rPr>
              <a:t> </a:t>
            </a:r>
            <a:r>
              <a:rPr sz="1600" dirty="0">
                <a:latin typeface="Corbel"/>
                <a:cs typeface="Corbel"/>
              </a:rPr>
              <a:t>the</a:t>
            </a:r>
            <a:r>
              <a:rPr sz="1600" spc="10" dirty="0">
                <a:latin typeface="Corbel"/>
                <a:cs typeface="Corbel"/>
              </a:rPr>
              <a:t> </a:t>
            </a:r>
            <a:r>
              <a:rPr sz="1600" dirty="0">
                <a:latin typeface="Corbel"/>
                <a:cs typeface="Corbel"/>
              </a:rPr>
              <a:t>human</a:t>
            </a:r>
            <a:r>
              <a:rPr sz="1600" spc="15" dirty="0">
                <a:latin typeface="Corbel"/>
                <a:cs typeface="Corbel"/>
              </a:rPr>
              <a:t> </a:t>
            </a:r>
            <a:r>
              <a:rPr sz="1600" spc="-10" dirty="0">
                <a:latin typeface="Corbel"/>
                <a:cs typeface="Corbel"/>
              </a:rPr>
              <a:t>component.</a:t>
            </a:r>
            <a:endParaRPr sz="1600" dirty="0">
              <a:latin typeface="Corbel"/>
              <a:cs typeface="Corbel"/>
            </a:endParaRPr>
          </a:p>
          <a:p>
            <a:pPr marL="12700" marR="5715" algn="just">
              <a:lnSpc>
                <a:spcPct val="100800"/>
              </a:lnSpc>
              <a:spcBef>
                <a:spcPts val="900"/>
              </a:spcBef>
            </a:pPr>
            <a:r>
              <a:rPr sz="1600" dirty="0">
                <a:latin typeface="Corbel"/>
                <a:cs typeface="Corbel"/>
              </a:rPr>
              <a:t>One</a:t>
            </a:r>
            <a:r>
              <a:rPr sz="1600" spc="290" dirty="0">
                <a:latin typeface="Corbel"/>
                <a:cs typeface="Corbel"/>
              </a:rPr>
              <a:t> </a:t>
            </a:r>
            <a:r>
              <a:rPr sz="1600" dirty="0">
                <a:latin typeface="Corbel"/>
                <a:cs typeface="Corbel"/>
              </a:rPr>
              <a:t>practical</a:t>
            </a:r>
            <a:r>
              <a:rPr sz="1600" spc="300" dirty="0">
                <a:latin typeface="Corbel"/>
                <a:cs typeface="Corbel"/>
              </a:rPr>
              <a:t> </a:t>
            </a:r>
            <a:r>
              <a:rPr sz="1600" dirty="0">
                <a:latin typeface="Corbel"/>
                <a:cs typeface="Corbel"/>
              </a:rPr>
              <a:t>diagram</a:t>
            </a:r>
            <a:r>
              <a:rPr sz="1600" spc="295" dirty="0">
                <a:latin typeface="Corbel"/>
                <a:cs typeface="Corbel"/>
              </a:rPr>
              <a:t> </a:t>
            </a:r>
            <a:r>
              <a:rPr sz="1600" dirty="0">
                <a:latin typeface="Corbel"/>
                <a:cs typeface="Corbel"/>
              </a:rPr>
              <a:t>to</a:t>
            </a:r>
            <a:r>
              <a:rPr sz="1600" spc="285" dirty="0">
                <a:latin typeface="Corbel"/>
                <a:cs typeface="Corbel"/>
              </a:rPr>
              <a:t> </a:t>
            </a:r>
            <a:r>
              <a:rPr sz="1600" dirty="0">
                <a:latin typeface="Corbel"/>
                <a:cs typeface="Corbel"/>
              </a:rPr>
              <a:t>illustrate</a:t>
            </a:r>
            <a:r>
              <a:rPr sz="1600" spc="300" dirty="0">
                <a:latin typeface="Corbel"/>
                <a:cs typeface="Corbel"/>
              </a:rPr>
              <a:t> </a:t>
            </a:r>
            <a:r>
              <a:rPr sz="1600" dirty="0">
                <a:latin typeface="Corbel"/>
                <a:cs typeface="Corbel"/>
              </a:rPr>
              <a:t>this</a:t>
            </a:r>
            <a:r>
              <a:rPr sz="1600" spc="300" dirty="0">
                <a:latin typeface="Corbel"/>
                <a:cs typeface="Corbel"/>
              </a:rPr>
              <a:t> </a:t>
            </a:r>
            <a:r>
              <a:rPr sz="1600" dirty="0">
                <a:latin typeface="Corbel"/>
                <a:cs typeface="Corbel"/>
              </a:rPr>
              <a:t>conceptual</a:t>
            </a:r>
            <a:r>
              <a:rPr sz="1600" spc="290" dirty="0">
                <a:latin typeface="Corbel"/>
                <a:cs typeface="Corbel"/>
              </a:rPr>
              <a:t> </a:t>
            </a:r>
            <a:r>
              <a:rPr sz="1600" dirty="0">
                <a:latin typeface="Corbel"/>
                <a:cs typeface="Corbel"/>
              </a:rPr>
              <a:t>model</a:t>
            </a:r>
            <a:r>
              <a:rPr sz="1600" spc="300" dirty="0">
                <a:latin typeface="Corbel"/>
                <a:cs typeface="Corbel"/>
              </a:rPr>
              <a:t> </a:t>
            </a:r>
            <a:r>
              <a:rPr sz="1600" dirty="0">
                <a:latin typeface="Corbel"/>
                <a:cs typeface="Corbel"/>
              </a:rPr>
              <a:t>uses</a:t>
            </a:r>
            <a:r>
              <a:rPr sz="1600" spc="300" dirty="0">
                <a:latin typeface="Corbel"/>
                <a:cs typeface="Corbel"/>
              </a:rPr>
              <a:t> </a:t>
            </a:r>
            <a:r>
              <a:rPr sz="1600" dirty="0">
                <a:latin typeface="Corbel"/>
                <a:cs typeface="Corbel"/>
              </a:rPr>
              <a:t>blocks</a:t>
            </a:r>
            <a:r>
              <a:rPr sz="1600" spc="295" dirty="0">
                <a:latin typeface="Corbel"/>
                <a:cs typeface="Corbel"/>
              </a:rPr>
              <a:t> </a:t>
            </a:r>
            <a:r>
              <a:rPr sz="1600" dirty="0">
                <a:latin typeface="Corbel"/>
                <a:cs typeface="Corbel"/>
              </a:rPr>
              <a:t>to</a:t>
            </a:r>
            <a:r>
              <a:rPr sz="1600" spc="290" dirty="0">
                <a:latin typeface="Corbel"/>
                <a:cs typeface="Corbel"/>
              </a:rPr>
              <a:t> </a:t>
            </a:r>
            <a:r>
              <a:rPr sz="1600" dirty="0">
                <a:latin typeface="Corbel"/>
                <a:cs typeface="Corbel"/>
              </a:rPr>
              <a:t>represent</a:t>
            </a:r>
            <a:r>
              <a:rPr sz="1600" spc="290" dirty="0">
                <a:latin typeface="Corbel"/>
                <a:cs typeface="Corbel"/>
              </a:rPr>
              <a:t> </a:t>
            </a:r>
            <a:r>
              <a:rPr sz="1600" dirty="0">
                <a:latin typeface="Corbel"/>
                <a:cs typeface="Corbel"/>
              </a:rPr>
              <a:t>the</a:t>
            </a:r>
            <a:r>
              <a:rPr sz="1600" spc="300" dirty="0">
                <a:latin typeface="Corbel"/>
                <a:cs typeface="Corbel"/>
              </a:rPr>
              <a:t> </a:t>
            </a:r>
            <a:r>
              <a:rPr sz="1600" dirty="0">
                <a:latin typeface="Corbel"/>
                <a:cs typeface="Corbel"/>
              </a:rPr>
              <a:t>different</a:t>
            </a:r>
            <a:r>
              <a:rPr sz="1600" spc="285" dirty="0">
                <a:latin typeface="Corbel"/>
                <a:cs typeface="Corbel"/>
              </a:rPr>
              <a:t> </a:t>
            </a:r>
            <a:r>
              <a:rPr sz="1600" dirty="0">
                <a:latin typeface="Corbel"/>
                <a:cs typeface="Corbel"/>
              </a:rPr>
              <a:t>components</a:t>
            </a:r>
            <a:r>
              <a:rPr sz="1600" spc="295" dirty="0">
                <a:latin typeface="Corbel"/>
                <a:cs typeface="Corbel"/>
              </a:rPr>
              <a:t> </a:t>
            </a:r>
            <a:r>
              <a:rPr sz="1600" spc="-25" dirty="0">
                <a:latin typeface="Corbel"/>
                <a:cs typeface="Corbel"/>
              </a:rPr>
              <a:t>of </a:t>
            </a:r>
            <a:r>
              <a:rPr sz="1600" dirty="0">
                <a:latin typeface="Corbel"/>
                <a:cs typeface="Corbel"/>
              </a:rPr>
              <a:t>Human</a:t>
            </a:r>
            <a:r>
              <a:rPr sz="1600" spc="420" dirty="0">
                <a:latin typeface="Corbel"/>
                <a:cs typeface="Corbel"/>
              </a:rPr>
              <a:t> </a:t>
            </a:r>
            <a:r>
              <a:rPr sz="1600" dirty="0">
                <a:latin typeface="Corbel"/>
                <a:cs typeface="Corbel"/>
              </a:rPr>
              <a:t>Factors.</a:t>
            </a:r>
            <a:r>
              <a:rPr sz="1600" spc="420" dirty="0">
                <a:latin typeface="Corbel"/>
                <a:cs typeface="Corbel"/>
              </a:rPr>
              <a:t> </a:t>
            </a:r>
            <a:r>
              <a:rPr sz="1600" dirty="0">
                <a:latin typeface="Corbel"/>
                <a:cs typeface="Corbel"/>
              </a:rPr>
              <a:t>This</a:t>
            </a:r>
            <a:r>
              <a:rPr sz="1600" spc="420" dirty="0">
                <a:latin typeface="Corbel"/>
                <a:cs typeface="Corbel"/>
              </a:rPr>
              <a:t> </a:t>
            </a:r>
            <a:r>
              <a:rPr sz="1600" dirty="0">
                <a:latin typeface="Corbel"/>
                <a:cs typeface="Corbel"/>
              </a:rPr>
              <a:t>building</a:t>
            </a:r>
            <a:r>
              <a:rPr sz="1600" spc="420" dirty="0">
                <a:latin typeface="Corbel"/>
                <a:cs typeface="Corbel"/>
              </a:rPr>
              <a:t> </a:t>
            </a:r>
            <a:r>
              <a:rPr sz="1600" dirty="0">
                <a:latin typeface="Corbel"/>
                <a:cs typeface="Corbel"/>
              </a:rPr>
              <a:t>block</a:t>
            </a:r>
            <a:r>
              <a:rPr sz="1600" spc="415" dirty="0">
                <a:latin typeface="Corbel"/>
                <a:cs typeface="Corbel"/>
              </a:rPr>
              <a:t> </a:t>
            </a:r>
            <a:r>
              <a:rPr sz="1600" dirty="0">
                <a:latin typeface="Corbel"/>
                <a:cs typeface="Corbel"/>
              </a:rPr>
              <a:t>diagram</a:t>
            </a:r>
            <a:r>
              <a:rPr sz="1600" spc="420" dirty="0">
                <a:latin typeface="Corbel"/>
                <a:cs typeface="Corbel"/>
              </a:rPr>
              <a:t> </a:t>
            </a:r>
            <a:r>
              <a:rPr sz="1600" dirty="0">
                <a:latin typeface="Corbel"/>
                <a:cs typeface="Corbel"/>
              </a:rPr>
              <a:t>does</a:t>
            </a:r>
            <a:r>
              <a:rPr sz="1600" spc="420" dirty="0">
                <a:latin typeface="Corbel"/>
                <a:cs typeface="Corbel"/>
              </a:rPr>
              <a:t> </a:t>
            </a:r>
            <a:r>
              <a:rPr sz="1600" dirty="0">
                <a:latin typeface="Corbel"/>
                <a:cs typeface="Corbel"/>
              </a:rPr>
              <a:t>not</a:t>
            </a:r>
            <a:r>
              <a:rPr sz="1600" spc="415" dirty="0">
                <a:latin typeface="Corbel"/>
                <a:cs typeface="Corbel"/>
              </a:rPr>
              <a:t> </a:t>
            </a:r>
            <a:r>
              <a:rPr sz="1600" dirty="0">
                <a:latin typeface="Corbel"/>
                <a:cs typeface="Corbel"/>
              </a:rPr>
              <a:t>cover</a:t>
            </a:r>
            <a:r>
              <a:rPr sz="1600" spc="420" dirty="0">
                <a:latin typeface="Corbel"/>
                <a:cs typeface="Corbel"/>
              </a:rPr>
              <a:t> </a:t>
            </a:r>
            <a:r>
              <a:rPr sz="1600" dirty="0">
                <a:latin typeface="Corbel"/>
                <a:cs typeface="Corbel"/>
              </a:rPr>
              <a:t>the</a:t>
            </a:r>
            <a:r>
              <a:rPr sz="1600" spc="425" dirty="0">
                <a:latin typeface="Corbel"/>
                <a:cs typeface="Corbel"/>
              </a:rPr>
              <a:t> </a:t>
            </a:r>
            <a:r>
              <a:rPr sz="1600" dirty="0">
                <a:latin typeface="Corbel"/>
                <a:cs typeface="Corbel"/>
              </a:rPr>
              <a:t>interfaces</a:t>
            </a:r>
            <a:r>
              <a:rPr sz="1600" spc="425" dirty="0">
                <a:latin typeface="Corbel"/>
                <a:cs typeface="Corbel"/>
              </a:rPr>
              <a:t> </a:t>
            </a:r>
            <a:r>
              <a:rPr sz="1600" dirty="0">
                <a:latin typeface="Corbel"/>
                <a:cs typeface="Corbel"/>
              </a:rPr>
              <a:t>which</a:t>
            </a:r>
            <a:r>
              <a:rPr sz="1600" spc="415" dirty="0">
                <a:latin typeface="Corbel"/>
                <a:cs typeface="Corbel"/>
              </a:rPr>
              <a:t> </a:t>
            </a:r>
            <a:r>
              <a:rPr sz="1600" dirty="0">
                <a:latin typeface="Corbel"/>
                <a:cs typeface="Corbel"/>
              </a:rPr>
              <a:t>are</a:t>
            </a:r>
            <a:r>
              <a:rPr sz="1600" spc="420" dirty="0">
                <a:latin typeface="Corbel"/>
                <a:cs typeface="Corbel"/>
              </a:rPr>
              <a:t> </a:t>
            </a:r>
            <a:r>
              <a:rPr sz="1600" dirty="0">
                <a:latin typeface="Corbel"/>
                <a:cs typeface="Corbel"/>
              </a:rPr>
              <a:t>outside</a:t>
            </a:r>
            <a:r>
              <a:rPr sz="1600" spc="420" dirty="0">
                <a:latin typeface="Corbel"/>
                <a:cs typeface="Corbel"/>
              </a:rPr>
              <a:t> </a:t>
            </a:r>
            <a:r>
              <a:rPr sz="1600" dirty="0">
                <a:latin typeface="Corbel"/>
                <a:cs typeface="Corbel"/>
              </a:rPr>
              <a:t>Human</a:t>
            </a:r>
            <a:r>
              <a:rPr sz="1600" spc="420" dirty="0">
                <a:latin typeface="Corbel"/>
                <a:cs typeface="Corbel"/>
              </a:rPr>
              <a:t> </a:t>
            </a:r>
            <a:r>
              <a:rPr sz="1600" spc="-10" dirty="0">
                <a:latin typeface="Corbel"/>
                <a:cs typeface="Corbel"/>
              </a:rPr>
              <a:t>Factors (hardware-</a:t>
            </a:r>
            <a:r>
              <a:rPr sz="1600" dirty="0">
                <a:latin typeface="Corbel"/>
                <a:cs typeface="Corbel"/>
              </a:rPr>
              <a:t>hardware;</a:t>
            </a:r>
            <a:r>
              <a:rPr sz="1600" spc="265" dirty="0">
                <a:latin typeface="Corbel"/>
                <a:cs typeface="Corbel"/>
              </a:rPr>
              <a:t>  </a:t>
            </a:r>
            <a:r>
              <a:rPr sz="1600" spc="-10" dirty="0">
                <a:latin typeface="Corbel"/>
                <a:cs typeface="Corbel"/>
              </a:rPr>
              <a:t>hardware-</a:t>
            </a:r>
            <a:r>
              <a:rPr sz="1600" dirty="0">
                <a:latin typeface="Corbel"/>
                <a:cs typeface="Corbel"/>
              </a:rPr>
              <a:t>environment;</a:t>
            </a:r>
            <a:r>
              <a:rPr sz="1600" spc="265" dirty="0">
                <a:latin typeface="Corbel"/>
                <a:cs typeface="Corbel"/>
              </a:rPr>
              <a:t>  </a:t>
            </a:r>
            <a:r>
              <a:rPr sz="1600" spc="-10" dirty="0">
                <a:latin typeface="Corbel"/>
                <a:cs typeface="Corbel"/>
              </a:rPr>
              <a:t>software-</a:t>
            </a:r>
            <a:r>
              <a:rPr sz="1600" dirty="0">
                <a:latin typeface="Corbel"/>
                <a:cs typeface="Corbel"/>
              </a:rPr>
              <a:t>hardware)</a:t>
            </a:r>
            <a:r>
              <a:rPr sz="1600" spc="265" dirty="0">
                <a:latin typeface="Corbel"/>
                <a:cs typeface="Corbel"/>
              </a:rPr>
              <a:t>  </a:t>
            </a:r>
            <a:r>
              <a:rPr sz="1600" dirty="0">
                <a:latin typeface="Corbel"/>
                <a:cs typeface="Corbel"/>
              </a:rPr>
              <a:t>and</a:t>
            </a:r>
            <a:r>
              <a:rPr sz="1600" spc="270" dirty="0">
                <a:latin typeface="Corbel"/>
                <a:cs typeface="Corbel"/>
              </a:rPr>
              <a:t>  </a:t>
            </a:r>
            <a:r>
              <a:rPr sz="1600" dirty="0">
                <a:latin typeface="Corbel"/>
                <a:cs typeface="Corbel"/>
              </a:rPr>
              <a:t>is</a:t>
            </a:r>
            <a:r>
              <a:rPr sz="1600" spc="270" dirty="0">
                <a:latin typeface="Corbel"/>
                <a:cs typeface="Corbel"/>
              </a:rPr>
              <a:t>  </a:t>
            </a:r>
            <a:r>
              <a:rPr sz="1600" dirty="0">
                <a:latin typeface="Corbel"/>
                <a:cs typeface="Corbel"/>
              </a:rPr>
              <a:t>only</a:t>
            </a:r>
            <a:r>
              <a:rPr sz="1600" spc="270" dirty="0">
                <a:latin typeface="Corbel"/>
                <a:cs typeface="Corbel"/>
              </a:rPr>
              <a:t>  </a:t>
            </a:r>
            <a:r>
              <a:rPr sz="1600" dirty="0">
                <a:latin typeface="Corbel"/>
                <a:cs typeface="Corbel"/>
              </a:rPr>
              <a:t>intended</a:t>
            </a:r>
            <a:r>
              <a:rPr sz="1600" spc="270" dirty="0">
                <a:latin typeface="Corbel"/>
                <a:cs typeface="Corbel"/>
              </a:rPr>
              <a:t>  </a:t>
            </a:r>
            <a:r>
              <a:rPr sz="1600" dirty="0">
                <a:latin typeface="Corbel"/>
                <a:cs typeface="Corbel"/>
              </a:rPr>
              <a:t>as</a:t>
            </a:r>
            <a:r>
              <a:rPr sz="1600" spc="270" dirty="0">
                <a:latin typeface="Corbel"/>
                <a:cs typeface="Corbel"/>
              </a:rPr>
              <a:t>  </a:t>
            </a:r>
            <a:r>
              <a:rPr sz="1600" dirty="0">
                <a:latin typeface="Corbel"/>
                <a:cs typeface="Corbel"/>
              </a:rPr>
              <a:t>a</a:t>
            </a:r>
            <a:r>
              <a:rPr sz="1600" spc="270" dirty="0">
                <a:latin typeface="Corbel"/>
                <a:cs typeface="Corbel"/>
              </a:rPr>
              <a:t>  </a:t>
            </a:r>
            <a:r>
              <a:rPr sz="1600" u="sng" dirty="0">
                <a:uFill>
                  <a:solidFill>
                    <a:srgbClr val="000000"/>
                  </a:solidFill>
                </a:uFill>
                <a:latin typeface="Corbel"/>
                <a:cs typeface="Corbel"/>
              </a:rPr>
              <a:t>basic</a:t>
            </a:r>
            <a:r>
              <a:rPr sz="1600" u="sng" spc="265" dirty="0">
                <a:uFill>
                  <a:solidFill>
                    <a:srgbClr val="000000"/>
                  </a:solidFill>
                </a:uFill>
                <a:latin typeface="Corbel"/>
                <a:cs typeface="Corbel"/>
              </a:rPr>
              <a:t>  </a:t>
            </a:r>
            <a:r>
              <a:rPr sz="1600" u="sng" dirty="0">
                <a:uFill>
                  <a:solidFill>
                    <a:srgbClr val="000000"/>
                  </a:solidFill>
                </a:uFill>
                <a:latin typeface="Corbel"/>
                <a:cs typeface="Corbel"/>
              </a:rPr>
              <a:t>aid</a:t>
            </a:r>
            <a:r>
              <a:rPr sz="1600" u="sng" spc="275" dirty="0">
                <a:uFill>
                  <a:solidFill>
                    <a:srgbClr val="000000"/>
                  </a:solidFill>
                </a:uFill>
                <a:latin typeface="Corbel"/>
                <a:cs typeface="Corbel"/>
              </a:rPr>
              <a:t>  </a:t>
            </a:r>
            <a:r>
              <a:rPr sz="1600" u="sng" spc="-25" dirty="0">
                <a:uFill>
                  <a:solidFill>
                    <a:srgbClr val="000000"/>
                  </a:solidFill>
                </a:uFill>
                <a:latin typeface="Corbel"/>
                <a:cs typeface="Corbel"/>
              </a:rPr>
              <a:t>to</a:t>
            </a:r>
            <a:r>
              <a:rPr sz="1600" spc="-25" dirty="0">
                <a:latin typeface="Corbel"/>
                <a:cs typeface="Corbel"/>
              </a:rPr>
              <a:t> </a:t>
            </a:r>
            <a:r>
              <a:rPr sz="1600" u="sng" spc="-10" dirty="0">
                <a:uFill>
                  <a:solidFill>
                    <a:srgbClr val="000000"/>
                  </a:solidFill>
                </a:uFill>
                <a:latin typeface="Corbel"/>
                <a:cs typeface="Corbel"/>
              </a:rPr>
              <a:t>understanding</a:t>
            </a:r>
            <a:r>
              <a:rPr sz="1600" u="sng" spc="5" dirty="0">
                <a:uFill>
                  <a:solidFill>
                    <a:srgbClr val="000000"/>
                  </a:solidFill>
                </a:uFill>
                <a:latin typeface="Corbel"/>
                <a:cs typeface="Corbel"/>
              </a:rPr>
              <a:t> </a:t>
            </a:r>
            <a:r>
              <a:rPr sz="1600" u="sng" dirty="0">
                <a:uFill>
                  <a:solidFill>
                    <a:srgbClr val="000000"/>
                  </a:solidFill>
                </a:uFill>
                <a:latin typeface="Corbel"/>
                <a:cs typeface="Corbel"/>
              </a:rPr>
              <a:t>Human</a:t>
            </a:r>
            <a:r>
              <a:rPr sz="1600" u="sng" spc="10" dirty="0">
                <a:uFill>
                  <a:solidFill>
                    <a:srgbClr val="000000"/>
                  </a:solidFill>
                </a:uFill>
                <a:latin typeface="Corbel"/>
                <a:cs typeface="Corbel"/>
              </a:rPr>
              <a:t> </a:t>
            </a:r>
            <a:r>
              <a:rPr sz="1600" u="sng" spc="-10" dirty="0">
                <a:uFill>
                  <a:solidFill>
                    <a:srgbClr val="000000"/>
                  </a:solidFill>
                </a:uFill>
                <a:latin typeface="Corbel"/>
                <a:cs typeface="Corbel"/>
              </a:rPr>
              <a:t>Factors</a:t>
            </a:r>
            <a:r>
              <a:rPr sz="1600" spc="-10" dirty="0">
                <a:latin typeface="Corbel"/>
                <a:cs typeface="Corbel"/>
              </a:rPr>
              <a:t>:</a:t>
            </a:r>
            <a:endParaRPr sz="1600" dirty="0">
              <a:latin typeface="Corbel"/>
              <a:cs typeface="Corbel"/>
            </a:endParaRPr>
          </a:p>
          <a:p>
            <a:pPr marL="230504">
              <a:lnSpc>
                <a:spcPct val="100000"/>
              </a:lnSpc>
              <a:spcBef>
                <a:spcPts val="1839"/>
              </a:spcBef>
            </a:pPr>
            <a:r>
              <a:rPr sz="1800" b="1" u="sng" spc="-10" dirty="0">
                <a:uFill>
                  <a:solidFill>
                    <a:srgbClr val="000000"/>
                  </a:solidFill>
                </a:uFill>
                <a:latin typeface="Corbel"/>
                <a:cs typeface="Corbel"/>
              </a:rPr>
              <a:t>Components</a:t>
            </a:r>
            <a:endParaRPr sz="1800" dirty="0">
              <a:latin typeface="Corbel"/>
              <a:cs typeface="Corbel"/>
            </a:endParaRPr>
          </a:p>
        </p:txBody>
      </p:sp>
      <p:pic>
        <p:nvPicPr>
          <p:cNvPr id="33" name="object 33"/>
          <p:cNvPicPr/>
          <p:nvPr/>
        </p:nvPicPr>
        <p:blipFill>
          <a:blip r:embed="rId12" cstate="print"/>
          <a:stretch>
            <a:fillRect/>
          </a:stretch>
        </p:blipFill>
        <p:spPr>
          <a:xfrm>
            <a:off x="1789176" y="3355847"/>
            <a:ext cx="1292352" cy="48767"/>
          </a:xfrm>
          <a:prstGeom prst="rect">
            <a:avLst/>
          </a:prstGeom>
        </p:spPr>
      </p:pic>
      <p:sp>
        <p:nvSpPr>
          <p:cNvPr id="34" name="object 34"/>
          <p:cNvSpPr txBox="1"/>
          <p:nvPr/>
        </p:nvSpPr>
        <p:spPr>
          <a:xfrm>
            <a:off x="1793645" y="3475228"/>
            <a:ext cx="2338705" cy="751205"/>
          </a:xfrm>
          <a:prstGeom prst="rect">
            <a:avLst/>
          </a:prstGeom>
        </p:spPr>
        <p:txBody>
          <a:bodyPr vert="horz" wrap="square" lIns="0" tIns="22860" rIns="0" bIns="0" rtlCol="0">
            <a:spAutoFit/>
          </a:bodyPr>
          <a:lstStyle/>
          <a:p>
            <a:pPr marL="12700" marR="5080" algn="just">
              <a:lnSpc>
                <a:spcPts val="1900"/>
              </a:lnSpc>
              <a:spcBef>
                <a:spcPts val="180"/>
              </a:spcBef>
            </a:pPr>
            <a:r>
              <a:rPr sz="1600" dirty="0">
                <a:latin typeface="Corbel"/>
                <a:cs typeface="Corbel"/>
              </a:rPr>
              <a:t>The</a:t>
            </a:r>
            <a:r>
              <a:rPr sz="1600" spc="170" dirty="0">
                <a:latin typeface="Corbel"/>
                <a:cs typeface="Corbel"/>
              </a:rPr>
              <a:t> </a:t>
            </a:r>
            <a:r>
              <a:rPr sz="1600" dirty="0">
                <a:latin typeface="Corbel"/>
                <a:cs typeface="Corbel"/>
              </a:rPr>
              <a:t>human</a:t>
            </a:r>
            <a:r>
              <a:rPr sz="1600" spc="175" dirty="0">
                <a:latin typeface="Corbel"/>
                <a:cs typeface="Corbel"/>
              </a:rPr>
              <a:t> </a:t>
            </a:r>
            <a:r>
              <a:rPr sz="1600" dirty="0">
                <a:latin typeface="Corbel"/>
                <a:cs typeface="Corbel"/>
              </a:rPr>
              <a:t>operator</a:t>
            </a:r>
            <a:r>
              <a:rPr sz="1600" spc="165" dirty="0">
                <a:latin typeface="Corbel"/>
                <a:cs typeface="Corbel"/>
              </a:rPr>
              <a:t> </a:t>
            </a:r>
            <a:r>
              <a:rPr sz="1600" dirty="0">
                <a:latin typeface="Corbel"/>
                <a:cs typeface="Corbel"/>
              </a:rPr>
              <a:t>is</a:t>
            </a:r>
            <a:r>
              <a:rPr sz="1600" spc="175" dirty="0">
                <a:latin typeface="Corbel"/>
                <a:cs typeface="Corbel"/>
              </a:rPr>
              <a:t> </a:t>
            </a:r>
            <a:r>
              <a:rPr sz="1600" spc="-25" dirty="0">
                <a:latin typeface="Corbel"/>
                <a:cs typeface="Corbel"/>
              </a:rPr>
              <a:t>the </a:t>
            </a:r>
            <a:r>
              <a:rPr sz="1600" dirty="0">
                <a:latin typeface="Corbel"/>
                <a:cs typeface="Corbel"/>
              </a:rPr>
              <a:t>most</a:t>
            </a:r>
            <a:r>
              <a:rPr sz="1600" spc="180" dirty="0">
                <a:latin typeface="Corbel"/>
                <a:cs typeface="Corbel"/>
              </a:rPr>
              <a:t>  </a:t>
            </a:r>
            <a:r>
              <a:rPr sz="1600" dirty="0">
                <a:latin typeface="Corbel"/>
                <a:cs typeface="Corbel"/>
              </a:rPr>
              <a:t>critical</a:t>
            </a:r>
            <a:r>
              <a:rPr sz="1600" spc="185" dirty="0">
                <a:latin typeface="Corbel"/>
                <a:cs typeface="Corbel"/>
              </a:rPr>
              <a:t>  </a:t>
            </a:r>
            <a:r>
              <a:rPr sz="1600" dirty="0">
                <a:latin typeface="Corbel"/>
                <a:cs typeface="Corbel"/>
              </a:rPr>
              <a:t>and</a:t>
            </a:r>
            <a:r>
              <a:rPr sz="1600" spc="185" dirty="0">
                <a:latin typeface="Corbel"/>
                <a:cs typeface="Corbel"/>
              </a:rPr>
              <a:t>  </a:t>
            </a:r>
            <a:r>
              <a:rPr sz="1600" spc="-10" dirty="0">
                <a:latin typeface="Corbel"/>
                <a:cs typeface="Corbel"/>
              </a:rPr>
              <a:t>flexible </a:t>
            </a:r>
            <a:r>
              <a:rPr sz="1600" dirty="0">
                <a:latin typeface="Corbel"/>
                <a:cs typeface="Corbel"/>
              </a:rPr>
              <a:t>component</a:t>
            </a:r>
            <a:r>
              <a:rPr sz="1600" spc="315" dirty="0">
                <a:latin typeface="Corbel"/>
                <a:cs typeface="Corbel"/>
              </a:rPr>
              <a:t> </a:t>
            </a:r>
            <a:r>
              <a:rPr sz="1600" dirty="0">
                <a:latin typeface="Corbel"/>
                <a:cs typeface="Corbel"/>
              </a:rPr>
              <a:t>in</a:t>
            </a:r>
            <a:r>
              <a:rPr sz="1600" spc="330" dirty="0">
                <a:latin typeface="Corbel"/>
                <a:cs typeface="Corbel"/>
              </a:rPr>
              <a:t> </a:t>
            </a:r>
            <a:r>
              <a:rPr sz="1600" dirty="0">
                <a:latin typeface="Corbel"/>
                <a:cs typeface="Corbel"/>
              </a:rPr>
              <a:t>the</a:t>
            </a:r>
            <a:r>
              <a:rPr sz="1600" spc="330" dirty="0">
                <a:latin typeface="Corbel"/>
                <a:cs typeface="Corbel"/>
              </a:rPr>
              <a:t> </a:t>
            </a:r>
            <a:r>
              <a:rPr sz="1600" spc="-10" dirty="0">
                <a:latin typeface="Corbel"/>
                <a:cs typeface="Corbel"/>
              </a:rPr>
              <a:t>system,</a:t>
            </a:r>
            <a:endParaRPr sz="1600" dirty="0">
              <a:latin typeface="Corbel"/>
              <a:cs typeface="Corbel"/>
            </a:endParaRPr>
          </a:p>
        </p:txBody>
      </p:sp>
      <p:sp>
        <p:nvSpPr>
          <p:cNvPr id="36" name="object 36"/>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31</a:t>
            </a:fld>
            <a:endParaRPr spc="-25" dirty="0"/>
          </a:p>
        </p:txBody>
      </p:sp>
      <p:sp>
        <p:nvSpPr>
          <p:cNvPr id="35" name="object 35"/>
          <p:cNvSpPr txBox="1"/>
          <p:nvPr/>
        </p:nvSpPr>
        <p:spPr>
          <a:xfrm>
            <a:off x="1793645" y="4212844"/>
            <a:ext cx="2339340" cy="510540"/>
          </a:xfrm>
          <a:prstGeom prst="rect">
            <a:avLst/>
          </a:prstGeom>
        </p:spPr>
        <p:txBody>
          <a:bodyPr vert="horz" wrap="square" lIns="0" tIns="22860" rIns="0" bIns="0" rtlCol="0">
            <a:spAutoFit/>
          </a:bodyPr>
          <a:lstStyle/>
          <a:p>
            <a:pPr marL="12700" marR="5080">
              <a:lnSpc>
                <a:spcPts val="1900"/>
              </a:lnSpc>
              <a:spcBef>
                <a:spcPts val="180"/>
              </a:spcBef>
              <a:tabLst>
                <a:tab pos="1127760" algn="l"/>
                <a:tab pos="1955164" algn="l"/>
              </a:tabLst>
            </a:pPr>
            <a:r>
              <a:rPr sz="1600" spc="-10" dirty="0">
                <a:latin typeface="Corbel"/>
                <a:cs typeface="Corbel"/>
              </a:rPr>
              <a:t>interacting</a:t>
            </a:r>
            <a:r>
              <a:rPr sz="1600" dirty="0">
                <a:latin typeface="Corbel"/>
                <a:cs typeface="Corbel"/>
              </a:rPr>
              <a:t>	</a:t>
            </a:r>
            <a:r>
              <a:rPr sz="1600" spc="-10" dirty="0">
                <a:latin typeface="Corbel"/>
                <a:cs typeface="Corbel"/>
              </a:rPr>
              <a:t>directly</a:t>
            </a:r>
            <a:r>
              <a:rPr sz="1600" dirty="0">
                <a:latin typeface="Corbel"/>
                <a:cs typeface="Corbel"/>
              </a:rPr>
              <a:t>	</a:t>
            </a:r>
            <a:r>
              <a:rPr sz="1600" spc="-20" dirty="0">
                <a:latin typeface="Corbel"/>
                <a:cs typeface="Corbel"/>
              </a:rPr>
              <a:t>with </a:t>
            </a:r>
            <a:r>
              <a:rPr sz="1600" dirty="0">
                <a:latin typeface="Corbel"/>
                <a:cs typeface="Corbel"/>
              </a:rPr>
              <a:t>other</a:t>
            </a:r>
            <a:r>
              <a:rPr sz="1600" spc="-30" dirty="0">
                <a:latin typeface="Corbel"/>
                <a:cs typeface="Corbel"/>
              </a:rPr>
              <a:t> </a:t>
            </a:r>
            <a:r>
              <a:rPr sz="1600" dirty="0">
                <a:latin typeface="Corbel"/>
                <a:cs typeface="Corbel"/>
              </a:rPr>
              <a:t>system</a:t>
            </a:r>
            <a:r>
              <a:rPr sz="1600" spc="-30" dirty="0">
                <a:latin typeface="Corbel"/>
                <a:cs typeface="Corbel"/>
              </a:rPr>
              <a:t> </a:t>
            </a:r>
            <a:r>
              <a:rPr sz="1600" spc="-10" dirty="0">
                <a:latin typeface="Corbel"/>
                <a:cs typeface="Corbel"/>
              </a:rPr>
              <a:t>components.</a:t>
            </a:r>
            <a:endParaRPr sz="1600" dirty="0">
              <a:latin typeface="Corbel"/>
              <a:cs typeface="Corbe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4538980" cy="878205"/>
            <a:chOff x="1417319" y="414527"/>
            <a:chExt cx="4538980" cy="878205"/>
          </a:xfrm>
        </p:grpSpPr>
        <p:pic>
          <p:nvPicPr>
            <p:cNvPr id="4" name="object 4"/>
            <p:cNvPicPr/>
            <p:nvPr/>
          </p:nvPicPr>
          <p:blipFill>
            <a:blip r:embed="rId3" cstate="print"/>
            <a:stretch>
              <a:fillRect/>
            </a:stretch>
          </p:blipFill>
          <p:spPr>
            <a:xfrm>
              <a:off x="1417319" y="414527"/>
              <a:ext cx="4358639" cy="573024"/>
            </a:xfrm>
            <a:prstGeom prst="rect">
              <a:avLst/>
            </a:prstGeom>
          </p:spPr>
        </p:pic>
        <p:pic>
          <p:nvPicPr>
            <p:cNvPr id="5" name="object 5"/>
            <p:cNvPicPr/>
            <p:nvPr/>
          </p:nvPicPr>
          <p:blipFill>
            <a:blip r:embed="rId4" cstate="print"/>
            <a:stretch>
              <a:fillRect/>
            </a:stretch>
          </p:blipFill>
          <p:spPr>
            <a:xfrm>
              <a:off x="1417319" y="719327"/>
              <a:ext cx="4538472" cy="573024"/>
            </a:xfrm>
            <a:prstGeom prst="rect">
              <a:avLst/>
            </a:prstGeom>
          </p:spPr>
        </p:pic>
      </p:grpSp>
      <p:sp>
        <p:nvSpPr>
          <p:cNvPr id="6" name="object 6"/>
          <p:cNvSpPr txBox="1">
            <a:spLocks noGrp="1"/>
          </p:cNvSpPr>
          <p:nvPr>
            <p:ph type="title"/>
          </p:nvPr>
        </p:nvSpPr>
        <p:spPr>
          <a:prstGeom prst="rect">
            <a:avLst/>
          </a:prstGeom>
        </p:spPr>
        <p:txBody>
          <a:bodyPr vert="horz" wrap="square" lIns="0" tIns="177291" rIns="0" bIns="0" rtlCol="0">
            <a:spAutoFit/>
          </a:bodyPr>
          <a:lstStyle/>
          <a:p>
            <a:pPr marL="640715">
              <a:lnSpc>
                <a:spcPct val="100000"/>
              </a:lnSpc>
              <a:spcBef>
                <a:spcPts val="100"/>
              </a:spcBef>
            </a:pPr>
            <a:r>
              <a:rPr b="1" dirty="0">
                <a:latin typeface="Corbel"/>
                <a:cs typeface="Corbel"/>
              </a:rPr>
              <a:t>050</a:t>
            </a:r>
            <a:r>
              <a:rPr b="1" spc="-50" dirty="0">
                <a:latin typeface="Corbel"/>
                <a:cs typeface="Corbel"/>
              </a:rPr>
              <a:t> </a:t>
            </a:r>
            <a:r>
              <a:rPr b="1" dirty="0">
                <a:latin typeface="Corbel"/>
                <a:cs typeface="Corbel"/>
              </a:rPr>
              <a:t>01</a:t>
            </a:r>
            <a:r>
              <a:rPr b="1" spc="-35" dirty="0">
                <a:latin typeface="Corbel"/>
                <a:cs typeface="Corbel"/>
              </a:rPr>
              <a:t> </a:t>
            </a:r>
            <a:r>
              <a:rPr b="1" dirty="0">
                <a:latin typeface="Corbel"/>
                <a:cs typeface="Corbel"/>
              </a:rPr>
              <a:t>00:</a:t>
            </a:r>
            <a:r>
              <a:rPr b="1" spc="-35" dirty="0">
                <a:latin typeface="Corbel"/>
                <a:cs typeface="Corbel"/>
              </a:rPr>
              <a:t> </a:t>
            </a:r>
            <a:r>
              <a:rPr b="1" dirty="0">
                <a:latin typeface="Corbel"/>
                <a:cs typeface="Corbel"/>
              </a:rPr>
              <a:t>Human</a:t>
            </a:r>
            <a:r>
              <a:rPr b="1" spc="-30" dirty="0">
                <a:latin typeface="Corbel"/>
                <a:cs typeface="Corbel"/>
              </a:rPr>
              <a:t> </a:t>
            </a:r>
            <a:r>
              <a:rPr b="1" dirty="0">
                <a:latin typeface="Corbel"/>
                <a:cs typeface="Corbel"/>
              </a:rPr>
              <a:t>Factors</a:t>
            </a:r>
            <a:r>
              <a:rPr b="1" spc="-35" dirty="0">
                <a:latin typeface="Corbel"/>
                <a:cs typeface="Corbel"/>
              </a:rPr>
              <a:t> </a:t>
            </a:r>
            <a:r>
              <a:rPr b="1" dirty="0">
                <a:latin typeface="Corbel"/>
                <a:cs typeface="Corbel"/>
              </a:rPr>
              <a:t>in</a:t>
            </a:r>
            <a:r>
              <a:rPr b="1" spc="-105" dirty="0">
                <a:latin typeface="Corbel"/>
                <a:cs typeface="Corbel"/>
              </a:rPr>
              <a:t> </a:t>
            </a:r>
            <a:r>
              <a:rPr b="1" spc="-10" dirty="0">
                <a:latin typeface="Corbel"/>
                <a:cs typeface="Corbel"/>
              </a:rPr>
              <a:t>Aviation</a:t>
            </a:r>
          </a:p>
          <a:p>
            <a:pPr marL="640715">
              <a:lnSpc>
                <a:spcPct val="100000"/>
              </a:lnSpc>
            </a:pPr>
            <a:r>
              <a:rPr dirty="0"/>
              <a:t>050</a:t>
            </a:r>
            <a:r>
              <a:rPr spc="-40" dirty="0"/>
              <a:t> </a:t>
            </a:r>
            <a:r>
              <a:rPr dirty="0"/>
              <a:t>01</a:t>
            </a:r>
            <a:r>
              <a:rPr spc="-35" dirty="0"/>
              <a:t> </a:t>
            </a:r>
            <a:r>
              <a:rPr dirty="0"/>
              <a:t>01:</a:t>
            </a:r>
            <a:r>
              <a:rPr spc="-90" dirty="0"/>
              <a:t> </a:t>
            </a:r>
            <a:r>
              <a:rPr dirty="0"/>
              <a:t>Understand</a:t>
            </a:r>
            <a:r>
              <a:rPr spc="-35" dirty="0"/>
              <a:t> </a:t>
            </a:r>
            <a:r>
              <a:rPr dirty="0"/>
              <a:t>the</a:t>
            </a:r>
            <a:r>
              <a:rPr spc="-75" dirty="0"/>
              <a:t> </a:t>
            </a:r>
            <a:r>
              <a:rPr dirty="0"/>
              <a:t>SHELL</a:t>
            </a:r>
            <a:r>
              <a:rPr spc="-40" dirty="0"/>
              <a:t> </a:t>
            </a:r>
            <a:r>
              <a:rPr spc="-10" dirty="0"/>
              <a:t>model</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32</a:t>
            </a:fld>
            <a:endParaRPr spc="-25" dirty="0"/>
          </a:p>
        </p:txBody>
      </p:sp>
      <p:sp>
        <p:nvSpPr>
          <p:cNvPr id="7" name="object 7"/>
          <p:cNvSpPr txBox="1"/>
          <p:nvPr/>
        </p:nvSpPr>
        <p:spPr>
          <a:xfrm>
            <a:off x="1563049" y="1149603"/>
            <a:ext cx="9860280" cy="2844800"/>
          </a:xfrm>
          <a:prstGeom prst="rect">
            <a:avLst/>
          </a:prstGeom>
        </p:spPr>
        <p:txBody>
          <a:bodyPr vert="horz" wrap="square" lIns="0" tIns="137795" rIns="0" bIns="0" rtlCol="0">
            <a:spAutoFit/>
          </a:bodyPr>
          <a:lstStyle/>
          <a:p>
            <a:pPr marL="297815" indent="-285115">
              <a:lnSpc>
                <a:spcPct val="100000"/>
              </a:lnSpc>
              <a:spcBef>
                <a:spcPts val="1085"/>
              </a:spcBef>
              <a:buFont typeface="Arial MT"/>
              <a:buChar char="•"/>
              <a:tabLst>
                <a:tab pos="297815" algn="l"/>
              </a:tabLst>
            </a:pPr>
            <a:r>
              <a:rPr sz="1600" b="1" u="sng" dirty="0">
                <a:uFill>
                  <a:solidFill>
                    <a:srgbClr val="000000"/>
                  </a:solidFill>
                </a:uFill>
                <a:latin typeface="Corbel"/>
                <a:cs typeface="Corbel"/>
              </a:rPr>
              <a:t>Software</a:t>
            </a:r>
            <a:r>
              <a:rPr sz="1600" b="1" spc="-40" dirty="0">
                <a:latin typeface="Corbel"/>
                <a:cs typeface="Corbel"/>
              </a:rPr>
              <a:t> </a:t>
            </a:r>
            <a:r>
              <a:rPr sz="1600" dirty="0">
                <a:latin typeface="Corbel"/>
                <a:cs typeface="Corbel"/>
              </a:rPr>
              <a:t>-</a:t>
            </a:r>
            <a:r>
              <a:rPr sz="1600" spc="-30" dirty="0">
                <a:latin typeface="Corbel"/>
                <a:cs typeface="Corbel"/>
              </a:rPr>
              <a:t> </a:t>
            </a:r>
            <a:r>
              <a:rPr sz="1600" dirty="0">
                <a:latin typeface="Corbel"/>
                <a:cs typeface="Corbel"/>
              </a:rPr>
              <a:t>the</a:t>
            </a:r>
            <a:r>
              <a:rPr sz="1600" spc="-30" dirty="0">
                <a:latin typeface="Corbel"/>
                <a:cs typeface="Corbel"/>
              </a:rPr>
              <a:t> </a:t>
            </a:r>
            <a:r>
              <a:rPr sz="1600" dirty="0">
                <a:latin typeface="Corbel"/>
                <a:cs typeface="Corbel"/>
              </a:rPr>
              <a:t>rules,</a:t>
            </a:r>
            <a:r>
              <a:rPr sz="1600" spc="-30" dirty="0">
                <a:latin typeface="Corbel"/>
                <a:cs typeface="Corbel"/>
              </a:rPr>
              <a:t> </a:t>
            </a:r>
            <a:r>
              <a:rPr sz="1600" dirty="0">
                <a:latin typeface="Corbel"/>
                <a:cs typeface="Corbel"/>
              </a:rPr>
              <a:t>procedures,</a:t>
            </a:r>
            <a:r>
              <a:rPr sz="1600" spc="-30" dirty="0">
                <a:latin typeface="Corbel"/>
                <a:cs typeface="Corbel"/>
              </a:rPr>
              <a:t> </a:t>
            </a:r>
            <a:r>
              <a:rPr sz="1600" dirty="0">
                <a:latin typeface="Corbel"/>
                <a:cs typeface="Corbel"/>
              </a:rPr>
              <a:t>written</a:t>
            </a:r>
            <a:r>
              <a:rPr sz="1600" spc="-30" dirty="0">
                <a:latin typeface="Corbel"/>
                <a:cs typeface="Corbel"/>
              </a:rPr>
              <a:t> </a:t>
            </a:r>
            <a:r>
              <a:rPr sz="1600" dirty="0">
                <a:latin typeface="Corbel"/>
                <a:cs typeface="Corbel"/>
              </a:rPr>
              <a:t>documents</a:t>
            </a:r>
            <a:r>
              <a:rPr sz="1600" spc="-30" dirty="0">
                <a:latin typeface="Corbel"/>
                <a:cs typeface="Corbel"/>
              </a:rPr>
              <a:t> </a:t>
            </a:r>
            <a:r>
              <a:rPr sz="1600" dirty="0">
                <a:latin typeface="Corbel"/>
                <a:cs typeface="Corbel"/>
              </a:rPr>
              <a:t>etc.,</a:t>
            </a:r>
            <a:r>
              <a:rPr sz="1600" spc="-30" dirty="0">
                <a:latin typeface="Corbel"/>
                <a:cs typeface="Corbel"/>
              </a:rPr>
              <a:t> </a:t>
            </a:r>
            <a:r>
              <a:rPr sz="1600" dirty="0">
                <a:latin typeface="Corbel"/>
                <a:cs typeface="Corbel"/>
              </a:rPr>
              <a:t>which</a:t>
            </a:r>
            <a:r>
              <a:rPr sz="1600" spc="-35" dirty="0">
                <a:latin typeface="Corbel"/>
                <a:cs typeface="Corbel"/>
              </a:rPr>
              <a:t> </a:t>
            </a:r>
            <a:r>
              <a:rPr sz="1600" dirty="0">
                <a:latin typeface="Corbel"/>
                <a:cs typeface="Corbel"/>
              </a:rPr>
              <a:t>are</a:t>
            </a:r>
            <a:r>
              <a:rPr sz="1600" spc="-30" dirty="0">
                <a:latin typeface="Corbel"/>
                <a:cs typeface="Corbel"/>
              </a:rPr>
              <a:t> </a:t>
            </a:r>
            <a:r>
              <a:rPr sz="1600" dirty="0">
                <a:latin typeface="Corbel"/>
                <a:cs typeface="Corbel"/>
              </a:rPr>
              <a:t>part</a:t>
            </a:r>
            <a:r>
              <a:rPr sz="1600" spc="-40" dirty="0">
                <a:latin typeface="Corbel"/>
                <a:cs typeface="Corbel"/>
              </a:rPr>
              <a:t> </a:t>
            </a:r>
            <a:r>
              <a:rPr sz="1600" dirty="0">
                <a:latin typeface="Corbel"/>
                <a:cs typeface="Corbel"/>
              </a:rPr>
              <a:t>of</a:t>
            </a:r>
            <a:r>
              <a:rPr sz="1600" spc="-30" dirty="0">
                <a:latin typeface="Corbel"/>
                <a:cs typeface="Corbel"/>
              </a:rPr>
              <a:t> </a:t>
            </a:r>
            <a:r>
              <a:rPr sz="1600" dirty="0">
                <a:latin typeface="Corbel"/>
                <a:cs typeface="Corbel"/>
              </a:rPr>
              <a:t>the</a:t>
            </a:r>
            <a:r>
              <a:rPr sz="1600" spc="-30" dirty="0">
                <a:latin typeface="Corbel"/>
                <a:cs typeface="Corbel"/>
              </a:rPr>
              <a:t> </a:t>
            </a:r>
            <a:r>
              <a:rPr sz="1600" dirty="0">
                <a:latin typeface="Corbel"/>
                <a:cs typeface="Corbel"/>
              </a:rPr>
              <a:t>standard</a:t>
            </a:r>
            <a:r>
              <a:rPr sz="1600" spc="-30" dirty="0">
                <a:latin typeface="Corbel"/>
                <a:cs typeface="Corbel"/>
              </a:rPr>
              <a:t> </a:t>
            </a:r>
            <a:r>
              <a:rPr sz="1600" dirty="0">
                <a:latin typeface="Corbel"/>
                <a:cs typeface="Corbel"/>
              </a:rPr>
              <a:t>operating</a:t>
            </a:r>
            <a:r>
              <a:rPr sz="1600" spc="-35" dirty="0">
                <a:latin typeface="Corbel"/>
                <a:cs typeface="Corbel"/>
              </a:rPr>
              <a:t> </a:t>
            </a:r>
            <a:r>
              <a:rPr sz="1600" spc="-10" dirty="0">
                <a:latin typeface="Corbel"/>
                <a:cs typeface="Corbel"/>
              </a:rPr>
              <a:t>procedures.</a:t>
            </a:r>
            <a:endParaRPr sz="1600">
              <a:latin typeface="Corbel"/>
              <a:cs typeface="Corbel"/>
            </a:endParaRPr>
          </a:p>
          <a:p>
            <a:pPr marL="298450" marR="5080" indent="-285750">
              <a:lnSpc>
                <a:spcPts val="1900"/>
              </a:lnSpc>
              <a:spcBef>
                <a:spcPts val="1060"/>
              </a:spcBef>
              <a:buFont typeface="Arial MT"/>
              <a:buChar char="•"/>
              <a:tabLst>
                <a:tab pos="298450" algn="l"/>
              </a:tabLst>
            </a:pPr>
            <a:r>
              <a:rPr sz="1600" b="1" u="sng" dirty="0">
                <a:uFill>
                  <a:solidFill>
                    <a:srgbClr val="000000"/>
                  </a:solidFill>
                </a:uFill>
                <a:latin typeface="Corbel"/>
                <a:cs typeface="Corbel"/>
              </a:rPr>
              <a:t>Hardware</a:t>
            </a:r>
            <a:r>
              <a:rPr sz="1600" b="1" spc="310" dirty="0">
                <a:latin typeface="Corbel"/>
                <a:cs typeface="Corbel"/>
              </a:rPr>
              <a:t> </a:t>
            </a:r>
            <a:r>
              <a:rPr sz="1600" dirty="0">
                <a:latin typeface="Corbel"/>
                <a:cs typeface="Corbel"/>
              </a:rPr>
              <a:t>-</a:t>
            </a:r>
            <a:r>
              <a:rPr sz="1600" spc="330" dirty="0">
                <a:latin typeface="Corbel"/>
                <a:cs typeface="Corbel"/>
              </a:rPr>
              <a:t> </a:t>
            </a:r>
            <a:r>
              <a:rPr sz="1600" dirty="0">
                <a:latin typeface="Corbel"/>
                <a:cs typeface="Corbel"/>
              </a:rPr>
              <a:t>the</a:t>
            </a:r>
            <a:r>
              <a:rPr sz="1600" spc="325" dirty="0">
                <a:latin typeface="Corbel"/>
                <a:cs typeface="Corbel"/>
              </a:rPr>
              <a:t> </a:t>
            </a:r>
            <a:r>
              <a:rPr sz="1600" dirty="0">
                <a:latin typeface="Corbel"/>
                <a:cs typeface="Corbel"/>
              </a:rPr>
              <a:t>Air</a:t>
            </a:r>
            <a:r>
              <a:rPr sz="1600" spc="325" dirty="0">
                <a:latin typeface="Corbel"/>
                <a:cs typeface="Corbel"/>
              </a:rPr>
              <a:t> </a:t>
            </a:r>
            <a:r>
              <a:rPr sz="1600" dirty="0">
                <a:latin typeface="Corbel"/>
                <a:cs typeface="Corbel"/>
              </a:rPr>
              <a:t>Traffic</a:t>
            </a:r>
            <a:r>
              <a:rPr sz="1600" spc="320" dirty="0">
                <a:latin typeface="Corbel"/>
                <a:cs typeface="Corbel"/>
              </a:rPr>
              <a:t> </a:t>
            </a:r>
            <a:r>
              <a:rPr sz="1600" dirty="0">
                <a:latin typeface="Corbel"/>
                <a:cs typeface="Corbel"/>
              </a:rPr>
              <a:t>Control</a:t>
            </a:r>
            <a:r>
              <a:rPr sz="1600" spc="330" dirty="0">
                <a:latin typeface="Corbel"/>
                <a:cs typeface="Corbel"/>
              </a:rPr>
              <a:t> </a:t>
            </a:r>
            <a:r>
              <a:rPr sz="1600" dirty="0">
                <a:latin typeface="Corbel"/>
                <a:cs typeface="Corbel"/>
              </a:rPr>
              <a:t>suites,</a:t>
            </a:r>
            <a:r>
              <a:rPr sz="1600" spc="325" dirty="0">
                <a:latin typeface="Corbel"/>
                <a:cs typeface="Corbel"/>
              </a:rPr>
              <a:t> </a:t>
            </a:r>
            <a:r>
              <a:rPr sz="1600" dirty="0">
                <a:latin typeface="Corbel"/>
                <a:cs typeface="Corbel"/>
              </a:rPr>
              <a:t>their</a:t>
            </a:r>
            <a:r>
              <a:rPr sz="1600" spc="325" dirty="0">
                <a:latin typeface="Corbel"/>
                <a:cs typeface="Corbel"/>
              </a:rPr>
              <a:t> </a:t>
            </a:r>
            <a:r>
              <a:rPr sz="1600" dirty="0">
                <a:latin typeface="Corbel"/>
                <a:cs typeface="Corbel"/>
              </a:rPr>
              <a:t>configuration,</a:t>
            </a:r>
            <a:r>
              <a:rPr sz="1600" spc="325" dirty="0">
                <a:latin typeface="Corbel"/>
                <a:cs typeface="Corbel"/>
              </a:rPr>
              <a:t> </a:t>
            </a:r>
            <a:r>
              <a:rPr sz="1600" dirty="0">
                <a:latin typeface="Corbel"/>
                <a:cs typeface="Corbel"/>
              </a:rPr>
              <a:t>controls</a:t>
            </a:r>
            <a:r>
              <a:rPr sz="1600" spc="325" dirty="0">
                <a:latin typeface="Corbel"/>
                <a:cs typeface="Corbel"/>
              </a:rPr>
              <a:t> </a:t>
            </a:r>
            <a:r>
              <a:rPr sz="1600" dirty="0">
                <a:latin typeface="Corbel"/>
                <a:cs typeface="Corbel"/>
              </a:rPr>
              <a:t>and</a:t>
            </a:r>
            <a:r>
              <a:rPr sz="1600" spc="330" dirty="0">
                <a:latin typeface="Corbel"/>
                <a:cs typeface="Corbel"/>
              </a:rPr>
              <a:t> </a:t>
            </a:r>
            <a:r>
              <a:rPr sz="1600" dirty="0">
                <a:latin typeface="Corbel"/>
                <a:cs typeface="Corbel"/>
              </a:rPr>
              <a:t>surfaces,</a:t>
            </a:r>
            <a:r>
              <a:rPr sz="1600" spc="325" dirty="0">
                <a:latin typeface="Corbel"/>
                <a:cs typeface="Corbel"/>
              </a:rPr>
              <a:t> </a:t>
            </a:r>
            <a:r>
              <a:rPr sz="1600" dirty="0">
                <a:latin typeface="Corbel"/>
                <a:cs typeface="Corbel"/>
              </a:rPr>
              <a:t>displays</a:t>
            </a:r>
            <a:r>
              <a:rPr sz="1600" spc="330" dirty="0">
                <a:latin typeface="Corbel"/>
                <a:cs typeface="Corbel"/>
              </a:rPr>
              <a:t> </a:t>
            </a:r>
            <a:r>
              <a:rPr sz="1600" dirty="0">
                <a:latin typeface="Corbel"/>
                <a:cs typeface="Corbel"/>
              </a:rPr>
              <a:t>and</a:t>
            </a:r>
            <a:r>
              <a:rPr sz="1600" spc="330" dirty="0">
                <a:latin typeface="Corbel"/>
                <a:cs typeface="Corbel"/>
              </a:rPr>
              <a:t> </a:t>
            </a:r>
            <a:r>
              <a:rPr sz="1600" spc="-10" dirty="0">
                <a:latin typeface="Corbel"/>
                <a:cs typeface="Corbel"/>
              </a:rPr>
              <a:t>functional systems.</a:t>
            </a:r>
            <a:endParaRPr sz="1600">
              <a:latin typeface="Corbel"/>
              <a:cs typeface="Corbel"/>
            </a:endParaRPr>
          </a:p>
          <a:p>
            <a:pPr marL="298450" marR="5080" indent="-285750">
              <a:lnSpc>
                <a:spcPts val="1900"/>
              </a:lnSpc>
              <a:spcBef>
                <a:spcPts val="1000"/>
              </a:spcBef>
              <a:buFont typeface="Arial MT"/>
              <a:buChar char="•"/>
              <a:tabLst>
                <a:tab pos="298450" algn="l"/>
              </a:tabLst>
            </a:pPr>
            <a:r>
              <a:rPr sz="1600" b="1" u="sng" dirty="0">
                <a:uFill>
                  <a:solidFill>
                    <a:srgbClr val="000000"/>
                  </a:solidFill>
                </a:uFill>
                <a:latin typeface="Corbel"/>
                <a:cs typeface="Corbel"/>
              </a:rPr>
              <a:t>Environment</a:t>
            </a:r>
            <a:r>
              <a:rPr sz="1600" b="1" spc="35" dirty="0">
                <a:latin typeface="Corbel"/>
                <a:cs typeface="Corbel"/>
              </a:rPr>
              <a:t> </a:t>
            </a:r>
            <a:r>
              <a:rPr sz="1600" dirty="0">
                <a:latin typeface="Corbel"/>
                <a:cs typeface="Corbel"/>
              </a:rPr>
              <a:t>-</a:t>
            </a:r>
            <a:r>
              <a:rPr sz="1600" spc="45" dirty="0">
                <a:latin typeface="Corbel"/>
                <a:cs typeface="Corbel"/>
              </a:rPr>
              <a:t> </a:t>
            </a:r>
            <a:r>
              <a:rPr sz="1600" dirty="0">
                <a:latin typeface="Corbel"/>
                <a:cs typeface="Corbel"/>
              </a:rPr>
              <a:t>the</a:t>
            </a:r>
            <a:r>
              <a:rPr sz="1600" spc="45" dirty="0">
                <a:latin typeface="Corbel"/>
                <a:cs typeface="Corbel"/>
              </a:rPr>
              <a:t> </a:t>
            </a:r>
            <a:r>
              <a:rPr sz="1600" dirty="0">
                <a:latin typeface="Corbel"/>
                <a:cs typeface="Corbel"/>
              </a:rPr>
              <a:t>situation</a:t>
            </a:r>
            <a:r>
              <a:rPr sz="1600" spc="45" dirty="0">
                <a:latin typeface="Corbel"/>
                <a:cs typeface="Corbel"/>
              </a:rPr>
              <a:t> </a:t>
            </a:r>
            <a:r>
              <a:rPr sz="1600" dirty="0">
                <a:latin typeface="Corbel"/>
                <a:cs typeface="Corbel"/>
              </a:rPr>
              <a:t>in</a:t>
            </a:r>
            <a:r>
              <a:rPr sz="1600" spc="50" dirty="0">
                <a:latin typeface="Corbel"/>
                <a:cs typeface="Corbel"/>
              </a:rPr>
              <a:t> </a:t>
            </a:r>
            <a:r>
              <a:rPr sz="1600" dirty="0">
                <a:latin typeface="Corbel"/>
                <a:cs typeface="Corbel"/>
              </a:rPr>
              <a:t>which</a:t>
            </a:r>
            <a:r>
              <a:rPr sz="1600" spc="35" dirty="0">
                <a:latin typeface="Corbel"/>
                <a:cs typeface="Corbel"/>
              </a:rPr>
              <a:t> </a:t>
            </a:r>
            <a:r>
              <a:rPr sz="1600" dirty="0">
                <a:latin typeface="Corbel"/>
                <a:cs typeface="Corbel"/>
              </a:rPr>
              <a:t>the</a:t>
            </a:r>
            <a:r>
              <a:rPr sz="1600" spc="45" dirty="0">
                <a:latin typeface="Corbel"/>
                <a:cs typeface="Corbel"/>
              </a:rPr>
              <a:t> </a:t>
            </a:r>
            <a:r>
              <a:rPr sz="1600" spc="-35" dirty="0">
                <a:latin typeface="Corbel"/>
                <a:cs typeface="Corbel"/>
              </a:rPr>
              <a:t>L-H-</a:t>
            </a:r>
            <a:r>
              <a:rPr sz="1600" dirty="0">
                <a:latin typeface="Corbel"/>
                <a:cs typeface="Corbel"/>
              </a:rPr>
              <a:t>S</a:t>
            </a:r>
            <a:r>
              <a:rPr sz="1600" spc="40" dirty="0">
                <a:latin typeface="Corbel"/>
                <a:cs typeface="Corbel"/>
              </a:rPr>
              <a:t> </a:t>
            </a:r>
            <a:r>
              <a:rPr sz="1600" dirty="0">
                <a:latin typeface="Corbel"/>
                <a:cs typeface="Corbel"/>
              </a:rPr>
              <a:t>system</a:t>
            </a:r>
            <a:r>
              <a:rPr sz="1600" spc="45" dirty="0">
                <a:latin typeface="Corbel"/>
                <a:cs typeface="Corbel"/>
              </a:rPr>
              <a:t> </a:t>
            </a:r>
            <a:r>
              <a:rPr sz="1600" dirty="0">
                <a:latin typeface="Corbel"/>
                <a:cs typeface="Corbel"/>
              </a:rPr>
              <a:t>must</a:t>
            </a:r>
            <a:r>
              <a:rPr sz="1600" spc="35" dirty="0">
                <a:latin typeface="Corbel"/>
                <a:cs typeface="Corbel"/>
              </a:rPr>
              <a:t> </a:t>
            </a:r>
            <a:r>
              <a:rPr sz="1600" dirty="0">
                <a:latin typeface="Corbel"/>
                <a:cs typeface="Corbel"/>
              </a:rPr>
              <a:t>function,</a:t>
            </a:r>
            <a:r>
              <a:rPr sz="1600" spc="45" dirty="0">
                <a:latin typeface="Corbel"/>
                <a:cs typeface="Corbel"/>
              </a:rPr>
              <a:t> </a:t>
            </a:r>
            <a:r>
              <a:rPr sz="1600" dirty="0">
                <a:latin typeface="Corbel"/>
                <a:cs typeface="Corbel"/>
              </a:rPr>
              <a:t>the</a:t>
            </a:r>
            <a:r>
              <a:rPr sz="1600" spc="40" dirty="0">
                <a:latin typeface="Corbel"/>
                <a:cs typeface="Corbel"/>
              </a:rPr>
              <a:t> </a:t>
            </a:r>
            <a:r>
              <a:rPr sz="1600" dirty="0">
                <a:latin typeface="Corbel"/>
                <a:cs typeface="Corbel"/>
              </a:rPr>
              <a:t>social</a:t>
            </a:r>
            <a:r>
              <a:rPr sz="1600" spc="45" dirty="0">
                <a:latin typeface="Corbel"/>
                <a:cs typeface="Corbel"/>
              </a:rPr>
              <a:t> </a:t>
            </a:r>
            <a:r>
              <a:rPr sz="1600" dirty="0">
                <a:latin typeface="Corbel"/>
                <a:cs typeface="Corbel"/>
              </a:rPr>
              <a:t>and</a:t>
            </a:r>
            <a:r>
              <a:rPr sz="1600" spc="50" dirty="0">
                <a:latin typeface="Corbel"/>
                <a:cs typeface="Corbel"/>
              </a:rPr>
              <a:t> </a:t>
            </a:r>
            <a:r>
              <a:rPr sz="1600" dirty="0">
                <a:latin typeface="Corbel"/>
                <a:cs typeface="Corbel"/>
              </a:rPr>
              <a:t>economic</a:t>
            </a:r>
            <a:r>
              <a:rPr sz="1600" spc="40" dirty="0">
                <a:latin typeface="Corbel"/>
                <a:cs typeface="Corbel"/>
              </a:rPr>
              <a:t> </a:t>
            </a:r>
            <a:r>
              <a:rPr sz="1600" dirty="0">
                <a:latin typeface="Corbel"/>
                <a:cs typeface="Corbel"/>
              </a:rPr>
              <a:t>climate</a:t>
            </a:r>
            <a:r>
              <a:rPr sz="1600" spc="45" dirty="0">
                <a:latin typeface="Corbel"/>
                <a:cs typeface="Corbel"/>
              </a:rPr>
              <a:t> </a:t>
            </a:r>
            <a:r>
              <a:rPr sz="1600" dirty="0">
                <a:latin typeface="Corbel"/>
                <a:cs typeface="Corbel"/>
              </a:rPr>
              <a:t>as</a:t>
            </a:r>
            <a:r>
              <a:rPr sz="1600" spc="40" dirty="0">
                <a:latin typeface="Corbel"/>
                <a:cs typeface="Corbel"/>
              </a:rPr>
              <a:t> </a:t>
            </a:r>
            <a:r>
              <a:rPr sz="1600" dirty="0">
                <a:latin typeface="Corbel"/>
                <a:cs typeface="Corbel"/>
              </a:rPr>
              <a:t>well</a:t>
            </a:r>
            <a:r>
              <a:rPr sz="1600" spc="45" dirty="0">
                <a:latin typeface="Corbel"/>
                <a:cs typeface="Corbel"/>
              </a:rPr>
              <a:t> </a:t>
            </a:r>
            <a:r>
              <a:rPr sz="1600" spc="-25" dirty="0">
                <a:latin typeface="Corbel"/>
                <a:cs typeface="Corbel"/>
              </a:rPr>
              <a:t>as </a:t>
            </a:r>
            <a:r>
              <a:rPr sz="1600" dirty="0">
                <a:latin typeface="Corbel"/>
                <a:cs typeface="Corbel"/>
              </a:rPr>
              <a:t>the</a:t>
            </a:r>
            <a:r>
              <a:rPr sz="1600" spc="-35" dirty="0">
                <a:latin typeface="Corbel"/>
                <a:cs typeface="Corbel"/>
              </a:rPr>
              <a:t> </a:t>
            </a:r>
            <a:r>
              <a:rPr sz="1600" dirty="0">
                <a:latin typeface="Corbel"/>
                <a:cs typeface="Corbel"/>
              </a:rPr>
              <a:t>natural</a:t>
            </a:r>
            <a:r>
              <a:rPr sz="1600" spc="-30" dirty="0">
                <a:latin typeface="Corbel"/>
                <a:cs typeface="Corbel"/>
              </a:rPr>
              <a:t> </a:t>
            </a:r>
            <a:r>
              <a:rPr sz="1600" spc="-10" dirty="0">
                <a:latin typeface="Corbel"/>
                <a:cs typeface="Corbel"/>
              </a:rPr>
              <a:t>environment.</a:t>
            </a:r>
            <a:endParaRPr sz="1600">
              <a:latin typeface="Corbel"/>
              <a:cs typeface="Corbel"/>
            </a:endParaRPr>
          </a:p>
          <a:p>
            <a:pPr marL="298450" marR="5080" indent="-285750">
              <a:lnSpc>
                <a:spcPct val="103800"/>
              </a:lnSpc>
              <a:spcBef>
                <a:spcPts val="850"/>
              </a:spcBef>
              <a:buFont typeface="Arial MT"/>
              <a:buChar char="•"/>
              <a:tabLst>
                <a:tab pos="298450" algn="l"/>
              </a:tabLst>
            </a:pPr>
            <a:r>
              <a:rPr sz="1600" b="1" u="sng" dirty="0">
                <a:uFill>
                  <a:solidFill>
                    <a:srgbClr val="000000"/>
                  </a:solidFill>
                </a:uFill>
                <a:latin typeface="Corbel"/>
                <a:cs typeface="Corbel"/>
              </a:rPr>
              <a:t>Liveware</a:t>
            </a:r>
            <a:r>
              <a:rPr sz="1600" b="1" spc="200" dirty="0">
                <a:latin typeface="Corbel"/>
                <a:cs typeface="Corbel"/>
              </a:rPr>
              <a:t> </a:t>
            </a:r>
            <a:r>
              <a:rPr sz="1600" dirty="0">
                <a:latin typeface="Corbel"/>
                <a:cs typeface="Corbel"/>
              </a:rPr>
              <a:t>-</a:t>
            </a:r>
            <a:r>
              <a:rPr sz="1600" spc="220" dirty="0">
                <a:latin typeface="Corbel"/>
                <a:cs typeface="Corbel"/>
              </a:rPr>
              <a:t> </a:t>
            </a:r>
            <a:r>
              <a:rPr sz="1600" dirty="0">
                <a:latin typeface="Corbel"/>
                <a:cs typeface="Corbel"/>
              </a:rPr>
              <a:t>the</a:t>
            </a:r>
            <a:r>
              <a:rPr sz="1600" spc="215" dirty="0">
                <a:latin typeface="Corbel"/>
                <a:cs typeface="Corbel"/>
              </a:rPr>
              <a:t> </a:t>
            </a:r>
            <a:r>
              <a:rPr sz="1600" dirty="0">
                <a:latin typeface="Corbel"/>
                <a:cs typeface="Corbel"/>
              </a:rPr>
              <a:t>human</a:t>
            </a:r>
            <a:r>
              <a:rPr sz="1600" spc="220" dirty="0">
                <a:latin typeface="Corbel"/>
                <a:cs typeface="Corbel"/>
              </a:rPr>
              <a:t> </a:t>
            </a:r>
            <a:r>
              <a:rPr sz="1600" dirty="0">
                <a:latin typeface="Corbel"/>
                <a:cs typeface="Corbel"/>
              </a:rPr>
              <a:t>beings</a:t>
            </a:r>
            <a:r>
              <a:rPr sz="1600" spc="220" dirty="0">
                <a:latin typeface="Corbel"/>
                <a:cs typeface="Corbel"/>
              </a:rPr>
              <a:t> </a:t>
            </a:r>
            <a:r>
              <a:rPr sz="1600" dirty="0">
                <a:latin typeface="Corbel"/>
                <a:cs typeface="Corbel"/>
              </a:rPr>
              <a:t>-</a:t>
            </a:r>
            <a:r>
              <a:rPr sz="1600" spc="220" dirty="0">
                <a:latin typeface="Corbel"/>
                <a:cs typeface="Corbel"/>
              </a:rPr>
              <a:t> </a:t>
            </a:r>
            <a:r>
              <a:rPr sz="1600" dirty="0">
                <a:latin typeface="Corbel"/>
                <a:cs typeface="Corbel"/>
              </a:rPr>
              <a:t>the</a:t>
            </a:r>
            <a:r>
              <a:rPr sz="1600" spc="220" dirty="0">
                <a:latin typeface="Corbel"/>
                <a:cs typeface="Corbel"/>
              </a:rPr>
              <a:t> </a:t>
            </a:r>
            <a:r>
              <a:rPr sz="1600" dirty="0">
                <a:latin typeface="Corbel"/>
                <a:cs typeface="Corbel"/>
              </a:rPr>
              <a:t>controller</a:t>
            </a:r>
            <a:r>
              <a:rPr sz="1600" spc="215" dirty="0">
                <a:latin typeface="Corbel"/>
                <a:cs typeface="Corbel"/>
              </a:rPr>
              <a:t> </a:t>
            </a:r>
            <a:r>
              <a:rPr sz="1600" dirty="0">
                <a:latin typeface="Corbel"/>
                <a:cs typeface="Corbel"/>
              </a:rPr>
              <a:t>with</a:t>
            </a:r>
            <a:r>
              <a:rPr sz="1600" spc="215" dirty="0">
                <a:latin typeface="Corbel"/>
                <a:cs typeface="Corbel"/>
              </a:rPr>
              <a:t> </a:t>
            </a:r>
            <a:r>
              <a:rPr sz="1600" dirty="0">
                <a:latin typeface="Corbel"/>
                <a:cs typeface="Corbel"/>
              </a:rPr>
              <a:t>other</a:t>
            </a:r>
            <a:r>
              <a:rPr sz="1600" spc="215" dirty="0">
                <a:latin typeface="Corbel"/>
                <a:cs typeface="Corbel"/>
              </a:rPr>
              <a:t> </a:t>
            </a:r>
            <a:r>
              <a:rPr sz="1600" dirty="0">
                <a:latin typeface="Corbel"/>
                <a:cs typeface="Corbel"/>
              </a:rPr>
              <a:t>controllers,</a:t>
            </a:r>
            <a:r>
              <a:rPr sz="1600" spc="215" dirty="0">
                <a:latin typeface="Corbel"/>
                <a:cs typeface="Corbel"/>
              </a:rPr>
              <a:t> </a:t>
            </a:r>
            <a:r>
              <a:rPr sz="1600" dirty="0">
                <a:latin typeface="Corbel"/>
                <a:cs typeface="Corbel"/>
              </a:rPr>
              <a:t>flight</a:t>
            </a:r>
            <a:r>
              <a:rPr sz="1600" spc="210" dirty="0">
                <a:latin typeface="Corbel"/>
                <a:cs typeface="Corbel"/>
              </a:rPr>
              <a:t> </a:t>
            </a:r>
            <a:r>
              <a:rPr sz="1600" dirty="0">
                <a:latin typeface="Corbel"/>
                <a:cs typeface="Corbel"/>
              </a:rPr>
              <a:t>crews,</a:t>
            </a:r>
            <a:r>
              <a:rPr sz="1600" spc="220" dirty="0">
                <a:latin typeface="Corbel"/>
                <a:cs typeface="Corbel"/>
              </a:rPr>
              <a:t> </a:t>
            </a:r>
            <a:r>
              <a:rPr sz="1600" dirty="0">
                <a:latin typeface="Corbel"/>
                <a:cs typeface="Corbel"/>
              </a:rPr>
              <a:t>engineers</a:t>
            </a:r>
            <a:r>
              <a:rPr sz="1600" spc="220" dirty="0">
                <a:latin typeface="Corbel"/>
                <a:cs typeface="Corbel"/>
              </a:rPr>
              <a:t> </a:t>
            </a:r>
            <a:r>
              <a:rPr sz="1600" dirty="0">
                <a:latin typeface="Corbel"/>
                <a:cs typeface="Corbel"/>
              </a:rPr>
              <a:t>and</a:t>
            </a:r>
            <a:r>
              <a:rPr sz="1600" spc="220" dirty="0">
                <a:latin typeface="Corbel"/>
                <a:cs typeface="Corbel"/>
              </a:rPr>
              <a:t> </a:t>
            </a:r>
            <a:r>
              <a:rPr sz="1600" spc="-10" dirty="0">
                <a:latin typeface="Corbel"/>
                <a:cs typeface="Corbel"/>
              </a:rPr>
              <a:t>maintenance </a:t>
            </a:r>
            <a:r>
              <a:rPr sz="1600" dirty="0">
                <a:latin typeface="Corbel"/>
                <a:cs typeface="Corbel"/>
              </a:rPr>
              <a:t>personnel,</a:t>
            </a:r>
            <a:r>
              <a:rPr sz="1600" spc="-30" dirty="0">
                <a:latin typeface="Corbel"/>
                <a:cs typeface="Corbel"/>
              </a:rPr>
              <a:t> </a:t>
            </a:r>
            <a:r>
              <a:rPr sz="1600" spc="-10" dirty="0">
                <a:latin typeface="Corbel"/>
                <a:cs typeface="Corbel"/>
              </a:rPr>
              <a:t>management</a:t>
            </a:r>
            <a:r>
              <a:rPr sz="1600" spc="-30" dirty="0">
                <a:latin typeface="Corbel"/>
                <a:cs typeface="Corbel"/>
              </a:rPr>
              <a:t> </a:t>
            </a:r>
            <a:r>
              <a:rPr sz="1600" dirty="0">
                <a:latin typeface="Corbel"/>
                <a:cs typeface="Corbel"/>
              </a:rPr>
              <a:t>and</a:t>
            </a:r>
            <a:r>
              <a:rPr sz="1600" spc="-25" dirty="0">
                <a:latin typeface="Corbel"/>
                <a:cs typeface="Corbel"/>
              </a:rPr>
              <a:t> </a:t>
            </a:r>
            <a:r>
              <a:rPr sz="1600" dirty="0">
                <a:latin typeface="Corbel"/>
                <a:cs typeface="Corbel"/>
              </a:rPr>
              <a:t>administration</a:t>
            </a:r>
            <a:r>
              <a:rPr sz="1600" spc="-25" dirty="0">
                <a:latin typeface="Corbel"/>
                <a:cs typeface="Corbel"/>
              </a:rPr>
              <a:t> </a:t>
            </a:r>
            <a:r>
              <a:rPr sz="1600" dirty="0">
                <a:latin typeface="Corbel"/>
                <a:cs typeface="Corbel"/>
              </a:rPr>
              <a:t>people</a:t>
            </a:r>
            <a:r>
              <a:rPr sz="1600" spc="-25" dirty="0">
                <a:latin typeface="Corbel"/>
                <a:cs typeface="Corbel"/>
              </a:rPr>
              <a:t> </a:t>
            </a:r>
            <a:r>
              <a:rPr sz="1600" dirty="0">
                <a:latin typeface="Corbel"/>
                <a:cs typeface="Corbel"/>
              </a:rPr>
              <a:t>-</a:t>
            </a:r>
            <a:r>
              <a:rPr sz="1600" spc="-25" dirty="0">
                <a:latin typeface="Corbel"/>
                <a:cs typeface="Corbel"/>
              </a:rPr>
              <a:t> </a:t>
            </a:r>
            <a:r>
              <a:rPr sz="1600" dirty="0">
                <a:latin typeface="Corbel"/>
                <a:cs typeface="Corbel"/>
              </a:rPr>
              <a:t>within</a:t>
            </a:r>
            <a:r>
              <a:rPr sz="1600" spc="-25" dirty="0">
                <a:latin typeface="Corbel"/>
                <a:cs typeface="Corbel"/>
              </a:rPr>
              <a:t> </a:t>
            </a:r>
            <a:r>
              <a:rPr sz="1600" dirty="0">
                <a:latin typeface="Corbel"/>
                <a:cs typeface="Corbel"/>
              </a:rPr>
              <a:t>in</a:t>
            </a:r>
            <a:r>
              <a:rPr sz="1600" spc="-25" dirty="0">
                <a:latin typeface="Corbel"/>
                <a:cs typeface="Corbel"/>
              </a:rPr>
              <a:t> </a:t>
            </a:r>
            <a:r>
              <a:rPr sz="1600" dirty="0">
                <a:latin typeface="Corbel"/>
                <a:cs typeface="Corbel"/>
              </a:rPr>
              <a:t>the</a:t>
            </a:r>
            <a:r>
              <a:rPr sz="1600" spc="-25" dirty="0">
                <a:latin typeface="Corbel"/>
                <a:cs typeface="Corbel"/>
              </a:rPr>
              <a:t> </a:t>
            </a:r>
            <a:r>
              <a:rPr sz="1600" spc="-10" dirty="0">
                <a:latin typeface="Corbel"/>
                <a:cs typeface="Corbel"/>
              </a:rPr>
              <a:t>system.</a:t>
            </a:r>
            <a:endParaRPr sz="1600">
              <a:latin typeface="Corbel"/>
              <a:cs typeface="Corbel"/>
            </a:endParaRPr>
          </a:p>
          <a:p>
            <a:pPr marL="12700" marR="5715">
              <a:lnSpc>
                <a:spcPts val="1900"/>
              </a:lnSpc>
              <a:spcBef>
                <a:spcPts val="1065"/>
              </a:spcBef>
            </a:pPr>
            <a:r>
              <a:rPr sz="1600" dirty="0">
                <a:latin typeface="Corbel"/>
                <a:cs typeface="Corbel"/>
              </a:rPr>
              <a:t>A</a:t>
            </a:r>
            <a:r>
              <a:rPr sz="1600" spc="55" dirty="0">
                <a:latin typeface="Corbel"/>
                <a:cs typeface="Corbel"/>
              </a:rPr>
              <a:t> </a:t>
            </a:r>
            <a:r>
              <a:rPr sz="1600" dirty="0">
                <a:latin typeface="Corbel"/>
                <a:cs typeface="Corbel"/>
              </a:rPr>
              <a:t>mismatch</a:t>
            </a:r>
            <a:r>
              <a:rPr sz="1600" spc="65" dirty="0">
                <a:latin typeface="Corbel"/>
                <a:cs typeface="Corbel"/>
              </a:rPr>
              <a:t> </a:t>
            </a:r>
            <a:r>
              <a:rPr sz="1600" dirty="0">
                <a:latin typeface="Corbel"/>
                <a:cs typeface="Corbel"/>
              </a:rPr>
              <a:t>between</a:t>
            </a:r>
            <a:r>
              <a:rPr sz="1600" spc="65" dirty="0">
                <a:latin typeface="Corbel"/>
                <a:cs typeface="Corbel"/>
              </a:rPr>
              <a:t> </a:t>
            </a:r>
            <a:r>
              <a:rPr sz="1600" dirty="0">
                <a:latin typeface="Corbel"/>
                <a:cs typeface="Corbel"/>
              </a:rPr>
              <a:t>the</a:t>
            </a:r>
            <a:r>
              <a:rPr sz="1600" spc="65" dirty="0">
                <a:latin typeface="Corbel"/>
                <a:cs typeface="Corbel"/>
              </a:rPr>
              <a:t> </a:t>
            </a:r>
            <a:r>
              <a:rPr sz="1600" dirty="0">
                <a:latin typeface="Corbel"/>
                <a:cs typeface="Corbel"/>
              </a:rPr>
              <a:t>Liveware</a:t>
            </a:r>
            <a:r>
              <a:rPr sz="1600" spc="70" dirty="0">
                <a:latin typeface="Corbel"/>
                <a:cs typeface="Corbel"/>
              </a:rPr>
              <a:t> </a:t>
            </a:r>
            <a:r>
              <a:rPr sz="1600" dirty="0">
                <a:latin typeface="Corbel"/>
                <a:cs typeface="Corbel"/>
              </a:rPr>
              <a:t>and</a:t>
            </a:r>
            <a:r>
              <a:rPr sz="1600" spc="65" dirty="0">
                <a:latin typeface="Corbel"/>
                <a:cs typeface="Corbel"/>
              </a:rPr>
              <a:t> </a:t>
            </a:r>
            <a:r>
              <a:rPr sz="1600" dirty="0">
                <a:latin typeface="Corbel"/>
                <a:cs typeface="Corbel"/>
              </a:rPr>
              <a:t>other</a:t>
            </a:r>
            <a:r>
              <a:rPr sz="1600" spc="65" dirty="0">
                <a:latin typeface="Corbel"/>
                <a:cs typeface="Corbel"/>
              </a:rPr>
              <a:t> </a:t>
            </a:r>
            <a:r>
              <a:rPr sz="1600" dirty="0">
                <a:latin typeface="Corbel"/>
                <a:cs typeface="Corbel"/>
              </a:rPr>
              <a:t>four</a:t>
            </a:r>
            <a:r>
              <a:rPr sz="1600" spc="60" dirty="0">
                <a:latin typeface="Corbel"/>
                <a:cs typeface="Corbel"/>
              </a:rPr>
              <a:t> </a:t>
            </a:r>
            <a:r>
              <a:rPr sz="1600" dirty="0">
                <a:latin typeface="Corbel"/>
                <a:cs typeface="Corbel"/>
              </a:rPr>
              <a:t>components</a:t>
            </a:r>
            <a:r>
              <a:rPr sz="1600" spc="65" dirty="0">
                <a:latin typeface="Corbel"/>
                <a:cs typeface="Corbel"/>
              </a:rPr>
              <a:t> </a:t>
            </a:r>
            <a:r>
              <a:rPr sz="1600" dirty="0">
                <a:latin typeface="Corbel"/>
                <a:cs typeface="Corbel"/>
              </a:rPr>
              <a:t>contributes</a:t>
            </a:r>
            <a:r>
              <a:rPr sz="1600" spc="60" dirty="0">
                <a:latin typeface="Corbel"/>
                <a:cs typeface="Corbel"/>
              </a:rPr>
              <a:t> </a:t>
            </a:r>
            <a:r>
              <a:rPr sz="1600" dirty="0">
                <a:latin typeface="Corbel"/>
                <a:cs typeface="Corbel"/>
              </a:rPr>
              <a:t>to</a:t>
            </a:r>
            <a:r>
              <a:rPr sz="1600" spc="60" dirty="0">
                <a:latin typeface="Corbel"/>
                <a:cs typeface="Corbel"/>
              </a:rPr>
              <a:t> </a:t>
            </a:r>
            <a:r>
              <a:rPr sz="1600" dirty="0">
                <a:latin typeface="Corbel"/>
                <a:cs typeface="Corbel"/>
              </a:rPr>
              <a:t>human</a:t>
            </a:r>
            <a:r>
              <a:rPr sz="1600" spc="65" dirty="0">
                <a:latin typeface="Corbel"/>
                <a:cs typeface="Corbel"/>
              </a:rPr>
              <a:t> </a:t>
            </a:r>
            <a:r>
              <a:rPr sz="1600" dirty="0">
                <a:latin typeface="Corbel"/>
                <a:cs typeface="Corbel"/>
              </a:rPr>
              <a:t>error.</a:t>
            </a:r>
            <a:r>
              <a:rPr sz="1600" spc="65" dirty="0">
                <a:latin typeface="Corbel"/>
                <a:cs typeface="Corbel"/>
              </a:rPr>
              <a:t> </a:t>
            </a:r>
            <a:r>
              <a:rPr sz="1600" dirty="0">
                <a:latin typeface="Corbel"/>
                <a:cs typeface="Corbel"/>
              </a:rPr>
              <a:t>Thus,</a:t>
            </a:r>
            <a:r>
              <a:rPr sz="1600" spc="65" dirty="0">
                <a:latin typeface="Corbel"/>
                <a:cs typeface="Corbel"/>
              </a:rPr>
              <a:t> </a:t>
            </a:r>
            <a:r>
              <a:rPr sz="1600" dirty="0">
                <a:latin typeface="Corbel"/>
                <a:cs typeface="Corbel"/>
              </a:rPr>
              <a:t>these</a:t>
            </a:r>
            <a:r>
              <a:rPr sz="1600" spc="70" dirty="0">
                <a:latin typeface="Corbel"/>
                <a:cs typeface="Corbel"/>
              </a:rPr>
              <a:t> </a:t>
            </a:r>
            <a:r>
              <a:rPr sz="1600" spc="-10" dirty="0">
                <a:latin typeface="Corbel"/>
                <a:cs typeface="Corbel"/>
              </a:rPr>
              <a:t>interactions </a:t>
            </a:r>
            <a:r>
              <a:rPr sz="1600" dirty="0">
                <a:latin typeface="Corbel"/>
                <a:cs typeface="Corbel"/>
              </a:rPr>
              <a:t>must</a:t>
            </a:r>
            <a:r>
              <a:rPr sz="1600" spc="-35" dirty="0">
                <a:latin typeface="Corbel"/>
                <a:cs typeface="Corbel"/>
              </a:rPr>
              <a:t> </a:t>
            </a:r>
            <a:r>
              <a:rPr sz="1600" dirty="0">
                <a:latin typeface="Corbel"/>
                <a:cs typeface="Corbel"/>
              </a:rPr>
              <a:t>be</a:t>
            </a:r>
            <a:r>
              <a:rPr sz="1600" spc="-30" dirty="0">
                <a:latin typeface="Corbel"/>
                <a:cs typeface="Corbel"/>
              </a:rPr>
              <a:t> </a:t>
            </a:r>
            <a:r>
              <a:rPr sz="1600" dirty="0">
                <a:latin typeface="Corbel"/>
                <a:cs typeface="Corbel"/>
              </a:rPr>
              <a:t>assessed</a:t>
            </a:r>
            <a:r>
              <a:rPr sz="1600" spc="-25" dirty="0">
                <a:latin typeface="Corbel"/>
                <a:cs typeface="Corbel"/>
              </a:rPr>
              <a:t> </a:t>
            </a:r>
            <a:r>
              <a:rPr sz="1600" dirty="0">
                <a:latin typeface="Corbel"/>
                <a:cs typeface="Corbel"/>
              </a:rPr>
              <a:t>and</a:t>
            </a:r>
            <a:r>
              <a:rPr sz="1600" spc="-25" dirty="0">
                <a:latin typeface="Corbel"/>
                <a:cs typeface="Corbel"/>
              </a:rPr>
              <a:t> </a:t>
            </a:r>
            <a:r>
              <a:rPr sz="1600" dirty="0">
                <a:latin typeface="Corbel"/>
                <a:cs typeface="Corbel"/>
              </a:rPr>
              <a:t>considered</a:t>
            </a:r>
            <a:r>
              <a:rPr sz="1600" spc="-25" dirty="0">
                <a:latin typeface="Corbel"/>
                <a:cs typeface="Corbel"/>
              </a:rPr>
              <a:t> </a:t>
            </a:r>
            <a:r>
              <a:rPr sz="1600" dirty="0">
                <a:latin typeface="Corbel"/>
                <a:cs typeface="Corbel"/>
              </a:rPr>
              <a:t>in</a:t>
            </a:r>
            <a:r>
              <a:rPr sz="1600" spc="-25" dirty="0">
                <a:latin typeface="Corbel"/>
                <a:cs typeface="Corbel"/>
              </a:rPr>
              <a:t> </a:t>
            </a:r>
            <a:r>
              <a:rPr sz="1600" dirty="0">
                <a:latin typeface="Corbel"/>
                <a:cs typeface="Corbel"/>
              </a:rPr>
              <a:t>all</a:t>
            </a:r>
            <a:r>
              <a:rPr sz="1600" spc="-30" dirty="0">
                <a:latin typeface="Corbel"/>
                <a:cs typeface="Corbel"/>
              </a:rPr>
              <a:t> </a:t>
            </a:r>
            <a:r>
              <a:rPr sz="1600" dirty="0">
                <a:latin typeface="Corbel"/>
                <a:cs typeface="Corbel"/>
              </a:rPr>
              <a:t>sectors</a:t>
            </a:r>
            <a:r>
              <a:rPr sz="1600" spc="-20" dirty="0">
                <a:latin typeface="Corbel"/>
                <a:cs typeface="Corbel"/>
              </a:rPr>
              <a:t> </a:t>
            </a:r>
            <a:r>
              <a:rPr sz="1600" dirty="0">
                <a:latin typeface="Corbel"/>
                <a:cs typeface="Corbel"/>
              </a:rPr>
              <a:t>of</a:t>
            </a:r>
            <a:r>
              <a:rPr sz="1600" spc="-30" dirty="0">
                <a:latin typeface="Corbel"/>
                <a:cs typeface="Corbel"/>
              </a:rPr>
              <a:t> </a:t>
            </a:r>
            <a:r>
              <a:rPr sz="1600" dirty="0">
                <a:latin typeface="Corbel"/>
                <a:cs typeface="Corbel"/>
              </a:rPr>
              <a:t>the</a:t>
            </a:r>
            <a:r>
              <a:rPr sz="1600" spc="-30" dirty="0">
                <a:latin typeface="Corbel"/>
                <a:cs typeface="Corbel"/>
              </a:rPr>
              <a:t> </a:t>
            </a:r>
            <a:r>
              <a:rPr sz="1600" dirty="0">
                <a:latin typeface="Corbel"/>
                <a:cs typeface="Corbel"/>
              </a:rPr>
              <a:t>aviation</a:t>
            </a:r>
            <a:r>
              <a:rPr sz="1600" spc="-20" dirty="0">
                <a:latin typeface="Corbel"/>
                <a:cs typeface="Corbel"/>
              </a:rPr>
              <a:t> </a:t>
            </a:r>
            <a:r>
              <a:rPr sz="1600" spc="-10" dirty="0">
                <a:latin typeface="Corbel"/>
                <a:cs typeface="Corbel"/>
              </a:rPr>
              <a:t>system.</a:t>
            </a:r>
            <a:endParaRPr sz="1600">
              <a:latin typeface="Corbel"/>
              <a:cs typeface="Corbe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7291" rIns="0" bIns="0" rtlCol="0">
            <a:spAutoFit/>
          </a:bodyPr>
          <a:lstStyle/>
          <a:p>
            <a:pPr marL="640715">
              <a:lnSpc>
                <a:spcPct val="100000"/>
              </a:lnSpc>
              <a:spcBef>
                <a:spcPts val="100"/>
              </a:spcBef>
            </a:pPr>
            <a:r>
              <a:rPr b="1" dirty="0">
                <a:latin typeface="Corbel"/>
                <a:cs typeface="Corbel"/>
              </a:rPr>
              <a:t>050</a:t>
            </a:r>
            <a:r>
              <a:rPr b="1" spc="-50" dirty="0">
                <a:latin typeface="Corbel"/>
                <a:cs typeface="Corbel"/>
              </a:rPr>
              <a:t> </a:t>
            </a:r>
            <a:r>
              <a:rPr b="1" dirty="0">
                <a:latin typeface="Corbel"/>
                <a:cs typeface="Corbel"/>
              </a:rPr>
              <a:t>01</a:t>
            </a:r>
            <a:r>
              <a:rPr b="1" spc="-35" dirty="0">
                <a:latin typeface="Corbel"/>
                <a:cs typeface="Corbel"/>
              </a:rPr>
              <a:t> </a:t>
            </a:r>
            <a:r>
              <a:rPr b="1" dirty="0">
                <a:latin typeface="Corbel"/>
                <a:cs typeface="Corbel"/>
              </a:rPr>
              <a:t>00:</a:t>
            </a:r>
            <a:r>
              <a:rPr b="1" spc="-35" dirty="0">
                <a:latin typeface="Corbel"/>
                <a:cs typeface="Corbel"/>
              </a:rPr>
              <a:t> </a:t>
            </a:r>
            <a:r>
              <a:rPr b="1" dirty="0">
                <a:latin typeface="Corbel"/>
                <a:cs typeface="Corbel"/>
              </a:rPr>
              <a:t>Human</a:t>
            </a:r>
            <a:r>
              <a:rPr b="1" spc="-30" dirty="0">
                <a:latin typeface="Corbel"/>
                <a:cs typeface="Corbel"/>
              </a:rPr>
              <a:t> </a:t>
            </a:r>
            <a:r>
              <a:rPr b="1" dirty="0">
                <a:latin typeface="Corbel"/>
                <a:cs typeface="Corbel"/>
              </a:rPr>
              <a:t>Factors</a:t>
            </a:r>
            <a:r>
              <a:rPr b="1" spc="-35" dirty="0">
                <a:latin typeface="Corbel"/>
                <a:cs typeface="Corbel"/>
              </a:rPr>
              <a:t> </a:t>
            </a:r>
            <a:r>
              <a:rPr b="1" dirty="0">
                <a:latin typeface="Corbel"/>
                <a:cs typeface="Corbel"/>
              </a:rPr>
              <a:t>in</a:t>
            </a:r>
            <a:r>
              <a:rPr b="1" spc="-105" dirty="0">
                <a:latin typeface="Corbel"/>
                <a:cs typeface="Corbel"/>
              </a:rPr>
              <a:t> </a:t>
            </a:r>
            <a:r>
              <a:rPr b="1" spc="-10" dirty="0">
                <a:latin typeface="Corbel"/>
                <a:cs typeface="Corbel"/>
              </a:rPr>
              <a:t>Aviation</a:t>
            </a:r>
          </a:p>
          <a:p>
            <a:pPr marL="640715">
              <a:lnSpc>
                <a:spcPct val="100000"/>
              </a:lnSpc>
            </a:pPr>
            <a:r>
              <a:rPr dirty="0"/>
              <a:t>050</a:t>
            </a:r>
            <a:r>
              <a:rPr spc="-40" dirty="0"/>
              <a:t> </a:t>
            </a:r>
            <a:r>
              <a:rPr dirty="0"/>
              <a:t>01</a:t>
            </a:r>
            <a:r>
              <a:rPr spc="-35" dirty="0"/>
              <a:t> </a:t>
            </a:r>
            <a:r>
              <a:rPr dirty="0"/>
              <a:t>01:</a:t>
            </a:r>
            <a:r>
              <a:rPr spc="-90" dirty="0"/>
              <a:t> </a:t>
            </a:r>
            <a:r>
              <a:rPr dirty="0"/>
              <a:t>Understand</a:t>
            </a:r>
            <a:r>
              <a:rPr spc="-35" dirty="0"/>
              <a:t> </a:t>
            </a:r>
            <a:r>
              <a:rPr dirty="0"/>
              <a:t>the</a:t>
            </a:r>
            <a:r>
              <a:rPr spc="-75" dirty="0"/>
              <a:t> </a:t>
            </a:r>
            <a:r>
              <a:rPr dirty="0"/>
              <a:t>SHELL</a:t>
            </a:r>
            <a:r>
              <a:rPr spc="-40" dirty="0"/>
              <a:t> </a:t>
            </a:r>
            <a:r>
              <a:rPr spc="-10" dirty="0"/>
              <a:t>model</a:t>
            </a:r>
          </a:p>
        </p:txBody>
      </p:sp>
      <p:grpSp>
        <p:nvGrpSpPr>
          <p:cNvPr id="3" name="object 3"/>
          <p:cNvGrpSpPr/>
          <p:nvPr/>
        </p:nvGrpSpPr>
        <p:grpSpPr>
          <a:xfrm>
            <a:off x="1392936" y="1527047"/>
            <a:ext cx="3328670" cy="1274445"/>
            <a:chOff x="1392936" y="1527047"/>
            <a:chExt cx="3328670" cy="1274445"/>
          </a:xfrm>
        </p:grpSpPr>
        <p:pic>
          <p:nvPicPr>
            <p:cNvPr id="4" name="object 4"/>
            <p:cNvPicPr/>
            <p:nvPr/>
          </p:nvPicPr>
          <p:blipFill>
            <a:blip r:embed="rId3" cstate="print"/>
            <a:stretch>
              <a:fillRect/>
            </a:stretch>
          </p:blipFill>
          <p:spPr>
            <a:xfrm>
              <a:off x="1392936" y="1527047"/>
              <a:ext cx="2029967" cy="673608"/>
            </a:xfrm>
            <a:prstGeom prst="rect">
              <a:avLst/>
            </a:prstGeom>
          </p:spPr>
        </p:pic>
        <p:pic>
          <p:nvPicPr>
            <p:cNvPr id="5" name="object 5"/>
            <p:cNvPicPr/>
            <p:nvPr/>
          </p:nvPicPr>
          <p:blipFill>
            <a:blip r:embed="rId4" cstate="print"/>
            <a:stretch>
              <a:fillRect/>
            </a:stretch>
          </p:blipFill>
          <p:spPr>
            <a:xfrm>
              <a:off x="3011424" y="1527047"/>
              <a:ext cx="1709927" cy="673608"/>
            </a:xfrm>
            <a:prstGeom prst="rect">
              <a:avLst/>
            </a:prstGeom>
          </p:spPr>
        </p:pic>
        <p:pic>
          <p:nvPicPr>
            <p:cNvPr id="6" name="object 6"/>
            <p:cNvPicPr/>
            <p:nvPr/>
          </p:nvPicPr>
          <p:blipFill>
            <a:blip r:embed="rId5" cstate="print"/>
            <a:stretch>
              <a:fillRect/>
            </a:stretch>
          </p:blipFill>
          <p:spPr>
            <a:xfrm>
              <a:off x="1594104" y="2127503"/>
              <a:ext cx="1618487" cy="673608"/>
            </a:xfrm>
            <a:prstGeom prst="rect">
              <a:avLst/>
            </a:prstGeom>
          </p:spPr>
        </p:pic>
        <p:pic>
          <p:nvPicPr>
            <p:cNvPr id="7" name="object 7"/>
            <p:cNvPicPr/>
            <p:nvPr/>
          </p:nvPicPr>
          <p:blipFill>
            <a:blip r:embed="rId6" cstate="print"/>
            <a:stretch>
              <a:fillRect/>
            </a:stretch>
          </p:blipFill>
          <p:spPr>
            <a:xfrm>
              <a:off x="2801111" y="2127503"/>
              <a:ext cx="512063" cy="673608"/>
            </a:xfrm>
            <a:prstGeom prst="rect">
              <a:avLst/>
            </a:prstGeom>
          </p:spPr>
        </p:pic>
        <p:pic>
          <p:nvPicPr>
            <p:cNvPr id="8" name="object 8"/>
            <p:cNvPicPr/>
            <p:nvPr/>
          </p:nvPicPr>
          <p:blipFill>
            <a:blip r:embed="rId7" cstate="print"/>
            <a:stretch>
              <a:fillRect/>
            </a:stretch>
          </p:blipFill>
          <p:spPr>
            <a:xfrm>
              <a:off x="2953511" y="2127503"/>
              <a:ext cx="1566672" cy="673608"/>
            </a:xfrm>
            <a:prstGeom prst="rect">
              <a:avLst/>
            </a:prstGeom>
          </p:spPr>
        </p:pic>
      </p:grpSp>
      <p:sp>
        <p:nvSpPr>
          <p:cNvPr id="9" name="object 9"/>
          <p:cNvSpPr txBox="1"/>
          <p:nvPr/>
        </p:nvSpPr>
        <p:spPr>
          <a:xfrm>
            <a:off x="1578188" y="1593596"/>
            <a:ext cx="2943860" cy="991869"/>
          </a:xfrm>
          <a:prstGeom prst="rect">
            <a:avLst/>
          </a:prstGeom>
        </p:spPr>
        <p:txBody>
          <a:bodyPr vert="horz" wrap="square" lIns="0" tIns="12700" rIns="0" bIns="0" rtlCol="0">
            <a:spAutoFit/>
          </a:bodyPr>
          <a:lstStyle/>
          <a:p>
            <a:pPr algn="ctr">
              <a:lnSpc>
                <a:spcPct val="100000"/>
              </a:lnSpc>
              <a:spcBef>
                <a:spcPts val="100"/>
              </a:spcBef>
            </a:pPr>
            <a:r>
              <a:rPr sz="2400" b="1" dirty="0">
                <a:latin typeface="Corbel"/>
                <a:cs typeface="Corbel"/>
              </a:rPr>
              <a:t>Component</a:t>
            </a:r>
            <a:r>
              <a:rPr sz="2400" b="1" spc="-75" dirty="0">
                <a:latin typeface="Corbel"/>
                <a:cs typeface="Corbel"/>
              </a:rPr>
              <a:t> </a:t>
            </a:r>
            <a:r>
              <a:rPr sz="2400" b="1" spc="-10" dirty="0">
                <a:latin typeface="Corbel"/>
                <a:cs typeface="Corbel"/>
              </a:rPr>
              <a:t>interfaces</a:t>
            </a:r>
            <a:endParaRPr sz="2400">
              <a:latin typeface="Corbel"/>
              <a:cs typeface="Corbel"/>
            </a:endParaRPr>
          </a:p>
          <a:p>
            <a:pPr algn="ctr">
              <a:lnSpc>
                <a:spcPct val="100000"/>
              </a:lnSpc>
              <a:spcBef>
                <a:spcPts val="1845"/>
              </a:spcBef>
            </a:pPr>
            <a:r>
              <a:rPr sz="2400" dirty="0">
                <a:latin typeface="Corbel"/>
                <a:cs typeface="Corbel"/>
              </a:rPr>
              <a:t>Liveware</a:t>
            </a:r>
            <a:r>
              <a:rPr sz="2400" spc="-50" dirty="0">
                <a:latin typeface="Corbel"/>
                <a:cs typeface="Corbel"/>
              </a:rPr>
              <a:t> </a:t>
            </a:r>
            <a:r>
              <a:rPr sz="2400" dirty="0">
                <a:latin typeface="Corbel"/>
                <a:cs typeface="Corbel"/>
              </a:rPr>
              <a:t>-</a:t>
            </a:r>
            <a:r>
              <a:rPr sz="2400" spc="-105" dirty="0">
                <a:latin typeface="Corbel"/>
                <a:cs typeface="Corbel"/>
              </a:rPr>
              <a:t> </a:t>
            </a:r>
            <a:r>
              <a:rPr sz="2400" spc="-10" dirty="0">
                <a:latin typeface="Corbel"/>
                <a:cs typeface="Corbel"/>
              </a:rPr>
              <a:t>Software</a:t>
            </a:r>
            <a:endParaRPr sz="2400">
              <a:latin typeface="Corbel"/>
              <a:cs typeface="Corbel"/>
            </a:endParaRPr>
          </a:p>
        </p:txBody>
      </p:sp>
      <p:pic>
        <p:nvPicPr>
          <p:cNvPr id="10" name="object 10"/>
          <p:cNvPicPr/>
          <p:nvPr/>
        </p:nvPicPr>
        <p:blipFill>
          <a:blip r:embed="rId8" cstate="print"/>
          <a:stretch>
            <a:fillRect/>
          </a:stretch>
        </p:blipFill>
        <p:spPr>
          <a:xfrm>
            <a:off x="2263878" y="2967335"/>
            <a:ext cx="1448002" cy="1295579"/>
          </a:xfrm>
          <a:prstGeom prst="rect">
            <a:avLst/>
          </a:prstGeom>
        </p:spPr>
      </p:pic>
      <p:grpSp>
        <p:nvGrpSpPr>
          <p:cNvPr id="11" name="object 11"/>
          <p:cNvGrpSpPr/>
          <p:nvPr/>
        </p:nvGrpSpPr>
        <p:grpSpPr>
          <a:xfrm>
            <a:off x="5258544" y="1578246"/>
            <a:ext cx="74295" cy="4599940"/>
            <a:chOff x="5258544" y="1578246"/>
            <a:chExt cx="74295" cy="4599940"/>
          </a:xfrm>
        </p:grpSpPr>
        <p:sp>
          <p:nvSpPr>
            <p:cNvPr id="12" name="object 12"/>
            <p:cNvSpPr/>
            <p:nvPr/>
          </p:nvSpPr>
          <p:spPr>
            <a:xfrm>
              <a:off x="5266481" y="1586184"/>
              <a:ext cx="58419" cy="4584065"/>
            </a:xfrm>
            <a:custGeom>
              <a:avLst/>
              <a:gdLst/>
              <a:ahLst/>
              <a:cxnLst/>
              <a:rect l="l" t="t" r="r" b="b"/>
              <a:pathLst>
                <a:path w="58420" h="4584065">
                  <a:moveTo>
                    <a:pt x="57873" y="0"/>
                  </a:moveTo>
                  <a:lnTo>
                    <a:pt x="0" y="0"/>
                  </a:lnTo>
                  <a:lnTo>
                    <a:pt x="0" y="4583783"/>
                  </a:lnTo>
                  <a:lnTo>
                    <a:pt x="57873" y="4583783"/>
                  </a:lnTo>
                  <a:lnTo>
                    <a:pt x="57873" y="0"/>
                  </a:lnTo>
                  <a:close/>
                </a:path>
              </a:pathLst>
            </a:custGeom>
            <a:solidFill>
              <a:srgbClr val="1CADE4"/>
            </a:solidFill>
          </p:spPr>
          <p:txBody>
            <a:bodyPr wrap="square" lIns="0" tIns="0" rIns="0" bIns="0" rtlCol="0"/>
            <a:lstStyle/>
            <a:p>
              <a:endParaRPr/>
            </a:p>
          </p:txBody>
        </p:sp>
        <p:sp>
          <p:nvSpPr>
            <p:cNvPr id="13" name="object 13"/>
            <p:cNvSpPr/>
            <p:nvPr/>
          </p:nvSpPr>
          <p:spPr>
            <a:xfrm>
              <a:off x="5266481" y="1586184"/>
              <a:ext cx="58419" cy="4584065"/>
            </a:xfrm>
            <a:custGeom>
              <a:avLst/>
              <a:gdLst/>
              <a:ahLst/>
              <a:cxnLst/>
              <a:rect l="l" t="t" r="r" b="b"/>
              <a:pathLst>
                <a:path w="58420" h="4584065">
                  <a:moveTo>
                    <a:pt x="0" y="0"/>
                  </a:moveTo>
                  <a:lnTo>
                    <a:pt x="57874" y="0"/>
                  </a:lnTo>
                  <a:lnTo>
                    <a:pt x="57874" y="4583784"/>
                  </a:lnTo>
                  <a:lnTo>
                    <a:pt x="0" y="4583784"/>
                  </a:lnTo>
                  <a:lnTo>
                    <a:pt x="0" y="0"/>
                  </a:lnTo>
                  <a:close/>
                </a:path>
              </a:pathLst>
            </a:custGeom>
            <a:ln w="15875">
              <a:solidFill>
                <a:srgbClr val="117EA7"/>
              </a:solidFill>
            </a:ln>
          </p:spPr>
          <p:txBody>
            <a:bodyPr wrap="square" lIns="0" tIns="0" rIns="0" bIns="0" rtlCol="0"/>
            <a:lstStyle/>
            <a:p>
              <a:endParaRPr/>
            </a:p>
          </p:txBody>
        </p:sp>
      </p:grpSp>
      <p:pic>
        <p:nvPicPr>
          <p:cNvPr id="14" name="object 14"/>
          <p:cNvPicPr/>
          <p:nvPr/>
        </p:nvPicPr>
        <p:blipFill>
          <a:blip r:embed="rId9" cstate="print"/>
          <a:stretch>
            <a:fillRect/>
          </a:stretch>
        </p:blipFill>
        <p:spPr>
          <a:xfrm>
            <a:off x="5819666" y="1586184"/>
            <a:ext cx="719999" cy="719999"/>
          </a:xfrm>
          <a:prstGeom prst="rect">
            <a:avLst/>
          </a:prstGeom>
        </p:spPr>
      </p:pic>
      <p:pic>
        <p:nvPicPr>
          <p:cNvPr id="15" name="object 15"/>
          <p:cNvPicPr/>
          <p:nvPr/>
        </p:nvPicPr>
        <p:blipFill>
          <a:blip r:embed="rId10" cstate="print"/>
          <a:stretch>
            <a:fillRect/>
          </a:stretch>
        </p:blipFill>
        <p:spPr>
          <a:xfrm>
            <a:off x="5819666" y="3069000"/>
            <a:ext cx="719999" cy="719999"/>
          </a:xfrm>
          <a:prstGeom prst="rect">
            <a:avLst/>
          </a:prstGeom>
        </p:spPr>
      </p:pic>
      <p:pic>
        <p:nvPicPr>
          <p:cNvPr id="16" name="object 16"/>
          <p:cNvPicPr/>
          <p:nvPr/>
        </p:nvPicPr>
        <p:blipFill>
          <a:blip r:embed="rId11" cstate="print"/>
          <a:stretch>
            <a:fillRect/>
          </a:stretch>
        </p:blipFill>
        <p:spPr>
          <a:xfrm>
            <a:off x="5841602" y="4749769"/>
            <a:ext cx="719999" cy="719999"/>
          </a:xfrm>
          <a:prstGeom prst="rect">
            <a:avLst/>
          </a:prstGeom>
        </p:spPr>
      </p:pic>
      <p:pic>
        <p:nvPicPr>
          <p:cNvPr id="17" name="object 17"/>
          <p:cNvPicPr/>
          <p:nvPr/>
        </p:nvPicPr>
        <p:blipFill>
          <a:blip r:embed="rId12" cstate="print"/>
          <a:stretch>
            <a:fillRect/>
          </a:stretch>
        </p:blipFill>
        <p:spPr>
          <a:xfrm>
            <a:off x="6940295" y="1435608"/>
            <a:ext cx="2566416" cy="673608"/>
          </a:xfrm>
          <a:prstGeom prst="rect">
            <a:avLst/>
          </a:prstGeom>
        </p:spPr>
      </p:pic>
      <p:grpSp>
        <p:nvGrpSpPr>
          <p:cNvPr id="18" name="object 18"/>
          <p:cNvGrpSpPr/>
          <p:nvPr/>
        </p:nvGrpSpPr>
        <p:grpSpPr>
          <a:xfrm>
            <a:off x="6937247" y="2907792"/>
            <a:ext cx="4358640" cy="673735"/>
            <a:chOff x="6937247" y="2907792"/>
            <a:chExt cx="4358640" cy="673735"/>
          </a:xfrm>
        </p:grpSpPr>
        <p:pic>
          <p:nvPicPr>
            <p:cNvPr id="19" name="object 19"/>
            <p:cNvPicPr/>
            <p:nvPr/>
          </p:nvPicPr>
          <p:blipFill>
            <a:blip r:embed="rId13" cstate="print"/>
            <a:stretch>
              <a:fillRect/>
            </a:stretch>
          </p:blipFill>
          <p:spPr>
            <a:xfrm>
              <a:off x="6937247" y="2907792"/>
              <a:ext cx="975359" cy="673608"/>
            </a:xfrm>
            <a:prstGeom prst="rect">
              <a:avLst/>
            </a:prstGeom>
          </p:spPr>
        </p:pic>
        <p:pic>
          <p:nvPicPr>
            <p:cNvPr id="20" name="object 20"/>
            <p:cNvPicPr/>
            <p:nvPr/>
          </p:nvPicPr>
          <p:blipFill>
            <a:blip r:embed="rId14" cstate="print"/>
            <a:stretch>
              <a:fillRect/>
            </a:stretch>
          </p:blipFill>
          <p:spPr>
            <a:xfrm>
              <a:off x="7504175" y="2907792"/>
              <a:ext cx="512064" cy="673608"/>
            </a:xfrm>
            <a:prstGeom prst="rect">
              <a:avLst/>
            </a:prstGeom>
          </p:spPr>
        </p:pic>
        <p:pic>
          <p:nvPicPr>
            <p:cNvPr id="21" name="object 21"/>
            <p:cNvPicPr/>
            <p:nvPr/>
          </p:nvPicPr>
          <p:blipFill>
            <a:blip r:embed="rId15" cstate="print"/>
            <a:stretch>
              <a:fillRect/>
            </a:stretch>
          </p:blipFill>
          <p:spPr>
            <a:xfrm>
              <a:off x="7604759" y="2907792"/>
              <a:ext cx="3691128" cy="673608"/>
            </a:xfrm>
            <a:prstGeom prst="rect">
              <a:avLst/>
            </a:prstGeom>
          </p:spPr>
        </p:pic>
      </p:grpSp>
      <p:sp>
        <p:nvSpPr>
          <p:cNvPr id="22" name="object 22"/>
          <p:cNvSpPr txBox="1"/>
          <p:nvPr/>
        </p:nvSpPr>
        <p:spPr>
          <a:xfrm>
            <a:off x="7113718" y="1502155"/>
            <a:ext cx="3981450" cy="2214880"/>
          </a:xfrm>
          <a:prstGeom prst="rect">
            <a:avLst/>
          </a:prstGeom>
        </p:spPr>
        <p:txBody>
          <a:bodyPr vert="horz" wrap="square" lIns="0" tIns="12700" rIns="0" bIns="0" rtlCol="0">
            <a:spAutoFit/>
          </a:bodyPr>
          <a:lstStyle/>
          <a:p>
            <a:pPr marL="23495">
              <a:lnSpc>
                <a:spcPct val="100000"/>
              </a:lnSpc>
              <a:spcBef>
                <a:spcPts val="100"/>
              </a:spcBef>
            </a:pPr>
            <a:r>
              <a:rPr sz="2400" dirty="0">
                <a:latin typeface="Corbel"/>
                <a:cs typeface="Corbel"/>
              </a:rPr>
              <a:t>Operator</a:t>
            </a:r>
            <a:r>
              <a:rPr sz="2400" spc="-40" dirty="0">
                <a:latin typeface="Corbel"/>
                <a:cs typeface="Corbel"/>
              </a:rPr>
              <a:t> </a:t>
            </a:r>
            <a:r>
              <a:rPr sz="2400" dirty="0">
                <a:latin typeface="Corbel"/>
                <a:cs typeface="Corbel"/>
              </a:rPr>
              <a:t>to</a:t>
            </a:r>
            <a:r>
              <a:rPr sz="2400" spc="-40" dirty="0">
                <a:latin typeface="Corbel"/>
                <a:cs typeface="Corbel"/>
              </a:rPr>
              <a:t> </a:t>
            </a:r>
            <a:r>
              <a:rPr sz="2400" spc="-20" dirty="0">
                <a:latin typeface="Corbel"/>
                <a:cs typeface="Corbel"/>
              </a:rPr>
              <a:t>Data</a:t>
            </a:r>
            <a:endParaRPr sz="2400">
              <a:latin typeface="Corbel"/>
              <a:cs typeface="Corbel"/>
            </a:endParaRPr>
          </a:p>
          <a:p>
            <a:pPr marL="12700">
              <a:lnSpc>
                <a:spcPct val="100000"/>
              </a:lnSpc>
              <a:spcBef>
                <a:spcPts val="1255"/>
              </a:spcBef>
            </a:pPr>
            <a:r>
              <a:rPr sz="1600" dirty="0">
                <a:latin typeface="Corbel"/>
                <a:cs typeface="Corbel"/>
              </a:rPr>
              <a:t>Knowledge</a:t>
            </a:r>
            <a:r>
              <a:rPr sz="1600" spc="-45" dirty="0">
                <a:latin typeface="Corbel"/>
                <a:cs typeface="Corbel"/>
              </a:rPr>
              <a:t> </a:t>
            </a:r>
            <a:r>
              <a:rPr sz="1600" dirty="0">
                <a:latin typeface="Corbel"/>
                <a:cs typeface="Corbel"/>
              </a:rPr>
              <a:t>and</a:t>
            </a:r>
            <a:r>
              <a:rPr sz="1600" spc="-70" dirty="0">
                <a:latin typeface="Corbel"/>
                <a:cs typeface="Corbel"/>
              </a:rPr>
              <a:t> </a:t>
            </a:r>
            <a:r>
              <a:rPr sz="1600" spc="-10" dirty="0">
                <a:latin typeface="Corbel"/>
                <a:cs typeface="Corbel"/>
              </a:rPr>
              <a:t>Skills</a:t>
            </a:r>
            <a:endParaRPr sz="1600">
              <a:latin typeface="Corbel"/>
              <a:cs typeface="Corbel"/>
            </a:endParaRPr>
          </a:p>
          <a:p>
            <a:pPr>
              <a:lnSpc>
                <a:spcPct val="100000"/>
              </a:lnSpc>
            </a:pPr>
            <a:endParaRPr sz="1600">
              <a:latin typeface="Corbel"/>
              <a:cs typeface="Corbel"/>
            </a:endParaRPr>
          </a:p>
          <a:p>
            <a:pPr>
              <a:lnSpc>
                <a:spcPct val="100000"/>
              </a:lnSpc>
              <a:spcBef>
                <a:spcPts val="1630"/>
              </a:spcBef>
            </a:pPr>
            <a:endParaRPr sz="1600">
              <a:latin typeface="Corbel"/>
              <a:cs typeface="Corbel"/>
            </a:endParaRPr>
          </a:p>
          <a:p>
            <a:pPr marL="19685">
              <a:lnSpc>
                <a:spcPct val="100000"/>
              </a:lnSpc>
            </a:pPr>
            <a:r>
              <a:rPr sz="2400" spc="-45" dirty="0">
                <a:latin typeface="Corbel"/>
                <a:cs typeface="Corbel"/>
              </a:rPr>
              <a:t>User-</a:t>
            </a:r>
            <a:r>
              <a:rPr sz="2400" dirty="0">
                <a:latin typeface="Corbel"/>
                <a:cs typeface="Corbel"/>
              </a:rPr>
              <a:t>friendliness</a:t>
            </a:r>
            <a:r>
              <a:rPr sz="2400" spc="-30" dirty="0">
                <a:latin typeface="Corbel"/>
                <a:cs typeface="Corbel"/>
              </a:rPr>
              <a:t> </a:t>
            </a:r>
            <a:r>
              <a:rPr sz="2400" dirty="0">
                <a:latin typeface="Corbel"/>
                <a:cs typeface="Corbel"/>
              </a:rPr>
              <a:t>of</a:t>
            </a:r>
            <a:r>
              <a:rPr sz="2400" spc="-30" dirty="0">
                <a:latin typeface="Corbel"/>
                <a:cs typeface="Corbel"/>
              </a:rPr>
              <a:t> </a:t>
            </a:r>
            <a:r>
              <a:rPr sz="2400" spc="-10" dirty="0">
                <a:latin typeface="Corbel"/>
                <a:cs typeface="Corbel"/>
              </a:rPr>
              <a:t>Documents</a:t>
            </a:r>
            <a:endParaRPr sz="2400">
              <a:latin typeface="Corbel"/>
              <a:cs typeface="Corbel"/>
            </a:endParaRPr>
          </a:p>
          <a:p>
            <a:pPr marL="12700">
              <a:lnSpc>
                <a:spcPct val="100000"/>
              </a:lnSpc>
              <a:spcBef>
                <a:spcPts val="844"/>
              </a:spcBef>
            </a:pPr>
            <a:r>
              <a:rPr sz="1600" dirty="0">
                <a:latin typeface="Corbel"/>
                <a:cs typeface="Corbel"/>
              </a:rPr>
              <a:t>Design</a:t>
            </a:r>
            <a:r>
              <a:rPr sz="1600" spc="-25" dirty="0">
                <a:latin typeface="Corbel"/>
                <a:cs typeface="Corbel"/>
              </a:rPr>
              <a:t> </a:t>
            </a:r>
            <a:r>
              <a:rPr sz="1600" dirty="0">
                <a:latin typeface="Corbel"/>
                <a:cs typeface="Corbel"/>
              </a:rPr>
              <a:t>and</a:t>
            </a:r>
            <a:r>
              <a:rPr sz="1600" spc="-25" dirty="0">
                <a:latin typeface="Corbel"/>
                <a:cs typeface="Corbel"/>
              </a:rPr>
              <a:t> </a:t>
            </a:r>
            <a:r>
              <a:rPr sz="1600" spc="-10" dirty="0">
                <a:latin typeface="Corbel"/>
                <a:cs typeface="Corbel"/>
              </a:rPr>
              <a:t>Interpretations</a:t>
            </a:r>
            <a:endParaRPr sz="1600">
              <a:latin typeface="Corbel"/>
              <a:cs typeface="Corbel"/>
            </a:endParaRPr>
          </a:p>
        </p:txBody>
      </p:sp>
      <p:pic>
        <p:nvPicPr>
          <p:cNvPr id="23" name="object 23"/>
          <p:cNvPicPr/>
          <p:nvPr/>
        </p:nvPicPr>
        <p:blipFill>
          <a:blip r:embed="rId16" cstate="print"/>
          <a:stretch>
            <a:fillRect/>
          </a:stretch>
        </p:blipFill>
        <p:spPr>
          <a:xfrm>
            <a:off x="6943343" y="4587240"/>
            <a:ext cx="3124200" cy="676656"/>
          </a:xfrm>
          <a:prstGeom prst="rect">
            <a:avLst/>
          </a:prstGeom>
        </p:spPr>
      </p:pic>
      <p:sp>
        <p:nvSpPr>
          <p:cNvPr id="24" name="object 24"/>
          <p:cNvSpPr txBox="1"/>
          <p:nvPr/>
        </p:nvSpPr>
        <p:spPr>
          <a:xfrm>
            <a:off x="7127857" y="4656835"/>
            <a:ext cx="4407535" cy="797560"/>
          </a:xfrm>
          <a:prstGeom prst="rect">
            <a:avLst/>
          </a:prstGeom>
        </p:spPr>
        <p:txBody>
          <a:bodyPr vert="horz" wrap="square" lIns="0" tIns="12700" rIns="0" bIns="0" rtlCol="0">
            <a:spAutoFit/>
          </a:bodyPr>
          <a:lstStyle/>
          <a:p>
            <a:pPr marL="12700">
              <a:lnSpc>
                <a:spcPct val="100000"/>
              </a:lnSpc>
              <a:spcBef>
                <a:spcPts val="100"/>
              </a:spcBef>
            </a:pPr>
            <a:r>
              <a:rPr sz="2400" dirty="0">
                <a:latin typeface="Corbel"/>
                <a:cs typeface="Corbel"/>
              </a:rPr>
              <a:t>Interface</a:t>
            </a:r>
            <a:r>
              <a:rPr sz="2400" spc="-55" dirty="0">
                <a:latin typeface="Corbel"/>
                <a:cs typeface="Corbel"/>
              </a:rPr>
              <a:t> </a:t>
            </a:r>
            <a:r>
              <a:rPr sz="2400" spc="-10" dirty="0">
                <a:latin typeface="Corbel"/>
                <a:cs typeface="Corbel"/>
              </a:rPr>
              <a:t>Mismatches</a:t>
            </a:r>
            <a:endParaRPr sz="2400">
              <a:latin typeface="Corbel"/>
              <a:cs typeface="Corbel"/>
            </a:endParaRPr>
          </a:p>
          <a:p>
            <a:pPr marL="31115">
              <a:lnSpc>
                <a:spcPct val="100000"/>
              </a:lnSpc>
              <a:spcBef>
                <a:spcPts val="1280"/>
              </a:spcBef>
            </a:pPr>
            <a:r>
              <a:rPr sz="1600" dirty="0">
                <a:latin typeface="Corbel"/>
                <a:cs typeface="Corbel"/>
              </a:rPr>
              <a:t>Ambiguous</a:t>
            </a:r>
            <a:r>
              <a:rPr sz="1600" spc="-40" dirty="0">
                <a:latin typeface="Corbel"/>
                <a:cs typeface="Corbel"/>
              </a:rPr>
              <a:t> </a:t>
            </a:r>
            <a:r>
              <a:rPr sz="1600" dirty="0">
                <a:latin typeface="Corbel"/>
                <a:cs typeface="Corbel"/>
              </a:rPr>
              <a:t>symbology</a:t>
            </a:r>
            <a:r>
              <a:rPr sz="1600" spc="-45" dirty="0">
                <a:latin typeface="Corbel"/>
                <a:cs typeface="Corbel"/>
              </a:rPr>
              <a:t> </a:t>
            </a:r>
            <a:r>
              <a:rPr sz="1600" dirty="0">
                <a:latin typeface="Corbel"/>
                <a:cs typeface="Corbel"/>
              </a:rPr>
              <a:t>and/or</a:t>
            </a:r>
            <a:r>
              <a:rPr sz="1600" spc="-40" dirty="0">
                <a:latin typeface="Corbel"/>
                <a:cs typeface="Corbel"/>
              </a:rPr>
              <a:t> </a:t>
            </a:r>
            <a:r>
              <a:rPr sz="1600" dirty="0">
                <a:latin typeface="Corbel"/>
                <a:cs typeface="Corbel"/>
              </a:rPr>
              <a:t>confusing</a:t>
            </a:r>
            <a:r>
              <a:rPr sz="1600" spc="-40" dirty="0">
                <a:latin typeface="Corbel"/>
                <a:cs typeface="Corbel"/>
              </a:rPr>
              <a:t> </a:t>
            </a:r>
            <a:r>
              <a:rPr sz="1600" spc="-10" dirty="0">
                <a:latin typeface="Corbel"/>
                <a:cs typeface="Corbel"/>
              </a:rPr>
              <a:t>documents</a:t>
            </a:r>
            <a:endParaRPr sz="1600">
              <a:latin typeface="Corbel"/>
              <a:cs typeface="Corbel"/>
            </a:endParaRPr>
          </a:p>
        </p:txBody>
      </p:sp>
      <p:sp>
        <p:nvSpPr>
          <p:cNvPr id="25" name="object 25"/>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33</a:t>
            </a:fld>
            <a:endParaRPr spc="-2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4538980" cy="878205"/>
            <a:chOff x="1417319" y="414527"/>
            <a:chExt cx="4538980" cy="878205"/>
          </a:xfrm>
        </p:grpSpPr>
        <p:pic>
          <p:nvPicPr>
            <p:cNvPr id="4" name="object 4"/>
            <p:cNvPicPr/>
            <p:nvPr/>
          </p:nvPicPr>
          <p:blipFill>
            <a:blip r:embed="rId3" cstate="print"/>
            <a:stretch>
              <a:fillRect/>
            </a:stretch>
          </p:blipFill>
          <p:spPr>
            <a:xfrm>
              <a:off x="1417319" y="414527"/>
              <a:ext cx="4358639" cy="573024"/>
            </a:xfrm>
            <a:prstGeom prst="rect">
              <a:avLst/>
            </a:prstGeom>
          </p:spPr>
        </p:pic>
        <p:pic>
          <p:nvPicPr>
            <p:cNvPr id="5" name="object 5"/>
            <p:cNvPicPr/>
            <p:nvPr/>
          </p:nvPicPr>
          <p:blipFill>
            <a:blip r:embed="rId4" cstate="print"/>
            <a:stretch>
              <a:fillRect/>
            </a:stretch>
          </p:blipFill>
          <p:spPr>
            <a:xfrm>
              <a:off x="1417319" y="719327"/>
              <a:ext cx="4538472" cy="573024"/>
            </a:xfrm>
            <a:prstGeom prst="rect">
              <a:avLst/>
            </a:prstGeom>
          </p:spPr>
        </p:pic>
      </p:grpSp>
      <p:sp>
        <p:nvSpPr>
          <p:cNvPr id="6" name="object 6"/>
          <p:cNvSpPr txBox="1">
            <a:spLocks noGrp="1"/>
          </p:cNvSpPr>
          <p:nvPr>
            <p:ph type="title"/>
          </p:nvPr>
        </p:nvSpPr>
        <p:spPr>
          <a:prstGeom prst="rect">
            <a:avLst/>
          </a:prstGeom>
        </p:spPr>
        <p:txBody>
          <a:bodyPr vert="horz" wrap="square" lIns="0" tIns="177291" rIns="0" bIns="0" rtlCol="0">
            <a:spAutoFit/>
          </a:bodyPr>
          <a:lstStyle/>
          <a:p>
            <a:pPr marL="640715">
              <a:lnSpc>
                <a:spcPct val="100000"/>
              </a:lnSpc>
              <a:spcBef>
                <a:spcPts val="100"/>
              </a:spcBef>
            </a:pPr>
            <a:r>
              <a:rPr b="1" dirty="0">
                <a:latin typeface="Corbel"/>
                <a:cs typeface="Corbel"/>
              </a:rPr>
              <a:t>050</a:t>
            </a:r>
            <a:r>
              <a:rPr b="1" spc="-50" dirty="0">
                <a:latin typeface="Corbel"/>
                <a:cs typeface="Corbel"/>
              </a:rPr>
              <a:t> </a:t>
            </a:r>
            <a:r>
              <a:rPr b="1" dirty="0">
                <a:latin typeface="Corbel"/>
                <a:cs typeface="Corbel"/>
              </a:rPr>
              <a:t>01</a:t>
            </a:r>
            <a:r>
              <a:rPr b="1" spc="-35" dirty="0">
                <a:latin typeface="Corbel"/>
                <a:cs typeface="Corbel"/>
              </a:rPr>
              <a:t> </a:t>
            </a:r>
            <a:r>
              <a:rPr b="1" dirty="0">
                <a:latin typeface="Corbel"/>
                <a:cs typeface="Corbel"/>
              </a:rPr>
              <a:t>00:</a:t>
            </a:r>
            <a:r>
              <a:rPr b="1" spc="-35" dirty="0">
                <a:latin typeface="Corbel"/>
                <a:cs typeface="Corbel"/>
              </a:rPr>
              <a:t> </a:t>
            </a:r>
            <a:r>
              <a:rPr b="1" dirty="0">
                <a:latin typeface="Corbel"/>
                <a:cs typeface="Corbel"/>
              </a:rPr>
              <a:t>Human</a:t>
            </a:r>
            <a:r>
              <a:rPr b="1" spc="-30" dirty="0">
                <a:latin typeface="Corbel"/>
                <a:cs typeface="Corbel"/>
              </a:rPr>
              <a:t> </a:t>
            </a:r>
            <a:r>
              <a:rPr b="1" dirty="0">
                <a:latin typeface="Corbel"/>
                <a:cs typeface="Corbel"/>
              </a:rPr>
              <a:t>Factors</a:t>
            </a:r>
            <a:r>
              <a:rPr b="1" spc="-35" dirty="0">
                <a:latin typeface="Corbel"/>
                <a:cs typeface="Corbel"/>
              </a:rPr>
              <a:t> </a:t>
            </a:r>
            <a:r>
              <a:rPr b="1" dirty="0">
                <a:latin typeface="Corbel"/>
                <a:cs typeface="Corbel"/>
              </a:rPr>
              <a:t>in</a:t>
            </a:r>
            <a:r>
              <a:rPr b="1" spc="-105" dirty="0">
                <a:latin typeface="Corbel"/>
                <a:cs typeface="Corbel"/>
              </a:rPr>
              <a:t> </a:t>
            </a:r>
            <a:r>
              <a:rPr b="1" spc="-10" dirty="0">
                <a:latin typeface="Corbel"/>
                <a:cs typeface="Corbel"/>
              </a:rPr>
              <a:t>Aviation</a:t>
            </a:r>
          </a:p>
          <a:p>
            <a:pPr marL="640715">
              <a:lnSpc>
                <a:spcPct val="100000"/>
              </a:lnSpc>
            </a:pPr>
            <a:r>
              <a:rPr dirty="0"/>
              <a:t>050</a:t>
            </a:r>
            <a:r>
              <a:rPr spc="-40" dirty="0"/>
              <a:t> </a:t>
            </a:r>
            <a:r>
              <a:rPr dirty="0"/>
              <a:t>01</a:t>
            </a:r>
            <a:r>
              <a:rPr spc="-35" dirty="0"/>
              <a:t> </a:t>
            </a:r>
            <a:r>
              <a:rPr dirty="0"/>
              <a:t>01:</a:t>
            </a:r>
            <a:r>
              <a:rPr spc="-90" dirty="0"/>
              <a:t> </a:t>
            </a:r>
            <a:r>
              <a:rPr dirty="0"/>
              <a:t>Understand</a:t>
            </a:r>
            <a:r>
              <a:rPr spc="-35" dirty="0"/>
              <a:t> </a:t>
            </a:r>
            <a:r>
              <a:rPr dirty="0"/>
              <a:t>the</a:t>
            </a:r>
            <a:r>
              <a:rPr spc="-75" dirty="0"/>
              <a:t> </a:t>
            </a:r>
            <a:r>
              <a:rPr dirty="0"/>
              <a:t>SHELL</a:t>
            </a:r>
            <a:r>
              <a:rPr spc="-40" dirty="0"/>
              <a:t> </a:t>
            </a:r>
            <a:r>
              <a:rPr spc="-10" dirty="0"/>
              <a:t>model</a:t>
            </a:r>
          </a:p>
        </p:txBody>
      </p:sp>
      <p:grpSp>
        <p:nvGrpSpPr>
          <p:cNvPr id="7" name="object 7"/>
          <p:cNvGrpSpPr/>
          <p:nvPr/>
        </p:nvGrpSpPr>
        <p:grpSpPr>
          <a:xfrm>
            <a:off x="1392936" y="1527047"/>
            <a:ext cx="3328670" cy="673735"/>
            <a:chOff x="1392936" y="1527047"/>
            <a:chExt cx="3328670" cy="673735"/>
          </a:xfrm>
        </p:grpSpPr>
        <p:pic>
          <p:nvPicPr>
            <p:cNvPr id="8" name="object 8"/>
            <p:cNvPicPr/>
            <p:nvPr/>
          </p:nvPicPr>
          <p:blipFill>
            <a:blip r:embed="rId5" cstate="print"/>
            <a:stretch>
              <a:fillRect/>
            </a:stretch>
          </p:blipFill>
          <p:spPr>
            <a:xfrm>
              <a:off x="1392936" y="1527047"/>
              <a:ext cx="2029967" cy="673608"/>
            </a:xfrm>
            <a:prstGeom prst="rect">
              <a:avLst/>
            </a:prstGeom>
          </p:spPr>
        </p:pic>
        <p:pic>
          <p:nvPicPr>
            <p:cNvPr id="9" name="object 9"/>
            <p:cNvPicPr/>
            <p:nvPr/>
          </p:nvPicPr>
          <p:blipFill>
            <a:blip r:embed="rId6" cstate="print"/>
            <a:stretch>
              <a:fillRect/>
            </a:stretch>
          </p:blipFill>
          <p:spPr>
            <a:xfrm>
              <a:off x="3011424" y="1527047"/>
              <a:ext cx="1709927" cy="673608"/>
            </a:xfrm>
            <a:prstGeom prst="rect">
              <a:avLst/>
            </a:prstGeom>
          </p:spPr>
        </p:pic>
      </p:grpSp>
      <p:sp>
        <p:nvSpPr>
          <p:cNvPr id="10" name="object 10"/>
          <p:cNvSpPr txBox="1"/>
          <p:nvPr/>
        </p:nvSpPr>
        <p:spPr>
          <a:xfrm>
            <a:off x="1578188" y="1593596"/>
            <a:ext cx="2943860" cy="391160"/>
          </a:xfrm>
          <a:prstGeom prst="rect">
            <a:avLst/>
          </a:prstGeom>
        </p:spPr>
        <p:txBody>
          <a:bodyPr vert="horz" wrap="square" lIns="0" tIns="12700" rIns="0" bIns="0" rtlCol="0">
            <a:spAutoFit/>
          </a:bodyPr>
          <a:lstStyle/>
          <a:p>
            <a:pPr marL="12700">
              <a:lnSpc>
                <a:spcPct val="100000"/>
              </a:lnSpc>
              <a:spcBef>
                <a:spcPts val="100"/>
              </a:spcBef>
            </a:pPr>
            <a:r>
              <a:rPr sz="2400" b="1" dirty="0">
                <a:latin typeface="Corbel"/>
                <a:cs typeface="Corbel"/>
              </a:rPr>
              <a:t>Component</a:t>
            </a:r>
            <a:r>
              <a:rPr sz="2400" b="1" spc="-75" dirty="0">
                <a:latin typeface="Corbel"/>
                <a:cs typeface="Corbel"/>
              </a:rPr>
              <a:t> </a:t>
            </a:r>
            <a:r>
              <a:rPr sz="2400" b="1" spc="-10" dirty="0">
                <a:latin typeface="Corbel"/>
                <a:cs typeface="Corbel"/>
              </a:rPr>
              <a:t>interfaces</a:t>
            </a:r>
            <a:endParaRPr sz="2400">
              <a:latin typeface="Corbel"/>
              <a:cs typeface="Corbel"/>
            </a:endParaRPr>
          </a:p>
        </p:txBody>
      </p:sp>
      <p:grpSp>
        <p:nvGrpSpPr>
          <p:cNvPr id="11" name="object 11"/>
          <p:cNvGrpSpPr/>
          <p:nvPr/>
        </p:nvGrpSpPr>
        <p:grpSpPr>
          <a:xfrm>
            <a:off x="1548383" y="2127504"/>
            <a:ext cx="3017520" cy="673735"/>
            <a:chOff x="1548383" y="2127504"/>
            <a:chExt cx="3017520" cy="673735"/>
          </a:xfrm>
        </p:grpSpPr>
        <p:pic>
          <p:nvPicPr>
            <p:cNvPr id="12" name="object 12"/>
            <p:cNvPicPr/>
            <p:nvPr/>
          </p:nvPicPr>
          <p:blipFill>
            <a:blip r:embed="rId7" cstate="print"/>
            <a:stretch>
              <a:fillRect/>
            </a:stretch>
          </p:blipFill>
          <p:spPr>
            <a:xfrm>
              <a:off x="1548383" y="2127504"/>
              <a:ext cx="1618488" cy="673608"/>
            </a:xfrm>
            <a:prstGeom prst="rect">
              <a:avLst/>
            </a:prstGeom>
          </p:spPr>
        </p:pic>
        <p:pic>
          <p:nvPicPr>
            <p:cNvPr id="13" name="object 13"/>
            <p:cNvPicPr/>
            <p:nvPr/>
          </p:nvPicPr>
          <p:blipFill>
            <a:blip r:embed="rId8" cstate="print"/>
            <a:stretch>
              <a:fillRect/>
            </a:stretch>
          </p:blipFill>
          <p:spPr>
            <a:xfrm>
              <a:off x="2755391" y="2127504"/>
              <a:ext cx="512064" cy="673608"/>
            </a:xfrm>
            <a:prstGeom prst="rect">
              <a:avLst/>
            </a:prstGeom>
          </p:spPr>
        </p:pic>
        <p:pic>
          <p:nvPicPr>
            <p:cNvPr id="14" name="object 14"/>
            <p:cNvPicPr/>
            <p:nvPr/>
          </p:nvPicPr>
          <p:blipFill>
            <a:blip r:embed="rId9" cstate="print"/>
            <a:stretch>
              <a:fillRect/>
            </a:stretch>
          </p:blipFill>
          <p:spPr>
            <a:xfrm>
              <a:off x="2916936" y="2127504"/>
              <a:ext cx="1648967" cy="673608"/>
            </a:xfrm>
            <a:prstGeom prst="rect">
              <a:avLst/>
            </a:prstGeom>
          </p:spPr>
        </p:pic>
      </p:grpSp>
      <p:sp>
        <p:nvSpPr>
          <p:cNvPr id="15" name="object 15"/>
          <p:cNvSpPr txBox="1"/>
          <p:nvPr/>
        </p:nvSpPr>
        <p:spPr>
          <a:xfrm>
            <a:off x="1734557" y="2194052"/>
            <a:ext cx="263080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orbel"/>
                <a:cs typeface="Corbel"/>
              </a:rPr>
              <a:t>Liveware</a:t>
            </a:r>
            <a:r>
              <a:rPr sz="2400" spc="-45" dirty="0">
                <a:latin typeface="Corbel"/>
                <a:cs typeface="Corbel"/>
              </a:rPr>
              <a:t> </a:t>
            </a:r>
            <a:r>
              <a:rPr sz="2400" dirty="0">
                <a:latin typeface="Corbel"/>
                <a:cs typeface="Corbel"/>
              </a:rPr>
              <a:t>-</a:t>
            </a:r>
            <a:r>
              <a:rPr sz="2400" spc="-50" dirty="0">
                <a:latin typeface="Corbel"/>
                <a:cs typeface="Corbel"/>
              </a:rPr>
              <a:t> </a:t>
            </a:r>
            <a:r>
              <a:rPr sz="2400" spc="-10" dirty="0">
                <a:latin typeface="Corbel"/>
                <a:cs typeface="Corbel"/>
              </a:rPr>
              <a:t>Hardware</a:t>
            </a:r>
            <a:endParaRPr sz="2400">
              <a:latin typeface="Corbel"/>
              <a:cs typeface="Corbel"/>
            </a:endParaRPr>
          </a:p>
        </p:txBody>
      </p:sp>
      <p:grpSp>
        <p:nvGrpSpPr>
          <p:cNvPr id="16" name="object 16"/>
          <p:cNvGrpSpPr/>
          <p:nvPr/>
        </p:nvGrpSpPr>
        <p:grpSpPr>
          <a:xfrm>
            <a:off x="5258544" y="1578246"/>
            <a:ext cx="74295" cy="4599940"/>
            <a:chOff x="5258544" y="1578246"/>
            <a:chExt cx="74295" cy="4599940"/>
          </a:xfrm>
        </p:grpSpPr>
        <p:sp>
          <p:nvSpPr>
            <p:cNvPr id="17" name="object 17"/>
            <p:cNvSpPr/>
            <p:nvPr/>
          </p:nvSpPr>
          <p:spPr>
            <a:xfrm>
              <a:off x="5266481" y="1586184"/>
              <a:ext cx="58419" cy="4584065"/>
            </a:xfrm>
            <a:custGeom>
              <a:avLst/>
              <a:gdLst/>
              <a:ahLst/>
              <a:cxnLst/>
              <a:rect l="l" t="t" r="r" b="b"/>
              <a:pathLst>
                <a:path w="58420" h="4584065">
                  <a:moveTo>
                    <a:pt x="57873" y="0"/>
                  </a:moveTo>
                  <a:lnTo>
                    <a:pt x="0" y="0"/>
                  </a:lnTo>
                  <a:lnTo>
                    <a:pt x="0" y="4583783"/>
                  </a:lnTo>
                  <a:lnTo>
                    <a:pt x="57873" y="4583783"/>
                  </a:lnTo>
                  <a:lnTo>
                    <a:pt x="57873" y="0"/>
                  </a:lnTo>
                  <a:close/>
                </a:path>
              </a:pathLst>
            </a:custGeom>
            <a:solidFill>
              <a:srgbClr val="1CADE4"/>
            </a:solidFill>
          </p:spPr>
          <p:txBody>
            <a:bodyPr wrap="square" lIns="0" tIns="0" rIns="0" bIns="0" rtlCol="0"/>
            <a:lstStyle/>
            <a:p>
              <a:endParaRPr/>
            </a:p>
          </p:txBody>
        </p:sp>
        <p:sp>
          <p:nvSpPr>
            <p:cNvPr id="18" name="object 18"/>
            <p:cNvSpPr/>
            <p:nvPr/>
          </p:nvSpPr>
          <p:spPr>
            <a:xfrm>
              <a:off x="5266481" y="1586184"/>
              <a:ext cx="58419" cy="4584065"/>
            </a:xfrm>
            <a:custGeom>
              <a:avLst/>
              <a:gdLst/>
              <a:ahLst/>
              <a:cxnLst/>
              <a:rect l="l" t="t" r="r" b="b"/>
              <a:pathLst>
                <a:path w="58420" h="4584065">
                  <a:moveTo>
                    <a:pt x="0" y="0"/>
                  </a:moveTo>
                  <a:lnTo>
                    <a:pt x="57874" y="0"/>
                  </a:lnTo>
                  <a:lnTo>
                    <a:pt x="57874" y="4583784"/>
                  </a:lnTo>
                  <a:lnTo>
                    <a:pt x="0" y="4583784"/>
                  </a:lnTo>
                  <a:lnTo>
                    <a:pt x="0" y="0"/>
                  </a:lnTo>
                  <a:close/>
                </a:path>
              </a:pathLst>
            </a:custGeom>
            <a:ln w="15875">
              <a:solidFill>
                <a:srgbClr val="117EA7"/>
              </a:solidFill>
            </a:ln>
          </p:spPr>
          <p:txBody>
            <a:bodyPr wrap="square" lIns="0" tIns="0" rIns="0" bIns="0" rtlCol="0"/>
            <a:lstStyle/>
            <a:p>
              <a:endParaRPr/>
            </a:p>
          </p:txBody>
        </p:sp>
      </p:grpSp>
      <p:pic>
        <p:nvPicPr>
          <p:cNvPr id="19" name="object 19"/>
          <p:cNvPicPr/>
          <p:nvPr/>
        </p:nvPicPr>
        <p:blipFill>
          <a:blip r:embed="rId10" cstate="print"/>
          <a:stretch>
            <a:fillRect/>
          </a:stretch>
        </p:blipFill>
        <p:spPr>
          <a:xfrm>
            <a:off x="5819666" y="1586184"/>
            <a:ext cx="719999" cy="719999"/>
          </a:xfrm>
          <a:prstGeom prst="rect">
            <a:avLst/>
          </a:prstGeom>
        </p:spPr>
      </p:pic>
      <p:pic>
        <p:nvPicPr>
          <p:cNvPr id="20" name="object 20"/>
          <p:cNvPicPr/>
          <p:nvPr/>
        </p:nvPicPr>
        <p:blipFill>
          <a:blip r:embed="rId11" cstate="print"/>
          <a:stretch>
            <a:fillRect/>
          </a:stretch>
        </p:blipFill>
        <p:spPr>
          <a:xfrm>
            <a:off x="5819666" y="3069000"/>
            <a:ext cx="719999" cy="719999"/>
          </a:xfrm>
          <a:prstGeom prst="rect">
            <a:avLst/>
          </a:prstGeom>
        </p:spPr>
      </p:pic>
      <p:pic>
        <p:nvPicPr>
          <p:cNvPr id="21" name="object 21"/>
          <p:cNvPicPr/>
          <p:nvPr/>
        </p:nvPicPr>
        <p:blipFill>
          <a:blip r:embed="rId12" cstate="print"/>
          <a:stretch>
            <a:fillRect/>
          </a:stretch>
        </p:blipFill>
        <p:spPr>
          <a:xfrm>
            <a:off x="5841602" y="4749769"/>
            <a:ext cx="719999" cy="719999"/>
          </a:xfrm>
          <a:prstGeom prst="rect">
            <a:avLst/>
          </a:prstGeom>
        </p:spPr>
      </p:pic>
      <p:pic>
        <p:nvPicPr>
          <p:cNvPr id="22" name="object 22"/>
          <p:cNvPicPr/>
          <p:nvPr/>
        </p:nvPicPr>
        <p:blipFill>
          <a:blip r:embed="rId13" cstate="print"/>
          <a:stretch>
            <a:fillRect/>
          </a:stretch>
        </p:blipFill>
        <p:spPr>
          <a:xfrm>
            <a:off x="6943343" y="1423416"/>
            <a:ext cx="3035807" cy="676655"/>
          </a:xfrm>
          <a:prstGeom prst="rect">
            <a:avLst/>
          </a:prstGeom>
        </p:spPr>
      </p:pic>
      <p:sp>
        <p:nvSpPr>
          <p:cNvPr id="23" name="object 23"/>
          <p:cNvSpPr txBox="1"/>
          <p:nvPr/>
        </p:nvSpPr>
        <p:spPr>
          <a:xfrm>
            <a:off x="7113718" y="1493011"/>
            <a:ext cx="2807970" cy="803910"/>
          </a:xfrm>
          <a:prstGeom prst="rect">
            <a:avLst/>
          </a:prstGeom>
        </p:spPr>
        <p:txBody>
          <a:bodyPr vert="horz" wrap="square" lIns="0" tIns="12700" rIns="0" bIns="0" rtlCol="0">
            <a:spAutoFit/>
          </a:bodyPr>
          <a:lstStyle/>
          <a:p>
            <a:pPr marL="26034">
              <a:lnSpc>
                <a:spcPct val="100000"/>
              </a:lnSpc>
              <a:spcBef>
                <a:spcPts val="100"/>
              </a:spcBef>
            </a:pPr>
            <a:r>
              <a:rPr sz="2400" dirty="0">
                <a:latin typeface="Corbel"/>
                <a:cs typeface="Corbel"/>
              </a:rPr>
              <a:t>Operator</a:t>
            </a:r>
            <a:r>
              <a:rPr sz="2400" spc="-40" dirty="0">
                <a:latin typeface="Corbel"/>
                <a:cs typeface="Corbel"/>
              </a:rPr>
              <a:t> </a:t>
            </a:r>
            <a:r>
              <a:rPr sz="2400" dirty="0">
                <a:latin typeface="Corbel"/>
                <a:cs typeface="Corbel"/>
              </a:rPr>
              <a:t>to</a:t>
            </a:r>
            <a:r>
              <a:rPr sz="2400" spc="-40" dirty="0">
                <a:latin typeface="Corbel"/>
                <a:cs typeface="Corbel"/>
              </a:rPr>
              <a:t> </a:t>
            </a:r>
            <a:r>
              <a:rPr sz="2400" spc="-10" dirty="0">
                <a:latin typeface="Corbel"/>
                <a:cs typeface="Corbel"/>
              </a:rPr>
              <a:t>Machine</a:t>
            </a:r>
            <a:endParaRPr sz="2400">
              <a:latin typeface="Corbel"/>
              <a:cs typeface="Corbel"/>
            </a:endParaRPr>
          </a:p>
          <a:p>
            <a:pPr marL="12700">
              <a:lnSpc>
                <a:spcPct val="100000"/>
              </a:lnSpc>
              <a:spcBef>
                <a:spcPts val="1325"/>
              </a:spcBef>
            </a:pPr>
            <a:r>
              <a:rPr sz="1600" dirty="0">
                <a:latin typeface="Corbel"/>
                <a:cs typeface="Corbel"/>
              </a:rPr>
              <a:t>User</a:t>
            </a:r>
            <a:r>
              <a:rPr sz="1600" spc="-40" dirty="0">
                <a:latin typeface="Corbel"/>
                <a:cs typeface="Corbel"/>
              </a:rPr>
              <a:t> </a:t>
            </a:r>
            <a:r>
              <a:rPr sz="1600" dirty="0">
                <a:latin typeface="Corbel"/>
                <a:cs typeface="Corbel"/>
              </a:rPr>
              <a:t>reaction</a:t>
            </a:r>
            <a:r>
              <a:rPr sz="1600" spc="-40" dirty="0">
                <a:latin typeface="Corbel"/>
                <a:cs typeface="Corbel"/>
              </a:rPr>
              <a:t> </a:t>
            </a:r>
            <a:r>
              <a:rPr sz="1600" dirty="0">
                <a:latin typeface="Corbel"/>
                <a:cs typeface="Corbel"/>
              </a:rPr>
              <a:t>to</a:t>
            </a:r>
            <a:r>
              <a:rPr sz="1600" spc="-40" dirty="0">
                <a:latin typeface="Corbel"/>
                <a:cs typeface="Corbel"/>
              </a:rPr>
              <a:t> </a:t>
            </a:r>
            <a:r>
              <a:rPr sz="1600" dirty="0">
                <a:latin typeface="Corbel"/>
                <a:cs typeface="Corbel"/>
              </a:rPr>
              <a:t>aviation</a:t>
            </a:r>
            <a:r>
              <a:rPr sz="1600" spc="-35" dirty="0">
                <a:latin typeface="Corbel"/>
                <a:cs typeface="Corbel"/>
              </a:rPr>
              <a:t> </a:t>
            </a:r>
            <a:r>
              <a:rPr sz="1600" spc="-10" dirty="0">
                <a:latin typeface="Corbel"/>
                <a:cs typeface="Corbel"/>
              </a:rPr>
              <a:t>systems</a:t>
            </a:r>
            <a:endParaRPr sz="1600">
              <a:latin typeface="Corbel"/>
              <a:cs typeface="Corbel"/>
            </a:endParaRPr>
          </a:p>
        </p:txBody>
      </p:sp>
      <p:pic>
        <p:nvPicPr>
          <p:cNvPr id="24" name="object 24"/>
          <p:cNvPicPr/>
          <p:nvPr/>
        </p:nvPicPr>
        <p:blipFill>
          <a:blip r:embed="rId14" cstate="print"/>
          <a:stretch>
            <a:fillRect/>
          </a:stretch>
        </p:blipFill>
        <p:spPr>
          <a:xfrm>
            <a:off x="6961631" y="2907792"/>
            <a:ext cx="2599944" cy="673608"/>
          </a:xfrm>
          <a:prstGeom prst="rect">
            <a:avLst/>
          </a:prstGeom>
        </p:spPr>
      </p:pic>
      <p:sp>
        <p:nvSpPr>
          <p:cNvPr id="25" name="object 25"/>
          <p:cNvSpPr txBox="1"/>
          <p:nvPr/>
        </p:nvSpPr>
        <p:spPr>
          <a:xfrm>
            <a:off x="7113716" y="2812796"/>
            <a:ext cx="3034665" cy="1148080"/>
          </a:xfrm>
          <a:prstGeom prst="rect">
            <a:avLst/>
          </a:prstGeom>
        </p:spPr>
        <p:txBody>
          <a:bodyPr vert="horz" wrap="square" lIns="0" tIns="173990" rIns="0" bIns="0" rtlCol="0">
            <a:spAutoFit/>
          </a:bodyPr>
          <a:lstStyle/>
          <a:p>
            <a:pPr marL="45085">
              <a:lnSpc>
                <a:spcPct val="100000"/>
              </a:lnSpc>
              <a:spcBef>
                <a:spcPts val="1370"/>
              </a:spcBef>
            </a:pPr>
            <a:r>
              <a:rPr sz="2400" dirty="0">
                <a:latin typeface="Corbel"/>
                <a:cs typeface="Corbel"/>
              </a:rPr>
              <a:t>Physical</a:t>
            </a:r>
            <a:r>
              <a:rPr sz="2400" spc="-75" dirty="0">
                <a:latin typeface="Corbel"/>
                <a:cs typeface="Corbel"/>
              </a:rPr>
              <a:t> </a:t>
            </a:r>
            <a:r>
              <a:rPr sz="2400" spc="-10" dirty="0">
                <a:latin typeface="Corbel"/>
                <a:cs typeface="Corbel"/>
              </a:rPr>
              <a:t>Features</a:t>
            </a:r>
            <a:endParaRPr sz="2400">
              <a:latin typeface="Corbel"/>
              <a:cs typeface="Corbel"/>
            </a:endParaRPr>
          </a:p>
          <a:p>
            <a:pPr marL="12700" marR="5080">
              <a:lnSpc>
                <a:spcPct val="100000"/>
              </a:lnSpc>
              <a:spcBef>
                <a:spcPts val="850"/>
              </a:spcBef>
            </a:pPr>
            <a:r>
              <a:rPr sz="1600" dirty="0">
                <a:latin typeface="Corbel"/>
                <a:cs typeface="Corbel"/>
              </a:rPr>
              <a:t>Configurations,</a:t>
            </a:r>
            <a:r>
              <a:rPr sz="1600" spc="135" dirty="0">
                <a:latin typeface="Corbel"/>
                <a:cs typeface="Corbel"/>
              </a:rPr>
              <a:t>  </a:t>
            </a:r>
            <a:r>
              <a:rPr sz="1600" dirty="0">
                <a:latin typeface="Corbel"/>
                <a:cs typeface="Corbel"/>
              </a:rPr>
              <a:t>controls,</a:t>
            </a:r>
            <a:r>
              <a:rPr sz="1600" spc="135" dirty="0">
                <a:latin typeface="Corbel"/>
                <a:cs typeface="Corbel"/>
              </a:rPr>
              <a:t>  </a:t>
            </a:r>
            <a:r>
              <a:rPr sz="1600" spc="-10" dirty="0">
                <a:latin typeface="Corbel"/>
                <a:cs typeface="Corbel"/>
              </a:rPr>
              <a:t>displays, systems</a:t>
            </a:r>
            <a:endParaRPr sz="1600">
              <a:latin typeface="Corbel"/>
              <a:cs typeface="Corbel"/>
            </a:endParaRPr>
          </a:p>
        </p:txBody>
      </p:sp>
      <p:sp>
        <p:nvSpPr>
          <p:cNvPr id="26" name="object 26"/>
          <p:cNvSpPr txBox="1"/>
          <p:nvPr/>
        </p:nvSpPr>
        <p:spPr>
          <a:xfrm>
            <a:off x="10247441" y="3447796"/>
            <a:ext cx="131445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Corbel"/>
                <a:cs typeface="Corbel"/>
              </a:rPr>
              <a:t>and</a:t>
            </a:r>
            <a:r>
              <a:rPr sz="1600" spc="160" dirty="0">
                <a:latin typeface="Corbel"/>
                <a:cs typeface="Corbel"/>
              </a:rPr>
              <a:t>  </a:t>
            </a:r>
            <a:r>
              <a:rPr sz="1600" spc="-10" dirty="0">
                <a:latin typeface="Corbel"/>
                <a:cs typeface="Corbel"/>
              </a:rPr>
              <a:t>functional</a:t>
            </a:r>
            <a:endParaRPr sz="1600">
              <a:latin typeface="Corbel"/>
              <a:cs typeface="Corbel"/>
            </a:endParaRPr>
          </a:p>
        </p:txBody>
      </p:sp>
      <p:pic>
        <p:nvPicPr>
          <p:cNvPr id="27" name="object 27"/>
          <p:cNvPicPr/>
          <p:nvPr/>
        </p:nvPicPr>
        <p:blipFill>
          <a:blip r:embed="rId15" cstate="print"/>
          <a:stretch>
            <a:fillRect/>
          </a:stretch>
        </p:blipFill>
        <p:spPr>
          <a:xfrm>
            <a:off x="6943343" y="4587240"/>
            <a:ext cx="3124200" cy="676656"/>
          </a:xfrm>
          <a:prstGeom prst="rect">
            <a:avLst/>
          </a:prstGeom>
        </p:spPr>
      </p:pic>
      <p:sp>
        <p:nvSpPr>
          <p:cNvPr id="28" name="object 28"/>
          <p:cNvSpPr txBox="1"/>
          <p:nvPr/>
        </p:nvSpPr>
        <p:spPr>
          <a:xfrm>
            <a:off x="7127857" y="4656835"/>
            <a:ext cx="4528185" cy="1038860"/>
          </a:xfrm>
          <a:prstGeom prst="rect">
            <a:avLst/>
          </a:prstGeom>
        </p:spPr>
        <p:txBody>
          <a:bodyPr vert="horz" wrap="square" lIns="0" tIns="12700" rIns="0" bIns="0" rtlCol="0">
            <a:spAutoFit/>
          </a:bodyPr>
          <a:lstStyle/>
          <a:p>
            <a:pPr marL="12700">
              <a:lnSpc>
                <a:spcPct val="100000"/>
              </a:lnSpc>
              <a:spcBef>
                <a:spcPts val="100"/>
              </a:spcBef>
            </a:pPr>
            <a:r>
              <a:rPr sz="2400" dirty="0">
                <a:latin typeface="Corbel"/>
                <a:cs typeface="Corbel"/>
              </a:rPr>
              <a:t>Interface</a:t>
            </a:r>
            <a:r>
              <a:rPr sz="2400" spc="-55" dirty="0">
                <a:latin typeface="Corbel"/>
                <a:cs typeface="Corbel"/>
              </a:rPr>
              <a:t> </a:t>
            </a:r>
            <a:r>
              <a:rPr sz="2400" spc="-10" dirty="0">
                <a:latin typeface="Corbel"/>
                <a:cs typeface="Corbel"/>
              </a:rPr>
              <a:t>Mismatches</a:t>
            </a:r>
            <a:endParaRPr sz="2400">
              <a:latin typeface="Corbel"/>
              <a:cs typeface="Corbel"/>
            </a:endParaRPr>
          </a:p>
          <a:p>
            <a:pPr marL="31115" marR="5080">
              <a:lnSpc>
                <a:spcPts val="1900"/>
              </a:lnSpc>
              <a:spcBef>
                <a:spcPts val="1360"/>
              </a:spcBef>
            </a:pPr>
            <a:r>
              <a:rPr sz="1600" dirty="0">
                <a:latin typeface="Corbel"/>
                <a:cs typeface="Corbel"/>
              </a:rPr>
              <a:t>Poorly</a:t>
            </a:r>
            <a:r>
              <a:rPr sz="1600" spc="-25" dirty="0">
                <a:latin typeface="Corbel"/>
                <a:cs typeface="Corbel"/>
              </a:rPr>
              <a:t> </a:t>
            </a:r>
            <a:r>
              <a:rPr sz="1600" dirty="0">
                <a:latin typeface="Corbel"/>
                <a:cs typeface="Corbel"/>
              </a:rPr>
              <a:t>designed</a:t>
            </a:r>
            <a:r>
              <a:rPr sz="1600" spc="-15" dirty="0">
                <a:latin typeface="Corbel"/>
                <a:cs typeface="Corbel"/>
              </a:rPr>
              <a:t> </a:t>
            </a:r>
            <a:r>
              <a:rPr sz="1600" dirty="0">
                <a:latin typeface="Corbel"/>
                <a:cs typeface="Corbel"/>
              </a:rPr>
              <a:t>equipment,</a:t>
            </a:r>
            <a:r>
              <a:rPr sz="1600" spc="-15" dirty="0">
                <a:latin typeface="Corbel"/>
                <a:cs typeface="Corbel"/>
              </a:rPr>
              <a:t> </a:t>
            </a:r>
            <a:r>
              <a:rPr sz="1600" dirty="0">
                <a:latin typeface="Corbel"/>
                <a:cs typeface="Corbel"/>
              </a:rPr>
              <a:t>instrument</a:t>
            </a:r>
            <a:r>
              <a:rPr sz="1600" spc="-25" dirty="0">
                <a:latin typeface="Corbel"/>
                <a:cs typeface="Corbel"/>
              </a:rPr>
              <a:t> </a:t>
            </a:r>
            <a:r>
              <a:rPr sz="1600" dirty="0">
                <a:latin typeface="Corbel"/>
                <a:cs typeface="Corbel"/>
              </a:rPr>
              <a:t>location,</a:t>
            </a:r>
            <a:r>
              <a:rPr sz="1600" spc="-15" dirty="0">
                <a:latin typeface="Corbel"/>
                <a:cs typeface="Corbel"/>
              </a:rPr>
              <a:t> </a:t>
            </a:r>
            <a:r>
              <a:rPr sz="1600" spc="-25" dirty="0">
                <a:latin typeface="Corbel"/>
                <a:cs typeface="Corbel"/>
              </a:rPr>
              <a:t>and </a:t>
            </a:r>
            <a:r>
              <a:rPr sz="1600" dirty="0">
                <a:latin typeface="Corbel"/>
                <a:cs typeface="Corbel"/>
              </a:rPr>
              <a:t>warning</a:t>
            </a:r>
            <a:r>
              <a:rPr sz="1600" spc="-50" dirty="0">
                <a:latin typeface="Corbel"/>
                <a:cs typeface="Corbel"/>
              </a:rPr>
              <a:t> </a:t>
            </a:r>
            <a:r>
              <a:rPr sz="1600" spc="-10" dirty="0">
                <a:latin typeface="Corbel"/>
                <a:cs typeface="Corbel"/>
              </a:rPr>
              <a:t>systems</a:t>
            </a:r>
            <a:endParaRPr sz="1600">
              <a:latin typeface="Corbel"/>
              <a:cs typeface="Corbel"/>
            </a:endParaRPr>
          </a:p>
        </p:txBody>
      </p:sp>
      <p:pic>
        <p:nvPicPr>
          <p:cNvPr id="29" name="object 29"/>
          <p:cNvPicPr/>
          <p:nvPr/>
        </p:nvPicPr>
        <p:blipFill>
          <a:blip r:embed="rId16" cstate="print"/>
          <a:stretch>
            <a:fillRect/>
          </a:stretch>
        </p:blipFill>
        <p:spPr>
          <a:xfrm>
            <a:off x="2287694" y="3126920"/>
            <a:ext cx="1448001" cy="1295580"/>
          </a:xfrm>
          <a:prstGeom prst="rect">
            <a:avLst/>
          </a:prstGeom>
        </p:spPr>
      </p:pic>
      <p:sp>
        <p:nvSpPr>
          <p:cNvPr id="30" name="object 30"/>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34</a:t>
            </a:fld>
            <a:endParaRPr spc="-2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7291" rIns="0" bIns="0" rtlCol="0">
            <a:spAutoFit/>
          </a:bodyPr>
          <a:lstStyle/>
          <a:p>
            <a:pPr marL="640715">
              <a:lnSpc>
                <a:spcPct val="100000"/>
              </a:lnSpc>
              <a:spcBef>
                <a:spcPts val="100"/>
              </a:spcBef>
            </a:pPr>
            <a:r>
              <a:rPr b="1" dirty="0">
                <a:latin typeface="Corbel"/>
                <a:cs typeface="Corbel"/>
              </a:rPr>
              <a:t>050</a:t>
            </a:r>
            <a:r>
              <a:rPr b="1" spc="-50" dirty="0">
                <a:latin typeface="Corbel"/>
                <a:cs typeface="Corbel"/>
              </a:rPr>
              <a:t> </a:t>
            </a:r>
            <a:r>
              <a:rPr b="1" dirty="0">
                <a:latin typeface="Corbel"/>
                <a:cs typeface="Corbel"/>
              </a:rPr>
              <a:t>01</a:t>
            </a:r>
            <a:r>
              <a:rPr b="1" spc="-35" dirty="0">
                <a:latin typeface="Corbel"/>
                <a:cs typeface="Corbel"/>
              </a:rPr>
              <a:t> </a:t>
            </a:r>
            <a:r>
              <a:rPr b="1" dirty="0">
                <a:latin typeface="Corbel"/>
                <a:cs typeface="Corbel"/>
              </a:rPr>
              <a:t>00:</a:t>
            </a:r>
            <a:r>
              <a:rPr b="1" spc="-35" dirty="0">
                <a:latin typeface="Corbel"/>
                <a:cs typeface="Corbel"/>
              </a:rPr>
              <a:t> </a:t>
            </a:r>
            <a:r>
              <a:rPr b="1" dirty="0">
                <a:latin typeface="Corbel"/>
                <a:cs typeface="Corbel"/>
              </a:rPr>
              <a:t>Human</a:t>
            </a:r>
            <a:r>
              <a:rPr b="1" spc="-30" dirty="0">
                <a:latin typeface="Corbel"/>
                <a:cs typeface="Corbel"/>
              </a:rPr>
              <a:t> </a:t>
            </a:r>
            <a:r>
              <a:rPr b="1" dirty="0">
                <a:latin typeface="Corbel"/>
                <a:cs typeface="Corbel"/>
              </a:rPr>
              <a:t>Factors</a:t>
            </a:r>
            <a:r>
              <a:rPr b="1" spc="-35" dirty="0">
                <a:latin typeface="Corbel"/>
                <a:cs typeface="Corbel"/>
              </a:rPr>
              <a:t> </a:t>
            </a:r>
            <a:r>
              <a:rPr b="1" dirty="0">
                <a:latin typeface="Corbel"/>
                <a:cs typeface="Corbel"/>
              </a:rPr>
              <a:t>in</a:t>
            </a:r>
            <a:r>
              <a:rPr b="1" spc="-105" dirty="0">
                <a:latin typeface="Corbel"/>
                <a:cs typeface="Corbel"/>
              </a:rPr>
              <a:t> </a:t>
            </a:r>
            <a:r>
              <a:rPr b="1" spc="-10" dirty="0">
                <a:latin typeface="Corbel"/>
                <a:cs typeface="Corbel"/>
              </a:rPr>
              <a:t>Aviation</a:t>
            </a:r>
          </a:p>
          <a:p>
            <a:pPr marL="640715">
              <a:lnSpc>
                <a:spcPct val="100000"/>
              </a:lnSpc>
            </a:pPr>
            <a:r>
              <a:rPr dirty="0"/>
              <a:t>050</a:t>
            </a:r>
            <a:r>
              <a:rPr spc="-40" dirty="0"/>
              <a:t> </a:t>
            </a:r>
            <a:r>
              <a:rPr dirty="0"/>
              <a:t>01</a:t>
            </a:r>
            <a:r>
              <a:rPr spc="-35" dirty="0"/>
              <a:t> </a:t>
            </a:r>
            <a:r>
              <a:rPr dirty="0"/>
              <a:t>01:</a:t>
            </a:r>
            <a:r>
              <a:rPr spc="-90" dirty="0"/>
              <a:t> </a:t>
            </a:r>
            <a:r>
              <a:rPr dirty="0"/>
              <a:t>Understand</a:t>
            </a:r>
            <a:r>
              <a:rPr spc="-35" dirty="0"/>
              <a:t> </a:t>
            </a:r>
            <a:r>
              <a:rPr dirty="0"/>
              <a:t>the</a:t>
            </a:r>
            <a:r>
              <a:rPr spc="-75" dirty="0"/>
              <a:t> </a:t>
            </a:r>
            <a:r>
              <a:rPr dirty="0"/>
              <a:t>SHELL</a:t>
            </a:r>
            <a:r>
              <a:rPr spc="-40" dirty="0"/>
              <a:t> </a:t>
            </a:r>
            <a:r>
              <a:rPr spc="-10" dirty="0"/>
              <a:t>model</a:t>
            </a:r>
          </a:p>
        </p:txBody>
      </p:sp>
      <p:grpSp>
        <p:nvGrpSpPr>
          <p:cNvPr id="3" name="object 3"/>
          <p:cNvGrpSpPr/>
          <p:nvPr/>
        </p:nvGrpSpPr>
        <p:grpSpPr>
          <a:xfrm>
            <a:off x="1350263" y="1527047"/>
            <a:ext cx="3413760" cy="1274445"/>
            <a:chOff x="1350263" y="1527047"/>
            <a:chExt cx="3413760" cy="1274445"/>
          </a:xfrm>
        </p:grpSpPr>
        <p:pic>
          <p:nvPicPr>
            <p:cNvPr id="4" name="object 4"/>
            <p:cNvPicPr/>
            <p:nvPr/>
          </p:nvPicPr>
          <p:blipFill>
            <a:blip r:embed="rId3" cstate="print"/>
            <a:stretch>
              <a:fillRect/>
            </a:stretch>
          </p:blipFill>
          <p:spPr>
            <a:xfrm>
              <a:off x="1392935" y="1527047"/>
              <a:ext cx="2029967" cy="673608"/>
            </a:xfrm>
            <a:prstGeom prst="rect">
              <a:avLst/>
            </a:prstGeom>
          </p:spPr>
        </p:pic>
        <p:pic>
          <p:nvPicPr>
            <p:cNvPr id="5" name="object 5"/>
            <p:cNvPicPr/>
            <p:nvPr/>
          </p:nvPicPr>
          <p:blipFill>
            <a:blip r:embed="rId4" cstate="print"/>
            <a:stretch>
              <a:fillRect/>
            </a:stretch>
          </p:blipFill>
          <p:spPr>
            <a:xfrm>
              <a:off x="3011424" y="1527047"/>
              <a:ext cx="1709927" cy="673608"/>
            </a:xfrm>
            <a:prstGeom prst="rect">
              <a:avLst/>
            </a:prstGeom>
          </p:spPr>
        </p:pic>
        <p:pic>
          <p:nvPicPr>
            <p:cNvPr id="6" name="object 6"/>
            <p:cNvPicPr/>
            <p:nvPr/>
          </p:nvPicPr>
          <p:blipFill>
            <a:blip r:embed="rId5" cstate="print"/>
            <a:stretch>
              <a:fillRect/>
            </a:stretch>
          </p:blipFill>
          <p:spPr>
            <a:xfrm>
              <a:off x="1350263" y="2127503"/>
              <a:ext cx="1615439" cy="673608"/>
            </a:xfrm>
            <a:prstGeom prst="rect">
              <a:avLst/>
            </a:prstGeom>
          </p:spPr>
        </p:pic>
        <p:pic>
          <p:nvPicPr>
            <p:cNvPr id="7" name="object 7"/>
            <p:cNvPicPr/>
            <p:nvPr/>
          </p:nvPicPr>
          <p:blipFill>
            <a:blip r:embed="rId6" cstate="print"/>
            <a:stretch>
              <a:fillRect/>
            </a:stretch>
          </p:blipFill>
          <p:spPr>
            <a:xfrm>
              <a:off x="2554224" y="2127503"/>
              <a:ext cx="515112" cy="673608"/>
            </a:xfrm>
            <a:prstGeom prst="rect">
              <a:avLst/>
            </a:prstGeom>
          </p:spPr>
        </p:pic>
        <p:pic>
          <p:nvPicPr>
            <p:cNvPr id="8" name="object 8"/>
            <p:cNvPicPr/>
            <p:nvPr/>
          </p:nvPicPr>
          <p:blipFill>
            <a:blip r:embed="rId7" cstate="print"/>
            <a:stretch>
              <a:fillRect/>
            </a:stretch>
          </p:blipFill>
          <p:spPr>
            <a:xfrm>
              <a:off x="2718816" y="2127503"/>
              <a:ext cx="2045208" cy="673608"/>
            </a:xfrm>
            <a:prstGeom prst="rect">
              <a:avLst/>
            </a:prstGeom>
          </p:spPr>
        </p:pic>
      </p:grpSp>
      <p:sp>
        <p:nvSpPr>
          <p:cNvPr id="9" name="object 9"/>
          <p:cNvSpPr txBox="1"/>
          <p:nvPr/>
        </p:nvSpPr>
        <p:spPr>
          <a:xfrm>
            <a:off x="1535328" y="1593596"/>
            <a:ext cx="3028315" cy="991869"/>
          </a:xfrm>
          <a:prstGeom prst="rect">
            <a:avLst/>
          </a:prstGeom>
        </p:spPr>
        <p:txBody>
          <a:bodyPr vert="horz" wrap="square" lIns="0" tIns="12700" rIns="0" bIns="0" rtlCol="0">
            <a:spAutoFit/>
          </a:bodyPr>
          <a:lstStyle/>
          <a:p>
            <a:pPr marL="55244">
              <a:lnSpc>
                <a:spcPct val="100000"/>
              </a:lnSpc>
              <a:spcBef>
                <a:spcPts val="100"/>
              </a:spcBef>
            </a:pPr>
            <a:r>
              <a:rPr sz="2400" b="1" dirty="0">
                <a:latin typeface="Corbel"/>
                <a:cs typeface="Corbel"/>
              </a:rPr>
              <a:t>Component</a:t>
            </a:r>
            <a:r>
              <a:rPr sz="2400" b="1" spc="-75" dirty="0">
                <a:latin typeface="Corbel"/>
                <a:cs typeface="Corbel"/>
              </a:rPr>
              <a:t> </a:t>
            </a:r>
            <a:r>
              <a:rPr sz="2400" b="1" spc="-10" dirty="0">
                <a:latin typeface="Corbel"/>
                <a:cs typeface="Corbel"/>
              </a:rPr>
              <a:t>interfaces</a:t>
            </a:r>
            <a:endParaRPr sz="2400">
              <a:latin typeface="Corbel"/>
              <a:cs typeface="Corbel"/>
            </a:endParaRPr>
          </a:p>
          <a:p>
            <a:pPr marL="12700">
              <a:lnSpc>
                <a:spcPct val="100000"/>
              </a:lnSpc>
              <a:spcBef>
                <a:spcPts val="1845"/>
              </a:spcBef>
            </a:pPr>
            <a:r>
              <a:rPr sz="2400" dirty="0">
                <a:latin typeface="Corbel"/>
                <a:cs typeface="Corbel"/>
              </a:rPr>
              <a:t>Liveware</a:t>
            </a:r>
            <a:r>
              <a:rPr sz="2400" spc="-45" dirty="0">
                <a:latin typeface="Corbel"/>
                <a:cs typeface="Corbel"/>
              </a:rPr>
              <a:t> </a:t>
            </a:r>
            <a:r>
              <a:rPr sz="2400" dirty="0">
                <a:latin typeface="Corbel"/>
                <a:cs typeface="Corbel"/>
              </a:rPr>
              <a:t>-</a:t>
            </a:r>
            <a:r>
              <a:rPr sz="2400" spc="-50" dirty="0">
                <a:latin typeface="Corbel"/>
                <a:cs typeface="Corbel"/>
              </a:rPr>
              <a:t> </a:t>
            </a:r>
            <a:r>
              <a:rPr sz="2400" spc="-10" dirty="0">
                <a:latin typeface="Corbel"/>
                <a:cs typeface="Corbel"/>
              </a:rPr>
              <a:t>Environment</a:t>
            </a:r>
            <a:endParaRPr sz="2400">
              <a:latin typeface="Corbel"/>
              <a:cs typeface="Corbel"/>
            </a:endParaRPr>
          </a:p>
        </p:txBody>
      </p:sp>
      <p:grpSp>
        <p:nvGrpSpPr>
          <p:cNvPr id="10" name="object 10"/>
          <p:cNvGrpSpPr/>
          <p:nvPr/>
        </p:nvGrpSpPr>
        <p:grpSpPr>
          <a:xfrm>
            <a:off x="5258544" y="1578246"/>
            <a:ext cx="74295" cy="4599940"/>
            <a:chOff x="5258544" y="1578246"/>
            <a:chExt cx="74295" cy="4599940"/>
          </a:xfrm>
        </p:grpSpPr>
        <p:sp>
          <p:nvSpPr>
            <p:cNvPr id="11" name="object 11"/>
            <p:cNvSpPr/>
            <p:nvPr/>
          </p:nvSpPr>
          <p:spPr>
            <a:xfrm>
              <a:off x="5266481" y="1586184"/>
              <a:ext cx="58419" cy="4584065"/>
            </a:xfrm>
            <a:custGeom>
              <a:avLst/>
              <a:gdLst/>
              <a:ahLst/>
              <a:cxnLst/>
              <a:rect l="l" t="t" r="r" b="b"/>
              <a:pathLst>
                <a:path w="58420" h="4584065">
                  <a:moveTo>
                    <a:pt x="57873" y="0"/>
                  </a:moveTo>
                  <a:lnTo>
                    <a:pt x="0" y="0"/>
                  </a:lnTo>
                  <a:lnTo>
                    <a:pt x="0" y="4583783"/>
                  </a:lnTo>
                  <a:lnTo>
                    <a:pt x="57873" y="4583783"/>
                  </a:lnTo>
                  <a:lnTo>
                    <a:pt x="57873" y="0"/>
                  </a:lnTo>
                  <a:close/>
                </a:path>
              </a:pathLst>
            </a:custGeom>
            <a:solidFill>
              <a:srgbClr val="1CADE4"/>
            </a:solidFill>
          </p:spPr>
          <p:txBody>
            <a:bodyPr wrap="square" lIns="0" tIns="0" rIns="0" bIns="0" rtlCol="0"/>
            <a:lstStyle/>
            <a:p>
              <a:endParaRPr/>
            </a:p>
          </p:txBody>
        </p:sp>
        <p:sp>
          <p:nvSpPr>
            <p:cNvPr id="12" name="object 12"/>
            <p:cNvSpPr/>
            <p:nvPr/>
          </p:nvSpPr>
          <p:spPr>
            <a:xfrm>
              <a:off x="5266481" y="1586184"/>
              <a:ext cx="58419" cy="4584065"/>
            </a:xfrm>
            <a:custGeom>
              <a:avLst/>
              <a:gdLst/>
              <a:ahLst/>
              <a:cxnLst/>
              <a:rect l="l" t="t" r="r" b="b"/>
              <a:pathLst>
                <a:path w="58420" h="4584065">
                  <a:moveTo>
                    <a:pt x="0" y="0"/>
                  </a:moveTo>
                  <a:lnTo>
                    <a:pt x="57874" y="0"/>
                  </a:lnTo>
                  <a:lnTo>
                    <a:pt x="57874" y="4583784"/>
                  </a:lnTo>
                  <a:lnTo>
                    <a:pt x="0" y="4583784"/>
                  </a:lnTo>
                  <a:lnTo>
                    <a:pt x="0" y="0"/>
                  </a:lnTo>
                  <a:close/>
                </a:path>
              </a:pathLst>
            </a:custGeom>
            <a:ln w="15875">
              <a:solidFill>
                <a:srgbClr val="117EA7"/>
              </a:solidFill>
            </a:ln>
          </p:spPr>
          <p:txBody>
            <a:bodyPr wrap="square" lIns="0" tIns="0" rIns="0" bIns="0" rtlCol="0"/>
            <a:lstStyle/>
            <a:p>
              <a:endParaRPr/>
            </a:p>
          </p:txBody>
        </p:sp>
      </p:grpSp>
      <p:pic>
        <p:nvPicPr>
          <p:cNvPr id="13" name="object 13"/>
          <p:cNvPicPr/>
          <p:nvPr/>
        </p:nvPicPr>
        <p:blipFill>
          <a:blip r:embed="rId8" cstate="print"/>
          <a:stretch>
            <a:fillRect/>
          </a:stretch>
        </p:blipFill>
        <p:spPr>
          <a:xfrm>
            <a:off x="5819666" y="1586184"/>
            <a:ext cx="719999" cy="719999"/>
          </a:xfrm>
          <a:prstGeom prst="rect">
            <a:avLst/>
          </a:prstGeom>
        </p:spPr>
      </p:pic>
      <p:pic>
        <p:nvPicPr>
          <p:cNvPr id="14" name="object 14"/>
          <p:cNvPicPr/>
          <p:nvPr/>
        </p:nvPicPr>
        <p:blipFill>
          <a:blip r:embed="rId9" cstate="print"/>
          <a:stretch>
            <a:fillRect/>
          </a:stretch>
        </p:blipFill>
        <p:spPr>
          <a:xfrm>
            <a:off x="5819666" y="3069000"/>
            <a:ext cx="719999" cy="719999"/>
          </a:xfrm>
          <a:prstGeom prst="rect">
            <a:avLst/>
          </a:prstGeom>
        </p:spPr>
      </p:pic>
      <p:pic>
        <p:nvPicPr>
          <p:cNvPr id="15" name="object 15"/>
          <p:cNvPicPr/>
          <p:nvPr/>
        </p:nvPicPr>
        <p:blipFill>
          <a:blip r:embed="rId10" cstate="print"/>
          <a:stretch>
            <a:fillRect/>
          </a:stretch>
        </p:blipFill>
        <p:spPr>
          <a:xfrm>
            <a:off x="5841602" y="4749769"/>
            <a:ext cx="719999" cy="719999"/>
          </a:xfrm>
          <a:prstGeom prst="rect">
            <a:avLst/>
          </a:prstGeom>
        </p:spPr>
      </p:pic>
      <p:pic>
        <p:nvPicPr>
          <p:cNvPr id="16" name="object 16"/>
          <p:cNvPicPr/>
          <p:nvPr/>
        </p:nvPicPr>
        <p:blipFill>
          <a:blip r:embed="rId11" cstate="print"/>
          <a:stretch>
            <a:fillRect/>
          </a:stretch>
        </p:blipFill>
        <p:spPr>
          <a:xfrm>
            <a:off x="6946392" y="1408175"/>
            <a:ext cx="3593592" cy="676656"/>
          </a:xfrm>
          <a:prstGeom prst="rect">
            <a:avLst/>
          </a:prstGeom>
        </p:spPr>
      </p:pic>
      <p:sp>
        <p:nvSpPr>
          <p:cNvPr id="17" name="object 17"/>
          <p:cNvSpPr txBox="1"/>
          <p:nvPr/>
        </p:nvSpPr>
        <p:spPr>
          <a:xfrm>
            <a:off x="7130152" y="1477771"/>
            <a:ext cx="320865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orbel"/>
                <a:cs typeface="Corbel"/>
              </a:rPr>
              <a:t>Operator</a:t>
            </a:r>
            <a:r>
              <a:rPr sz="2400" spc="-40" dirty="0">
                <a:latin typeface="Corbel"/>
                <a:cs typeface="Corbel"/>
              </a:rPr>
              <a:t> </a:t>
            </a:r>
            <a:r>
              <a:rPr sz="2400" dirty="0">
                <a:latin typeface="Corbel"/>
                <a:cs typeface="Corbel"/>
              </a:rPr>
              <a:t>to</a:t>
            </a:r>
            <a:r>
              <a:rPr sz="2400" spc="-40" dirty="0">
                <a:latin typeface="Corbel"/>
                <a:cs typeface="Corbel"/>
              </a:rPr>
              <a:t> </a:t>
            </a:r>
            <a:r>
              <a:rPr sz="2400" spc="-10" dirty="0">
                <a:latin typeface="Corbel"/>
                <a:cs typeface="Corbel"/>
              </a:rPr>
              <a:t>Environment</a:t>
            </a:r>
            <a:endParaRPr sz="2400">
              <a:latin typeface="Corbel"/>
              <a:cs typeface="Corbel"/>
            </a:endParaRPr>
          </a:p>
        </p:txBody>
      </p:sp>
      <p:pic>
        <p:nvPicPr>
          <p:cNvPr id="18" name="object 18"/>
          <p:cNvPicPr/>
          <p:nvPr/>
        </p:nvPicPr>
        <p:blipFill>
          <a:blip r:embed="rId12" cstate="print"/>
          <a:stretch>
            <a:fillRect/>
          </a:stretch>
        </p:blipFill>
        <p:spPr>
          <a:xfrm>
            <a:off x="6928104" y="2907792"/>
            <a:ext cx="4562856" cy="673608"/>
          </a:xfrm>
          <a:prstGeom prst="rect">
            <a:avLst/>
          </a:prstGeom>
        </p:spPr>
      </p:pic>
      <p:pic>
        <p:nvPicPr>
          <p:cNvPr id="19" name="object 19"/>
          <p:cNvPicPr/>
          <p:nvPr/>
        </p:nvPicPr>
        <p:blipFill>
          <a:blip r:embed="rId13" cstate="print"/>
          <a:stretch>
            <a:fillRect/>
          </a:stretch>
        </p:blipFill>
        <p:spPr>
          <a:xfrm>
            <a:off x="6943343" y="4587240"/>
            <a:ext cx="3124200" cy="676656"/>
          </a:xfrm>
          <a:prstGeom prst="rect">
            <a:avLst/>
          </a:prstGeom>
        </p:spPr>
      </p:pic>
      <p:sp>
        <p:nvSpPr>
          <p:cNvPr id="20" name="object 20"/>
          <p:cNvSpPr txBox="1"/>
          <p:nvPr/>
        </p:nvSpPr>
        <p:spPr>
          <a:xfrm>
            <a:off x="7113716" y="2064003"/>
            <a:ext cx="4447540" cy="3390900"/>
          </a:xfrm>
          <a:prstGeom prst="rect">
            <a:avLst/>
          </a:prstGeom>
        </p:spPr>
        <p:txBody>
          <a:bodyPr vert="horz" wrap="square" lIns="0" tIns="12700" rIns="0" bIns="0" rtlCol="0">
            <a:spAutoFit/>
          </a:bodyPr>
          <a:lstStyle/>
          <a:p>
            <a:pPr marL="46355">
              <a:lnSpc>
                <a:spcPct val="100000"/>
              </a:lnSpc>
              <a:spcBef>
                <a:spcPts val="100"/>
              </a:spcBef>
            </a:pPr>
            <a:r>
              <a:rPr sz="1600" spc="-10" dirty="0">
                <a:latin typeface="Corbel"/>
                <a:cs typeface="Corbel"/>
              </a:rPr>
              <a:t>Environment</a:t>
            </a:r>
            <a:endParaRPr sz="1600" dirty="0">
              <a:latin typeface="Corbel"/>
              <a:cs typeface="Corbel"/>
            </a:endParaRPr>
          </a:p>
          <a:p>
            <a:pPr>
              <a:lnSpc>
                <a:spcPct val="100000"/>
              </a:lnSpc>
            </a:pPr>
            <a:endParaRPr sz="1600" dirty="0">
              <a:latin typeface="Corbel"/>
              <a:cs typeface="Corbel"/>
            </a:endParaRPr>
          </a:p>
          <a:p>
            <a:pPr>
              <a:lnSpc>
                <a:spcPct val="100000"/>
              </a:lnSpc>
              <a:spcBef>
                <a:spcPts val="1340"/>
              </a:spcBef>
            </a:pPr>
            <a:endParaRPr sz="1600" dirty="0">
              <a:latin typeface="Corbel"/>
              <a:cs typeface="Corbel"/>
            </a:endParaRPr>
          </a:p>
          <a:p>
            <a:pPr marL="12700">
              <a:lnSpc>
                <a:spcPct val="100000"/>
              </a:lnSpc>
            </a:pPr>
            <a:r>
              <a:rPr sz="2400" dirty="0">
                <a:latin typeface="Corbel"/>
                <a:cs typeface="Corbel"/>
              </a:rPr>
              <a:t>Discomfort,</a:t>
            </a:r>
            <a:r>
              <a:rPr sz="2400" spc="-45" dirty="0">
                <a:latin typeface="Corbel"/>
                <a:cs typeface="Corbel"/>
              </a:rPr>
              <a:t> </a:t>
            </a:r>
            <a:r>
              <a:rPr sz="2400" spc="-10" dirty="0">
                <a:latin typeface="Corbel"/>
                <a:cs typeface="Corbel"/>
              </a:rPr>
              <a:t>Distraction,</a:t>
            </a:r>
            <a:r>
              <a:rPr sz="2400" spc="-130" dirty="0">
                <a:latin typeface="Corbel"/>
                <a:cs typeface="Corbel"/>
              </a:rPr>
              <a:t> </a:t>
            </a:r>
            <a:r>
              <a:rPr sz="2400" spc="-10" dirty="0">
                <a:latin typeface="Corbel"/>
                <a:cs typeface="Corbel"/>
              </a:rPr>
              <a:t>Weather</a:t>
            </a:r>
            <a:endParaRPr sz="2400" dirty="0">
              <a:latin typeface="Corbel"/>
              <a:cs typeface="Corbel"/>
            </a:endParaRPr>
          </a:p>
          <a:p>
            <a:pPr marL="12700" marR="5080">
              <a:lnSpc>
                <a:spcPct val="100000"/>
              </a:lnSpc>
              <a:spcBef>
                <a:spcPts val="850"/>
              </a:spcBef>
            </a:pPr>
            <a:r>
              <a:rPr sz="1600" dirty="0">
                <a:latin typeface="Corbel"/>
                <a:cs typeface="Corbel"/>
              </a:rPr>
              <a:t>Sun</a:t>
            </a:r>
            <a:r>
              <a:rPr sz="1600" spc="484" dirty="0">
                <a:latin typeface="Corbel"/>
                <a:cs typeface="Corbel"/>
              </a:rPr>
              <a:t> </a:t>
            </a:r>
            <a:r>
              <a:rPr sz="1600" dirty="0">
                <a:latin typeface="Corbel"/>
                <a:cs typeface="Corbel"/>
              </a:rPr>
              <a:t>lighting(glare,</a:t>
            </a:r>
            <a:r>
              <a:rPr sz="1600" spc="490" dirty="0">
                <a:latin typeface="Corbel"/>
                <a:cs typeface="Corbel"/>
              </a:rPr>
              <a:t> </a:t>
            </a:r>
            <a:r>
              <a:rPr sz="1600" dirty="0">
                <a:latin typeface="Corbel"/>
                <a:cs typeface="Corbel"/>
              </a:rPr>
              <a:t>heat),</a:t>
            </a:r>
            <a:r>
              <a:rPr sz="1600" spc="480" dirty="0">
                <a:latin typeface="Corbel"/>
                <a:cs typeface="Corbel"/>
              </a:rPr>
              <a:t> </a:t>
            </a:r>
            <a:r>
              <a:rPr sz="1600" dirty="0">
                <a:latin typeface="Corbel"/>
                <a:cs typeface="Corbel"/>
              </a:rPr>
              <a:t>wind</a:t>
            </a:r>
            <a:r>
              <a:rPr sz="1600" spc="490" dirty="0">
                <a:latin typeface="Corbel"/>
                <a:cs typeface="Corbel"/>
              </a:rPr>
              <a:t> </a:t>
            </a:r>
            <a:r>
              <a:rPr sz="1600" dirty="0">
                <a:latin typeface="Corbel"/>
                <a:cs typeface="Corbel"/>
              </a:rPr>
              <a:t>turbulence,</a:t>
            </a:r>
            <a:r>
              <a:rPr sz="1600" spc="480" dirty="0">
                <a:latin typeface="Corbel"/>
                <a:cs typeface="Corbel"/>
              </a:rPr>
              <a:t> </a:t>
            </a:r>
            <a:r>
              <a:rPr sz="1600" spc="-10" dirty="0">
                <a:latin typeface="Corbel"/>
                <a:cs typeface="Corbel"/>
              </a:rPr>
              <a:t>sound </a:t>
            </a:r>
            <a:r>
              <a:rPr sz="1600" dirty="0">
                <a:latin typeface="Corbel"/>
                <a:cs typeface="Corbel"/>
              </a:rPr>
              <a:t>and</a:t>
            </a:r>
            <a:r>
              <a:rPr sz="1600" spc="-10" dirty="0">
                <a:latin typeface="Corbel"/>
                <a:cs typeface="Corbel"/>
              </a:rPr>
              <a:t> </a:t>
            </a:r>
            <a:r>
              <a:rPr sz="1600" spc="-20" dirty="0">
                <a:latin typeface="Corbel"/>
                <a:cs typeface="Corbel"/>
              </a:rPr>
              <a:t>rain</a:t>
            </a:r>
            <a:endParaRPr sz="1600" dirty="0">
              <a:latin typeface="Corbel"/>
              <a:cs typeface="Corbel"/>
            </a:endParaRPr>
          </a:p>
          <a:p>
            <a:pPr>
              <a:lnSpc>
                <a:spcPct val="100000"/>
              </a:lnSpc>
            </a:pPr>
            <a:endParaRPr sz="1600" dirty="0">
              <a:latin typeface="Corbel"/>
              <a:cs typeface="Corbel"/>
            </a:endParaRPr>
          </a:p>
          <a:p>
            <a:pPr>
              <a:lnSpc>
                <a:spcPct val="100000"/>
              </a:lnSpc>
              <a:spcBef>
                <a:spcPts val="1770"/>
              </a:spcBef>
            </a:pPr>
            <a:endParaRPr sz="1600" dirty="0">
              <a:latin typeface="Corbel"/>
              <a:cs typeface="Corbel"/>
            </a:endParaRPr>
          </a:p>
          <a:p>
            <a:pPr marL="26670">
              <a:lnSpc>
                <a:spcPct val="100000"/>
              </a:lnSpc>
            </a:pPr>
            <a:r>
              <a:rPr sz="2400" dirty="0">
                <a:latin typeface="Corbel"/>
                <a:cs typeface="Corbel"/>
              </a:rPr>
              <a:t>Interface</a:t>
            </a:r>
            <a:r>
              <a:rPr sz="2400" spc="-55" dirty="0">
                <a:latin typeface="Corbel"/>
                <a:cs typeface="Corbel"/>
              </a:rPr>
              <a:t> </a:t>
            </a:r>
            <a:r>
              <a:rPr sz="2400" spc="-10" dirty="0">
                <a:latin typeface="Corbel"/>
                <a:cs typeface="Corbel"/>
              </a:rPr>
              <a:t>Mismatches</a:t>
            </a:r>
            <a:endParaRPr sz="2400" dirty="0">
              <a:latin typeface="Corbel"/>
              <a:cs typeface="Corbel"/>
            </a:endParaRPr>
          </a:p>
          <a:p>
            <a:pPr marL="45085">
              <a:lnSpc>
                <a:spcPct val="100000"/>
              </a:lnSpc>
              <a:spcBef>
                <a:spcPts val="1280"/>
              </a:spcBef>
            </a:pPr>
            <a:r>
              <a:rPr sz="1600" spc="-10" dirty="0">
                <a:latin typeface="Corbel"/>
                <a:cs typeface="Corbel"/>
              </a:rPr>
              <a:t>Perceptual</a:t>
            </a:r>
            <a:r>
              <a:rPr sz="1600" spc="-40" dirty="0">
                <a:latin typeface="Corbel"/>
                <a:cs typeface="Corbel"/>
              </a:rPr>
              <a:t> </a:t>
            </a:r>
            <a:r>
              <a:rPr sz="1600" dirty="0">
                <a:latin typeface="Corbel"/>
                <a:cs typeface="Corbel"/>
              </a:rPr>
              <a:t>errors,</a:t>
            </a:r>
            <a:r>
              <a:rPr sz="1600" spc="-35" dirty="0">
                <a:latin typeface="Corbel"/>
                <a:cs typeface="Corbel"/>
              </a:rPr>
              <a:t> </a:t>
            </a:r>
            <a:r>
              <a:rPr sz="1600" dirty="0">
                <a:latin typeface="Corbel"/>
                <a:cs typeface="Corbel"/>
              </a:rPr>
              <a:t>visual</a:t>
            </a:r>
            <a:r>
              <a:rPr sz="1600" spc="-35" dirty="0">
                <a:latin typeface="Corbel"/>
                <a:cs typeface="Corbel"/>
              </a:rPr>
              <a:t> </a:t>
            </a:r>
            <a:r>
              <a:rPr sz="1600" spc="-10" dirty="0">
                <a:latin typeface="Corbel"/>
                <a:cs typeface="Corbel"/>
              </a:rPr>
              <a:t>illusions</a:t>
            </a:r>
            <a:endParaRPr sz="1600" dirty="0">
              <a:latin typeface="Corbel"/>
              <a:cs typeface="Corbel"/>
            </a:endParaRPr>
          </a:p>
        </p:txBody>
      </p:sp>
      <p:pic>
        <p:nvPicPr>
          <p:cNvPr id="21" name="object 21"/>
          <p:cNvPicPr/>
          <p:nvPr/>
        </p:nvPicPr>
        <p:blipFill>
          <a:blip r:embed="rId14" cstate="print"/>
          <a:stretch>
            <a:fillRect/>
          </a:stretch>
        </p:blipFill>
        <p:spPr>
          <a:xfrm>
            <a:off x="2268642" y="3042763"/>
            <a:ext cx="1524212" cy="1371791"/>
          </a:xfrm>
          <a:prstGeom prst="rect">
            <a:avLst/>
          </a:prstGeom>
        </p:spPr>
      </p:pic>
      <p:sp>
        <p:nvSpPr>
          <p:cNvPr id="22" name="object 22"/>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35</a:t>
            </a:fld>
            <a:endParaRPr spc="-2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4538980" cy="878205"/>
            <a:chOff x="1417319" y="414527"/>
            <a:chExt cx="4538980" cy="878205"/>
          </a:xfrm>
        </p:grpSpPr>
        <p:pic>
          <p:nvPicPr>
            <p:cNvPr id="4" name="object 4"/>
            <p:cNvPicPr/>
            <p:nvPr/>
          </p:nvPicPr>
          <p:blipFill>
            <a:blip r:embed="rId3" cstate="print"/>
            <a:stretch>
              <a:fillRect/>
            </a:stretch>
          </p:blipFill>
          <p:spPr>
            <a:xfrm>
              <a:off x="1417319" y="414527"/>
              <a:ext cx="4358639" cy="573024"/>
            </a:xfrm>
            <a:prstGeom prst="rect">
              <a:avLst/>
            </a:prstGeom>
          </p:spPr>
        </p:pic>
        <p:pic>
          <p:nvPicPr>
            <p:cNvPr id="5" name="object 5"/>
            <p:cNvPicPr/>
            <p:nvPr/>
          </p:nvPicPr>
          <p:blipFill>
            <a:blip r:embed="rId4" cstate="print"/>
            <a:stretch>
              <a:fillRect/>
            </a:stretch>
          </p:blipFill>
          <p:spPr>
            <a:xfrm>
              <a:off x="1417319" y="719327"/>
              <a:ext cx="4538472" cy="573024"/>
            </a:xfrm>
            <a:prstGeom prst="rect">
              <a:avLst/>
            </a:prstGeom>
          </p:spPr>
        </p:pic>
      </p:grpSp>
      <p:sp>
        <p:nvSpPr>
          <p:cNvPr id="6" name="object 6"/>
          <p:cNvSpPr txBox="1">
            <a:spLocks noGrp="1"/>
          </p:cNvSpPr>
          <p:nvPr>
            <p:ph type="title"/>
          </p:nvPr>
        </p:nvSpPr>
        <p:spPr>
          <a:prstGeom prst="rect">
            <a:avLst/>
          </a:prstGeom>
        </p:spPr>
        <p:txBody>
          <a:bodyPr vert="horz" wrap="square" lIns="0" tIns="177291" rIns="0" bIns="0" rtlCol="0">
            <a:spAutoFit/>
          </a:bodyPr>
          <a:lstStyle/>
          <a:p>
            <a:pPr marL="640715">
              <a:lnSpc>
                <a:spcPct val="100000"/>
              </a:lnSpc>
              <a:spcBef>
                <a:spcPts val="100"/>
              </a:spcBef>
            </a:pPr>
            <a:r>
              <a:rPr b="1" dirty="0">
                <a:latin typeface="Corbel"/>
                <a:cs typeface="Corbel"/>
              </a:rPr>
              <a:t>050</a:t>
            </a:r>
            <a:r>
              <a:rPr b="1" spc="-50" dirty="0">
                <a:latin typeface="Corbel"/>
                <a:cs typeface="Corbel"/>
              </a:rPr>
              <a:t> </a:t>
            </a:r>
            <a:r>
              <a:rPr b="1" dirty="0">
                <a:latin typeface="Corbel"/>
                <a:cs typeface="Corbel"/>
              </a:rPr>
              <a:t>01</a:t>
            </a:r>
            <a:r>
              <a:rPr b="1" spc="-35" dirty="0">
                <a:latin typeface="Corbel"/>
                <a:cs typeface="Corbel"/>
              </a:rPr>
              <a:t> </a:t>
            </a:r>
            <a:r>
              <a:rPr b="1" dirty="0">
                <a:latin typeface="Corbel"/>
                <a:cs typeface="Corbel"/>
              </a:rPr>
              <a:t>00:</a:t>
            </a:r>
            <a:r>
              <a:rPr b="1" spc="-35" dirty="0">
                <a:latin typeface="Corbel"/>
                <a:cs typeface="Corbel"/>
              </a:rPr>
              <a:t> </a:t>
            </a:r>
            <a:r>
              <a:rPr b="1" dirty="0">
                <a:latin typeface="Corbel"/>
                <a:cs typeface="Corbel"/>
              </a:rPr>
              <a:t>Human</a:t>
            </a:r>
            <a:r>
              <a:rPr b="1" spc="-30" dirty="0">
                <a:latin typeface="Corbel"/>
                <a:cs typeface="Corbel"/>
              </a:rPr>
              <a:t> </a:t>
            </a:r>
            <a:r>
              <a:rPr b="1" dirty="0">
                <a:latin typeface="Corbel"/>
                <a:cs typeface="Corbel"/>
              </a:rPr>
              <a:t>Factors</a:t>
            </a:r>
            <a:r>
              <a:rPr b="1" spc="-35" dirty="0">
                <a:latin typeface="Corbel"/>
                <a:cs typeface="Corbel"/>
              </a:rPr>
              <a:t> </a:t>
            </a:r>
            <a:r>
              <a:rPr b="1" dirty="0">
                <a:latin typeface="Corbel"/>
                <a:cs typeface="Corbel"/>
              </a:rPr>
              <a:t>in</a:t>
            </a:r>
            <a:r>
              <a:rPr b="1" spc="-105" dirty="0">
                <a:latin typeface="Corbel"/>
                <a:cs typeface="Corbel"/>
              </a:rPr>
              <a:t> </a:t>
            </a:r>
            <a:r>
              <a:rPr b="1" spc="-10" dirty="0">
                <a:latin typeface="Corbel"/>
                <a:cs typeface="Corbel"/>
              </a:rPr>
              <a:t>Aviation</a:t>
            </a:r>
          </a:p>
          <a:p>
            <a:pPr marL="640715">
              <a:lnSpc>
                <a:spcPct val="100000"/>
              </a:lnSpc>
            </a:pPr>
            <a:r>
              <a:rPr dirty="0"/>
              <a:t>050</a:t>
            </a:r>
            <a:r>
              <a:rPr spc="-40" dirty="0"/>
              <a:t> </a:t>
            </a:r>
            <a:r>
              <a:rPr dirty="0"/>
              <a:t>01</a:t>
            </a:r>
            <a:r>
              <a:rPr spc="-35" dirty="0"/>
              <a:t> </a:t>
            </a:r>
            <a:r>
              <a:rPr dirty="0"/>
              <a:t>01:</a:t>
            </a:r>
            <a:r>
              <a:rPr spc="-90" dirty="0"/>
              <a:t> </a:t>
            </a:r>
            <a:r>
              <a:rPr dirty="0"/>
              <a:t>Understand</a:t>
            </a:r>
            <a:r>
              <a:rPr spc="-35" dirty="0"/>
              <a:t> </a:t>
            </a:r>
            <a:r>
              <a:rPr dirty="0"/>
              <a:t>the</a:t>
            </a:r>
            <a:r>
              <a:rPr spc="-75" dirty="0"/>
              <a:t> </a:t>
            </a:r>
            <a:r>
              <a:rPr dirty="0"/>
              <a:t>SHELL</a:t>
            </a:r>
            <a:r>
              <a:rPr spc="-40" dirty="0"/>
              <a:t> </a:t>
            </a:r>
            <a:r>
              <a:rPr spc="-10" dirty="0"/>
              <a:t>model</a:t>
            </a:r>
          </a:p>
        </p:txBody>
      </p:sp>
      <p:grpSp>
        <p:nvGrpSpPr>
          <p:cNvPr id="7" name="object 7"/>
          <p:cNvGrpSpPr/>
          <p:nvPr/>
        </p:nvGrpSpPr>
        <p:grpSpPr>
          <a:xfrm>
            <a:off x="1392936" y="1527047"/>
            <a:ext cx="3328670" cy="673735"/>
            <a:chOff x="1392936" y="1527047"/>
            <a:chExt cx="3328670" cy="673735"/>
          </a:xfrm>
        </p:grpSpPr>
        <p:pic>
          <p:nvPicPr>
            <p:cNvPr id="8" name="object 8"/>
            <p:cNvPicPr/>
            <p:nvPr/>
          </p:nvPicPr>
          <p:blipFill>
            <a:blip r:embed="rId5" cstate="print"/>
            <a:stretch>
              <a:fillRect/>
            </a:stretch>
          </p:blipFill>
          <p:spPr>
            <a:xfrm>
              <a:off x="1392936" y="1527047"/>
              <a:ext cx="2029967" cy="673608"/>
            </a:xfrm>
            <a:prstGeom prst="rect">
              <a:avLst/>
            </a:prstGeom>
          </p:spPr>
        </p:pic>
        <p:pic>
          <p:nvPicPr>
            <p:cNvPr id="9" name="object 9"/>
            <p:cNvPicPr/>
            <p:nvPr/>
          </p:nvPicPr>
          <p:blipFill>
            <a:blip r:embed="rId6" cstate="print"/>
            <a:stretch>
              <a:fillRect/>
            </a:stretch>
          </p:blipFill>
          <p:spPr>
            <a:xfrm>
              <a:off x="3011424" y="1527047"/>
              <a:ext cx="1709927" cy="673608"/>
            </a:xfrm>
            <a:prstGeom prst="rect">
              <a:avLst/>
            </a:prstGeom>
          </p:spPr>
        </p:pic>
      </p:grpSp>
      <p:sp>
        <p:nvSpPr>
          <p:cNvPr id="10" name="object 10"/>
          <p:cNvSpPr txBox="1"/>
          <p:nvPr/>
        </p:nvSpPr>
        <p:spPr>
          <a:xfrm>
            <a:off x="1578188" y="1593596"/>
            <a:ext cx="2943860" cy="391160"/>
          </a:xfrm>
          <a:prstGeom prst="rect">
            <a:avLst/>
          </a:prstGeom>
        </p:spPr>
        <p:txBody>
          <a:bodyPr vert="horz" wrap="square" lIns="0" tIns="12700" rIns="0" bIns="0" rtlCol="0">
            <a:spAutoFit/>
          </a:bodyPr>
          <a:lstStyle/>
          <a:p>
            <a:pPr marL="12700">
              <a:lnSpc>
                <a:spcPct val="100000"/>
              </a:lnSpc>
              <a:spcBef>
                <a:spcPts val="100"/>
              </a:spcBef>
            </a:pPr>
            <a:r>
              <a:rPr sz="2400" b="1" dirty="0">
                <a:latin typeface="Corbel"/>
                <a:cs typeface="Corbel"/>
              </a:rPr>
              <a:t>Component</a:t>
            </a:r>
            <a:r>
              <a:rPr sz="2400" b="1" spc="-75" dirty="0">
                <a:latin typeface="Corbel"/>
                <a:cs typeface="Corbel"/>
              </a:rPr>
              <a:t> </a:t>
            </a:r>
            <a:r>
              <a:rPr sz="2400" b="1" spc="-10" dirty="0">
                <a:latin typeface="Corbel"/>
                <a:cs typeface="Corbel"/>
              </a:rPr>
              <a:t>interfaces</a:t>
            </a:r>
            <a:endParaRPr sz="2400">
              <a:latin typeface="Corbel"/>
              <a:cs typeface="Corbel"/>
            </a:endParaRPr>
          </a:p>
        </p:txBody>
      </p:sp>
      <p:grpSp>
        <p:nvGrpSpPr>
          <p:cNvPr id="11" name="object 11"/>
          <p:cNvGrpSpPr/>
          <p:nvPr/>
        </p:nvGrpSpPr>
        <p:grpSpPr>
          <a:xfrm>
            <a:off x="1597152" y="2127504"/>
            <a:ext cx="2923540" cy="673735"/>
            <a:chOff x="1597152" y="2127504"/>
            <a:chExt cx="2923540" cy="673735"/>
          </a:xfrm>
        </p:grpSpPr>
        <p:pic>
          <p:nvPicPr>
            <p:cNvPr id="12" name="object 12"/>
            <p:cNvPicPr/>
            <p:nvPr/>
          </p:nvPicPr>
          <p:blipFill>
            <a:blip r:embed="rId7" cstate="print"/>
            <a:stretch>
              <a:fillRect/>
            </a:stretch>
          </p:blipFill>
          <p:spPr>
            <a:xfrm>
              <a:off x="1597152" y="2127504"/>
              <a:ext cx="1615440" cy="673608"/>
            </a:xfrm>
            <a:prstGeom prst="rect">
              <a:avLst/>
            </a:prstGeom>
          </p:spPr>
        </p:pic>
        <p:pic>
          <p:nvPicPr>
            <p:cNvPr id="13" name="object 13"/>
            <p:cNvPicPr/>
            <p:nvPr/>
          </p:nvPicPr>
          <p:blipFill>
            <a:blip r:embed="rId8" cstate="print"/>
            <a:stretch>
              <a:fillRect/>
            </a:stretch>
          </p:blipFill>
          <p:spPr>
            <a:xfrm>
              <a:off x="2801112" y="2127504"/>
              <a:ext cx="512063" cy="673608"/>
            </a:xfrm>
            <a:prstGeom prst="rect">
              <a:avLst/>
            </a:prstGeom>
          </p:spPr>
        </p:pic>
        <p:pic>
          <p:nvPicPr>
            <p:cNvPr id="14" name="object 14"/>
            <p:cNvPicPr/>
            <p:nvPr/>
          </p:nvPicPr>
          <p:blipFill>
            <a:blip r:embed="rId9" cstate="print"/>
            <a:stretch>
              <a:fillRect/>
            </a:stretch>
          </p:blipFill>
          <p:spPr>
            <a:xfrm>
              <a:off x="2962655" y="2127504"/>
              <a:ext cx="1557528" cy="673608"/>
            </a:xfrm>
            <a:prstGeom prst="rect">
              <a:avLst/>
            </a:prstGeom>
          </p:spPr>
        </p:pic>
      </p:grpSp>
      <p:sp>
        <p:nvSpPr>
          <p:cNvPr id="15" name="object 15"/>
          <p:cNvSpPr txBox="1"/>
          <p:nvPr/>
        </p:nvSpPr>
        <p:spPr>
          <a:xfrm>
            <a:off x="1781390" y="2194052"/>
            <a:ext cx="253619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orbel"/>
                <a:cs typeface="Corbel"/>
              </a:rPr>
              <a:t>Liveware</a:t>
            </a:r>
            <a:r>
              <a:rPr sz="2400" spc="-45" dirty="0">
                <a:latin typeface="Corbel"/>
                <a:cs typeface="Corbel"/>
              </a:rPr>
              <a:t> </a:t>
            </a:r>
            <a:r>
              <a:rPr sz="2400" dirty="0">
                <a:latin typeface="Corbel"/>
                <a:cs typeface="Corbel"/>
              </a:rPr>
              <a:t>-</a:t>
            </a:r>
            <a:r>
              <a:rPr sz="2400" spc="-50" dirty="0">
                <a:latin typeface="Corbel"/>
                <a:cs typeface="Corbel"/>
              </a:rPr>
              <a:t> </a:t>
            </a:r>
            <a:r>
              <a:rPr sz="2400" spc="-10" dirty="0">
                <a:latin typeface="Corbel"/>
                <a:cs typeface="Corbel"/>
              </a:rPr>
              <a:t>Liveware</a:t>
            </a:r>
            <a:endParaRPr sz="2400">
              <a:latin typeface="Corbel"/>
              <a:cs typeface="Corbel"/>
            </a:endParaRPr>
          </a:p>
        </p:txBody>
      </p:sp>
      <p:grpSp>
        <p:nvGrpSpPr>
          <p:cNvPr id="16" name="object 16"/>
          <p:cNvGrpSpPr/>
          <p:nvPr/>
        </p:nvGrpSpPr>
        <p:grpSpPr>
          <a:xfrm>
            <a:off x="5258544" y="1578246"/>
            <a:ext cx="74295" cy="4599940"/>
            <a:chOff x="5258544" y="1578246"/>
            <a:chExt cx="74295" cy="4599940"/>
          </a:xfrm>
        </p:grpSpPr>
        <p:sp>
          <p:nvSpPr>
            <p:cNvPr id="17" name="object 17"/>
            <p:cNvSpPr/>
            <p:nvPr/>
          </p:nvSpPr>
          <p:spPr>
            <a:xfrm>
              <a:off x="5266481" y="1586184"/>
              <a:ext cx="58419" cy="4584065"/>
            </a:xfrm>
            <a:custGeom>
              <a:avLst/>
              <a:gdLst/>
              <a:ahLst/>
              <a:cxnLst/>
              <a:rect l="l" t="t" r="r" b="b"/>
              <a:pathLst>
                <a:path w="58420" h="4584065">
                  <a:moveTo>
                    <a:pt x="57873" y="0"/>
                  </a:moveTo>
                  <a:lnTo>
                    <a:pt x="0" y="0"/>
                  </a:lnTo>
                  <a:lnTo>
                    <a:pt x="0" y="4583783"/>
                  </a:lnTo>
                  <a:lnTo>
                    <a:pt x="57873" y="4583783"/>
                  </a:lnTo>
                  <a:lnTo>
                    <a:pt x="57873" y="0"/>
                  </a:lnTo>
                  <a:close/>
                </a:path>
              </a:pathLst>
            </a:custGeom>
            <a:solidFill>
              <a:srgbClr val="1CADE4"/>
            </a:solidFill>
          </p:spPr>
          <p:txBody>
            <a:bodyPr wrap="square" lIns="0" tIns="0" rIns="0" bIns="0" rtlCol="0"/>
            <a:lstStyle/>
            <a:p>
              <a:endParaRPr/>
            </a:p>
          </p:txBody>
        </p:sp>
        <p:sp>
          <p:nvSpPr>
            <p:cNvPr id="18" name="object 18"/>
            <p:cNvSpPr/>
            <p:nvPr/>
          </p:nvSpPr>
          <p:spPr>
            <a:xfrm>
              <a:off x="5266481" y="1586184"/>
              <a:ext cx="58419" cy="4584065"/>
            </a:xfrm>
            <a:custGeom>
              <a:avLst/>
              <a:gdLst/>
              <a:ahLst/>
              <a:cxnLst/>
              <a:rect l="l" t="t" r="r" b="b"/>
              <a:pathLst>
                <a:path w="58420" h="4584065">
                  <a:moveTo>
                    <a:pt x="0" y="0"/>
                  </a:moveTo>
                  <a:lnTo>
                    <a:pt x="57874" y="0"/>
                  </a:lnTo>
                  <a:lnTo>
                    <a:pt x="57874" y="4583784"/>
                  </a:lnTo>
                  <a:lnTo>
                    <a:pt x="0" y="4583784"/>
                  </a:lnTo>
                  <a:lnTo>
                    <a:pt x="0" y="0"/>
                  </a:lnTo>
                  <a:close/>
                </a:path>
              </a:pathLst>
            </a:custGeom>
            <a:ln w="15875">
              <a:solidFill>
                <a:srgbClr val="117EA7"/>
              </a:solidFill>
            </a:ln>
          </p:spPr>
          <p:txBody>
            <a:bodyPr wrap="square" lIns="0" tIns="0" rIns="0" bIns="0" rtlCol="0"/>
            <a:lstStyle/>
            <a:p>
              <a:endParaRPr/>
            </a:p>
          </p:txBody>
        </p:sp>
      </p:grpSp>
      <p:pic>
        <p:nvPicPr>
          <p:cNvPr id="19" name="object 19"/>
          <p:cNvPicPr/>
          <p:nvPr/>
        </p:nvPicPr>
        <p:blipFill>
          <a:blip r:embed="rId10" cstate="print"/>
          <a:stretch>
            <a:fillRect/>
          </a:stretch>
        </p:blipFill>
        <p:spPr>
          <a:xfrm>
            <a:off x="5819666" y="1586184"/>
            <a:ext cx="719999" cy="719999"/>
          </a:xfrm>
          <a:prstGeom prst="rect">
            <a:avLst/>
          </a:prstGeom>
        </p:spPr>
      </p:pic>
      <p:pic>
        <p:nvPicPr>
          <p:cNvPr id="20" name="object 20"/>
          <p:cNvPicPr/>
          <p:nvPr/>
        </p:nvPicPr>
        <p:blipFill>
          <a:blip r:embed="rId11" cstate="print"/>
          <a:stretch>
            <a:fillRect/>
          </a:stretch>
        </p:blipFill>
        <p:spPr>
          <a:xfrm>
            <a:off x="5819666" y="3069000"/>
            <a:ext cx="719999" cy="719999"/>
          </a:xfrm>
          <a:prstGeom prst="rect">
            <a:avLst/>
          </a:prstGeom>
        </p:spPr>
      </p:pic>
      <p:pic>
        <p:nvPicPr>
          <p:cNvPr id="21" name="object 21"/>
          <p:cNvPicPr/>
          <p:nvPr/>
        </p:nvPicPr>
        <p:blipFill>
          <a:blip r:embed="rId12" cstate="print"/>
          <a:stretch>
            <a:fillRect/>
          </a:stretch>
        </p:blipFill>
        <p:spPr>
          <a:xfrm>
            <a:off x="5841602" y="4749769"/>
            <a:ext cx="719999" cy="719999"/>
          </a:xfrm>
          <a:prstGeom prst="rect">
            <a:avLst/>
          </a:prstGeom>
        </p:spPr>
      </p:pic>
      <p:pic>
        <p:nvPicPr>
          <p:cNvPr id="22" name="object 22"/>
          <p:cNvPicPr/>
          <p:nvPr/>
        </p:nvPicPr>
        <p:blipFill>
          <a:blip r:embed="rId13" cstate="print"/>
          <a:stretch>
            <a:fillRect/>
          </a:stretch>
        </p:blipFill>
        <p:spPr>
          <a:xfrm>
            <a:off x="6961631" y="1408175"/>
            <a:ext cx="2596896" cy="676656"/>
          </a:xfrm>
          <a:prstGeom prst="rect">
            <a:avLst/>
          </a:prstGeom>
        </p:spPr>
      </p:pic>
      <p:sp>
        <p:nvSpPr>
          <p:cNvPr id="23" name="object 23"/>
          <p:cNvSpPr txBox="1"/>
          <p:nvPr/>
        </p:nvSpPr>
        <p:spPr>
          <a:xfrm>
            <a:off x="7146318" y="1477771"/>
            <a:ext cx="221043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orbel"/>
                <a:cs typeface="Corbel"/>
              </a:rPr>
              <a:t>Operator</a:t>
            </a:r>
            <a:r>
              <a:rPr sz="2400" spc="-60" dirty="0">
                <a:latin typeface="Corbel"/>
                <a:cs typeface="Corbel"/>
              </a:rPr>
              <a:t> </a:t>
            </a:r>
            <a:r>
              <a:rPr sz="2400" dirty="0">
                <a:latin typeface="Corbel"/>
                <a:cs typeface="Corbel"/>
              </a:rPr>
              <a:t>to</a:t>
            </a:r>
            <a:r>
              <a:rPr sz="2400" spc="-120" dirty="0">
                <a:latin typeface="Corbel"/>
                <a:cs typeface="Corbel"/>
              </a:rPr>
              <a:t> </a:t>
            </a:r>
            <a:r>
              <a:rPr sz="2400" spc="-20" dirty="0">
                <a:latin typeface="Corbel"/>
                <a:cs typeface="Corbel"/>
              </a:rPr>
              <a:t>Crew</a:t>
            </a:r>
            <a:endParaRPr sz="2400">
              <a:latin typeface="Corbel"/>
              <a:cs typeface="Corbel"/>
            </a:endParaRPr>
          </a:p>
        </p:txBody>
      </p:sp>
      <p:sp>
        <p:nvSpPr>
          <p:cNvPr id="24" name="object 24"/>
          <p:cNvSpPr txBox="1"/>
          <p:nvPr/>
        </p:nvSpPr>
        <p:spPr>
          <a:xfrm>
            <a:off x="7147579" y="2064003"/>
            <a:ext cx="255524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Corbel"/>
                <a:cs typeface="Corbel"/>
              </a:rPr>
              <a:t>Pilot,</a:t>
            </a:r>
            <a:r>
              <a:rPr sz="1600" spc="-50" dirty="0">
                <a:latin typeface="Corbel"/>
                <a:cs typeface="Corbel"/>
              </a:rPr>
              <a:t> </a:t>
            </a:r>
            <a:r>
              <a:rPr sz="1600" dirty="0">
                <a:latin typeface="Corbel"/>
                <a:cs typeface="Corbel"/>
              </a:rPr>
              <a:t>observers,</a:t>
            </a:r>
            <a:r>
              <a:rPr sz="1600" spc="-50" dirty="0">
                <a:latin typeface="Corbel"/>
                <a:cs typeface="Corbel"/>
              </a:rPr>
              <a:t> </a:t>
            </a:r>
            <a:r>
              <a:rPr sz="1600" spc="-10" dirty="0">
                <a:latin typeface="Corbel"/>
                <a:cs typeface="Corbel"/>
              </a:rPr>
              <a:t>management</a:t>
            </a:r>
            <a:endParaRPr sz="1600">
              <a:latin typeface="Corbel"/>
              <a:cs typeface="Corbel"/>
            </a:endParaRPr>
          </a:p>
        </p:txBody>
      </p:sp>
      <p:pic>
        <p:nvPicPr>
          <p:cNvPr id="25" name="object 25"/>
          <p:cNvPicPr/>
          <p:nvPr/>
        </p:nvPicPr>
        <p:blipFill>
          <a:blip r:embed="rId14" cstate="print"/>
          <a:stretch>
            <a:fillRect/>
          </a:stretch>
        </p:blipFill>
        <p:spPr>
          <a:xfrm>
            <a:off x="6928104" y="2907792"/>
            <a:ext cx="1746503" cy="673608"/>
          </a:xfrm>
          <a:prstGeom prst="rect">
            <a:avLst/>
          </a:prstGeom>
        </p:spPr>
      </p:pic>
      <p:sp>
        <p:nvSpPr>
          <p:cNvPr id="26" name="object 26"/>
          <p:cNvSpPr txBox="1"/>
          <p:nvPr/>
        </p:nvSpPr>
        <p:spPr>
          <a:xfrm>
            <a:off x="7113716" y="2974340"/>
            <a:ext cx="1360170" cy="391160"/>
          </a:xfrm>
          <a:prstGeom prst="rect">
            <a:avLst/>
          </a:prstGeom>
        </p:spPr>
        <p:txBody>
          <a:bodyPr vert="horz" wrap="square" lIns="0" tIns="12700" rIns="0" bIns="0" rtlCol="0">
            <a:spAutoFit/>
          </a:bodyPr>
          <a:lstStyle/>
          <a:p>
            <a:pPr marL="12700">
              <a:lnSpc>
                <a:spcPct val="100000"/>
              </a:lnSpc>
              <a:spcBef>
                <a:spcPts val="100"/>
              </a:spcBef>
            </a:pPr>
            <a:r>
              <a:rPr sz="2400" spc="-20" dirty="0">
                <a:latin typeface="Corbel"/>
                <a:cs typeface="Corbel"/>
              </a:rPr>
              <a:t>Teamwork</a:t>
            </a:r>
            <a:endParaRPr sz="2400">
              <a:latin typeface="Corbel"/>
              <a:cs typeface="Corbel"/>
            </a:endParaRPr>
          </a:p>
        </p:txBody>
      </p:sp>
      <p:sp>
        <p:nvSpPr>
          <p:cNvPr id="27" name="object 27"/>
          <p:cNvSpPr txBox="1"/>
          <p:nvPr/>
        </p:nvSpPr>
        <p:spPr>
          <a:xfrm>
            <a:off x="7113716" y="3447796"/>
            <a:ext cx="1012825" cy="269240"/>
          </a:xfrm>
          <a:prstGeom prst="rect">
            <a:avLst/>
          </a:prstGeom>
        </p:spPr>
        <p:txBody>
          <a:bodyPr vert="horz" wrap="square" lIns="0" tIns="12700" rIns="0" bIns="0" rtlCol="0">
            <a:spAutoFit/>
          </a:bodyPr>
          <a:lstStyle/>
          <a:p>
            <a:pPr marL="12700">
              <a:lnSpc>
                <a:spcPct val="100000"/>
              </a:lnSpc>
              <a:spcBef>
                <a:spcPts val="100"/>
              </a:spcBef>
            </a:pPr>
            <a:r>
              <a:rPr sz="1600" spc="-10" dirty="0">
                <a:latin typeface="Corbel"/>
                <a:cs typeface="Corbel"/>
              </a:rPr>
              <a:t>Leadership,</a:t>
            </a:r>
            <a:endParaRPr sz="1600">
              <a:latin typeface="Corbel"/>
              <a:cs typeface="Corbel"/>
            </a:endParaRPr>
          </a:p>
        </p:txBody>
      </p:sp>
      <p:sp>
        <p:nvSpPr>
          <p:cNvPr id="28" name="object 28"/>
          <p:cNvSpPr txBox="1"/>
          <p:nvPr/>
        </p:nvSpPr>
        <p:spPr>
          <a:xfrm>
            <a:off x="8426579" y="3447796"/>
            <a:ext cx="3134995" cy="269240"/>
          </a:xfrm>
          <a:prstGeom prst="rect">
            <a:avLst/>
          </a:prstGeom>
        </p:spPr>
        <p:txBody>
          <a:bodyPr vert="horz" wrap="square" lIns="0" tIns="12700" rIns="0" bIns="0" rtlCol="0">
            <a:spAutoFit/>
          </a:bodyPr>
          <a:lstStyle/>
          <a:p>
            <a:pPr marL="12700">
              <a:lnSpc>
                <a:spcPct val="100000"/>
              </a:lnSpc>
              <a:spcBef>
                <a:spcPts val="100"/>
              </a:spcBef>
              <a:tabLst>
                <a:tab pos="1463040" algn="l"/>
                <a:tab pos="2804795" algn="l"/>
              </a:tabLst>
            </a:pPr>
            <a:r>
              <a:rPr sz="1600" spc="-10" dirty="0">
                <a:latin typeface="Corbel"/>
                <a:cs typeface="Corbel"/>
              </a:rPr>
              <a:t>coordination,</a:t>
            </a:r>
            <a:r>
              <a:rPr sz="1600" dirty="0">
                <a:latin typeface="Corbel"/>
                <a:cs typeface="Corbel"/>
              </a:rPr>
              <a:t>	</a:t>
            </a:r>
            <a:r>
              <a:rPr sz="1600" spc="-10" dirty="0">
                <a:latin typeface="Corbel"/>
                <a:cs typeface="Corbel"/>
              </a:rPr>
              <a:t>cooperation</a:t>
            </a:r>
            <a:r>
              <a:rPr sz="1600" dirty="0">
                <a:latin typeface="Corbel"/>
                <a:cs typeface="Corbel"/>
              </a:rPr>
              <a:t>	</a:t>
            </a:r>
            <a:r>
              <a:rPr sz="1600" spc="-25" dirty="0">
                <a:latin typeface="Corbel"/>
                <a:cs typeface="Corbel"/>
              </a:rPr>
              <a:t>and</a:t>
            </a:r>
            <a:endParaRPr sz="1600">
              <a:latin typeface="Corbel"/>
              <a:cs typeface="Corbel"/>
            </a:endParaRPr>
          </a:p>
        </p:txBody>
      </p:sp>
      <p:sp>
        <p:nvSpPr>
          <p:cNvPr id="29" name="object 29"/>
          <p:cNvSpPr txBox="1"/>
          <p:nvPr/>
        </p:nvSpPr>
        <p:spPr>
          <a:xfrm>
            <a:off x="7113716" y="3691635"/>
            <a:ext cx="1341755" cy="269240"/>
          </a:xfrm>
          <a:prstGeom prst="rect">
            <a:avLst/>
          </a:prstGeom>
        </p:spPr>
        <p:txBody>
          <a:bodyPr vert="horz" wrap="square" lIns="0" tIns="12700" rIns="0" bIns="0" rtlCol="0">
            <a:spAutoFit/>
          </a:bodyPr>
          <a:lstStyle/>
          <a:p>
            <a:pPr marL="12700">
              <a:lnSpc>
                <a:spcPct val="100000"/>
              </a:lnSpc>
              <a:spcBef>
                <a:spcPts val="100"/>
              </a:spcBef>
            </a:pPr>
            <a:r>
              <a:rPr sz="1600" spc="-10" dirty="0">
                <a:latin typeface="Corbel"/>
                <a:cs typeface="Corbel"/>
              </a:rPr>
              <a:t>communication</a:t>
            </a:r>
            <a:endParaRPr sz="1600">
              <a:latin typeface="Corbel"/>
              <a:cs typeface="Corbel"/>
            </a:endParaRPr>
          </a:p>
        </p:txBody>
      </p:sp>
      <p:pic>
        <p:nvPicPr>
          <p:cNvPr id="30" name="object 30"/>
          <p:cNvPicPr/>
          <p:nvPr/>
        </p:nvPicPr>
        <p:blipFill>
          <a:blip r:embed="rId15" cstate="print"/>
          <a:stretch>
            <a:fillRect/>
          </a:stretch>
        </p:blipFill>
        <p:spPr>
          <a:xfrm>
            <a:off x="6943343" y="4587240"/>
            <a:ext cx="3124200" cy="676656"/>
          </a:xfrm>
          <a:prstGeom prst="rect">
            <a:avLst/>
          </a:prstGeom>
        </p:spPr>
      </p:pic>
      <p:sp>
        <p:nvSpPr>
          <p:cNvPr id="31" name="object 31"/>
          <p:cNvSpPr txBox="1"/>
          <p:nvPr/>
        </p:nvSpPr>
        <p:spPr>
          <a:xfrm>
            <a:off x="7127857" y="4656835"/>
            <a:ext cx="4093210" cy="797560"/>
          </a:xfrm>
          <a:prstGeom prst="rect">
            <a:avLst/>
          </a:prstGeom>
        </p:spPr>
        <p:txBody>
          <a:bodyPr vert="horz" wrap="square" lIns="0" tIns="12700" rIns="0" bIns="0" rtlCol="0">
            <a:spAutoFit/>
          </a:bodyPr>
          <a:lstStyle/>
          <a:p>
            <a:pPr marL="12700">
              <a:lnSpc>
                <a:spcPct val="100000"/>
              </a:lnSpc>
              <a:spcBef>
                <a:spcPts val="100"/>
              </a:spcBef>
            </a:pPr>
            <a:r>
              <a:rPr sz="2400" dirty="0">
                <a:latin typeface="Corbel"/>
                <a:cs typeface="Corbel"/>
              </a:rPr>
              <a:t>Interface</a:t>
            </a:r>
            <a:r>
              <a:rPr sz="2400" spc="-55" dirty="0">
                <a:latin typeface="Corbel"/>
                <a:cs typeface="Corbel"/>
              </a:rPr>
              <a:t> </a:t>
            </a:r>
            <a:r>
              <a:rPr sz="2400" spc="-10" dirty="0">
                <a:latin typeface="Corbel"/>
                <a:cs typeface="Corbel"/>
              </a:rPr>
              <a:t>Mismatches</a:t>
            </a:r>
            <a:endParaRPr sz="2400">
              <a:latin typeface="Corbel"/>
              <a:cs typeface="Corbel"/>
            </a:endParaRPr>
          </a:p>
          <a:p>
            <a:pPr marL="31115">
              <a:lnSpc>
                <a:spcPct val="100000"/>
              </a:lnSpc>
              <a:spcBef>
                <a:spcPts val="1280"/>
              </a:spcBef>
            </a:pPr>
            <a:r>
              <a:rPr sz="1600" spc="-10" dirty="0">
                <a:latin typeface="Corbel"/>
                <a:cs typeface="Corbel"/>
              </a:rPr>
              <a:t>Poor</a:t>
            </a:r>
            <a:r>
              <a:rPr sz="1600" spc="-20" dirty="0">
                <a:latin typeface="Corbel"/>
                <a:cs typeface="Corbel"/>
              </a:rPr>
              <a:t> </a:t>
            </a:r>
            <a:r>
              <a:rPr sz="1600" spc="-10" dirty="0">
                <a:latin typeface="Corbel"/>
                <a:cs typeface="Corbel"/>
              </a:rPr>
              <a:t>communication</a:t>
            </a:r>
            <a:r>
              <a:rPr sz="1600" spc="-15" dirty="0">
                <a:latin typeface="Corbel"/>
                <a:cs typeface="Corbel"/>
              </a:rPr>
              <a:t> </a:t>
            </a:r>
            <a:r>
              <a:rPr sz="1600" dirty="0">
                <a:latin typeface="Corbel"/>
                <a:cs typeface="Corbel"/>
              </a:rPr>
              <a:t>and</a:t>
            </a:r>
            <a:r>
              <a:rPr sz="1600" spc="-10" dirty="0">
                <a:latin typeface="Corbel"/>
                <a:cs typeface="Corbel"/>
              </a:rPr>
              <a:t> </a:t>
            </a:r>
            <a:r>
              <a:rPr sz="1600" dirty="0">
                <a:latin typeface="Corbel"/>
                <a:cs typeface="Corbel"/>
              </a:rPr>
              <a:t>imbalance</a:t>
            </a:r>
            <a:r>
              <a:rPr sz="1600" spc="-20" dirty="0">
                <a:latin typeface="Corbel"/>
                <a:cs typeface="Corbel"/>
              </a:rPr>
              <a:t> </a:t>
            </a:r>
            <a:r>
              <a:rPr sz="1600" dirty="0">
                <a:latin typeface="Corbel"/>
                <a:cs typeface="Corbel"/>
              </a:rPr>
              <a:t>of</a:t>
            </a:r>
            <a:r>
              <a:rPr sz="1600" spc="-15" dirty="0">
                <a:latin typeface="Corbel"/>
                <a:cs typeface="Corbel"/>
              </a:rPr>
              <a:t> </a:t>
            </a:r>
            <a:r>
              <a:rPr sz="1600" spc="-10" dirty="0">
                <a:latin typeface="Corbel"/>
                <a:cs typeface="Corbel"/>
              </a:rPr>
              <a:t>authority</a:t>
            </a:r>
            <a:endParaRPr sz="1600">
              <a:latin typeface="Corbel"/>
              <a:cs typeface="Corbel"/>
            </a:endParaRPr>
          </a:p>
        </p:txBody>
      </p:sp>
      <p:pic>
        <p:nvPicPr>
          <p:cNvPr id="32" name="object 32"/>
          <p:cNvPicPr/>
          <p:nvPr/>
        </p:nvPicPr>
        <p:blipFill>
          <a:blip r:embed="rId16" cstate="print"/>
          <a:stretch>
            <a:fillRect/>
          </a:stretch>
        </p:blipFill>
        <p:spPr>
          <a:xfrm>
            <a:off x="2282930" y="3069000"/>
            <a:ext cx="1524212" cy="1448001"/>
          </a:xfrm>
          <a:prstGeom prst="rect">
            <a:avLst/>
          </a:prstGeom>
        </p:spPr>
      </p:pic>
      <p:sp>
        <p:nvSpPr>
          <p:cNvPr id="33" name="object 33"/>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36</a:t>
            </a:fld>
            <a:endParaRPr spc="-2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5486400" cy="878205"/>
            <a:chOff x="1417319" y="414527"/>
            <a:chExt cx="5486400" cy="878205"/>
          </a:xfrm>
        </p:grpSpPr>
        <p:pic>
          <p:nvPicPr>
            <p:cNvPr id="4" name="object 4"/>
            <p:cNvPicPr/>
            <p:nvPr/>
          </p:nvPicPr>
          <p:blipFill>
            <a:blip r:embed="rId3" cstate="print"/>
            <a:stretch>
              <a:fillRect/>
            </a:stretch>
          </p:blipFill>
          <p:spPr>
            <a:xfrm>
              <a:off x="1417319" y="414527"/>
              <a:ext cx="2731008" cy="573024"/>
            </a:xfrm>
            <a:prstGeom prst="rect">
              <a:avLst/>
            </a:prstGeom>
          </p:spPr>
        </p:pic>
        <p:pic>
          <p:nvPicPr>
            <p:cNvPr id="5" name="object 5"/>
            <p:cNvPicPr/>
            <p:nvPr/>
          </p:nvPicPr>
          <p:blipFill>
            <a:blip r:embed="rId4" cstate="print"/>
            <a:stretch>
              <a:fillRect/>
            </a:stretch>
          </p:blipFill>
          <p:spPr>
            <a:xfrm>
              <a:off x="3803903" y="414527"/>
              <a:ext cx="469391" cy="573024"/>
            </a:xfrm>
            <a:prstGeom prst="rect">
              <a:avLst/>
            </a:prstGeom>
          </p:spPr>
        </p:pic>
        <p:pic>
          <p:nvPicPr>
            <p:cNvPr id="6" name="object 6"/>
            <p:cNvPicPr/>
            <p:nvPr/>
          </p:nvPicPr>
          <p:blipFill>
            <a:blip r:embed="rId5" cstate="print"/>
            <a:stretch>
              <a:fillRect/>
            </a:stretch>
          </p:blipFill>
          <p:spPr>
            <a:xfrm>
              <a:off x="3965447" y="414527"/>
              <a:ext cx="1021079" cy="573024"/>
            </a:xfrm>
            <a:prstGeom prst="rect">
              <a:avLst/>
            </a:prstGeom>
          </p:spPr>
        </p:pic>
        <p:pic>
          <p:nvPicPr>
            <p:cNvPr id="7" name="object 7"/>
            <p:cNvPicPr/>
            <p:nvPr/>
          </p:nvPicPr>
          <p:blipFill>
            <a:blip r:embed="rId6" cstate="print"/>
            <a:stretch>
              <a:fillRect/>
            </a:stretch>
          </p:blipFill>
          <p:spPr>
            <a:xfrm>
              <a:off x="1417319" y="719327"/>
              <a:ext cx="5486400" cy="573024"/>
            </a:xfrm>
            <a:prstGeom prst="rect">
              <a:avLst/>
            </a:prstGeom>
          </p:spPr>
        </p:pic>
      </p:grpSp>
      <p:sp>
        <p:nvSpPr>
          <p:cNvPr id="8" name="object 8"/>
          <p:cNvSpPr txBox="1">
            <a:spLocks noGrp="1"/>
          </p:cNvSpPr>
          <p:nvPr>
            <p:ph type="title"/>
          </p:nvPr>
        </p:nvSpPr>
        <p:spPr>
          <a:prstGeom prst="rect">
            <a:avLst/>
          </a:prstGeom>
        </p:spPr>
        <p:txBody>
          <a:bodyPr vert="horz" wrap="square" lIns="0" tIns="177291" rIns="0" bIns="0" rtlCol="0">
            <a:spAutoFit/>
          </a:bodyPr>
          <a:lstStyle/>
          <a:p>
            <a:pPr marL="640715">
              <a:lnSpc>
                <a:spcPct val="100000"/>
              </a:lnSpc>
              <a:spcBef>
                <a:spcPts val="100"/>
              </a:spcBef>
            </a:pPr>
            <a:r>
              <a:rPr b="1" dirty="0">
                <a:latin typeface="Corbel"/>
                <a:cs typeface="Corbel"/>
              </a:rPr>
              <a:t>050</a:t>
            </a:r>
            <a:r>
              <a:rPr b="1" spc="-70" dirty="0">
                <a:latin typeface="Corbel"/>
                <a:cs typeface="Corbel"/>
              </a:rPr>
              <a:t> </a:t>
            </a:r>
            <a:r>
              <a:rPr b="1" dirty="0">
                <a:latin typeface="Corbel"/>
                <a:cs typeface="Corbel"/>
              </a:rPr>
              <a:t>02</a:t>
            </a:r>
            <a:r>
              <a:rPr b="1" spc="-40" dirty="0">
                <a:latin typeface="Corbel"/>
                <a:cs typeface="Corbel"/>
              </a:rPr>
              <a:t> </a:t>
            </a:r>
            <a:r>
              <a:rPr b="1" dirty="0">
                <a:latin typeface="Corbel"/>
                <a:cs typeface="Corbel"/>
              </a:rPr>
              <a:t>00:</a:t>
            </a:r>
            <a:r>
              <a:rPr b="1" spc="-40" dirty="0">
                <a:latin typeface="Corbel"/>
                <a:cs typeface="Corbel"/>
              </a:rPr>
              <a:t> </a:t>
            </a:r>
            <a:r>
              <a:rPr b="1" dirty="0">
                <a:latin typeface="Corbel"/>
                <a:cs typeface="Corbel"/>
              </a:rPr>
              <a:t>Physiology</a:t>
            </a:r>
            <a:r>
              <a:rPr b="1" spc="-45" dirty="0">
                <a:latin typeface="Corbel"/>
                <a:cs typeface="Corbel"/>
              </a:rPr>
              <a:t> </a:t>
            </a:r>
            <a:r>
              <a:rPr b="1" dirty="0">
                <a:latin typeface="Corbel"/>
                <a:cs typeface="Corbel"/>
              </a:rPr>
              <a:t>–</a:t>
            </a:r>
            <a:r>
              <a:rPr b="1" spc="-140" dirty="0">
                <a:latin typeface="Corbel"/>
                <a:cs typeface="Corbel"/>
              </a:rPr>
              <a:t> </a:t>
            </a:r>
            <a:r>
              <a:rPr b="1" spc="-10" dirty="0">
                <a:latin typeface="Corbel"/>
                <a:cs typeface="Corbel"/>
              </a:rPr>
              <a:t>Vision</a:t>
            </a:r>
          </a:p>
          <a:p>
            <a:pPr marL="640715">
              <a:lnSpc>
                <a:spcPct val="100000"/>
              </a:lnSpc>
            </a:pPr>
            <a:r>
              <a:rPr dirty="0"/>
              <a:t>050</a:t>
            </a:r>
            <a:r>
              <a:rPr spc="-55" dirty="0"/>
              <a:t> </a:t>
            </a:r>
            <a:r>
              <a:rPr dirty="0"/>
              <a:t>02</a:t>
            </a:r>
            <a:r>
              <a:rPr spc="-30" dirty="0"/>
              <a:t> </a:t>
            </a:r>
            <a:r>
              <a:rPr spc="-10" dirty="0"/>
              <a:t>01:</a:t>
            </a:r>
            <a:r>
              <a:rPr spc="-145" dirty="0"/>
              <a:t> </a:t>
            </a:r>
            <a:r>
              <a:rPr dirty="0"/>
              <a:t>Visual</a:t>
            </a:r>
            <a:r>
              <a:rPr spc="-30" dirty="0"/>
              <a:t> </a:t>
            </a:r>
            <a:r>
              <a:rPr dirty="0"/>
              <a:t>illusions</a:t>
            </a:r>
            <a:r>
              <a:rPr spc="-30" dirty="0"/>
              <a:t> </a:t>
            </a:r>
            <a:r>
              <a:rPr spc="-10" dirty="0"/>
              <a:t>during</a:t>
            </a:r>
            <a:r>
              <a:rPr spc="-85" dirty="0"/>
              <a:t> </a:t>
            </a:r>
            <a:r>
              <a:rPr dirty="0"/>
              <a:t>UAS</a:t>
            </a:r>
            <a:r>
              <a:rPr spc="-35" dirty="0"/>
              <a:t> </a:t>
            </a:r>
            <a:r>
              <a:rPr spc="-10" dirty="0"/>
              <a:t>operations:</a:t>
            </a:r>
          </a:p>
        </p:txBody>
      </p:sp>
      <p:sp>
        <p:nvSpPr>
          <p:cNvPr id="9" name="object 9"/>
          <p:cNvSpPr txBox="1"/>
          <p:nvPr/>
        </p:nvSpPr>
        <p:spPr>
          <a:xfrm>
            <a:off x="1563051" y="1139443"/>
            <a:ext cx="6551295" cy="4119245"/>
          </a:xfrm>
          <a:prstGeom prst="rect">
            <a:avLst/>
          </a:prstGeom>
        </p:spPr>
        <p:txBody>
          <a:bodyPr vert="horz" wrap="square" lIns="0" tIns="146685" rIns="0" bIns="0" rtlCol="0">
            <a:spAutoFit/>
          </a:bodyPr>
          <a:lstStyle/>
          <a:p>
            <a:pPr marL="12700">
              <a:lnSpc>
                <a:spcPct val="100000"/>
              </a:lnSpc>
              <a:spcBef>
                <a:spcPts val="1155"/>
              </a:spcBef>
            </a:pPr>
            <a:r>
              <a:rPr sz="1800" b="1" u="sng" spc="-10" dirty="0">
                <a:uFill>
                  <a:solidFill>
                    <a:srgbClr val="000000"/>
                  </a:solidFill>
                </a:uFill>
                <a:latin typeface="Corbel"/>
                <a:cs typeface="Corbel"/>
              </a:rPr>
              <a:t>Autokinesis</a:t>
            </a:r>
            <a:endParaRPr sz="1800" dirty="0">
              <a:latin typeface="Corbel"/>
              <a:cs typeface="Corbel"/>
            </a:endParaRPr>
          </a:p>
          <a:p>
            <a:pPr marL="298450" marR="5080" indent="-285750" algn="just">
              <a:lnSpc>
                <a:spcPct val="99400"/>
              </a:lnSpc>
              <a:spcBef>
                <a:spcPts val="1070"/>
              </a:spcBef>
              <a:buFont typeface="Arial MT"/>
              <a:buChar char="•"/>
              <a:tabLst>
                <a:tab pos="298450" algn="l"/>
              </a:tabLst>
            </a:pPr>
            <a:r>
              <a:rPr sz="1800" dirty="0">
                <a:latin typeface="Corbel"/>
                <a:cs typeface="Corbel"/>
              </a:rPr>
              <a:t>The</a:t>
            </a:r>
            <a:r>
              <a:rPr sz="1800" spc="165" dirty="0">
                <a:latin typeface="Corbel"/>
                <a:cs typeface="Corbel"/>
              </a:rPr>
              <a:t>  </a:t>
            </a:r>
            <a:r>
              <a:rPr sz="1800" dirty="0">
                <a:latin typeface="Corbel"/>
                <a:cs typeface="Corbel"/>
              </a:rPr>
              <a:t>autokinetic</a:t>
            </a:r>
            <a:r>
              <a:rPr sz="1800" spc="165" dirty="0">
                <a:latin typeface="Corbel"/>
                <a:cs typeface="Corbel"/>
              </a:rPr>
              <a:t>  </a:t>
            </a:r>
            <a:r>
              <a:rPr sz="1800" dirty="0">
                <a:latin typeface="Corbel"/>
                <a:cs typeface="Corbel"/>
              </a:rPr>
              <a:t>effect</a:t>
            </a:r>
            <a:r>
              <a:rPr sz="1800" spc="170" dirty="0">
                <a:latin typeface="Corbel"/>
                <a:cs typeface="Corbel"/>
              </a:rPr>
              <a:t>  </a:t>
            </a:r>
            <a:r>
              <a:rPr sz="1800" dirty="0">
                <a:latin typeface="Corbel"/>
                <a:cs typeface="Corbel"/>
              </a:rPr>
              <a:t>(also</a:t>
            </a:r>
            <a:r>
              <a:rPr sz="1800" spc="165" dirty="0">
                <a:latin typeface="Corbel"/>
                <a:cs typeface="Corbel"/>
              </a:rPr>
              <a:t>  </a:t>
            </a:r>
            <a:r>
              <a:rPr sz="1800" dirty="0">
                <a:latin typeface="Corbel"/>
                <a:cs typeface="Corbel"/>
              </a:rPr>
              <a:t>referred</a:t>
            </a:r>
            <a:r>
              <a:rPr sz="1800" spc="160" dirty="0">
                <a:latin typeface="Corbel"/>
                <a:cs typeface="Corbel"/>
              </a:rPr>
              <a:t>  </a:t>
            </a:r>
            <a:r>
              <a:rPr sz="1800" dirty="0">
                <a:latin typeface="Corbel"/>
                <a:cs typeface="Corbel"/>
              </a:rPr>
              <a:t>to</a:t>
            </a:r>
            <a:r>
              <a:rPr sz="1800" spc="170" dirty="0">
                <a:latin typeface="Corbel"/>
                <a:cs typeface="Corbel"/>
              </a:rPr>
              <a:t>  </a:t>
            </a:r>
            <a:r>
              <a:rPr sz="1800" dirty="0">
                <a:latin typeface="Corbel"/>
                <a:cs typeface="Corbel"/>
              </a:rPr>
              <a:t>as</a:t>
            </a:r>
            <a:r>
              <a:rPr sz="1800" spc="160" dirty="0">
                <a:latin typeface="Corbel"/>
                <a:cs typeface="Corbel"/>
              </a:rPr>
              <a:t>  </a:t>
            </a:r>
            <a:r>
              <a:rPr sz="1800" dirty="0">
                <a:latin typeface="Corbel"/>
                <a:cs typeface="Corbel"/>
              </a:rPr>
              <a:t>autokinesis)</a:t>
            </a:r>
            <a:r>
              <a:rPr sz="1800" spc="165" dirty="0">
                <a:latin typeface="Corbel"/>
                <a:cs typeface="Corbel"/>
              </a:rPr>
              <a:t>  </a:t>
            </a:r>
            <a:r>
              <a:rPr sz="1800" dirty="0">
                <a:latin typeface="Corbel"/>
                <a:cs typeface="Corbel"/>
              </a:rPr>
              <a:t>is</a:t>
            </a:r>
            <a:r>
              <a:rPr sz="1800" spc="160" dirty="0">
                <a:latin typeface="Corbel"/>
                <a:cs typeface="Corbel"/>
              </a:rPr>
              <a:t>  </a:t>
            </a:r>
            <a:r>
              <a:rPr sz="1800" spc="-50" dirty="0">
                <a:latin typeface="Corbel"/>
                <a:cs typeface="Corbel"/>
              </a:rPr>
              <a:t>a </a:t>
            </a:r>
            <a:r>
              <a:rPr sz="1800" dirty="0">
                <a:latin typeface="Corbel"/>
                <a:cs typeface="Corbel"/>
              </a:rPr>
              <a:t>phenomenon</a:t>
            </a:r>
            <a:r>
              <a:rPr sz="1800" spc="440" dirty="0">
                <a:latin typeface="Corbel"/>
                <a:cs typeface="Corbel"/>
              </a:rPr>
              <a:t> </a:t>
            </a:r>
            <a:r>
              <a:rPr sz="1800" dirty="0">
                <a:latin typeface="Corbel"/>
                <a:cs typeface="Corbel"/>
              </a:rPr>
              <a:t>of</a:t>
            </a:r>
            <a:r>
              <a:rPr sz="1800" spc="445" dirty="0">
                <a:latin typeface="Corbel"/>
                <a:cs typeface="Corbel"/>
              </a:rPr>
              <a:t> </a:t>
            </a:r>
            <a:r>
              <a:rPr sz="1800" dirty="0">
                <a:latin typeface="Corbel"/>
                <a:cs typeface="Corbel"/>
              </a:rPr>
              <a:t>visual</a:t>
            </a:r>
            <a:r>
              <a:rPr sz="1800" spc="440" dirty="0">
                <a:latin typeface="Corbel"/>
                <a:cs typeface="Corbel"/>
              </a:rPr>
              <a:t> </a:t>
            </a:r>
            <a:r>
              <a:rPr sz="1800" dirty="0">
                <a:latin typeface="Corbel"/>
                <a:cs typeface="Corbel"/>
              </a:rPr>
              <a:t>perception</a:t>
            </a:r>
            <a:r>
              <a:rPr sz="1800" spc="445" dirty="0">
                <a:latin typeface="Corbel"/>
                <a:cs typeface="Corbel"/>
              </a:rPr>
              <a:t> </a:t>
            </a:r>
            <a:r>
              <a:rPr sz="1800" dirty="0">
                <a:latin typeface="Corbel"/>
                <a:cs typeface="Corbel"/>
              </a:rPr>
              <a:t>in</a:t>
            </a:r>
            <a:r>
              <a:rPr sz="1800" spc="440" dirty="0">
                <a:latin typeface="Corbel"/>
                <a:cs typeface="Corbel"/>
              </a:rPr>
              <a:t> </a:t>
            </a:r>
            <a:r>
              <a:rPr sz="1800" dirty="0">
                <a:latin typeface="Corbel"/>
                <a:cs typeface="Corbel"/>
              </a:rPr>
              <a:t>which</a:t>
            </a:r>
            <a:r>
              <a:rPr sz="1800" spc="450" dirty="0">
                <a:latin typeface="Corbel"/>
                <a:cs typeface="Corbel"/>
              </a:rPr>
              <a:t> </a:t>
            </a:r>
            <a:r>
              <a:rPr sz="1800" dirty="0">
                <a:latin typeface="Corbel"/>
                <a:cs typeface="Corbel"/>
              </a:rPr>
              <a:t>a</a:t>
            </a:r>
            <a:r>
              <a:rPr sz="1800" spc="450" dirty="0">
                <a:latin typeface="Corbel"/>
                <a:cs typeface="Corbel"/>
              </a:rPr>
              <a:t> </a:t>
            </a:r>
            <a:r>
              <a:rPr sz="1800" dirty="0">
                <a:latin typeface="Corbel"/>
                <a:cs typeface="Corbel"/>
              </a:rPr>
              <a:t>stationary,</a:t>
            </a:r>
            <a:r>
              <a:rPr sz="1800" spc="445" dirty="0">
                <a:latin typeface="Corbel"/>
                <a:cs typeface="Corbel"/>
              </a:rPr>
              <a:t> </a:t>
            </a:r>
            <a:r>
              <a:rPr sz="1800" spc="-10" dirty="0">
                <a:latin typeface="Corbel"/>
                <a:cs typeface="Corbel"/>
              </a:rPr>
              <a:t>small </a:t>
            </a:r>
            <a:r>
              <a:rPr sz="1800" dirty="0">
                <a:latin typeface="Corbel"/>
                <a:cs typeface="Corbel"/>
              </a:rPr>
              <a:t>point</a:t>
            </a:r>
            <a:r>
              <a:rPr sz="1800" spc="395" dirty="0">
                <a:latin typeface="Corbel"/>
                <a:cs typeface="Corbel"/>
              </a:rPr>
              <a:t> </a:t>
            </a:r>
            <a:r>
              <a:rPr sz="1800" dirty="0">
                <a:latin typeface="Corbel"/>
                <a:cs typeface="Corbel"/>
              </a:rPr>
              <a:t>of</a:t>
            </a:r>
            <a:r>
              <a:rPr sz="1800" spc="405" dirty="0">
                <a:latin typeface="Corbel"/>
                <a:cs typeface="Corbel"/>
              </a:rPr>
              <a:t> </a:t>
            </a:r>
            <a:r>
              <a:rPr sz="1800" dirty="0">
                <a:latin typeface="Corbel"/>
                <a:cs typeface="Corbel"/>
              </a:rPr>
              <a:t>light</a:t>
            </a:r>
            <a:r>
              <a:rPr sz="1800" spc="395" dirty="0">
                <a:latin typeface="Corbel"/>
                <a:cs typeface="Corbel"/>
              </a:rPr>
              <a:t> </a:t>
            </a:r>
            <a:r>
              <a:rPr sz="1800" dirty="0">
                <a:latin typeface="Corbel"/>
                <a:cs typeface="Corbel"/>
              </a:rPr>
              <a:t>in</a:t>
            </a:r>
            <a:r>
              <a:rPr sz="1800" spc="400" dirty="0">
                <a:latin typeface="Corbel"/>
                <a:cs typeface="Corbel"/>
              </a:rPr>
              <a:t> </a:t>
            </a:r>
            <a:r>
              <a:rPr sz="1800" dirty="0">
                <a:latin typeface="Corbel"/>
                <a:cs typeface="Corbel"/>
              </a:rPr>
              <a:t>an</a:t>
            </a:r>
            <a:r>
              <a:rPr sz="1800" spc="405" dirty="0">
                <a:latin typeface="Corbel"/>
                <a:cs typeface="Corbel"/>
              </a:rPr>
              <a:t> </a:t>
            </a:r>
            <a:r>
              <a:rPr sz="1800" dirty="0">
                <a:latin typeface="Corbel"/>
                <a:cs typeface="Corbel"/>
              </a:rPr>
              <a:t>otherwise</a:t>
            </a:r>
            <a:r>
              <a:rPr sz="1800" spc="400" dirty="0">
                <a:latin typeface="Corbel"/>
                <a:cs typeface="Corbel"/>
              </a:rPr>
              <a:t> </a:t>
            </a:r>
            <a:r>
              <a:rPr sz="1800" dirty="0">
                <a:latin typeface="Corbel"/>
                <a:cs typeface="Corbel"/>
              </a:rPr>
              <a:t>dark</a:t>
            </a:r>
            <a:r>
              <a:rPr sz="1800" spc="400" dirty="0">
                <a:latin typeface="Corbel"/>
                <a:cs typeface="Corbel"/>
              </a:rPr>
              <a:t> </a:t>
            </a:r>
            <a:r>
              <a:rPr sz="1800" dirty="0">
                <a:latin typeface="Corbel"/>
                <a:cs typeface="Corbel"/>
              </a:rPr>
              <a:t>or</a:t>
            </a:r>
            <a:r>
              <a:rPr sz="1800" spc="400" dirty="0">
                <a:latin typeface="Corbel"/>
                <a:cs typeface="Corbel"/>
              </a:rPr>
              <a:t> </a:t>
            </a:r>
            <a:r>
              <a:rPr sz="1800" dirty="0">
                <a:latin typeface="Corbel"/>
                <a:cs typeface="Corbel"/>
              </a:rPr>
              <a:t>featureless</a:t>
            </a:r>
            <a:r>
              <a:rPr sz="1800" spc="390" dirty="0">
                <a:latin typeface="Corbel"/>
                <a:cs typeface="Corbel"/>
              </a:rPr>
              <a:t> </a:t>
            </a:r>
            <a:r>
              <a:rPr sz="1800" spc="-10" dirty="0">
                <a:latin typeface="Corbel"/>
                <a:cs typeface="Corbel"/>
              </a:rPr>
              <a:t>environment </a:t>
            </a:r>
            <a:r>
              <a:rPr sz="1800" dirty="0">
                <a:latin typeface="Corbel"/>
                <a:cs typeface="Corbel"/>
              </a:rPr>
              <a:t>appears</a:t>
            </a:r>
            <a:r>
              <a:rPr sz="1800" spc="395" dirty="0">
                <a:latin typeface="Corbel"/>
                <a:cs typeface="Corbel"/>
              </a:rPr>
              <a:t>  </a:t>
            </a:r>
            <a:r>
              <a:rPr sz="1800" dirty="0">
                <a:latin typeface="Corbel"/>
                <a:cs typeface="Corbel"/>
              </a:rPr>
              <a:t>to</a:t>
            </a:r>
            <a:r>
              <a:rPr sz="1800" spc="405" dirty="0">
                <a:latin typeface="Corbel"/>
                <a:cs typeface="Corbel"/>
              </a:rPr>
              <a:t>  </a:t>
            </a:r>
            <a:r>
              <a:rPr sz="1800" dirty="0">
                <a:latin typeface="Corbel"/>
                <a:cs typeface="Corbel"/>
              </a:rPr>
              <a:t>move.</a:t>
            </a:r>
            <a:r>
              <a:rPr sz="1800" spc="395" dirty="0">
                <a:latin typeface="Corbel"/>
                <a:cs typeface="Corbel"/>
              </a:rPr>
              <a:t>  </a:t>
            </a:r>
            <a:r>
              <a:rPr sz="1800" dirty="0">
                <a:latin typeface="Corbel"/>
                <a:cs typeface="Corbel"/>
              </a:rPr>
              <a:t>It</a:t>
            </a:r>
            <a:r>
              <a:rPr sz="1800" spc="400" dirty="0">
                <a:latin typeface="Corbel"/>
                <a:cs typeface="Corbel"/>
              </a:rPr>
              <a:t>  </a:t>
            </a:r>
            <a:r>
              <a:rPr sz="1800" dirty="0">
                <a:latin typeface="Corbel"/>
                <a:cs typeface="Corbel"/>
              </a:rPr>
              <a:t>presumably</a:t>
            </a:r>
            <a:r>
              <a:rPr sz="1800" spc="400" dirty="0">
                <a:latin typeface="Corbel"/>
                <a:cs typeface="Corbel"/>
              </a:rPr>
              <a:t>  </a:t>
            </a:r>
            <a:r>
              <a:rPr sz="1800" dirty="0">
                <a:latin typeface="Corbel"/>
                <a:cs typeface="Corbel"/>
              </a:rPr>
              <a:t>occurs</a:t>
            </a:r>
            <a:r>
              <a:rPr sz="1800" spc="400" dirty="0">
                <a:latin typeface="Corbel"/>
                <a:cs typeface="Corbel"/>
              </a:rPr>
              <a:t>  </a:t>
            </a:r>
            <a:r>
              <a:rPr sz="1800" dirty="0">
                <a:latin typeface="Corbel"/>
                <a:cs typeface="Corbel"/>
              </a:rPr>
              <a:t>because</a:t>
            </a:r>
            <a:r>
              <a:rPr sz="1800" spc="400" dirty="0">
                <a:latin typeface="Corbel"/>
                <a:cs typeface="Corbel"/>
              </a:rPr>
              <a:t>  </a:t>
            </a:r>
            <a:r>
              <a:rPr sz="1800" spc="-10" dirty="0">
                <a:latin typeface="Corbel"/>
                <a:cs typeface="Corbel"/>
              </a:rPr>
              <a:t>motion </a:t>
            </a:r>
            <a:r>
              <a:rPr sz="1800" dirty="0">
                <a:latin typeface="Corbel"/>
                <a:cs typeface="Corbel"/>
              </a:rPr>
              <a:t>perception</a:t>
            </a:r>
            <a:r>
              <a:rPr sz="1800" spc="60" dirty="0">
                <a:latin typeface="Corbel"/>
                <a:cs typeface="Corbel"/>
              </a:rPr>
              <a:t> </a:t>
            </a:r>
            <a:r>
              <a:rPr sz="1800" dirty="0">
                <a:latin typeface="Corbel"/>
                <a:cs typeface="Corbel"/>
              </a:rPr>
              <a:t>is</a:t>
            </a:r>
            <a:r>
              <a:rPr sz="1800" spc="65" dirty="0">
                <a:latin typeface="Corbel"/>
                <a:cs typeface="Corbel"/>
              </a:rPr>
              <a:t> </a:t>
            </a:r>
            <a:r>
              <a:rPr sz="1800" dirty="0">
                <a:latin typeface="Corbel"/>
                <a:cs typeface="Corbel"/>
              </a:rPr>
              <a:t>always</a:t>
            </a:r>
            <a:r>
              <a:rPr sz="1800" spc="65" dirty="0">
                <a:latin typeface="Corbel"/>
                <a:cs typeface="Corbel"/>
              </a:rPr>
              <a:t> </a:t>
            </a:r>
            <a:r>
              <a:rPr sz="1800" dirty="0">
                <a:latin typeface="Corbel"/>
                <a:cs typeface="Corbel"/>
              </a:rPr>
              <a:t>relative</a:t>
            </a:r>
            <a:r>
              <a:rPr sz="1800" spc="65" dirty="0">
                <a:latin typeface="Corbel"/>
                <a:cs typeface="Corbel"/>
              </a:rPr>
              <a:t> </a:t>
            </a:r>
            <a:r>
              <a:rPr sz="1800" dirty="0">
                <a:latin typeface="Corbel"/>
                <a:cs typeface="Corbel"/>
              </a:rPr>
              <a:t>to</a:t>
            </a:r>
            <a:r>
              <a:rPr sz="1800" spc="60" dirty="0">
                <a:latin typeface="Corbel"/>
                <a:cs typeface="Corbel"/>
              </a:rPr>
              <a:t> </a:t>
            </a:r>
            <a:r>
              <a:rPr sz="1800" dirty="0">
                <a:latin typeface="Corbel"/>
                <a:cs typeface="Corbel"/>
              </a:rPr>
              <a:t>some</a:t>
            </a:r>
            <a:r>
              <a:rPr sz="1800" spc="65" dirty="0">
                <a:latin typeface="Corbel"/>
                <a:cs typeface="Corbel"/>
              </a:rPr>
              <a:t> </a:t>
            </a:r>
            <a:r>
              <a:rPr sz="1800" dirty="0">
                <a:latin typeface="Corbel"/>
                <a:cs typeface="Corbel"/>
              </a:rPr>
              <a:t>reference</a:t>
            </a:r>
            <a:r>
              <a:rPr sz="1800" spc="65" dirty="0">
                <a:latin typeface="Corbel"/>
                <a:cs typeface="Corbel"/>
              </a:rPr>
              <a:t> </a:t>
            </a:r>
            <a:r>
              <a:rPr sz="1800" dirty="0">
                <a:latin typeface="Corbel"/>
                <a:cs typeface="Corbel"/>
              </a:rPr>
              <a:t>point.</a:t>
            </a:r>
            <a:r>
              <a:rPr sz="1800" spc="65" dirty="0">
                <a:latin typeface="Corbel"/>
                <a:cs typeface="Corbel"/>
              </a:rPr>
              <a:t> </a:t>
            </a:r>
            <a:r>
              <a:rPr sz="1800" dirty="0">
                <a:latin typeface="Corbel"/>
                <a:cs typeface="Corbel"/>
              </a:rPr>
              <a:t>In</a:t>
            </a:r>
            <a:r>
              <a:rPr sz="1800" spc="65" dirty="0">
                <a:latin typeface="Corbel"/>
                <a:cs typeface="Corbel"/>
              </a:rPr>
              <a:t> </a:t>
            </a:r>
            <a:r>
              <a:rPr sz="1800" spc="-10" dirty="0">
                <a:latin typeface="Corbel"/>
                <a:cs typeface="Corbel"/>
              </a:rPr>
              <a:t>darkness </a:t>
            </a:r>
            <a:r>
              <a:rPr sz="1800" dirty="0">
                <a:latin typeface="Corbel"/>
                <a:cs typeface="Corbel"/>
              </a:rPr>
              <a:t>or</a:t>
            </a:r>
            <a:r>
              <a:rPr sz="1800" spc="45" dirty="0">
                <a:latin typeface="Corbel"/>
                <a:cs typeface="Corbel"/>
              </a:rPr>
              <a:t> </a:t>
            </a:r>
            <a:r>
              <a:rPr sz="1800" dirty="0">
                <a:latin typeface="Corbel"/>
                <a:cs typeface="Corbel"/>
              </a:rPr>
              <a:t>in</a:t>
            </a:r>
            <a:r>
              <a:rPr sz="1800" spc="50" dirty="0">
                <a:latin typeface="Corbel"/>
                <a:cs typeface="Corbel"/>
              </a:rPr>
              <a:t> </a:t>
            </a:r>
            <a:r>
              <a:rPr sz="1800" dirty="0">
                <a:latin typeface="Corbel"/>
                <a:cs typeface="Corbel"/>
              </a:rPr>
              <a:t>a</a:t>
            </a:r>
            <a:r>
              <a:rPr sz="1800" spc="55" dirty="0">
                <a:latin typeface="Corbel"/>
                <a:cs typeface="Corbel"/>
              </a:rPr>
              <a:t> </a:t>
            </a:r>
            <a:r>
              <a:rPr sz="1800" dirty="0">
                <a:latin typeface="Corbel"/>
                <a:cs typeface="Corbel"/>
              </a:rPr>
              <a:t>featureless</a:t>
            </a:r>
            <a:r>
              <a:rPr sz="1800" spc="45" dirty="0">
                <a:latin typeface="Corbel"/>
                <a:cs typeface="Corbel"/>
              </a:rPr>
              <a:t> </a:t>
            </a:r>
            <a:r>
              <a:rPr sz="1800" dirty="0">
                <a:latin typeface="Corbel"/>
                <a:cs typeface="Corbel"/>
              </a:rPr>
              <a:t>environment</a:t>
            </a:r>
            <a:r>
              <a:rPr sz="1800" spc="50" dirty="0">
                <a:latin typeface="Corbel"/>
                <a:cs typeface="Corbel"/>
              </a:rPr>
              <a:t> </a:t>
            </a:r>
            <a:r>
              <a:rPr sz="1800" dirty="0">
                <a:latin typeface="Corbel"/>
                <a:cs typeface="Corbel"/>
              </a:rPr>
              <a:t>there</a:t>
            </a:r>
            <a:r>
              <a:rPr sz="1800" spc="50" dirty="0">
                <a:latin typeface="Corbel"/>
                <a:cs typeface="Corbel"/>
              </a:rPr>
              <a:t> </a:t>
            </a:r>
            <a:r>
              <a:rPr sz="1800" dirty="0">
                <a:latin typeface="Corbel"/>
                <a:cs typeface="Corbel"/>
              </a:rPr>
              <a:t>is</a:t>
            </a:r>
            <a:r>
              <a:rPr sz="1800" spc="45" dirty="0">
                <a:latin typeface="Corbel"/>
                <a:cs typeface="Corbel"/>
              </a:rPr>
              <a:t> </a:t>
            </a:r>
            <a:r>
              <a:rPr sz="1800" dirty="0">
                <a:latin typeface="Corbel"/>
                <a:cs typeface="Corbel"/>
              </a:rPr>
              <a:t>no</a:t>
            </a:r>
            <a:r>
              <a:rPr sz="1800" spc="50" dirty="0">
                <a:latin typeface="Corbel"/>
                <a:cs typeface="Corbel"/>
              </a:rPr>
              <a:t> </a:t>
            </a:r>
            <a:r>
              <a:rPr sz="1800" dirty="0">
                <a:latin typeface="Corbel"/>
                <a:cs typeface="Corbel"/>
              </a:rPr>
              <a:t>reference</a:t>
            </a:r>
            <a:r>
              <a:rPr sz="1800" spc="50" dirty="0">
                <a:latin typeface="Corbel"/>
                <a:cs typeface="Corbel"/>
              </a:rPr>
              <a:t> </a:t>
            </a:r>
            <a:r>
              <a:rPr sz="1800" dirty="0">
                <a:latin typeface="Corbel"/>
                <a:cs typeface="Corbel"/>
              </a:rPr>
              <a:t>point,</a:t>
            </a:r>
            <a:r>
              <a:rPr sz="1800" spc="50" dirty="0">
                <a:latin typeface="Corbel"/>
                <a:cs typeface="Corbel"/>
              </a:rPr>
              <a:t> </a:t>
            </a:r>
            <a:r>
              <a:rPr sz="1800" dirty="0">
                <a:latin typeface="Corbel"/>
                <a:cs typeface="Corbel"/>
              </a:rPr>
              <a:t>so</a:t>
            </a:r>
            <a:r>
              <a:rPr sz="1800" spc="50" dirty="0">
                <a:latin typeface="Corbel"/>
                <a:cs typeface="Corbel"/>
              </a:rPr>
              <a:t> </a:t>
            </a:r>
            <a:r>
              <a:rPr sz="1800" spc="-25" dirty="0">
                <a:latin typeface="Corbel"/>
                <a:cs typeface="Corbel"/>
              </a:rPr>
              <a:t>the </a:t>
            </a:r>
            <a:r>
              <a:rPr sz="1800" dirty="0">
                <a:latin typeface="Corbel"/>
                <a:cs typeface="Corbel"/>
              </a:rPr>
              <a:t>movement</a:t>
            </a:r>
            <a:r>
              <a:rPr sz="1800" spc="-30" dirty="0">
                <a:latin typeface="Corbel"/>
                <a:cs typeface="Corbel"/>
              </a:rPr>
              <a:t> </a:t>
            </a:r>
            <a:r>
              <a:rPr sz="1800" dirty="0">
                <a:latin typeface="Corbel"/>
                <a:cs typeface="Corbel"/>
              </a:rPr>
              <a:t>of</a:t>
            </a:r>
            <a:r>
              <a:rPr sz="1800" spc="-30" dirty="0">
                <a:latin typeface="Corbel"/>
                <a:cs typeface="Corbel"/>
              </a:rPr>
              <a:t> </a:t>
            </a:r>
            <a:r>
              <a:rPr sz="1800" dirty="0">
                <a:latin typeface="Corbel"/>
                <a:cs typeface="Corbel"/>
              </a:rPr>
              <a:t>the</a:t>
            </a:r>
            <a:r>
              <a:rPr sz="1800" spc="-25" dirty="0">
                <a:latin typeface="Corbel"/>
                <a:cs typeface="Corbel"/>
              </a:rPr>
              <a:t> </a:t>
            </a:r>
            <a:r>
              <a:rPr sz="1800" dirty="0">
                <a:latin typeface="Corbel"/>
                <a:cs typeface="Corbel"/>
              </a:rPr>
              <a:t>single</a:t>
            </a:r>
            <a:r>
              <a:rPr sz="1800" spc="-25" dirty="0">
                <a:latin typeface="Corbel"/>
                <a:cs typeface="Corbel"/>
              </a:rPr>
              <a:t> </a:t>
            </a:r>
            <a:r>
              <a:rPr sz="1800" dirty="0">
                <a:latin typeface="Corbel"/>
                <a:cs typeface="Corbel"/>
              </a:rPr>
              <a:t>point</a:t>
            </a:r>
            <a:r>
              <a:rPr sz="1800" spc="-25" dirty="0">
                <a:latin typeface="Corbel"/>
                <a:cs typeface="Corbel"/>
              </a:rPr>
              <a:t> </a:t>
            </a:r>
            <a:r>
              <a:rPr sz="1800" dirty="0">
                <a:latin typeface="Corbel"/>
                <a:cs typeface="Corbel"/>
              </a:rPr>
              <a:t>is</a:t>
            </a:r>
            <a:r>
              <a:rPr sz="1800" spc="-30" dirty="0">
                <a:latin typeface="Corbel"/>
                <a:cs typeface="Corbel"/>
              </a:rPr>
              <a:t> </a:t>
            </a:r>
            <a:r>
              <a:rPr sz="1800" spc="-10" dirty="0">
                <a:latin typeface="Corbel"/>
                <a:cs typeface="Corbel"/>
              </a:rPr>
              <a:t>undefined.</a:t>
            </a:r>
            <a:endParaRPr sz="1800" dirty="0">
              <a:latin typeface="Corbel"/>
              <a:cs typeface="Corbel"/>
            </a:endParaRPr>
          </a:p>
          <a:p>
            <a:pPr marL="298450" marR="5080" indent="-285750" algn="just">
              <a:lnSpc>
                <a:spcPct val="100000"/>
              </a:lnSpc>
              <a:spcBef>
                <a:spcPts val="1030"/>
              </a:spcBef>
              <a:buFont typeface="Arial MT"/>
              <a:buChar char="•"/>
              <a:tabLst>
                <a:tab pos="298450" algn="l"/>
              </a:tabLst>
            </a:pPr>
            <a:r>
              <a:rPr sz="1800" b="1" dirty="0">
                <a:latin typeface="Corbel"/>
                <a:cs typeface="Corbel"/>
              </a:rPr>
              <a:t>To</a:t>
            </a:r>
            <a:r>
              <a:rPr sz="1800" b="1" spc="270" dirty="0">
                <a:latin typeface="Corbel"/>
                <a:cs typeface="Corbel"/>
              </a:rPr>
              <a:t> </a:t>
            </a:r>
            <a:r>
              <a:rPr sz="1800" b="1" dirty="0">
                <a:latin typeface="Corbel"/>
                <a:cs typeface="Corbel"/>
              </a:rPr>
              <a:t>prevent</a:t>
            </a:r>
            <a:r>
              <a:rPr sz="1800" b="1" spc="275" dirty="0">
                <a:latin typeface="Corbel"/>
                <a:cs typeface="Corbel"/>
              </a:rPr>
              <a:t> </a:t>
            </a:r>
            <a:r>
              <a:rPr sz="1800" b="1" dirty="0">
                <a:latin typeface="Corbel"/>
                <a:cs typeface="Corbel"/>
              </a:rPr>
              <a:t>this</a:t>
            </a:r>
            <a:r>
              <a:rPr sz="1800" b="1" spc="270" dirty="0">
                <a:latin typeface="Corbel"/>
                <a:cs typeface="Corbel"/>
              </a:rPr>
              <a:t> </a:t>
            </a:r>
            <a:r>
              <a:rPr sz="1800" b="1" dirty="0">
                <a:latin typeface="Corbel"/>
                <a:cs typeface="Corbel"/>
              </a:rPr>
              <a:t>illusion,</a:t>
            </a:r>
            <a:r>
              <a:rPr sz="1800" b="1" spc="275" dirty="0">
                <a:latin typeface="Corbel"/>
                <a:cs typeface="Corbel"/>
              </a:rPr>
              <a:t> </a:t>
            </a:r>
            <a:r>
              <a:rPr sz="1800" b="1" dirty="0">
                <a:latin typeface="Corbel"/>
                <a:cs typeface="Corbel"/>
              </a:rPr>
              <a:t>focus</a:t>
            </a:r>
            <a:r>
              <a:rPr sz="1800" b="1" spc="270" dirty="0">
                <a:latin typeface="Corbel"/>
                <a:cs typeface="Corbel"/>
              </a:rPr>
              <a:t> </a:t>
            </a:r>
            <a:r>
              <a:rPr sz="1800" b="1" dirty="0">
                <a:latin typeface="Corbel"/>
                <a:cs typeface="Corbel"/>
              </a:rPr>
              <a:t>the</a:t>
            </a:r>
            <a:r>
              <a:rPr sz="1800" b="1" spc="270" dirty="0">
                <a:latin typeface="Corbel"/>
                <a:cs typeface="Corbel"/>
              </a:rPr>
              <a:t> </a:t>
            </a:r>
            <a:r>
              <a:rPr sz="1800" b="1" dirty="0">
                <a:latin typeface="Corbel"/>
                <a:cs typeface="Corbel"/>
              </a:rPr>
              <a:t>eyes</a:t>
            </a:r>
            <a:r>
              <a:rPr sz="1800" b="1" spc="270" dirty="0">
                <a:latin typeface="Corbel"/>
                <a:cs typeface="Corbel"/>
              </a:rPr>
              <a:t> </a:t>
            </a:r>
            <a:r>
              <a:rPr sz="1800" b="1" dirty="0">
                <a:latin typeface="Corbel"/>
                <a:cs typeface="Corbel"/>
              </a:rPr>
              <a:t>on</a:t>
            </a:r>
            <a:r>
              <a:rPr sz="1800" b="1" spc="270" dirty="0">
                <a:latin typeface="Corbel"/>
                <a:cs typeface="Corbel"/>
              </a:rPr>
              <a:t> </a:t>
            </a:r>
            <a:r>
              <a:rPr sz="1800" b="1" dirty="0">
                <a:latin typeface="Corbel"/>
                <a:cs typeface="Corbel"/>
              </a:rPr>
              <a:t>objects</a:t>
            </a:r>
            <a:r>
              <a:rPr sz="1800" b="1" spc="270" dirty="0">
                <a:latin typeface="Corbel"/>
                <a:cs typeface="Corbel"/>
              </a:rPr>
              <a:t> </a:t>
            </a:r>
            <a:r>
              <a:rPr sz="1800" b="1" dirty="0">
                <a:latin typeface="Corbel"/>
                <a:cs typeface="Corbel"/>
              </a:rPr>
              <a:t>at</a:t>
            </a:r>
            <a:r>
              <a:rPr sz="1800" b="1" spc="275" dirty="0">
                <a:latin typeface="Corbel"/>
                <a:cs typeface="Corbel"/>
              </a:rPr>
              <a:t> </a:t>
            </a:r>
            <a:r>
              <a:rPr sz="1800" b="1" spc="-10" dirty="0">
                <a:latin typeface="Corbel"/>
                <a:cs typeface="Corbel"/>
              </a:rPr>
              <a:t>varying </a:t>
            </a:r>
            <a:r>
              <a:rPr sz="1800" b="1" dirty="0">
                <a:latin typeface="Corbel"/>
                <a:cs typeface="Corbel"/>
              </a:rPr>
              <a:t>distances</a:t>
            </a:r>
            <a:r>
              <a:rPr sz="1800" b="1" spc="-30" dirty="0">
                <a:latin typeface="Corbel"/>
                <a:cs typeface="Corbel"/>
              </a:rPr>
              <a:t> </a:t>
            </a:r>
            <a:r>
              <a:rPr sz="1800" b="1" dirty="0">
                <a:latin typeface="Corbel"/>
                <a:cs typeface="Corbel"/>
              </a:rPr>
              <a:t>and</a:t>
            </a:r>
            <a:r>
              <a:rPr sz="1800" b="1" spc="-30" dirty="0">
                <a:latin typeface="Corbel"/>
                <a:cs typeface="Corbel"/>
              </a:rPr>
              <a:t> </a:t>
            </a:r>
            <a:r>
              <a:rPr sz="1800" b="1" dirty="0">
                <a:latin typeface="Corbel"/>
                <a:cs typeface="Corbel"/>
              </a:rPr>
              <a:t>avoid</a:t>
            </a:r>
            <a:r>
              <a:rPr sz="1800" b="1" spc="-30" dirty="0">
                <a:latin typeface="Corbel"/>
                <a:cs typeface="Corbel"/>
              </a:rPr>
              <a:t> </a:t>
            </a:r>
            <a:r>
              <a:rPr sz="1800" b="1" dirty="0">
                <a:latin typeface="Corbel"/>
                <a:cs typeface="Corbel"/>
              </a:rPr>
              <a:t>fixating</a:t>
            </a:r>
            <a:r>
              <a:rPr sz="1800" b="1" spc="-30" dirty="0">
                <a:latin typeface="Corbel"/>
                <a:cs typeface="Corbel"/>
              </a:rPr>
              <a:t> </a:t>
            </a:r>
            <a:r>
              <a:rPr sz="1800" b="1" dirty="0">
                <a:latin typeface="Corbel"/>
                <a:cs typeface="Corbel"/>
              </a:rPr>
              <a:t>on</a:t>
            </a:r>
            <a:r>
              <a:rPr sz="1800" b="1" spc="-25" dirty="0">
                <a:latin typeface="Corbel"/>
                <a:cs typeface="Corbel"/>
              </a:rPr>
              <a:t> </a:t>
            </a:r>
            <a:r>
              <a:rPr sz="1800" b="1" dirty="0">
                <a:latin typeface="Corbel"/>
                <a:cs typeface="Corbel"/>
              </a:rPr>
              <a:t>one</a:t>
            </a:r>
            <a:r>
              <a:rPr sz="1800" b="1" spc="-30" dirty="0">
                <a:latin typeface="Corbel"/>
                <a:cs typeface="Corbel"/>
              </a:rPr>
              <a:t> </a:t>
            </a:r>
            <a:r>
              <a:rPr sz="1800" b="1" dirty="0">
                <a:latin typeface="Corbel"/>
                <a:cs typeface="Corbel"/>
              </a:rPr>
              <a:t>target</a:t>
            </a:r>
            <a:r>
              <a:rPr sz="1800" dirty="0">
                <a:latin typeface="Corbel"/>
                <a:cs typeface="Corbel"/>
              </a:rPr>
              <a:t>.</a:t>
            </a:r>
            <a:r>
              <a:rPr sz="1800" spc="-15" dirty="0">
                <a:latin typeface="Corbel"/>
                <a:cs typeface="Corbel"/>
              </a:rPr>
              <a:t> </a:t>
            </a:r>
            <a:r>
              <a:rPr sz="1800" dirty="0">
                <a:latin typeface="Corbel"/>
                <a:cs typeface="Corbel"/>
              </a:rPr>
              <a:t>Be</a:t>
            </a:r>
            <a:r>
              <a:rPr sz="1800" spc="-10" dirty="0">
                <a:latin typeface="Corbel"/>
                <a:cs typeface="Corbel"/>
              </a:rPr>
              <a:t> </a:t>
            </a:r>
            <a:r>
              <a:rPr sz="1800" dirty="0">
                <a:latin typeface="Corbel"/>
                <a:cs typeface="Corbel"/>
              </a:rPr>
              <a:t>sure</a:t>
            </a:r>
            <a:r>
              <a:rPr sz="1800" spc="-10" dirty="0">
                <a:latin typeface="Corbel"/>
                <a:cs typeface="Corbel"/>
              </a:rPr>
              <a:t> </a:t>
            </a:r>
            <a:r>
              <a:rPr sz="1800" dirty="0">
                <a:latin typeface="Corbel"/>
                <a:cs typeface="Corbel"/>
              </a:rPr>
              <a:t>to</a:t>
            </a:r>
            <a:r>
              <a:rPr sz="1800" spc="-15" dirty="0">
                <a:latin typeface="Corbel"/>
                <a:cs typeface="Corbel"/>
              </a:rPr>
              <a:t> </a:t>
            </a:r>
            <a:r>
              <a:rPr sz="1800" dirty="0">
                <a:latin typeface="Corbel"/>
                <a:cs typeface="Corbel"/>
              </a:rPr>
              <a:t>maintain</a:t>
            </a:r>
            <a:r>
              <a:rPr sz="1800" spc="-15" dirty="0">
                <a:latin typeface="Corbel"/>
                <a:cs typeface="Corbel"/>
              </a:rPr>
              <a:t> </a:t>
            </a:r>
            <a:r>
              <a:rPr sz="1800" spc="-50" dirty="0">
                <a:latin typeface="Corbel"/>
                <a:cs typeface="Corbel"/>
              </a:rPr>
              <a:t>a </a:t>
            </a:r>
            <a:r>
              <a:rPr sz="1800" dirty="0">
                <a:latin typeface="Corbel"/>
                <a:cs typeface="Corbel"/>
              </a:rPr>
              <a:t>normal</a:t>
            </a:r>
            <a:r>
              <a:rPr sz="1800" spc="-35" dirty="0">
                <a:latin typeface="Corbel"/>
                <a:cs typeface="Corbel"/>
              </a:rPr>
              <a:t> </a:t>
            </a:r>
            <a:r>
              <a:rPr sz="1800" dirty="0">
                <a:latin typeface="Corbel"/>
                <a:cs typeface="Corbel"/>
              </a:rPr>
              <a:t>scan</a:t>
            </a:r>
            <a:r>
              <a:rPr sz="1800" spc="-25" dirty="0">
                <a:latin typeface="Corbel"/>
                <a:cs typeface="Corbel"/>
              </a:rPr>
              <a:t> </a:t>
            </a:r>
            <a:r>
              <a:rPr sz="1800" spc="-10" dirty="0">
                <a:latin typeface="Corbel"/>
                <a:cs typeface="Corbel"/>
              </a:rPr>
              <a:t>pattern.</a:t>
            </a:r>
            <a:endParaRPr sz="1800" dirty="0">
              <a:latin typeface="Corbel"/>
              <a:cs typeface="Corbel"/>
            </a:endParaRPr>
          </a:p>
          <a:p>
            <a:pPr marL="298450" marR="5080" indent="-285750" algn="just">
              <a:lnSpc>
                <a:spcPct val="102200"/>
              </a:lnSpc>
              <a:spcBef>
                <a:spcPts val="985"/>
              </a:spcBef>
              <a:buFont typeface="Arial MT"/>
              <a:buChar char="•"/>
              <a:tabLst>
                <a:tab pos="298450" algn="l"/>
              </a:tabLst>
            </a:pPr>
            <a:r>
              <a:rPr sz="1800" dirty="0">
                <a:latin typeface="Corbel"/>
                <a:cs typeface="Corbel"/>
              </a:rPr>
              <a:t>View</a:t>
            </a:r>
            <a:r>
              <a:rPr sz="1800" spc="204" dirty="0">
                <a:latin typeface="Corbel"/>
                <a:cs typeface="Corbel"/>
              </a:rPr>
              <a:t>  </a:t>
            </a:r>
            <a:r>
              <a:rPr sz="1800" dirty="0">
                <a:latin typeface="Corbel"/>
                <a:cs typeface="Corbel"/>
              </a:rPr>
              <a:t>a</a:t>
            </a:r>
            <a:r>
              <a:rPr sz="1800" spc="210" dirty="0">
                <a:latin typeface="Corbel"/>
                <a:cs typeface="Corbel"/>
              </a:rPr>
              <a:t>  </a:t>
            </a:r>
            <a:r>
              <a:rPr sz="1800" dirty="0">
                <a:latin typeface="Corbel"/>
                <a:cs typeface="Corbel"/>
              </a:rPr>
              <a:t>target</a:t>
            </a:r>
            <a:r>
              <a:rPr sz="1800" spc="204" dirty="0">
                <a:latin typeface="Corbel"/>
                <a:cs typeface="Corbel"/>
              </a:rPr>
              <a:t>  </a:t>
            </a:r>
            <a:r>
              <a:rPr sz="1800" dirty="0">
                <a:latin typeface="Corbel"/>
                <a:cs typeface="Corbel"/>
              </a:rPr>
              <a:t>with</a:t>
            </a:r>
            <a:r>
              <a:rPr sz="1800" spc="210" dirty="0">
                <a:latin typeface="Corbel"/>
                <a:cs typeface="Corbel"/>
              </a:rPr>
              <a:t>  </a:t>
            </a:r>
            <a:r>
              <a:rPr sz="1800" dirty="0">
                <a:latin typeface="Corbel"/>
                <a:cs typeface="Corbel"/>
              </a:rPr>
              <a:t>a</a:t>
            </a:r>
            <a:r>
              <a:rPr sz="1800" spc="210" dirty="0">
                <a:latin typeface="Corbel"/>
                <a:cs typeface="Corbel"/>
              </a:rPr>
              <a:t>  </a:t>
            </a:r>
            <a:r>
              <a:rPr sz="1800" dirty="0">
                <a:latin typeface="Corbel"/>
                <a:cs typeface="Corbel"/>
              </a:rPr>
              <a:t>reference</a:t>
            </a:r>
            <a:r>
              <a:rPr sz="1800" spc="204" dirty="0">
                <a:latin typeface="Corbel"/>
                <a:cs typeface="Corbel"/>
              </a:rPr>
              <a:t>  </a:t>
            </a:r>
            <a:r>
              <a:rPr sz="1800" dirty="0">
                <a:latin typeface="Corbel"/>
                <a:cs typeface="Corbel"/>
              </a:rPr>
              <a:t>to</a:t>
            </a:r>
            <a:r>
              <a:rPr sz="1800" spc="210" dirty="0">
                <a:latin typeface="Corbel"/>
                <a:cs typeface="Corbel"/>
              </a:rPr>
              <a:t>  </a:t>
            </a:r>
            <a:r>
              <a:rPr sz="1800" dirty="0">
                <a:latin typeface="Corbel"/>
                <a:cs typeface="Corbel"/>
              </a:rPr>
              <a:t>stationary</a:t>
            </a:r>
            <a:r>
              <a:rPr sz="1800" spc="204" dirty="0">
                <a:latin typeface="Corbel"/>
                <a:cs typeface="Corbel"/>
              </a:rPr>
              <a:t>  </a:t>
            </a:r>
            <a:r>
              <a:rPr sz="1800" dirty="0">
                <a:latin typeface="Corbel"/>
                <a:cs typeface="Corbel"/>
              </a:rPr>
              <a:t>structures</a:t>
            </a:r>
            <a:r>
              <a:rPr sz="1800" spc="210" dirty="0">
                <a:latin typeface="Corbel"/>
                <a:cs typeface="Corbel"/>
              </a:rPr>
              <a:t>  </a:t>
            </a:r>
            <a:r>
              <a:rPr sz="1800" spc="-25" dirty="0">
                <a:latin typeface="Corbel"/>
                <a:cs typeface="Corbel"/>
              </a:rPr>
              <a:t>or </a:t>
            </a:r>
            <a:r>
              <a:rPr sz="1800" spc="-10" dirty="0">
                <a:latin typeface="Corbel"/>
                <a:cs typeface="Corbel"/>
              </a:rPr>
              <a:t>landmarks.</a:t>
            </a:r>
            <a:endParaRPr sz="1800" dirty="0">
              <a:latin typeface="Corbel"/>
              <a:cs typeface="Corbel"/>
            </a:endParaRPr>
          </a:p>
        </p:txBody>
      </p:sp>
      <p:pic>
        <p:nvPicPr>
          <p:cNvPr id="10" name="object 10"/>
          <p:cNvPicPr/>
          <p:nvPr/>
        </p:nvPicPr>
        <p:blipFill>
          <a:blip r:embed="rId7" cstate="print"/>
          <a:stretch>
            <a:fillRect/>
          </a:stretch>
        </p:blipFill>
        <p:spPr>
          <a:xfrm>
            <a:off x="8440270" y="1529877"/>
            <a:ext cx="3417879" cy="2119085"/>
          </a:xfrm>
          <a:prstGeom prst="rect">
            <a:avLst/>
          </a:prstGeom>
        </p:spPr>
      </p:pic>
      <p:pic>
        <p:nvPicPr>
          <p:cNvPr id="11" name="object 11"/>
          <p:cNvPicPr/>
          <p:nvPr/>
        </p:nvPicPr>
        <p:blipFill>
          <a:blip r:embed="rId8" cstate="print"/>
          <a:stretch>
            <a:fillRect/>
          </a:stretch>
        </p:blipFill>
        <p:spPr>
          <a:xfrm>
            <a:off x="8440270" y="3857914"/>
            <a:ext cx="3417881" cy="2119085"/>
          </a:xfrm>
          <a:prstGeom prst="rect">
            <a:avLst/>
          </a:prstGeom>
        </p:spPr>
      </p:pic>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37</a:t>
            </a:fld>
            <a:endParaRPr spc="-25"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5486400" cy="878205"/>
            <a:chOff x="1417319" y="414527"/>
            <a:chExt cx="5486400" cy="878205"/>
          </a:xfrm>
        </p:grpSpPr>
        <p:pic>
          <p:nvPicPr>
            <p:cNvPr id="4" name="object 4"/>
            <p:cNvPicPr/>
            <p:nvPr/>
          </p:nvPicPr>
          <p:blipFill>
            <a:blip r:embed="rId3" cstate="print"/>
            <a:stretch>
              <a:fillRect/>
            </a:stretch>
          </p:blipFill>
          <p:spPr>
            <a:xfrm>
              <a:off x="1417319" y="414527"/>
              <a:ext cx="2731008" cy="573024"/>
            </a:xfrm>
            <a:prstGeom prst="rect">
              <a:avLst/>
            </a:prstGeom>
          </p:spPr>
        </p:pic>
        <p:pic>
          <p:nvPicPr>
            <p:cNvPr id="5" name="object 5"/>
            <p:cNvPicPr/>
            <p:nvPr/>
          </p:nvPicPr>
          <p:blipFill>
            <a:blip r:embed="rId4" cstate="print"/>
            <a:stretch>
              <a:fillRect/>
            </a:stretch>
          </p:blipFill>
          <p:spPr>
            <a:xfrm>
              <a:off x="3803903" y="414527"/>
              <a:ext cx="469391" cy="573024"/>
            </a:xfrm>
            <a:prstGeom prst="rect">
              <a:avLst/>
            </a:prstGeom>
          </p:spPr>
        </p:pic>
        <p:pic>
          <p:nvPicPr>
            <p:cNvPr id="6" name="object 6"/>
            <p:cNvPicPr/>
            <p:nvPr/>
          </p:nvPicPr>
          <p:blipFill>
            <a:blip r:embed="rId5" cstate="print"/>
            <a:stretch>
              <a:fillRect/>
            </a:stretch>
          </p:blipFill>
          <p:spPr>
            <a:xfrm>
              <a:off x="3965447" y="414527"/>
              <a:ext cx="1021079" cy="573024"/>
            </a:xfrm>
            <a:prstGeom prst="rect">
              <a:avLst/>
            </a:prstGeom>
          </p:spPr>
        </p:pic>
        <p:pic>
          <p:nvPicPr>
            <p:cNvPr id="7" name="object 7"/>
            <p:cNvPicPr/>
            <p:nvPr/>
          </p:nvPicPr>
          <p:blipFill>
            <a:blip r:embed="rId6" cstate="print"/>
            <a:stretch>
              <a:fillRect/>
            </a:stretch>
          </p:blipFill>
          <p:spPr>
            <a:xfrm>
              <a:off x="1417319" y="719327"/>
              <a:ext cx="5486400" cy="573024"/>
            </a:xfrm>
            <a:prstGeom prst="rect">
              <a:avLst/>
            </a:prstGeom>
          </p:spPr>
        </p:pic>
      </p:grpSp>
      <p:sp>
        <p:nvSpPr>
          <p:cNvPr id="8" name="object 8"/>
          <p:cNvSpPr txBox="1">
            <a:spLocks noGrp="1"/>
          </p:cNvSpPr>
          <p:nvPr>
            <p:ph type="title"/>
          </p:nvPr>
        </p:nvSpPr>
        <p:spPr>
          <a:prstGeom prst="rect">
            <a:avLst/>
          </a:prstGeom>
        </p:spPr>
        <p:txBody>
          <a:bodyPr vert="horz" wrap="square" lIns="0" tIns="177291" rIns="0" bIns="0" rtlCol="0">
            <a:spAutoFit/>
          </a:bodyPr>
          <a:lstStyle/>
          <a:p>
            <a:pPr marL="640715">
              <a:lnSpc>
                <a:spcPct val="100000"/>
              </a:lnSpc>
              <a:spcBef>
                <a:spcPts val="100"/>
              </a:spcBef>
            </a:pPr>
            <a:r>
              <a:rPr b="1" dirty="0">
                <a:latin typeface="Corbel"/>
                <a:cs typeface="Corbel"/>
              </a:rPr>
              <a:t>050</a:t>
            </a:r>
            <a:r>
              <a:rPr b="1" spc="-70" dirty="0">
                <a:latin typeface="Corbel"/>
                <a:cs typeface="Corbel"/>
              </a:rPr>
              <a:t> </a:t>
            </a:r>
            <a:r>
              <a:rPr b="1" dirty="0">
                <a:latin typeface="Corbel"/>
                <a:cs typeface="Corbel"/>
              </a:rPr>
              <a:t>02</a:t>
            </a:r>
            <a:r>
              <a:rPr b="1" spc="-40" dirty="0">
                <a:latin typeface="Corbel"/>
                <a:cs typeface="Corbel"/>
              </a:rPr>
              <a:t> </a:t>
            </a:r>
            <a:r>
              <a:rPr b="1" dirty="0">
                <a:latin typeface="Corbel"/>
                <a:cs typeface="Corbel"/>
              </a:rPr>
              <a:t>00:</a:t>
            </a:r>
            <a:r>
              <a:rPr b="1" spc="-40" dirty="0">
                <a:latin typeface="Corbel"/>
                <a:cs typeface="Corbel"/>
              </a:rPr>
              <a:t> </a:t>
            </a:r>
            <a:r>
              <a:rPr b="1" dirty="0">
                <a:latin typeface="Corbel"/>
                <a:cs typeface="Corbel"/>
              </a:rPr>
              <a:t>Physiology</a:t>
            </a:r>
            <a:r>
              <a:rPr b="1" spc="-45" dirty="0">
                <a:latin typeface="Corbel"/>
                <a:cs typeface="Corbel"/>
              </a:rPr>
              <a:t> </a:t>
            </a:r>
            <a:r>
              <a:rPr b="1" dirty="0">
                <a:latin typeface="Corbel"/>
                <a:cs typeface="Corbel"/>
              </a:rPr>
              <a:t>–</a:t>
            </a:r>
            <a:r>
              <a:rPr b="1" spc="-140" dirty="0">
                <a:latin typeface="Corbel"/>
                <a:cs typeface="Corbel"/>
              </a:rPr>
              <a:t> </a:t>
            </a:r>
            <a:r>
              <a:rPr b="1" spc="-10" dirty="0">
                <a:latin typeface="Corbel"/>
                <a:cs typeface="Corbel"/>
              </a:rPr>
              <a:t>Vision</a:t>
            </a:r>
          </a:p>
          <a:p>
            <a:pPr marL="640715">
              <a:lnSpc>
                <a:spcPct val="100000"/>
              </a:lnSpc>
            </a:pPr>
            <a:r>
              <a:rPr dirty="0"/>
              <a:t>050</a:t>
            </a:r>
            <a:r>
              <a:rPr spc="-55" dirty="0"/>
              <a:t> </a:t>
            </a:r>
            <a:r>
              <a:rPr dirty="0"/>
              <a:t>02</a:t>
            </a:r>
            <a:r>
              <a:rPr spc="-30" dirty="0"/>
              <a:t> </a:t>
            </a:r>
            <a:r>
              <a:rPr spc="-10" dirty="0"/>
              <a:t>01:</a:t>
            </a:r>
            <a:r>
              <a:rPr spc="-145" dirty="0"/>
              <a:t> </a:t>
            </a:r>
            <a:r>
              <a:rPr dirty="0"/>
              <a:t>Visual</a:t>
            </a:r>
            <a:r>
              <a:rPr spc="-30" dirty="0"/>
              <a:t> </a:t>
            </a:r>
            <a:r>
              <a:rPr dirty="0"/>
              <a:t>illusions</a:t>
            </a:r>
            <a:r>
              <a:rPr spc="-30" dirty="0"/>
              <a:t> </a:t>
            </a:r>
            <a:r>
              <a:rPr spc="-10" dirty="0"/>
              <a:t>during</a:t>
            </a:r>
            <a:r>
              <a:rPr spc="-85" dirty="0"/>
              <a:t> </a:t>
            </a:r>
            <a:r>
              <a:rPr dirty="0"/>
              <a:t>UAS</a:t>
            </a:r>
            <a:r>
              <a:rPr spc="-35" dirty="0"/>
              <a:t> </a:t>
            </a:r>
            <a:r>
              <a:rPr spc="-10" dirty="0"/>
              <a:t>operations:</a:t>
            </a: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38</a:t>
            </a:fld>
            <a:endParaRPr spc="-25" dirty="0"/>
          </a:p>
        </p:txBody>
      </p:sp>
      <p:sp>
        <p:nvSpPr>
          <p:cNvPr id="9" name="object 9"/>
          <p:cNvSpPr txBox="1"/>
          <p:nvPr/>
        </p:nvSpPr>
        <p:spPr>
          <a:xfrm>
            <a:off x="1563048" y="1425955"/>
            <a:ext cx="9811385" cy="2012950"/>
          </a:xfrm>
          <a:prstGeom prst="rect">
            <a:avLst/>
          </a:prstGeom>
        </p:spPr>
        <p:txBody>
          <a:bodyPr vert="horz" wrap="square" lIns="0" tIns="12700" rIns="0" bIns="0" rtlCol="0">
            <a:spAutoFit/>
          </a:bodyPr>
          <a:lstStyle/>
          <a:p>
            <a:pPr marL="12700">
              <a:lnSpc>
                <a:spcPct val="100000"/>
              </a:lnSpc>
              <a:spcBef>
                <a:spcPts val="100"/>
              </a:spcBef>
            </a:pPr>
            <a:r>
              <a:rPr sz="1800" b="1" u="sng" spc="-10" dirty="0">
                <a:uFill>
                  <a:solidFill>
                    <a:srgbClr val="000000"/>
                  </a:solidFill>
                </a:uFill>
                <a:latin typeface="Corbel"/>
                <a:cs typeface="Corbel"/>
              </a:rPr>
              <a:t>Disorientation</a:t>
            </a:r>
            <a:endParaRPr sz="1800" dirty="0">
              <a:latin typeface="Corbel"/>
              <a:cs typeface="Corbel"/>
            </a:endParaRPr>
          </a:p>
          <a:p>
            <a:pPr marL="12700" marR="5080">
              <a:lnSpc>
                <a:spcPts val="2090"/>
              </a:lnSpc>
              <a:spcBef>
                <a:spcPts val="2095"/>
              </a:spcBef>
            </a:pPr>
            <a:r>
              <a:rPr sz="1800" dirty="0">
                <a:latin typeface="Corbel"/>
                <a:cs typeface="Corbel"/>
              </a:rPr>
              <a:t>The</a:t>
            </a:r>
            <a:r>
              <a:rPr sz="1800" spc="-25" dirty="0">
                <a:latin typeface="Corbel"/>
                <a:cs typeface="Corbel"/>
              </a:rPr>
              <a:t> </a:t>
            </a:r>
            <a:r>
              <a:rPr sz="1800" dirty="0">
                <a:latin typeface="Corbel"/>
                <a:cs typeface="Corbel"/>
              </a:rPr>
              <a:t>farther</a:t>
            </a:r>
            <a:r>
              <a:rPr sz="1800" spc="-20" dirty="0">
                <a:latin typeface="Corbel"/>
                <a:cs typeface="Corbel"/>
              </a:rPr>
              <a:t> </a:t>
            </a:r>
            <a:r>
              <a:rPr sz="1800" dirty="0">
                <a:latin typeface="Corbel"/>
                <a:cs typeface="Corbel"/>
              </a:rPr>
              <a:t>away</a:t>
            </a:r>
            <a:r>
              <a:rPr sz="1800" spc="-25" dirty="0">
                <a:latin typeface="Corbel"/>
                <a:cs typeface="Corbel"/>
              </a:rPr>
              <a:t> </a:t>
            </a:r>
            <a:r>
              <a:rPr sz="1800" dirty="0">
                <a:latin typeface="Corbel"/>
                <a:cs typeface="Corbel"/>
              </a:rPr>
              <a:t>a</a:t>
            </a:r>
            <a:r>
              <a:rPr sz="1800" spc="-70" dirty="0">
                <a:latin typeface="Corbel"/>
                <a:cs typeface="Corbel"/>
              </a:rPr>
              <a:t> </a:t>
            </a:r>
            <a:r>
              <a:rPr sz="1800" dirty="0">
                <a:latin typeface="Corbel"/>
                <a:cs typeface="Corbel"/>
              </a:rPr>
              <a:t>UA</a:t>
            </a:r>
            <a:r>
              <a:rPr sz="1800" spc="-30" dirty="0">
                <a:latin typeface="Corbel"/>
                <a:cs typeface="Corbel"/>
              </a:rPr>
              <a:t> </a:t>
            </a:r>
            <a:r>
              <a:rPr sz="1800" dirty="0">
                <a:latin typeface="Corbel"/>
                <a:cs typeface="Corbel"/>
              </a:rPr>
              <a:t>gets</a:t>
            </a:r>
            <a:r>
              <a:rPr sz="1800" spc="-30" dirty="0">
                <a:latin typeface="Corbel"/>
                <a:cs typeface="Corbel"/>
              </a:rPr>
              <a:t> </a:t>
            </a:r>
            <a:r>
              <a:rPr sz="1800" dirty="0">
                <a:latin typeface="Corbel"/>
                <a:cs typeface="Corbel"/>
              </a:rPr>
              <a:t>from</a:t>
            </a:r>
            <a:r>
              <a:rPr sz="1800" spc="-25" dirty="0">
                <a:latin typeface="Corbel"/>
                <a:cs typeface="Corbel"/>
              </a:rPr>
              <a:t> </a:t>
            </a:r>
            <a:r>
              <a:rPr sz="1800" dirty="0">
                <a:latin typeface="Corbel"/>
                <a:cs typeface="Corbel"/>
              </a:rPr>
              <a:t>those</a:t>
            </a:r>
            <a:r>
              <a:rPr sz="1800" spc="-20" dirty="0">
                <a:latin typeface="Corbel"/>
                <a:cs typeface="Corbel"/>
              </a:rPr>
              <a:t> </a:t>
            </a:r>
            <a:r>
              <a:rPr sz="1800" dirty="0">
                <a:latin typeface="Corbel"/>
                <a:cs typeface="Corbel"/>
              </a:rPr>
              <a:t>operating</a:t>
            </a:r>
            <a:r>
              <a:rPr sz="1800" spc="-30" dirty="0">
                <a:latin typeface="Corbel"/>
                <a:cs typeface="Corbel"/>
              </a:rPr>
              <a:t> </a:t>
            </a:r>
            <a:r>
              <a:rPr sz="1800" dirty="0">
                <a:latin typeface="Corbel"/>
                <a:cs typeface="Corbel"/>
              </a:rPr>
              <a:t>it,</a:t>
            </a:r>
            <a:r>
              <a:rPr sz="1800" spc="-25" dirty="0">
                <a:latin typeface="Corbel"/>
                <a:cs typeface="Corbel"/>
              </a:rPr>
              <a:t> </a:t>
            </a:r>
            <a:r>
              <a:rPr sz="1800" dirty="0">
                <a:latin typeface="Corbel"/>
                <a:cs typeface="Corbel"/>
              </a:rPr>
              <a:t>the</a:t>
            </a:r>
            <a:r>
              <a:rPr sz="1800" spc="-20" dirty="0">
                <a:latin typeface="Corbel"/>
                <a:cs typeface="Corbel"/>
              </a:rPr>
              <a:t> </a:t>
            </a:r>
            <a:r>
              <a:rPr sz="1800" dirty="0">
                <a:latin typeface="Corbel"/>
                <a:cs typeface="Corbel"/>
              </a:rPr>
              <a:t>harder</a:t>
            </a:r>
            <a:r>
              <a:rPr sz="1800" spc="-25" dirty="0">
                <a:latin typeface="Corbel"/>
                <a:cs typeface="Corbel"/>
              </a:rPr>
              <a:t> </a:t>
            </a:r>
            <a:r>
              <a:rPr sz="1800" dirty="0">
                <a:latin typeface="Corbel"/>
                <a:cs typeface="Corbel"/>
              </a:rPr>
              <a:t>it</a:t>
            </a:r>
            <a:r>
              <a:rPr sz="1800" spc="-25" dirty="0">
                <a:latin typeface="Corbel"/>
                <a:cs typeface="Corbel"/>
              </a:rPr>
              <a:t> </a:t>
            </a:r>
            <a:r>
              <a:rPr sz="1800" dirty="0">
                <a:latin typeface="Corbel"/>
                <a:cs typeface="Corbel"/>
              </a:rPr>
              <a:t>can</a:t>
            </a:r>
            <a:r>
              <a:rPr sz="1800" spc="-25" dirty="0">
                <a:latin typeface="Corbel"/>
                <a:cs typeface="Corbel"/>
              </a:rPr>
              <a:t> </a:t>
            </a:r>
            <a:r>
              <a:rPr sz="1800" dirty="0">
                <a:latin typeface="Corbel"/>
                <a:cs typeface="Corbel"/>
              </a:rPr>
              <a:t>be</a:t>
            </a:r>
            <a:r>
              <a:rPr sz="1800" spc="-20" dirty="0">
                <a:latin typeface="Corbel"/>
                <a:cs typeface="Corbel"/>
              </a:rPr>
              <a:t> </a:t>
            </a:r>
            <a:r>
              <a:rPr sz="1800" dirty="0">
                <a:latin typeface="Corbel"/>
                <a:cs typeface="Corbel"/>
              </a:rPr>
              <a:t>to</a:t>
            </a:r>
            <a:r>
              <a:rPr sz="1800" spc="-20" dirty="0">
                <a:latin typeface="Corbel"/>
                <a:cs typeface="Corbel"/>
              </a:rPr>
              <a:t> </a:t>
            </a:r>
            <a:r>
              <a:rPr sz="1800" dirty="0">
                <a:latin typeface="Corbel"/>
                <a:cs typeface="Corbel"/>
              </a:rPr>
              <a:t>determine</a:t>
            </a:r>
            <a:r>
              <a:rPr sz="1800" spc="-20" dirty="0">
                <a:latin typeface="Corbel"/>
                <a:cs typeface="Corbel"/>
              </a:rPr>
              <a:t> </a:t>
            </a:r>
            <a:r>
              <a:rPr sz="1800" dirty="0">
                <a:latin typeface="Corbel"/>
                <a:cs typeface="Corbel"/>
              </a:rPr>
              <a:t>the</a:t>
            </a:r>
            <a:r>
              <a:rPr sz="1800" spc="-20" dirty="0">
                <a:latin typeface="Corbel"/>
                <a:cs typeface="Corbel"/>
              </a:rPr>
              <a:t> </a:t>
            </a:r>
            <a:r>
              <a:rPr sz="1800" dirty="0">
                <a:latin typeface="Corbel"/>
                <a:cs typeface="Corbel"/>
              </a:rPr>
              <a:t>features</a:t>
            </a:r>
            <a:r>
              <a:rPr sz="1800" spc="-30" dirty="0">
                <a:latin typeface="Corbel"/>
                <a:cs typeface="Corbel"/>
              </a:rPr>
              <a:t> </a:t>
            </a:r>
            <a:r>
              <a:rPr sz="1800" dirty="0">
                <a:latin typeface="Corbel"/>
                <a:cs typeface="Corbel"/>
              </a:rPr>
              <a:t>of</a:t>
            </a:r>
            <a:r>
              <a:rPr sz="1800" spc="-20" dirty="0">
                <a:latin typeface="Corbel"/>
                <a:cs typeface="Corbel"/>
              </a:rPr>
              <a:t> </a:t>
            </a:r>
            <a:r>
              <a:rPr sz="1800" spc="-25" dirty="0">
                <a:latin typeface="Corbel"/>
                <a:cs typeface="Corbel"/>
              </a:rPr>
              <a:t>the </a:t>
            </a:r>
            <a:r>
              <a:rPr sz="1800" dirty="0">
                <a:latin typeface="Corbel"/>
                <a:cs typeface="Corbel"/>
              </a:rPr>
              <a:t>aircraft</a:t>
            </a:r>
            <a:r>
              <a:rPr sz="1800" spc="-35" dirty="0">
                <a:latin typeface="Corbel"/>
                <a:cs typeface="Corbel"/>
              </a:rPr>
              <a:t> </a:t>
            </a:r>
            <a:r>
              <a:rPr sz="1800" dirty="0">
                <a:latin typeface="Corbel"/>
                <a:cs typeface="Corbel"/>
              </a:rPr>
              <a:t>that</a:t>
            </a:r>
            <a:r>
              <a:rPr sz="1800" spc="-35" dirty="0">
                <a:latin typeface="Corbel"/>
                <a:cs typeface="Corbel"/>
              </a:rPr>
              <a:t> </a:t>
            </a:r>
            <a:r>
              <a:rPr sz="1800" dirty="0">
                <a:latin typeface="Corbel"/>
                <a:cs typeface="Corbel"/>
              </a:rPr>
              <a:t>provide</a:t>
            </a:r>
            <a:r>
              <a:rPr sz="1800" spc="-30" dirty="0">
                <a:latin typeface="Corbel"/>
                <a:cs typeface="Corbel"/>
              </a:rPr>
              <a:t> </a:t>
            </a:r>
            <a:r>
              <a:rPr sz="1800" dirty="0">
                <a:latin typeface="Corbel"/>
                <a:cs typeface="Corbel"/>
              </a:rPr>
              <a:t>clues</a:t>
            </a:r>
            <a:r>
              <a:rPr sz="1800" spc="-40" dirty="0">
                <a:latin typeface="Corbel"/>
                <a:cs typeface="Corbel"/>
              </a:rPr>
              <a:t> </a:t>
            </a:r>
            <a:r>
              <a:rPr sz="1800" dirty="0">
                <a:latin typeface="Corbel"/>
                <a:cs typeface="Corbel"/>
              </a:rPr>
              <a:t>about</a:t>
            </a:r>
            <a:r>
              <a:rPr sz="1800" spc="-35" dirty="0">
                <a:latin typeface="Corbel"/>
                <a:cs typeface="Corbel"/>
              </a:rPr>
              <a:t> </a:t>
            </a:r>
            <a:r>
              <a:rPr sz="1800" dirty="0">
                <a:latin typeface="Corbel"/>
                <a:cs typeface="Corbel"/>
              </a:rPr>
              <a:t>its</a:t>
            </a:r>
            <a:r>
              <a:rPr sz="1800" spc="-40" dirty="0">
                <a:latin typeface="Corbel"/>
                <a:cs typeface="Corbel"/>
              </a:rPr>
              <a:t> </a:t>
            </a:r>
            <a:r>
              <a:rPr sz="1800" spc="-10" dirty="0">
                <a:latin typeface="Corbel"/>
                <a:cs typeface="Corbel"/>
              </a:rPr>
              <a:t>orientation.</a:t>
            </a:r>
            <a:endParaRPr sz="1800" dirty="0">
              <a:latin typeface="Corbel"/>
              <a:cs typeface="Corbel"/>
            </a:endParaRPr>
          </a:p>
          <a:p>
            <a:pPr>
              <a:lnSpc>
                <a:spcPct val="100000"/>
              </a:lnSpc>
              <a:spcBef>
                <a:spcPts val="855"/>
              </a:spcBef>
            </a:pPr>
            <a:endParaRPr sz="1800" dirty="0">
              <a:latin typeface="Corbel"/>
              <a:cs typeface="Corbel"/>
            </a:endParaRPr>
          </a:p>
          <a:p>
            <a:pPr marL="12700" marR="635000">
              <a:lnSpc>
                <a:spcPts val="2110"/>
              </a:lnSpc>
            </a:pPr>
            <a:r>
              <a:rPr sz="1800" dirty="0">
                <a:latin typeface="Corbel"/>
                <a:cs typeface="Corbel"/>
              </a:rPr>
              <a:t>When</a:t>
            </a:r>
            <a:r>
              <a:rPr sz="1800" spc="-50" dirty="0">
                <a:latin typeface="Corbel"/>
                <a:cs typeface="Corbel"/>
              </a:rPr>
              <a:t> </a:t>
            </a:r>
            <a:r>
              <a:rPr sz="1800" dirty="0">
                <a:latin typeface="Corbel"/>
                <a:cs typeface="Corbel"/>
              </a:rPr>
              <a:t>you</a:t>
            </a:r>
            <a:r>
              <a:rPr sz="1800" spc="-30" dirty="0">
                <a:latin typeface="Corbel"/>
                <a:cs typeface="Corbel"/>
              </a:rPr>
              <a:t> </a:t>
            </a:r>
            <a:r>
              <a:rPr sz="1800" dirty="0">
                <a:latin typeface="Corbel"/>
                <a:cs typeface="Corbel"/>
              </a:rPr>
              <a:t>first</a:t>
            </a:r>
            <a:r>
              <a:rPr sz="1800" spc="-35" dirty="0">
                <a:latin typeface="Corbel"/>
                <a:cs typeface="Corbel"/>
              </a:rPr>
              <a:t> </a:t>
            </a:r>
            <a:r>
              <a:rPr sz="1800" dirty="0">
                <a:latin typeface="Corbel"/>
                <a:cs typeface="Corbel"/>
              </a:rPr>
              <a:t>discover</a:t>
            </a:r>
            <a:r>
              <a:rPr sz="1800" spc="-45" dirty="0">
                <a:latin typeface="Corbel"/>
                <a:cs typeface="Corbel"/>
              </a:rPr>
              <a:t> </a:t>
            </a:r>
            <a:r>
              <a:rPr sz="1800" dirty="0">
                <a:latin typeface="Corbel"/>
                <a:cs typeface="Corbel"/>
              </a:rPr>
              <a:t>that</a:t>
            </a:r>
            <a:r>
              <a:rPr sz="1800" spc="-35" dirty="0">
                <a:latin typeface="Corbel"/>
                <a:cs typeface="Corbel"/>
              </a:rPr>
              <a:t> </a:t>
            </a:r>
            <a:r>
              <a:rPr sz="1800" dirty="0">
                <a:latin typeface="Corbel"/>
                <a:cs typeface="Corbel"/>
              </a:rPr>
              <a:t>you</a:t>
            </a:r>
            <a:r>
              <a:rPr sz="1800" spc="-30" dirty="0">
                <a:latin typeface="Corbel"/>
                <a:cs typeface="Corbel"/>
              </a:rPr>
              <a:t> </a:t>
            </a:r>
            <a:r>
              <a:rPr sz="1800" dirty="0">
                <a:latin typeface="Corbel"/>
                <a:cs typeface="Corbel"/>
              </a:rPr>
              <a:t>no</a:t>
            </a:r>
            <a:r>
              <a:rPr sz="1800" spc="-35" dirty="0">
                <a:latin typeface="Corbel"/>
                <a:cs typeface="Corbel"/>
              </a:rPr>
              <a:t> </a:t>
            </a:r>
            <a:r>
              <a:rPr sz="1800" dirty="0">
                <a:latin typeface="Corbel"/>
                <a:cs typeface="Corbel"/>
              </a:rPr>
              <a:t>longer</a:t>
            </a:r>
            <a:r>
              <a:rPr sz="1800" spc="-40" dirty="0">
                <a:latin typeface="Corbel"/>
                <a:cs typeface="Corbel"/>
              </a:rPr>
              <a:t> </a:t>
            </a:r>
            <a:r>
              <a:rPr sz="1800" dirty="0">
                <a:latin typeface="Corbel"/>
                <a:cs typeface="Corbel"/>
              </a:rPr>
              <a:t>have</a:t>
            </a:r>
            <a:r>
              <a:rPr sz="1800" spc="-30" dirty="0">
                <a:latin typeface="Corbel"/>
                <a:cs typeface="Corbel"/>
              </a:rPr>
              <a:t> </a:t>
            </a:r>
            <a:r>
              <a:rPr sz="1800" dirty="0">
                <a:latin typeface="Corbel"/>
                <a:cs typeface="Corbel"/>
              </a:rPr>
              <a:t>knowledge</a:t>
            </a:r>
            <a:r>
              <a:rPr sz="1800" spc="-30" dirty="0">
                <a:latin typeface="Corbel"/>
                <a:cs typeface="Corbel"/>
              </a:rPr>
              <a:t> </a:t>
            </a:r>
            <a:r>
              <a:rPr sz="1800" dirty="0">
                <a:latin typeface="Corbel"/>
                <a:cs typeface="Corbel"/>
              </a:rPr>
              <a:t>of</a:t>
            </a:r>
            <a:r>
              <a:rPr sz="1800" spc="-35" dirty="0">
                <a:latin typeface="Corbel"/>
                <a:cs typeface="Corbel"/>
              </a:rPr>
              <a:t> </a:t>
            </a:r>
            <a:r>
              <a:rPr sz="1800" dirty="0">
                <a:latin typeface="Corbel"/>
                <a:cs typeface="Corbel"/>
              </a:rPr>
              <a:t>the</a:t>
            </a:r>
            <a:r>
              <a:rPr sz="1800" spc="-30" dirty="0">
                <a:latin typeface="Corbel"/>
                <a:cs typeface="Corbel"/>
              </a:rPr>
              <a:t> </a:t>
            </a:r>
            <a:r>
              <a:rPr sz="1800" dirty="0">
                <a:latin typeface="Corbel"/>
                <a:cs typeface="Corbel"/>
              </a:rPr>
              <a:t>direction</a:t>
            </a:r>
            <a:r>
              <a:rPr sz="1800" spc="-35" dirty="0">
                <a:latin typeface="Corbel"/>
                <a:cs typeface="Corbel"/>
              </a:rPr>
              <a:t> </a:t>
            </a:r>
            <a:r>
              <a:rPr sz="1800" dirty="0">
                <a:latin typeface="Corbel"/>
                <a:cs typeface="Corbel"/>
              </a:rPr>
              <a:t>in</a:t>
            </a:r>
            <a:r>
              <a:rPr sz="1800" spc="-40" dirty="0">
                <a:latin typeface="Corbel"/>
                <a:cs typeface="Corbel"/>
              </a:rPr>
              <a:t> </a:t>
            </a:r>
            <a:r>
              <a:rPr sz="1800" dirty="0">
                <a:latin typeface="Corbel"/>
                <a:cs typeface="Corbel"/>
              </a:rPr>
              <a:t>which</a:t>
            </a:r>
            <a:r>
              <a:rPr sz="1800" spc="-30" dirty="0">
                <a:latin typeface="Corbel"/>
                <a:cs typeface="Corbel"/>
              </a:rPr>
              <a:t> </a:t>
            </a:r>
            <a:r>
              <a:rPr sz="1800" dirty="0">
                <a:latin typeface="Corbel"/>
                <a:cs typeface="Corbel"/>
              </a:rPr>
              <a:t>your</a:t>
            </a:r>
            <a:r>
              <a:rPr sz="1800" spc="-40" dirty="0">
                <a:latin typeface="Corbel"/>
                <a:cs typeface="Corbel"/>
              </a:rPr>
              <a:t> </a:t>
            </a:r>
            <a:r>
              <a:rPr sz="1800" dirty="0">
                <a:latin typeface="Corbel"/>
                <a:cs typeface="Corbel"/>
              </a:rPr>
              <a:t>drone</a:t>
            </a:r>
            <a:r>
              <a:rPr sz="1800" spc="-30" dirty="0">
                <a:latin typeface="Corbel"/>
                <a:cs typeface="Corbel"/>
              </a:rPr>
              <a:t> </a:t>
            </a:r>
            <a:r>
              <a:rPr sz="1800" spc="-25" dirty="0">
                <a:latin typeface="Corbel"/>
                <a:cs typeface="Corbel"/>
              </a:rPr>
              <a:t>is </a:t>
            </a:r>
            <a:r>
              <a:rPr sz="1800" dirty="0">
                <a:latin typeface="Corbel"/>
                <a:cs typeface="Corbel"/>
              </a:rPr>
              <a:t>pointing,</a:t>
            </a:r>
            <a:r>
              <a:rPr sz="1800" spc="-35" dirty="0">
                <a:latin typeface="Corbel"/>
                <a:cs typeface="Corbel"/>
              </a:rPr>
              <a:t> </a:t>
            </a:r>
            <a:r>
              <a:rPr sz="1800" dirty="0">
                <a:latin typeface="Corbel"/>
                <a:cs typeface="Corbel"/>
              </a:rPr>
              <a:t>stop</a:t>
            </a:r>
            <a:r>
              <a:rPr sz="1800" spc="-40" dirty="0">
                <a:latin typeface="Corbel"/>
                <a:cs typeface="Corbel"/>
              </a:rPr>
              <a:t> </a:t>
            </a:r>
            <a:r>
              <a:rPr sz="1800" dirty="0">
                <a:latin typeface="Corbel"/>
                <a:cs typeface="Corbel"/>
              </a:rPr>
              <a:t>and</a:t>
            </a:r>
            <a:r>
              <a:rPr sz="1800" spc="-35" dirty="0">
                <a:latin typeface="Corbel"/>
                <a:cs typeface="Corbel"/>
              </a:rPr>
              <a:t> </a:t>
            </a:r>
            <a:r>
              <a:rPr sz="1800" dirty="0">
                <a:latin typeface="Corbel"/>
                <a:cs typeface="Corbel"/>
              </a:rPr>
              <a:t>make</a:t>
            </a:r>
            <a:r>
              <a:rPr sz="1800" spc="-25" dirty="0">
                <a:latin typeface="Corbel"/>
                <a:cs typeface="Corbel"/>
              </a:rPr>
              <a:t> </a:t>
            </a:r>
            <a:r>
              <a:rPr sz="1800" dirty="0">
                <a:latin typeface="Corbel"/>
                <a:cs typeface="Corbel"/>
              </a:rPr>
              <a:t>small</a:t>
            </a:r>
            <a:r>
              <a:rPr sz="1800" spc="-40" dirty="0">
                <a:latin typeface="Corbel"/>
                <a:cs typeface="Corbel"/>
              </a:rPr>
              <a:t> </a:t>
            </a:r>
            <a:r>
              <a:rPr sz="1800" dirty="0">
                <a:latin typeface="Corbel"/>
                <a:cs typeface="Corbel"/>
              </a:rPr>
              <a:t>control</a:t>
            </a:r>
            <a:r>
              <a:rPr sz="1800" spc="-40" dirty="0">
                <a:latin typeface="Corbel"/>
                <a:cs typeface="Corbel"/>
              </a:rPr>
              <a:t> </a:t>
            </a:r>
            <a:r>
              <a:rPr sz="1800" dirty="0">
                <a:latin typeface="Corbel"/>
                <a:cs typeface="Corbel"/>
              </a:rPr>
              <a:t>inputs</a:t>
            </a:r>
            <a:r>
              <a:rPr sz="1800" spc="-30" dirty="0">
                <a:latin typeface="Corbel"/>
                <a:cs typeface="Corbel"/>
              </a:rPr>
              <a:t> </a:t>
            </a:r>
            <a:r>
              <a:rPr sz="1800" dirty="0">
                <a:latin typeface="Corbel"/>
                <a:cs typeface="Corbel"/>
              </a:rPr>
              <a:t>to</a:t>
            </a:r>
            <a:r>
              <a:rPr sz="1800" spc="-30" dirty="0">
                <a:latin typeface="Corbel"/>
                <a:cs typeface="Corbel"/>
              </a:rPr>
              <a:t> </a:t>
            </a:r>
            <a:r>
              <a:rPr sz="1800" dirty="0">
                <a:latin typeface="Corbel"/>
                <a:cs typeface="Corbel"/>
              </a:rPr>
              <a:t>confirm</a:t>
            </a:r>
            <a:r>
              <a:rPr sz="1800" spc="-40" dirty="0">
                <a:latin typeface="Corbel"/>
                <a:cs typeface="Corbel"/>
              </a:rPr>
              <a:t> </a:t>
            </a:r>
            <a:r>
              <a:rPr sz="1800" dirty="0">
                <a:latin typeface="Corbel"/>
                <a:cs typeface="Corbel"/>
              </a:rPr>
              <a:t>the</a:t>
            </a:r>
            <a:r>
              <a:rPr sz="1800" spc="-30" dirty="0">
                <a:latin typeface="Corbel"/>
                <a:cs typeface="Corbel"/>
              </a:rPr>
              <a:t> </a:t>
            </a:r>
            <a:r>
              <a:rPr sz="1800" dirty="0">
                <a:latin typeface="Corbel"/>
                <a:cs typeface="Corbel"/>
              </a:rPr>
              <a:t>actual</a:t>
            </a:r>
            <a:r>
              <a:rPr sz="1800" spc="-35" dirty="0">
                <a:latin typeface="Corbel"/>
                <a:cs typeface="Corbel"/>
              </a:rPr>
              <a:t> </a:t>
            </a:r>
            <a:r>
              <a:rPr sz="1800" dirty="0">
                <a:latin typeface="Corbel"/>
                <a:cs typeface="Corbel"/>
              </a:rPr>
              <a:t>aircraft</a:t>
            </a:r>
            <a:r>
              <a:rPr sz="1800" spc="-35" dirty="0">
                <a:latin typeface="Corbel"/>
                <a:cs typeface="Corbel"/>
              </a:rPr>
              <a:t> </a:t>
            </a:r>
            <a:r>
              <a:rPr sz="1800" dirty="0">
                <a:latin typeface="Corbel"/>
                <a:cs typeface="Corbel"/>
              </a:rPr>
              <a:t>where</a:t>
            </a:r>
            <a:r>
              <a:rPr sz="1800" spc="-30" dirty="0">
                <a:latin typeface="Corbel"/>
                <a:cs typeface="Corbel"/>
              </a:rPr>
              <a:t> </a:t>
            </a:r>
            <a:r>
              <a:rPr sz="1800" dirty="0">
                <a:latin typeface="Corbel"/>
                <a:cs typeface="Corbel"/>
              </a:rPr>
              <a:t>its</a:t>
            </a:r>
            <a:r>
              <a:rPr sz="1800" spc="-35" dirty="0">
                <a:latin typeface="Corbel"/>
                <a:cs typeface="Corbel"/>
              </a:rPr>
              <a:t> </a:t>
            </a:r>
            <a:r>
              <a:rPr sz="1800" spc="-10" dirty="0">
                <a:latin typeface="Corbel"/>
                <a:cs typeface="Corbel"/>
              </a:rPr>
              <a:t>heading.</a:t>
            </a:r>
            <a:endParaRPr sz="1800" dirty="0">
              <a:latin typeface="Corbel"/>
              <a:cs typeface="Corbe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5486400" cy="878205"/>
            <a:chOff x="1417319" y="414527"/>
            <a:chExt cx="5486400" cy="878205"/>
          </a:xfrm>
        </p:grpSpPr>
        <p:pic>
          <p:nvPicPr>
            <p:cNvPr id="4" name="object 4"/>
            <p:cNvPicPr/>
            <p:nvPr/>
          </p:nvPicPr>
          <p:blipFill>
            <a:blip r:embed="rId3" cstate="print"/>
            <a:stretch>
              <a:fillRect/>
            </a:stretch>
          </p:blipFill>
          <p:spPr>
            <a:xfrm>
              <a:off x="1417319" y="414527"/>
              <a:ext cx="2731008" cy="573024"/>
            </a:xfrm>
            <a:prstGeom prst="rect">
              <a:avLst/>
            </a:prstGeom>
          </p:spPr>
        </p:pic>
        <p:pic>
          <p:nvPicPr>
            <p:cNvPr id="5" name="object 5"/>
            <p:cNvPicPr/>
            <p:nvPr/>
          </p:nvPicPr>
          <p:blipFill>
            <a:blip r:embed="rId4" cstate="print"/>
            <a:stretch>
              <a:fillRect/>
            </a:stretch>
          </p:blipFill>
          <p:spPr>
            <a:xfrm>
              <a:off x="3803903" y="414527"/>
              <a:ext cx="469391" cy="573024"/>
            </a:xfrm>
            <a:prstGeom prst="rect">
              <a:avLst/>
            </a:prstGeom>
          </p:spPr>
        </p:pic>
        <p:pic>
          <p:nvPicPr>
            <p:cNvPr id="6" name="object 6"/>
            <p:cNvPicPr/>
            <p:nvPr/>
          </p:nvPicPr>
          <p:blipFill>
            <a:blip r:embed="rId5" cstate="print"/>
            <a:stretch>
              <a:fillRect/>
            </a:stretch>
          </p:blipFill>
          <p:spPr>
            <a:xfrm>
              <a:off x="3965447" y="414527"/>
              <a:ext cx="1021079" cy="573024"/>
            </a:xfrm>
            <a:prstGeom prst="rect">
              <a:avLst/>
            </a:prstGeom>
          </p:spPr>
        </p:pic>
        <p:pic>
          <p:nvPicPr>
            <p:cNvPr id="7" name="object 7"/>
            <p:cNvPicPr/>
            <p:nvPr/>
          </p:nvPicPr>
          <p:blipFill>
            <a:blip r:embed="rId6" cstate="print"/>
            <a:stretch>
              <a:fillRect/>
            </a:stretch>
          </p:blipFill>
          <p:spPr>
            <a:xfrm>
              <a:off x="1417319" y="719327"/>
              <a:ext cx="5486400" cy="573024"/>
            </a:xfrm>
            <a:prstGeom prst="rect">
              <a:avLst/>
            </a:prstGeom>
          </p:spPr>
        </p:pic>
      </p:grpSp>
      <p:sp>
        <p:nvSpPr>
          <p:cNvPr id="8" name="object 8"/>
          <p:cNvSpPr txBox="1">
            <a:spLocks noGrp="1"/>
          </p:cNvSpPr>
          <p:nvPr>
            <p:ph type="title"/>
          </p:nvPr>
        </p:nvSpPr>
        <p:spPr>
          <a:prstGeom prst="rect">
            <a:avLst/>
          </a:prstGeom>
        </p:spPr>
        <p:txBody>
          <a:bodyPr vert="horz" wrap="square" lIns="0" tIns="177291" rIns="0" bIns="0" rtlCol="0">
            <a:spAutoFit/>
          </a:bodyPr>
          <a:lstStyle/>
          <a:p>
            <a:pPr marL="640715">
              <a:lnSpc>
                <a:spcPct val="100000"/>
              </a:lnSpc>
              <a:spcBef>
                <a:spcPts val="100"/>
              </a:spcBef>
            </a:pPr>
            <a:r>
              <a:rPr b="1" dirty="0">
                <a:latin typeface="Corbel"/>
                <a:cs typeface="Corbel"/>
              </a:rPr>
              <a:t>050</a:t>
            </a:r>
            <a:r>
              <a:rPr b="1" spc="-70" dirty="0">
                <a:latin typeface="Corbel"/>
                <a:cs typeface="Corbel"/>
              </a:rPr>
              <a:t> </a:t>
            </a:r>
            <a:r>
              <a:rPr b="1" dirty="0">
                <a:latin typeface="Corbel"/>
                <a:cs typeface="Corbel"/>
              </a:rPr>
              <a:t>02</a:t>
            </a:r>
            <a:r>
              <a:rPr b="1" spc="-40" dirty="0">
                <a:latin typeface="Corbel"/>
                <a:cs typeface="Corbel"/>
              </a:rPr>
              <a:t> </a:t>
            </a:r>
            <a:r>
              <a:rPr b="1" dirty="0">
                <a:latin typeface="Corbel"/>
                <a:cs typeface="Corbel"/>
              </a:rPr>
              <a:t>00:</a:t>
            </a:r>
            <a:r>
              <a:rPr b="1" spc="-40" dirty="0">
                <a:latin typeface="Corbel"/>
                <a:cs typeface="Corbel"/>
              </a:rPr>
              <a:t> </a:t>
            </a:r>
            <a:r>
              <a:rPr b="1" dirty="0">
                <a:latin typeface="Corbel"/>
                <a:cs typeface="Corbel"/>
              </a:rPr>
              <a:t>Physiology</a:t>
            </a:r>
            <a:r>
              <a:rPr b="1" spc="-45" dirty="0">
                <a:latin typeface="Corbel"/>
                <a:cs typeface="Corbel"/>
              </a:rPr>
              <a:t> </a:t>
            </a:r>
            <a:r>
              <a:rPr b="1" dirty="0">
                <a:latin typeface="Corbel"/>
                <a:cs typeface="Corbel"/>
              </a:rPr>
              <a:t>–</a:t>
            </a:r>
            <a:r>
              <a:rPr b="1" spc="-140" dirty="0">
                <a:latin typeface="Corbel"/>
                <a:cs typeface="Corbel"/>
              </a:rPr>
              <a:t> </a:t>
            </a:r>
            <a:r>
              <a:rPr b="1" spc="-10" dirty="0">
                <a:latin typeface="Corbel"/>
                <a:cs typeface="Corbel"/>
              </a:rPr>
              <a:t>Vision</a:t>
            </a:r>
          </a:p>
          <a:p>
            <a:pPr marL="640715">
              <a:lnSpc>
                <a:spcPct val="100000"/>
              </a:lnSpc>
            </a:pPr>
            <a:r>
              <a:rPr dirty="0"/>
              <a:t>050</a:t>
            </a:r>
            <a:r>
              <a:rPr spc="-55" dirty="0"/>
              <a:t> </a:t>
            </a:r>
            <a:r>
              <a:rPr dirty="0"/>
              <a:t>02</a:t>
            </a:r>
            <a:r>
              <a:rPr spc="-30" dirty="0"/>
              <a:t> </a:t>
            </a:r>
            <a:r>
              <a:rPr spc="-10" dirty="0"/>
              <a:t>01:</a:t>
            </a:r>
            <a:r>
              <a:rPr spc="-145" dirty="0"/>
              <a:t> </a:t>
            </a:r>
            <a:r>
              <a:rPr dirty="0"/>
              <a:t>Visual</a:t>
            </a:r>
            <a:r>
              <a:rPr spc="-30" dirty="0"/>
              <a:t> </a:t>
            </a:r>
            <a:r>
              <a:rPr dirty="0"/>
              <a:t>illusions</a:t>
            </a:r>
            <a:r>
              <a:rPr spc="-30" dirty="0"/>
              <a:t> </a:t>
            </a:r>
            <a:r>
              <a:rPr spc="-10" dirty="0"/>
              <a:t>during</a:t>
            </a:r>
            <a:r>
              <a:rPr spc="-85" dirty="0"/>
              <a:t> </a:t>
            </a:r>
            <a:r>
              <a:rPr dirty="0"/>
              <a:t>UAS</a:t>
            </a:r>
            <a:r>
              <a:rPr spc="-35" dirty="0"/>
              <a:t> </a:t>
            </a:r>
            <a:r>
              <a:rPr spc="-10" dirty="0"/>
              <a:t>operations:</a:t>
            </a: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39</a:t>
            </a:fld>
            <a:endParaRPr spc="-25" dirty="0"/>
          </a:p>
        </p:txBody>
      </p:sp>
      <p:sp>
        <p:nvSpPr>
          <p:cNvPr id="9" name="object 9"/>
          <p:cNvSpPr txBox="1">
            <a:spLocks noGrp="1"/>
          </p:cNvSpPr>
          <p:nvPr>
            <p:ph type="body" idx="1"/>
          </p:nvPr>
        </p:nvSpPr>
        <p:spPr>
          <a:prstGeom prst="rect">
            <a:avLst/>
          </a:prstGeom>
        </p:spPr>
        <p:txBody>
          <a:bodyPr vert="horz" wrap="square" lIns="0" tIns="374904" rIns="0" bIns="0" rtlCol="0">
            <a:spAutoFit/>
          </a:bodyPr>
          <a:lstStyle/>
          <a:p>
            <a:pPr marL="12700" algn="just">
              <a:lnSpc>
                <a:spcPct val="100000"/>
              </a:lnSpc>
              <a:spcBef>
                <a:spcPts val="810"/>
              </a:spcBef>
            </a:pPr>
            <a:r>
              <a:rPr sz="1800" b="1" u="sng" dirty="0">
                <a:uFill>
                  <a:solidFill>
                    <a:srgbClr val="000000"/>
                  </a:solidFill>
                </a:uFill>
                <a:latin typeface="Corbel"/>
                <a:cs typeface="Corbel"/>
              </a:rPr>
              <a:t>Spatial</a:t>
            </a:r>
            <a:r>
              <a:rPr sz="1800" b="1" u="sng" spc="-30" dirty="0">
                <a:uFill>
                  <a:solidFill>
                    <a:srgbClr val="000000"/>
                  </a:solidFill>
                </a:uFill>
                <a:latin typeface="Corbel"/>
                <a:cs typeface="Corbel"/>
              </a:rPr>
              <a:t> </a:t>
            </a:r>
            <a:r>
              <a:rPr sz="1800" b="1" u="sng" spc="-10" dirty="0">
                <a:uFill>
                  <a:solidFill>
                    <a:srgbClr val="000000"/>
                  </a:solidFill>
                </a:uFill>
                <a:latin typeface="Corbel"/>
                <a:cs typeface="Corbel"/>
              </a:rPr>
              <a:t>Disorientation</a:t>
            </a:r>
            <a:endParaRPr sz="1800" dirty="0">
              <a:latin typeface="Corbel"/>
              <a:cs typeface="Corbel"/>
            </a:endParaRPr>
          </a:p>
          <a:p>
            <a:pPr marL="12700" marR="5080" algn="just">
              <a:lnSpc>
                <a:spcPts val="1900"/>
              </a:lnSpc>
              <a:spcBef>
                <a:spcPts val="710"/>
              </a:spcBef>
            </a:pPr>
            <a:r>
              <a:rPr dirty="0"/>
              <a:t>Spatial</a:t>
            </a:r>
            <a:r>
              <a:rPr spc="45" dirty="0"/>
              <a:t> </a:t>
            </a:r>
            <a:r>
              <a:rPr dirty="0"/>
              <a:t>disorientation</a:t>
            </a:r>
            <a:r>
              <a:rPr spc="50" dirty="0"/>
              <a:t> </a:t>
            </a:r>
            <a:r>
              <a:rPr dirty="0"/>
              <a:t>specifically</a:t>
            </a:r>
            <a:r>
              <a:rPr spc="45" dirty="0"/>
              <a:t> </a:t>
            </a:r>
            <a:r>
              <a:rPr dirty="0"/>
              <a:t>refers</a:t>
            </a:r>
            <a:r>
              <a:rPr spc="50" dirty="0"/>
              <a:t> </a:t>
            </a:r>
            <a:r>
              <a:rPr dirty="0"/>
              <a:t>to</a:t>
            </a:r>
            <a:r>
              <a:rPr spc="40" dirty="0"/>
              <a:t> </a:t>
            </a:r>
            <a:r>
              <a:rPr dirty="0"/>
              <a:t>the</a:t>
            </a:r>
            <a:r>
              <a:rPr spc="45" dirty="0"/>
              <a:t> </a:t>
            </a:r>
            <a:r>
              <a:rPr dirty="0"/>
              <a:t>lack</a:t>
            </a:r>
            <a:r>
              <a:rPr spc="45" dirty="0"/>
              <a:t> </a:t>
            </a:r>
            <a:r>
              <a:rPr dirty="0"/>
              <a:t>of</a:t>
            </a:r>
            <a:r>
              <a:rPr spc="45" dirty="0"/>
              <a:t> </a:t>
            </a:r>
            <a:r>
              <a:rPr dirty="0"/>
              <a:t>orientation</a:t>
            </a:r>
            <a:r>
              <a:rPr spc="45" dirty="0"/>
              <a:t> </a:t>
            </a:r>
            <a:r>
              <a:rPr dirty="0"/>
              <a:t>with</a:t>
            </a:r>
            <a:r>
              <a:rPr spc="45" dirty="0"/>
              <a:t> </a:t>
            </a:r>
            <a:r>
              <a:rPr dirty="0"/>
              <a:t>regard</a:t>
            </a:r>
            <a:r>
              <a:rPr spc="50" dirty="0"/>
              <a:t> </a:t>
            </a:r>
            <a:r>
              <a:rPr dirty="0"/>
              <a:t>to</a:t>
            </a:r>
            <a:r>
              <a:rPr spc="40" dirty="0"/>
              <a:t> </a:t>
            </a:r>
            <a:r>
              <a:rPr dirty="0"/>
              <a:t>the</a:t>
            </a:r>
            <a:r>
              <a:rPr spc="50" dirty="0"/>
              <a:t> </a:t>
            </a:r>
            <a:r>
              <a:rPr dirty="0"/>
              <a:t>position,</a:t>
            </a:r>
            <a:r>
              <a:rPr spc="45" dirty="0"/>
              <a:t> </a:t>
            </a:r>
            <a:r>
              <a:rPr dirty="0"/>
              <a:t>attitude,</a:t>
            </a:r>
            <a:r>
              <a:rPr spc="50" dirty="0"/>
              <a:t> </a:t>
            </a:r>
            <a:r>
              <a:rPr dirty="0"/>
              <a:t>or</a:t>
            </a:r>
            <a:r>
              <a:rPr spc="45" dirty="0"/>
              <a:t> </a:t>
            </a:r>
            <a:r>
              <a:rPr spc="-10" dirty="0"/>
              <a:t>movement </a:t>
            </a:r>
            <a:r>
              <a:rPr dirty="0"/>
              <a:t>of</a:t>
            </a:r>
            <a:r>
              <a:rPr spc="90" dirty="0"/>
              <a:t> </a:t>
            </a:r>
            <a:r>
              <a:rPr dirty="0"/>
              <a:t>the</a:t>
            </a:r>
            <a:r>
              <a:rPr spc="95" dirty="0"/>
              <a:t> </a:t>
            </a:r>
            <a:r>
              <a:rPr dirty="0"/>
              <a:t>aircraft</a:t>
            </a:r>
            <a:r>
              <a:rPr spc="85" dirty="0"/>
              <a:t> </a:t>
            </a:r>
            <a:r>
              <a:rPr dirty="0"/>
              <a:t>in</a:t>
            </a:r>
            <a:r>
              <a:rPr spc="95" dirty="0"/>
              <a:t> </a:t>
            </a:r>
            <a:r>
              <a:rPr dirty="0"/>
              <a:t>space.</a:t>
            </a:r>
            <a:r>
              <a:rPr spc="90" dirty="0"/>
              <a:t> </a:t>
            </a:r>
            <a:r>
              <a:rPr dirty="0"/>
              <a:t>It</a:t>
            </a:r>
            <a:r>
              <a:rPr spc="85" dirty="0"/>
              <a:t> </a:t>
            </a:r>
            <a:r>
              <a:rPr dirty="0"/>
              <a:t>is</a:t>
            </a:r>
            <a:r>
              <a:rPr spc="90" dirty="0"/>
              <a:t> </a:t>
            </a:r>
            <a:r>
              <a:rPr dirty="0"/>
              <a:t>a</a:t>
            </a:r>
            <a:r>
              <a:rPr spc="95" dirty="0"/>
              <a:t> </a:t>
            </a:r>
            <a:r>
              <a:rPr dirty="0"/>
              <a:t>state</a:t>
            </a:r>
            <a:r>
              <a:rPr spc="95" dirty="0"/>
              <a:t> </a:t>
            </a:r>
            <a:r>
              <a:rPr dirty="0"/>
              <a:t>of</a:t>
            </a:r>
            <a:r>
              <a:rPr spc="95" dirty="0"/>
              <a:t> </a:t>
            </a:r>
            <a:r>
              <a:rPr dirty="0"/>
              <a:t>temporary</a:t>
            </a:r>
            <a:r>
              <a:rPr spc="85" dirty="0"/>
              <a:t> </a:t>
            </a:r>
            <a:r>
              <a:rPr dirty="0"/>
              <a:t>confusion</a:t>
            </a:r>
            <a:r>
              <a:rPr spc="95" dirty="0"/>
              <a:t> </a:t>
            </a:r>
            <a:r>
              <a:rPr dirty="0"/>
              <a:t>resulting</a:t>
            </a:r>
            <a:r>
              <a:rPr spc="85" dirty="0"/>
              <a:t> </a:t>
            </a:r>
            <a:r>
              <a:rPr dirty="0"/>
              <a:t>from</a:t>
            </a:r>
            <a:r>
              <a:rPr spc="90" dirty="0"/>
              <a:t> </a:t>
            </a:r>
            <a:r>
              <a:rPr dirty="0"/>
              <a:t>misleading</a:t>
            </a:r>
            <a:r>
              <a:rPr spc="90" dirty="0"/>
              <a:t> </a:t>
            </a:r>
            <a:r>
              <a:rPr dirty="0"/>
              <a:t>information</a:t>
            </a:r>
            <a:r>
              <a:rPr spc="100" dirty="0"/>
              <a:t> </a:t>
            </a:r>
            <a:r>
              <a:rPr dirty="0"/>
              <a:t>being</a:t>
            </a:r>
            <a:r>
              <a:rPr spc="90" dirty="0"/>
              <a:t> </a:t>
            </a:r>
            <a:r>
              <a:rPr dirty="0"/>
              <a:t>sent</a:t>
            </a:r>
            <a:r>
              <a:rPr spc="85" dirty="0"/>
              <a:t> </a:t>
            </a:r>
            <a:r>
              <a:rPr dirty="0"/>
              <a:t>to</a:t>
            </a:r>
            <a:r>
              <a:rPr spc="85" dirty="0"/>
              <a:t> </a:t>
            </a:r>
            <a:r>
              <a:rPr spc="-25" dirty="0"/>
              <a:t>the </a:t>
            </a:r>
            <a:r>
              <a:rPr dirty="0"/>
              <a:t>brain</a:t>
            </a:r>
            <a:r>
              <a:rPr spc="-25" dirty="0"/>
              <a:t> </a:t>
            </a:r>
            <a:r>
              <a:rPr dirty="0"/>
              <a:t>by</a:t>
            </a:r>
            <a:r>
              <a:rPr spc="-30" dirty="0"/>
              <a:t> </a:t>
            </a:r>
            <a:r>
              <a:rPr dirty="0"/>
              <a:t>various</a:t>
            </a:r>
            <a:r>
              <a:rPr spc="-30" dirty="0"/>
              <a:t> </a:t>
            </a:r>
            <a:r>
              <a:rPr dirty="0"/>
              <a:t>sensory</a:t>
            </a:r>
            <a:r>
              <a:rPr spc="-30" dirty="0"/>
              <a:t> </a:t>
            </a:r>
            <a:r>
              <a:rPr spc="-10" dirty="0"/>
              <a:t>organs.</a:t>
            </a:r>
          </a:p>
          <a:p>
            <a:pPr>
              <a:lnSpc>
                <a:spcPct val="100000"/>
              </a:lnSpc>
              <a:spcBef>
                <a:spcPts val="650"/>
              </a:spcBef>
            </a:pPr>
            <a:endParaRPr spc="-10" dirty="0"/>
          </a:p>
          <a:p>
            <a:pPr marL="12700" marR="5080" algn="just">
              <a:lnSpc>
                <a:spcPts val="1900"/>
              </a:lnSpc>
            </a:pPr>
            <a:r>
              <a:rPr dirty="0"/>
              <a:t>The</a:t>
            </a:r>
            <a:r>
              <a:rPr spc="355" dirty="0"/>
              <a:t> </a:t>
            </a:r>
            <a:r>
              <a:rPr dirty="0"/>
              <a:t>best</a:t>
            </a:r>
            <a:r>
              <a:rPr spc="355" dirty="0"/>
              <a:t> </a:t>
            </a:r>
            <a:r>
              <a:rPr dirty="0"/>
              <a:t>way</a:t>
            </a:r>
            <a:r>
              <a:rPr spc="350" dirty="0"/>
              <a:t> </a:t>
            </a:r>
            <a:r>
              <a:rPr dirty="0"/>
              <a:t>to</a:t>
            </a:r>
            <a:r>
              <a:rPr spc="350" dirty="0"/>
              <a:t> </a:t>
            </a:r>
            <a:r>
              <a:rPr dirty="0"/>
              <a:t>overcome</a:t>
            </a:r>
            <a:r>
              <a:rPr spc="355" dirty="0"/>
              <a:t>  </a:t>
            </a:r>
            <a:r>
              <a:rPr dirty="0"/>
              <a:t>spatial</a:t>
            </a:r>
            <a:r>
              <a:rPr spc="365" dirty="0"/>
              <a:t> </a:t>
            </a:r>
            <a:r>
              <a:rPr dirty="0"/>
              <a:t>disorientation</a:t>
            </a:r>
            <a:r>
              <a:rPr spc="360" dirty="0"/>
              <a:t> </a:t>
            </a:r>
            <a:r>
              <a:rPr dirty="0"/>
              <a:t>is</a:t>
            </a:r>
            <a:r>
              <a:rPr spc="360" dirty="0"/>
              <a:t> </a:t>
            </a:r>
            <a:r>
              <a:rPr dirty="0"/>
              <a:t>with</a:t>
            </a:r>
            <a:r>
              <a:rPr spc="350" dirty="0"/>
              <a:t> </a:t>
            </a:r>
            <a:r>
              <a:rPr dirty="0"/>
              <a:t>training</a:t>
            </a:r>
            <a:r>
              <a:rPr spc="355" dirty="0"/>
              <a:t> </a:t>
            </a:r>
            <a:r>
              <a:rPr dirty="0"/>
              <a:t>and</a:t>
            </a:r>
            <a:r>
              <a:rPr spc="360" dirty="0"/>
              <a:t> </a:t>
            </a:r>
            <a:r>
              <a:rPr dirty="0"/>
              <a:t>by</a:t>
            </a:r>
            <a:r>
              <a:rPr spc="350" dirty="0"/>
              <a:t> </a:t>
            </a:r>
            <a:r>
              <a:rPr dirty="0"/>
              <a:t>trusting</a:t>
            </a:r>
            <a:r>
              <a:rPr spc="355" dirty="0"/>
              <a:t> </a:t>
            </a:r>
            <a:r>
              <a:rPr dirty="0"/>
              <a:t>the</a:t>
            </a:r>
            <a:r>
              <a:rPr spc="360" dirty="0"/>
              <a:t> </a:t>
            </a:r>
            <a:r>
              <a:rPr dirty="0"/>
              <a:t>controls,</a:t>
            </a:r>
            <a:r>
              <a:rPr spc="355" dirty="0"/>
              <a:t> </a:t>
            </a:r>
            <a:r>
              <a:rPr spc="-10" dirty="0"/>
              <a:t>instruments(by </a:t>
            </a:r>
            <a:r>
              <a:rPr dirty="0"/>
              <a:t>checking</a:t>
            </a:r>
            <a:r>
              <a:rPr spc="-45" dirty="0"/>
              <a:t> </a:t>
            </a:r>
            <a:r>
              <a:rPr dirty="0"/>
              <a:t>the</a:t>
            </a:r>
            <a:r>
              <a:rPr spc="-40" dirty="0"/>
              <a:t> </a:t>
            </a:r>
            <a:r>
              <a:rPr dirty="0"/>
              <a:t>telemetry</a:t>
            </a:r>
            <a:r>
              <a:rPr spc="-45" dirty="0"/>
              <a:t> </a:t>
            </a:r>
            <a:r>
              <a:rPr dirty="0"/>
              <a:t>regularly</a:t>
            </a:r>
            <a:r>
              <a:rPr spc="-45" dirty="0"/>
              <a:t> </a:t>
            </a:r>
            <a:r>
              <a:rPr dirty="0"/>
              <a:t>during</a:t>
            </a:r>
            <a:r>
              <a:rPr spc="-35" dirty="0"/>
              <a:t> </a:t>
            </a:r>
            <a:r>
              <a:rPr dirty="0"/>
              <a:t>flight),</a:t>
            </a:r>
            <a:r>
              <a:rPr spc="-35" dirty="0"/>
              <a:t> </a:t>
            </a:r>
            <a:r>
              <a:rPr dirty="0"/>
              <a:t>and</a:t>
            </a:r>
            <a:r>
              <a:rPr spc="-30" dirty="0"/>
              <a:t> </a:t>
            </a:r>
            <a:r>
              <a:rPr dirty="0"/>
              <a:t>disregarding</a:t>
            </a:r>
            <a:r>
              <a:rPr spc="-40" dirty="0"/>
              <a:t> </a:t>
            </a:r>
            <a:r>
              <a:rPr dirty="0"/>
              <a:t>the</a:t>
            </a:r>
            <a:r>
              <a:rPr spc="-35" dirty="0"/>
              <a:t> </a:t>
            </a:r>
            <a:r>
              <a:rPr dirty="0"/>
              <a:t>sensory</a:t>
            </a:r>
            <a:r>
              <a:rPr spc="-40" dirty="0"/>
              <a:t> </a:t>
            </a:r>
            <a:r>
              <a:rPr spc="-10" dirty="0"/>
              <a:t>perceptions.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566927"/>
            <a:ext cx="6461760" cy="573405"/>
            <a:chOff x="1417319" y="566927"/>
            <a:chExt cx="6461760" cy="573405"/>
          </a:xfrm>
        </p:grpSpPr>
        <p:pic>
          <p:nvPicPr>
            <p:cNvPr id="4" name="object 4"/>
            <p:cNvPicPr/>
            <p:nvPr/>
          </p:nvPicPr>
          <p:blipFill>
            <a:blip r:embed="rId3" cstate="print"/>
            <a:stretch>
              <a:fillRect/>
            </a:stretch>
          </p:blipFill>
          <p:spPr>
            <a:xfrm>
              <a:off x="1417319" y="566927"/>
              <a:ext cx="2868168" cy="573024"/>
            </a:xfrm>
            <a:prstGeom prst="rect">
              <a:avLst/>
            </a:prstGeom>
          </p:spPr>
        </p:pic>
        <p:pic>
          <p:nvPicPr>
            <p:cNvPr id="5" name="object 5"/>
            <p:cNvPicPr/>
            <p:nvPr/>
          </p:nvPicPr>
          <p:blipFill>
            <a:blip r:embed="rId4" cstate="print"/>
            <a:stretch>
              <a:fillRect/>
            </a:stretch>
          </p:blipFill>
          <p:spPr>
            <a:xfrm>
              <a:off x="3941063" y="566927"/>
              <a:ext cx="429767" cy="573024"/>
            </a:xfrm>
            <a:prstGeom prst="rect">
              <a:avLst/>
            </a:prstGeom>
          </p:spPr>
        </p:pic>
        <p:pic>
          <p:nvPicPr>
            <p:cNvPr id="6" name="object 6"/>
            <p:cNvPicPr/>
            <p:nvPr/>
          </p:nvPicPr>
          <p:blipFill>
            <a:blip r:embed="rId5" cstate="print"/>
            <a:stretch>
              <a:fillRect/>
            </a:stretch>
          </p:blipFill>
          <p:spPr>
            <a:xfrm>
              <a:off x="4026408" y="566927"/>
              <a:ext cx="3852672" cy="573024"/>
            </a:xfrm>
            <a:prstGeom prst="rect">
              <a:avLst/>
            </a:prstGeom>
          </p:spPr>
        </p:pic>
      </p:grpSp>
      <p:sp>
        <p:nvSpPr>
          <p:cNvPr id="7" name="object 7"/>
          <p:cNvSpPr txBox="1">
            <a:spLocks noGrp="1"/>
          </p:cNvSpPr>
          <p:nvPr>
            <p:ph type="title"/>
          </p:nvPr>
        </p:nvSpPr>
        <p:spPr>
          <a:prstGeom prst="rect">
            <a:avLst/>
          </a:prstGeom>
        </p:spPr>
        <p:txBody>
          <a:bodyPr vert="horz" wrap="square" lIns="0" tIns="329691" rIns="0" bIns="0" rtlCol="0">
            <a:spAutoFit/>
          </a:bodyPr>
          <a:lstStyle/>
          <a:p>
            <a:pPr marL="640715">
              <a:lnSpc>
                <a:spcPct val="100000"/>
              </a:lnSpc>
              <a:spcBef>
                <a:spcPts val="100"/>
              </a:spcBef>
            </a:pPr>
            <a:r>
              <a:rPr dirty="0"/>
              <a:t>050</a:t>
            </a:r>
            <a:r>
              <a:rPr spc="-45" dirty="0"/>
              <a:t> </a:t>
            </a:r>
            <a:r>
              <a:rPr dirty="0"/>
              <a:t>02</a:t>
            </a:r>
            <a:r>
              <a:rPr spc="-40" dirty="0"/>
              <a:t> </a:t>
            </a:r>
            <a:r>
              <a:rPr dirty="0"/>
              <a:t>02:</a:t>
            </a:r>
            <a:r>
              <a:rPr spc="-40" dirty="0"/>
              <a:t> </a:t>
            </a:r>
            <a:r>
              <a:rPr dirty="0"/>
              <a:t>Effects</a:t>
            </a:r>
            <a:r>
              <a:rPr spc="-40" dirty="0"/>
              <a:t> </a:t>
            </a:r>
            <a:r>
              <a:rPr dirty="0"/>
              <a:t>of</a:t>
            </a:r>
            <a:r>
              <a:rPr spc="-40" dirty="0"/>
              <a:t> </a:t>
            </a:r>
            <a:r>
              <a:rPr spc="-10" dirty="0"/>
              <a:t>sun-</a:t>
            </a:r>
            <a:r>
              <a:rPr dirty="0"/>
              <a:t>blindness</a:t>
            </a:r>
            <a:r>
              <a:rPr spc="-40" dirty="0"/>
              <a:t> </a:t>
            </a:r>
            <a:r>
              <a:rPr dirty="0"/>
              <a:t>and</a:t>
            </a:r>
            <a:r>
              <a:rPr spc="-35" dirty="0"/>
              <a:t> </a:t>
            </a:r>
            <a:r>
              <a:rPr dirty="0"/>
              <a:t>how</a:t>
            </a:r>
            <a:r>
              <a:rPr spc="-40" dirty="0"/>
              <a:t> </a:t>
            </a:r>
            <a:r>
              <a:rPr dirty="0"/>
              <a:t>to</a:t>
            </a:r>
            <a:r>
              <a:rPr spc="-45" dirty="0"/>
              <a:t> </a:t>
            </a:r>
            <a:r>
              <a:rPr dirty="0"/>
              <a:t>overcome</a:t>
            </a:r>
            <a:r>
              <a:rPr spc="-40" dirty="0"/>
              <a:t> </a:t>
            </a:r>
            <a:r>
              <a:rPr spc="-25" dirty="0"/>
              <a:t>it</a:t>
            </a:r>
          </a:p>
        </p:txBody>
      </p:sp>
      <p:pic>
        <p:nvPicPr>
          <p:cNvPr id="8" name="object 8"/>
          <p:cNvPicPr/>
          <p:nvPr/>
        </p:nvPicPr>
        <p:blipFill>
          <a:blip r:embed="rId6" cstate="print"/>
          <a:stretch>
            <a:fillRect/>
          </a:stretch>
        </p:blipFill>
        <p:spPr>
          <a:xfrm>
            <a:off x="3118756" y="3881357"/>
            <a:ext cx="5954485" cy="2035722"/>
          </a:xfrm>
          <a:prstGeom prst="rect">
            <a:avLst/>
          </a:prstGeom>
        </p:spPr>
      </p:pic>
      <p:sp>
        <p:nvSpPr>
          <p:cNvPr id="9" name="object 9"/>
          <p:cNvSpPr txBox="1"/>
          <p:nvPr/>
        </p:nvSpPr>
        <p:spPr>
          <a:xfrm>
            <a:off x="1563048" y="1567179"/>
            <a:ext cx="9859645" cy="1732280"/>
          </a:xfrm>
          <a:prstGeom prst="rect">
            <a:avLst/>
          </a:prstGeom>
        </p:spPr>
        <p:txBody>
          <a:bodyPr vert="horz" wrap="square" lIns="0" tIns="12700" rIns="0" bIns="0" rtlCol="0">
            <a:spAutoFit/>
          </a:bodyPr>
          <a:lstStyle/>
          <a:p>
            <a:pPr marL="12700" marR="5080">
              <a:lnSpc>
                <a:spcPct val="100000"/>
              </a:lnSpc>
              <a:spcBef>
                <a:spcPts val="100"/>
              </a:spcBef>
            </a:pPr>
            <a:r>
              <a:rPr sz="1600" spc="-10" dirty="0">
                <a:latin typeface="Corbel"/>
                <a:cs typeface="Corbel"/>
              </a:rPr>
              <a:t>Sun-</a:t>
            </a:r>
            <a:r>
              <a:rPr sz="1600" dirty="0">
                <a:latin typeface="Corbel"/>
                <a:cs typeface="Corbel"/>
              </a:rPr>
              <a:t>Blindness</a:t>
            </a:r>
            <a:r>
              <a:rPr sz="1600" spc="-20" dirty="0">
                <a:latin typeface="Corbel"/>
                <a:cs typeface="Corbel"/>
              </a:rPr>
              <a:t> </a:t>
            </a:r>
            <a:r>
              <a:rPr sz="1600" dirty="0">
                <a:latin typeface="Corbel"/>
                <a:cs typeface="Corbel"/>
              </a:rPr>
              <a:t>is</a:t>
            </a:r>
            <a:r>
              <a:rPr sz="1600" spc="-15" dirty="0">
                <a:latin typeface="Corbel"/>
                <a:cs typeface="Corbel"/>
              </a:rPr>
              <a:t> </a:t>
            </a:r>
            <a:r>
              <a:rPr sz="1600" dirty="0">
                <a:latin typeface="Corbel"/>
                <a:cs typeface="Corbel"/>
              </a:rPr>
              <a:t>when</a:t>
            </a:r>
            <a:r>
              <a:rPr sz="1600" spc="-15" dirty="0">
                <a:latin typeface="Corbel"/>
                <a:cs typeface="Corbel"/>
              </a:rPr>
              <a:t> </a:t>
            </a:r>
            <a:r>
              <a:rPr sz="1600" dirty="0">
                <a:latin typeface="Corbel"/>
                <a:cs typeface="Corbel"/>
              </a:rPr>
              <a:t>the</a:t>
            </a:r>
            <a:r>
              <a:rPr sz="1600" spc="-10" dirty="0">
                <a:latin typeface="Corbel"/>
                <a:cs typeface="Corbel"/>
              </a:rPr>
              <a:t> </a:t>
            </a:r>
            <a:r>
              <a:rPr sz="1600" dirty="0">
                <a:latin typeface="Corbel"/>
                <a:cs typeface="Corbel"/>
              </a:rPr>
              <a:t>glare</a:t>
            </a:r>
            <a:r>
              <a:rPr sz="1600" spc="-20" dirty="0">
                <a:latin typeface="Corbel"/>
                <a:cs typeface="Corbel"/>
              </a:rPr>
              <a:t> </a:t>
            </a:r>
            <a:r>
              <a:rPr sz="1600" dirty="0">
                <a:latin typeface="Corbel"/>
                <a:cs typeface="Corbel"/>
              </a:rPr>
              <a:t>of</a:t>
            </a:r>
            <a:r>
              <a:rPr sz="1600" spc="-15" dirty="0">
                <a:latin typeface="Corbel"/>
                <a:cs typeface="Corbel"/>
              </a:rPr>
              <a:t> </a:t>
            </a:r>
            <a:r>
              <a:rPr sz="1600" dirty="0">
                <a:latin typeface="Corbel"/>
                <a:cs typeface="Corbel"/>
              </a:rPr>
              <a:t>the</a:t>
            </a:r>
            <a:r>
              <a:rPr sz="1600" spc="-15" dirty="0">
                <a:latin typeface="Corbel"/>
                <a:cs typeface="Corbel"/>
              </a:rPr>
              <a:t> </a:t>
            </a:r>
            <a:r>
              <a:rPr sz="1600" dirty="0">
                <a:latin typeface="Corbel"/>
                <a:cs typeface="Corbel"/>
              </a:rPr>
              <a:t>sun</a:t>
            </a:r>
            <a:r>
              <a:rPr sz="1600" spc="-10" dirty="0">
                <a:latin typeface="Corbel"/>
                <a:cs typeface="Corbel"/>
              </a:rPr>
              <a:t> </a:t>
            </a:r>
            <a:r>
              <a:rPr sz="1600" dirty="0">
                <a:latin typeface="Corbel"/>
                <a:cs typeface="Corbel"/>
              </a:rPr>
              <a:t>is</a:t>
            </a:r>
            <a:r>
              <a:rPr sz="1600" spc="-20" dirty="0">
                <a:latin typeface="Corbel"/>
                <a:cs typeface="Corbel"/>
              </a:rPr>
              <a:t> </a:t>
            </a:r>
            <a:r>
              <a:rPr sz="1600" dirty="0">
                <a:latin typeface="Corbel"/>
                <a:cs typeface="Corbel"/>
              </a:rPr>
              <a:t>blinding</a:t>
            </a:r>
            <a:r>
              <a:rPr sz="1600" spc="-15" dirty="0">
                <a:latin typeface="Corbel"/>
                <a:cs typeface="Corbel"/>
              </a:rPr>
              <a:t> </a:t>
            </a:r>
            <a:r>
              <a:rPr sz="1600" dirty="0">
                <a:latin typeface="Corbel"/>
                <a:cs typeface="Corbel"/>
              </a:rPr>
              <a:t>the</a:t>
            </a:r>
            <a:r>
              <a:rPr sz="1600" spc="-15" dirty="0">
                <a:latin typeface="Corbel"/>
                <a:cs typeface="Corbel"/>
              </a:rPr>
              <a:t> </a:t>
            </a:r>
            <a:r>
              <a:rPr sz="1600" dirty="0">
                <a:latin typeface="Corbel"/>
                <a:cs typeface="Corbel"/>
              </a:rPr>
              <a:t>pilot’s</a:t>
            </a:r>
            <a:r>
              <a:rPr sz="1600" spc="-10" dirty="0">
                <a:latin typeface="Corbel"/>
                <a:cs typeface="Corbel"/>
              </a:rPr>
              <a:t> </a:t>
            </a:r>
            <a:r>
              <a:rPr sz="1600" dirty="0">
                <a:latin typeface="Corbel"/>
                <a:cs typeface="Corbel"/>
              </a:rPr>
              <a:t>view.</a:t>
            </a:r>
            <a:r>
              <a:rPr sz="1600" spc="-15" dirty="0">
                <a:latin typeface="Corbel"/>
                <a:cs typeface="Corbel"/>
              </a:rPr>
              <a:t> </a:t>
            </a:r>
            <a:r>
              <a:rPr sz="1600" dirty="0">
                <a:latin typeface="Corbel"/>
                <a:cs typeface="Corbel"/>
              </a:rPr>
              <a:t>Flying</a:t>
            </a:r>
            <a:r>
              <a:rPr sz="1600" spc="-25" dirty="0">
                <a:latin typeface="Corbel"/>
                <a:cs typeface="Corbel"/>
              </a:rPr>
              <a:t> </a:t>
            </a:r>
            <a:r>
              <a:rPr sz="1600" dirty="0">
                <a:latin typeface="Corbel"/>
                <a:cs typeface="Corbel"/>
              </a:rPr>
              <a:t>directly</a:t>
            </a:r>
            <a:r>
              <a:rPr sz="1600" spc="-20" dirty="0">
                <a:latin typeface="Corbel"/>
                <a:cs typeface="Corbel"/>
              </a:rPr>
              <a:t> </a:t>
            </a:r>
            <a:r>
              <a:rPr sz="1600" dirty="0">
                <a:latin typeface="Corbel"/>
                <a:cs typeface="Corbel"/>
              </a:rPr>
              <a:t>toward</a:t>
            </a:r>
            <a:r>
              <a:rPr sz="1600" spc="-15" dirty="0">
                <a:latin typeface="Corbel"/>
                <a:cs typeface="Corbel"/>
              </a:rPr>
              <a:t> </a:t>
            </a:r>
            <a:r>
              <a:rPr sz="1600" dirty="0">
                <a:latin typeface="Corbel"/>
                <a:cs typeface="Corbel"/>
              </a:rPr>
              <a:t>a</a:t>
            </a:r>
            <a:r>
              <a:rPr sz="1600" spc="-15" dirty="0">
                <a:latin typeface="Corbel"/>
                <a:cs typeface="Corbel"/>
              </a:rPr>
              <a:t> </a:t>
            </a:r>
            <a:r>
              <a:rPr sz="1600" dirty="0">
                <a:latin typeface="Corbel"/>
                <a:cs typeface="Corbel"/>
              </a:rPr>
              <a:t>rising</a:t>
            </a:r>
            <a:r>
              <a:rPr sz="1600" spc="-15" dirty="0">
                <a:latin typeface="Corbel"/>
                <a:cs typeface="Corbel"/>
              </a:rPr>
              <a:t> </a:t>
            </a:r>
            <a:r>
              <a:rPr sz="1600" dirty="0">
                <a:latin typeface="Corbel"/>
                <a:cs typeface="Corbel"/>
              </a:rPr>
              <a:t>or</a:t>
            </a:r>
            <a:r>
              <a:rPr sz="1600" spc="-20" dirty="0">
                <a:latin typeface="Corbel"/>
                <a:cs typeface="Corbel"/>
              </a:rPr>
              <a:t> </a:t>
            </a:r>
            <a:r>
              <a:rPr sz="1600" dirty="0">
                <a:latin typeface="Corbel"/>
                <a:cs typeface="Corbel"/>
              </a:rPr>
              <a:t>setting</a:t>
            </a:r>
            <a:r>
              <a:rPr sz="1600" spc="-15" dirty="0">
                <a:latin typeface="Corbel"/>
                <a:cs typeface="Corbel"/>
              </a:rPr>
              <a:t> </a:t>
            </a:r>
            <a:r>
              <a:rPr sz="1600" dirty="0">
                <a:latin typeface="Corbel"/>
                <a:cs typeface="Corbel"/>
              </a:rPr>
              <a:t>sun</a:t>
            </a:r>
            <a:r>
              <a:rPr sz="1600" spc="-15" dirty="0">
                <a:latin typeface="Corbel"/>
                <a:cs typeface="Corbel"/>
              </a:rPr>
              <a:t> </a:t>
            </a:r>
            <a:r>
              <a:rPr sz="1600" spc="-25" dirty="0">
                <a:latin typeface="Corbel"/>
                <a:cs typeface="Corbel"/>
              </a:rPr>
              <a:t>can </a:t>
            </a:r>
            <a:r>
              <a:rPr sz="1600" dirty="0">
                <a:latin typeface="Corbel"/>
                <a:cs typeface="Corbel"/>
              </a:rPr>
              <a:t>effectively</a:t>
            </a:r>
            <a:r>
              <a:rPr sz="1600" spc="-25" dirty="0">
                <a:latin typeface="Corbel"/>
                <a:cs typeface="Corbel"/>
              </a:rPr>
              <a:t> </a:t>
            </a:r>
            <a:r>
              <a:rPr sz="1600" dirty="0">
                <a:latin typeface="Corbel"/>
                <a:cs typeface="Corbel"/>
              </a:rPr>
              <a:t>blind</a:t>
            </a:r>
            <a:r>
              <a:rPr sz="1600" spc="-15" dirty="0">
                <a:latin typeface="Corbel"/>
                <a:cs typeface="Corbel"/>
              </a:rPr>
              <a:t> </a:t>
            </a:r>
            <a:r>
              <a:rPr sz="1600" dirty="0">
                <a:latin typeface="Corbel"/>
                <a:cs typeface="Corbel"/>
              </a:rPr>
              <a:t>you,</a:t>
            </a:r>
            <a:r>
              <a:rPr sz="1600" spc="-25" dirty="0">
                <a:latin typeface="Corbel"/>
                <a:cs typeface="Corbel"/>
              </a:rPr>
              <a:t> </a:t>
            </a:r>
            <a:r>
              <a:rPr sz="1600" dirty="0">
                <a:latin typeface="Corbel"/>
                <a:cs typeface="Corbel"/>
              </a:rPr>
              <a:t>making</a:t>
            </a:r>
            <a:r>
              <a:rPr sz="1600" spc="-20" dirty="0">
                <a:latin typeface="Corbel"/>
                <a:cs typeface="Corbel"/>
              </a:rPr>
              <a:t> </a:t>
            </a:r>
            <a:r>
              <a:rPr sz="1600" dirty="0">
                <a:latin typeface="Corbel"/>
                <a:cs typeface="Corbel"/>
              </a:rPr>
              <a:t>it</a:t>
            </a:r>
            <a:r>
              <a:rPr sz="1600" spc="-35" dirty="0">
                <a:latin typeface="Corbel"/>
                <a:cs typeface="Corbel"/>
              </a:rPr>
              <a:t> </a:t>
            </a:r>
            <a:r>
              <a:rPr sz="1600" dirty="0">
                <a:latin typeface="Corbel"/>
                <a:cs typeface="Corbel"/>
              </a:rPr>
              <a:t>impossible</a:t>
            </a:r>
            <a:r>
              <a:rPr sz="1600" spc="-25" dirty="0">
                <a:latin typeface="Corbel"/>
                <a:cs typeface="Corbel"/>
              </a:rPr>
              <a:t> </a:t>
            </a:r>
            <a:r>
              <a:rPr sz="1600" dirty="0">
                <a:latin typeface="Corbel"/>
                <a:cs typeface="Corbel"/>
              </a:rPr>
              <a:t>for</a:t>
            </a:r>
            <a:r>
              <a:rPr sz="1600" spc="-20" dirty="0">
                <a:latin typeface="Corbel"/>
                <a:cs typeface="Corbel"/>
              </a:rPr>
              <a:t> </a:t>
            </a:r>
            <a:r>
              <a:rPr sz="1600" dirty="0">
                <a:latin typeface="Corbel"/>
                <a:cs typeface="Corbel"/>
              </a:rPr>
              <a:t>you</a:t>
            </a:r>
            <a:r>
              <a:rPr sz="1600" spc="-30" dirty="0">
                <a:latin typeface="Corbel"/>
                <a:cs typeface="Corbel"/>
              </a:rPr>
              <a:t> </a:t>
            </a:r>
            <a:r>
              <a:rPr sz="1600" dirty="0">
                <a:latin typeface="Corbel"/>
                <a:cs typeface="Corbel"/>
              </a:rPr>
              <a:t>to</a:t>
            </a:r>
            <a:r>
              <a:rPr sz="1600" spc="-25" dirty="0">
                <a:latin typeface="Corbel"/>
                <a:cs typeface="Corbel"/>
              </a:rPr>
              <a:t> </a:t>
            </a:r>
            <a:r>
              <a:rPr sz="1600" dirty="0">
                <a:latin typeface="Corbel"/>
                <a:cs typeface="Corbel"/>
              </a:rPr>
              <a:t>track</a:t>
            </a:r>
            <a:r>
              <a:rPr sz="1600" spc="-25" dirty="0">
                <a:latin typeface="Corbel"/>
                <a:cs typeface="Corbel"/>
              </a:rPr>
              <a:t> </a:t>
            </a:r>
            <a:r>
              <a:rPr sz="1600" dirty="0">
                <a:latin typeface="Corbel"/>
                <a:cs typeface="Corbel"/>
              </a:rPr>
              <a:t>your</a:t>
            </a:r>
            <a:r>
              <a:rPr sz="1600" spc="-70" dirty="0">
                <a:latin typeface="Corbel"/>
                <a:cs typeface="Corbel"/>
              </a:rPr>
              <a:t> </a:t>
            </a:r>
            <a:r>
              <a:rPr sz="1600" dirty="0">
                <a:latin typeface="Corbel"/>
                <a:cs typeface="Corbel"/>
              </a:rPr>
              <a:t>UA</a:t>
            </a:r>
            <a:r>
              <a:rPr sz="1600" spc="-25" dirty="0">
                <a:latin typeface="Corbel"/>
                <a:cs typeface="Corbel"/>
              </a:rPr>
              <a:t> </a:t>
            </a:r>
            <a:r>
              <a:rPr sz="1600" dirty="0">
                <a:latin typeface="Corbel"/>
                <a:cs typeface="Corbel"/>
              </a:rPr>
              <a:t>or</a:t>
            </a:r>
            <a:r>
              <a:rPr sz="1600" spc="-25" dirty="0">
                <a:latin typeface="Corbel"/>
                <a:cs typeface="Corbel"/>
              </a:rPr>
              <a:t> </a:t>
            </a:r>
            <a:r>
              <a:rPr sz="1600" dirty="0">
                <a:latin typeface="Corbel"/>
                <a:cs typeface="Corbel"/>
              </a:rPr>
              <a:t>see</a:t>
            </a:r>
            <a:r>
              <a:rPr sz="1600" spc="-20" dirty="0">
                <a:latin typeface="Corbel"/>
                <a:cs typeface="Corbel"/>
              </a:rPr>
              <a:t> </a:t>
            </a:r>
            <a:r>
              <a:rPr sz="1600" dirty="0">
                <a:latin typeface="Corbel"/>
                <a:cs typeface="Corbel"/>
              </a:rPr>
              <a:t>obstacles</a:t>
            </a:r>
            <a:r>
              <a:rPr sz="1600" spc="-25" dirty="0">
                <a:latin typeface="Corbel"/>
                <a:cs typeface="Corbel"/>
              </a:rPr>
              <a:t> </a:t>
            </a:r>
            <a:r>
              <a:rPr sz="1600" dirty="0">
                <a:latin typeface="Corbel"/>
                <a:cs typeface="Corbel"/>
              </a:rPr>
              <a:t>or</a:t>
            </a:r>
            <a:r>
              <a:rPr sz="1600" spc="-20" dirty="0">
                <a:latin typeface="Corbel"/>
                <a:cs typeface="Corbel"/>
              </a:rPr>
              <a:t> </a:t>
            </a:r>
            <a:r>
              <a:rPr sz="1600" dirty="0">
                <a:latin typeface="Corbel"/>
                <a:cs typeface="Corbel"/>
              </a:rPr>
              <a:t>other</a:t>
            </a:r>
            <a:r>
              <a:rPr sz="1600" spc="-70" dirty="0">
                <a:latin typeface="Corbel"/>
                <a:cs typeface="Corbel"/>
              </a:rPr>
              <a:t> </a:t>
            </a:r>
            <a:r>
              <a:rPr sz="1600" spc="-25" dirty="0">
                <a:latin typeface="Corbel"/>
                <a:cs typeface="Corbel"/>
              </a:rPr>
              <a:t>UA.</a:t>
            </a:r>
            <a:endParaRPr sz="1600" dirty="0">
              <a:latin typeface="Corbel"/>
              <a:cs typeface="Corbel"/>
            </a:endParaRPr>
          </a:p>
          <a:p>
            <a:pPr>
              <a:lnSpc>
                <a:spcPct val="100000"/>
              </a:lnSpc>
              <a:spcBef>
                <a:spcPts val="10"/>
              </a:spcBef>
            </a:pPr>
            <a:endParaRPr sz="1600" dirty="0">
              <a:latin typeface="Corbel"/>
              <a:cs typeface="Corbel"/>
            </a:endParaRPr>
          </a:p>
          <a:p>
            <a:pPr marL="12700">
              <a:lnSpc>
                <a:spcPct val="100000"/>
              </a:lnSpc>
              <a:spcBef>
                <a:spcPts val="5"/>
              </a:spcBef>
            </a:pPr>
            <a:r>
              <a:rPr sz="1600" dirty="0">
                <a:latin typeface="Corbel"/>
                <a:cs typeface="Corbel"/>
              </a:rPr>
              <a:t>Similar</a:t>
            </a:r>
            <a:r>
              <a:rPr sz="1600" spc="-35" dirty="0">
                <a:latin typeface="Corbel"/>
                <a:cs typeface="Corbel"/>
              </a:rPr>
              <a:t> </a:t>
            </a:r>
            <a:r>
              <a:rPr sz="1600" dirty="0">
                <a:latin typeface="Corbel"/>
                <a:cs typeface="Corbel"/>
              </a:rPr>
              <a:t>degradation</a:t>
            </a:r>
            <a:r>
              <a:rPr sz="1600" spc="-25" dirty="0">
                <a:latin typeface="Corbel"/>
                <a:cs typeface="Corbel"/>
              </a:rPr>
              <a:t> </a:t>
            </a:r>
            <a:r>
              <a:rPr sz="1600" dirty="0">
                <a:latin typeface="Corbel"/>
                <a:cs typeface="Corbel"/>
              </a:rPr>
              <a:t>to</a:t>
            </a:r>
            <a:r>
              <a:rPr sz="1600" spc="-35" dirty="0">
                <a:latin typeface="Corbel"/>
                <a:cs typeface="Corbel"/>
              </a:rPr>
              <a:t> </a:t>
            </a:r>
            <a:r>
              <a:rPr sz="1600" dirty="0">
                <a:latin typeface="Corbel"/>
                <a:cs typeface="Corbel"/>
              </a:rPr>
              <a:t>vision</a:t>
            </a:r>
            <a:r>
              <a:rPr sz="1600" spc="-25" dirty="0">
                <a:latin typeface="Corbel"/>
                <a:cs typeface="Corbel"/>
              </a:rPr>
              <a:t> </a:t>
            </a:r>
            <a:r>
              <a:rPr sz="1600" dirty="0">
                <a:latin typeface="Corbel"/>
                <a:cs typeface="Corbel"/>
              </a:rPr>
              <a:t>can</a:t>
            </a:r>
            <a:r>
              <a:rPr sz="1600" spc="-30" dirty="0">
                <a:latin typeface="Corbel"/>
                <a:cs typeface="Corbel"/>
              </a:rPr>
              <a:t> </a:t>
            </a:r>
            <a:r>
              <a:rPr sz="1600" dirty="0">
                <a:latin typeface="Corbel"/>
                <a:cs typeface="Corbel"/>
              </a:rPr>
              <a:t>occur</a:t>
            </a:r>
            <a:r>
              <a:rPr sz="1600" spc="-30" dirty="0">
                <a:latin typeface="Corbel"/>
                <a:cs typeface="Corbel"/>
              </a:rPr>
              <a:t> </a:t>
            </a:r>
            <a:r>
              <a:rPr sz="1600" dirty="0">
                <a:latin typeface="Corbel"/>
                <a:cs typeface="Corbel"/>
              </a:rPr>
              <a:t>when</a:t>
            </a:r>
            <a:r>
              <a:rPr sz="1600" spc="-25" dirty="0">
                <a:latin typeface="Corbel"/>
                <a:cs typeface="Corbel"/>
              </a:rPr>
              <a:t> </a:t>
            </a:r>
            <a:r>
              <a:rPr sz="1600" dirty="0">
                <a:latin typeface="Corbel"/>
                <a:cs typeface="Corbel"/>
              </a:rPr>
              <a:t>the</a:t>
            </a:r>
            <a:r>
              <a:rPr sz="1600" spc="-30" dirty="0">
                <a:latin typeface="Corbel"/>
                <a:cs typeface="Corbel"/>
              </a:rPr>
              <a:t> </a:t>
            </a:r>
            <a:r>
              <a:rPr sz="1600" dirty="0">
                <a:latin typeface="Corbel"/>
                <a:cs typeface="Corbel"/>
              </a:rPr>
              <a:t>sun</a:t>
            </a:r>
            <a:r>
              <a:rPr sz="1600" spc="-25" dirty="0">
                <a:latin typeface="Corbel"/>
                <a:cs typeface="Corbel"/>
              </a:rPr>
              <a:t> </a:t>
            </a:r>
            <a:r>
              <a:rPr sz="1600" dirty="0">
                <a:latin typeface="Corbel"/>
                <a:cs typeface="Corbel"/>
              </a:rPr>
              <a:t>reflects</a:t>
            </a:r>
            <a:r>
              <a:rPr sz="1600" spc="-30" dirty="0">
                <a:latin typeface="Corbel"/>
                <a:cs typeface="Corbel"/>
              </a:rPr>
              <a:t> </a:t>
            </a:r>
            <a:r>
              <a:rPr sz="1600" dirty="0">
                <a:latin typeface="Corbel"/>
                <a:cs typeface="Corbel"/>
              </a:rPr>
              <a:t>off</a:t>
            </a:r>
            <a:r>
              <a:rPr sz="1600" spc="-30" dirty="0">
                <a:latin typeface="Corbel"/>
                <a:cs typeface="Corbel"/>
              </a:rPr>
              <a:t> </a:t>
            </a:r>
            <a:r>
              <a:rPr sz="1600" dirty="0">
                <a:latin typeface="Corbel"/>
                <a:cs typeface="Corbel"/>
              </a:rPr>
              <a:t>of</a:t>
            </a:r>
            <a:r>
              <a:rPr sz="1600" spc="-30" dirty="0">
                <a:latin typeface="Corbel"/>
                <a:cs typeface="Corbel"/>
              </a:rPr>
              <a:t> </a:t>
            </a:r>
            <a:r>
              <a:rPr sz="1600" dirty="0">
                <a:latin typeface="Corbel"/>
                <a:cs typeface="Corbel"/>
              </a:rPr>
              <a:t>objects</a:t>
            </a:r>
            <a:r>
              <a:rPr sz="1600" spc="-30" dirty="0">
                <a:latin typeface="Corbel"/>
                <a:cs typeface="Corbel"/>
              </a:rPr>
              <a:t> </a:t>
            </a:r>
            <a:r>
              <a:rPr sz="1600" dirty="0">
                <a:latin typeface="Corbel"/>
                <a:cs typeface="Corbel"/>
              </a:rPr>
              <a:t>such</a:t>
            </a:r>
            <a:r>
              <a:rPr sz="1600" spc="-35" dirty="0">
                <a:latin typeface="Corbel"/>
                <a:cs typeface="Corbel"/>
              </a:rPr>
              <a:t> </a:t>
            </a:r>
            <a:r>
              <a:rPr sz="1600" dirty="0">
                <a:latin typeface="Corbel"/>
                <a:cs typeface="Corbel"/>
              </a:rPr>
              <a:t>as</a:t>
            </a:r>
            <a:r>
              <a:rPr sz="1600" spc="-30" dirty="0">
                <a:latin typeface="Corbel"/>
                <a:cs typeface="Corbel"/>
              </a:rPr>
              <a:t> </a:t>
            </a:r>
            <a:r>
              <a:rPr sz="1600" dirty="0">
                <a:latin typeface="Corbel"/>
                <a:cs typeface="Corbel"/>
              </a:rPr>
              <a:t>mirrored</a:t>
            </a:r>
            <a:r>
              <a:rPr sz="1600" spc="-25" dirty="0">
                <a:latin typeface="Corbel"/>
                <a:cs typeface="Corbel"/>
              </a:rPr>
              <a:t> </a:t>
            </a:r>
            <a:r>
              <a:rPr sz="1600" dirty="0">
                <a:latin typeface="Corbel"/>
                <a:cs typeface="Corbel"/>
              </a:rPr>
              <a:t>glass</a:t>
            </a:r>
            <a:r>
              <a:rPr sz="1600" spc="-30" dirty="0">
                <a:latin typeface="Corbel"/>
                <a:cs typeface="Corbel"/>
              </a:rPr>
              <a:t> </a:t>
            </a:r>
            <a:r>
              <a:rPr sz="1600" spc="-10" dirty="0">
                <a:latin typeface="Corbel"/>
                <a:cs typeface="Corbel"/>
              </a:rPr>
              <a:t>windows.</a:t>
            </a:r>
            <a:endParaRPr sz="1600" dirty="0">
              <a:latin typeface="Corbel"/>
              <a:cs typeface="Corbel"/>
            </a:endParaRPr>
          </a:p>
          <a:p>
            <a:pPr marL="12700" marR="5080">
              <a:lnSpc>
                <a:spcPct val="100000"/>
              </a:lnSpc>
              <a:spcBef>
                <a:spcPts val="1870"/>
              </a:spcBef>
            </a:pPr>
            <a:r>
              <a:rPr sz="1600" spc="-10" dirty="0">
                <a:latin typeface="Corbel"/>
                <a:cs typeface="Corbel"/>
              </a:rPr>
              <a:t>To </a:t>
            </a:r>
            <a:r>
              <a:rPr sz="1600" dirty="0">
                <a:latin typeface="Corbel"/>
                <a:cs typeface="Corbel"/>
              </a:rPr>
              <a:t>overcome</a:t>
            </a:r>
            <a:r>
              <a:rPr sz="1600" spc="-5" dirty="0">
                <a:latin typeface="Corbel"/>
                <a:cs typeface="Corbel"/>
              </a:rPr>
              <a:t> </a:t>
            </a:r>
            <a:r>
              <a:rPr sz="1600" dirty="0">
                <a:latin typeface="Corbel"/>
                <a:cs typeface="Corbel"/>
              </a:rPr>
              <a:t>this, ,</a:t>
            </a:r>
            <a:r>
              <a:rPr sz="1600" spc="-5" dirty="0">
                <a:latin typeface="Corbel"/>
                <a:cs typeface="Corbel"/>
              </a:rPr>
              <a:t> </a:t>
            </a:r>
            <a:r>
              <a:rPr sz="1600" dirty="0">
                <a:latin typeface="Corbel"/>
                <a:cs typeface="Corbel"/>
              </a:rPr>
              <a:t>try</a:t>
            </a:r>
            <a:r>
              <a:rPr sz="1600" spc="-5" dirty="0">
                <a:latin typeface="Corbel"/>
                <a:cs typeface="Corbel"/>
              </a:rPr>
              <a:t> </a:t>
            </a:r>
            <a:r>
              <a:rPr sz="1600" dirty="0">
                <a:latin typeface="Corbel"/>
                <a:cs typeface="Corbel"/>
              </a:rPr>
              <a:t>to</a:t>
            </a:r>
            <a:r>
              <a:rPr sz="1600" spc="-10" dirty="0">
                <a:latin typeface="Corbel"/>
                <a:cs typeface="Corbel"/>
              </a:rPr>
              <a:t> </a:t>
            </a:r>
            <a:r>
              <a:rPr sz="1600" dirty="0">
                <a:latin typeface="Corbel"/>
                <a:cs typeface="Corbel"/>
              </a:rPr>
              <a:t>set</a:t>
            </a:r>
            <a:r>
              <a:rPr sz="1600" spc="-5" dirty="0">
                <a:latin typeface="Corbel"/>
                <a:cs typeface="Corbel"/>
              </a:rPr>
              <a:t> </a:t>
            </a:r>
            <a:r>
              <a:rPr sz="1600" dirty="0">
                <a:latin typeface="Corbel"/>
                <a:cs typeface="Corbel"/>
              </a:rPr>
              <a:t>up</a:t>
            </a:r>
            <a:r>
              <a:rPr sz="1600" spc="-5" dirty="0">
                <a:latin typeface="Corbel"/>
                <a:cs typeface="Corbel"/>
              </a:rPr>
              <a:t> </a:t>
            </a:r>
            <a:r>
              <a:rPr sz="1600" dirty="0">
                <a:latin typeface="Corbel"/>
                <a:cs typeface="Corbel"/>
              </a:rPr>
              <a:t>the mission</a:t>
            </a:r>
            <a:r>
              <a:rPr sz="1600" spc="5" dirty="0">
                <a:latin typeface="Corbel"/>
                <a:cs typeface="Corbel"/>
              </a:rPr>
              <a:t> </a:t>
            </a:r>
            <a:r>
              <a:rPr sz="1600" dirty="0">
                <a:latin typeface="Corbel"/>
                <a:cs typeface="Corbel"/>
              </a:rPr>
              <a:t>to</a:t>
            </a:r>
            <a:r>
              <a:rPr sz="1600" spc="-10" dirty="0">
                <a:latin typeface="Corbel"/>
                <a:cs typeface="Corbel"/>
              </a:rPr>
              <a:t> </a:t>
            </a:r>
            <a:r>
              <a:rPr sz="1600" dirty="0">
                <a:latin typeface="Corbel"/>
                <a:cs typeface="Corbel"/>
              </a:rPr>
              <a:t>avoid</a:t>
            </a:r>
            <a:r>
              <a:rPr sz="1600" spc="5" dirty="0">
                <a:latin typeface="Corbel"/>
                <a:cs typeface="Corbel"/>
              </a:rPr>
              <a:t> </a:t>
            </a:r>
            <a:r>
              <a:rPr sz="1600" dirty="0">
                <a:latin typeface="Corbel"/>
                <a:cs typeface="Corbel"/>
              </a:rPr>
              <a:t>having</a:t>
            </a:r>
            <a:r>
              <a:rPr sz="1600" spc="-5" dirty="0">
                <a:latin typeface="Corbel"/>
                <a:cs typeface="Corbel"/>
              </a:rPr>
              <a:t> </a:t>
            </a:r>
            <a:r>
              <a:rPr sz="1600" dirty="0">
                <a:latin typeface="Corbel"/>
                <a:cs typeface="Corbel"/>
              </a:rPr>
              <a:t>to</a:t>
            </a:r>
            <a:r>
              <a:rPr sz="1600" spc="-5" dirty="0">
                <a:latin typeface="Corbel"/>
                <a:cs typeface="Corbel"/>
              </a:rPr>
              <a:t> </a:t>
            </a:r>
            <a:r>
              <a:rPr sz="1600" dirty="0">
                <a:latin typeface="Corbel"/>
                <a:cs typeface="Corbel"/>
              </a:rPr>
              <a:t>look</a:t>
            </a:r>
            <a:r>
              <a:rPr sz="1600" spc="-10" dirty="0">
                <a:latin typeface="Corbel"/>
                <a:cs typeface="Corbel"/>
              </a:rPr>
              <a:t> </a:t>
            </a:r>
            <a:r>
              <a:rPr sz="1600" dirty="0">
                <a:latin typeface="Corbel"/>
                <a:cs typeface="Corbel"/>
              </a:rPr>
              <a:t>into</a:t>
            </a:r>
            <a:r>
              <a:rPr sz="1600" spc="-5" dirty="0">
                <a:latin typeface="Corbel"/>
                <a:cs typeface="Corbel"/>
              </a:rPr>
              <a:t> </a:t>
            </a:r>
            <a:r>
              <a:rPr sz="1600" dirty="0">
                <a:latin typeface="Corbel"/>
                <a:cs typeface="Corbel"/>
              </a:rPr>
              <a:t>the sun,</a:t>
            </a:r>
            <a:r>
              <a:rPr sz="1600" spc="-5" dirty="0">
                <a:latin typeface="Corbel"/>
                <a:cs typeface="Corbel"/>
              </a:rPr>
              <a:t> </a:t>
            </a:r>
            <a:r>
              <a:rPr sz="1600" dirty="0">
                <a:latin typeface="Corbel"/>
                <a:cs typeface="Corbel"/>
              </a:rPr>
              <a:t>keeping it</a:t>
            </a:r>
            <a:r>
              <a:rPr sz="1600" spc="-10" dirty="0">
                <a:latin typeface="Corbel"/>
                <a:cs typeface="Corbel"/>
              </a:rPr>
              <a:t> </a:t>
            </a:r>
            <a:r>
              <a:rPr sz="1600" dirty="0">
                <a:latin typeface="Corbel"/>
                <a:cs typeface="Corbel"/>
              </a:rPr>
              <a:t>behind</a:t>
            </a:r>
            <a:r>
              <a:rPr sz="1600" spc="5" dirty="0">
                <a:latin typeface="Corbel"/>
                <a:cs typeface="Corbel"/>
              </a:rPr>
              <a:t> </a:t>
            </a:r>
            <a:r>
              <a:rPr sz="1600" dirty="0">
                <a:latin typeface="Corbel"/>
                <a:cs typeface="Corbel"/>
              </a:rPr>
              <a:t>the ground </a:t>
            </a:r>
            <a:r>
              <a:rPr sz="1600" spc="-10" dirty="0">
                <a:latin typeface="Corbel"/>
                <a:cs typeface="Corbel"/>
              </a:rPr>
              <a:t>control </a:t>
            </a:r>
            <a:r>
              <a:rPr sz="1600" dirty="0">
                <a:latin typeface="Corbel"/>
                <a:cs typeface="Corbel"/>
              </a:rPr>
              <a:t>station,</a:t>
            </a:r>
            <a:r>
              <a:rPr sz="1600" spc="-25" dirty="0">
                <a:latin typeface="Corbel"/>
                <a:cs typeface="Corbel"/>
              </a:rPr>
              <a:t> </a:t>
            </a:r>
            <a:r>
              <a:rPr sz="1600" dirty="0">
                <a:latin typeface="Corbel"/>
                <a:cs typeface="Corbel"/>
              </a:rPr>
              <a:t>and</a:t>
            </a:r>
            <a:r>
              <a:rPr sz="1600" spc="-20" dirty="0">
                <a:latin typeface="Corbel"/>
                <a:cs typeface="Corbel"/>
              </a:rPr>
              <a:t> </a:t>
            </a:r>
            <a:r>
              <a:rPr sz="1600" dirty="0">
                <a:latin typeface="Corbel"/>
                <a:cs typeface="Corbel"/>
              </a:rPr>
              <a:t>wear</a:t>
            </a:r>
            <a:r>
              <a:rPr sz="1600" spc="-20" dirty="0">
                <a:latin typeface="Corbel"/>
                <a:cs typeface="Corbel"/>
              </a:rPr>
              <a:t> </a:t>
            </a:r>
            <a:r>
              <a:rPr sz="1600" dirty="0">
                <a:latin typeface="Corbel"/>
                <a:cs typeface="Corbel"/>
              </a:rPr>
              <a:t>sunglasses</a:t>
            </a:r>
            <a:r>
              <a:rPr sz="1600" spc="-20" dirty="0">
                <a:latin typeface="Corbel"/>
                <a:cs typeface="Corbel"/>
              </a:rPr>
              <a:t> </a:t>
            </a:r>
            <a:r>
              <a:rPr sz="1600" dirty="0">
                <a:latin typeface="Corbel"/>
                <a:cs typeface="Corbel"/>
              </a:rPr>
              <a:t>and</a:t>
            </a:r>
            <a:r>
              <a:rPr sz="1600" spc="-20" dirty="0">
                <a:latin typeface="Corbel"/>
                <a:cs typeface="Corbel"/>
              </a:rPr>
              <a:t> </a:t>
            </a:r>
            <a:r>
              <a:rPr sz="1600" dirty="0">
                <a:latin typeface="Corbel"/>
                <a:cs typeface="Corbel"/>
              </a:rPr>
              <a:t>choose</a:t>
            </a:r>
            <a:r>
              <a:rPr sz="1600" spc="-20" dirty="0">
                <a:latin typeface="Corbel"/>
                <a:cs typeface="Corbel"/>
              </a:rPr>
              <a:t> </a:t>
            </a:r>
            <a:r>
              <a:rPr sz="1600" dirty="0">
                <a:latin typeface="Corbel"/>
                <a:cs typeface="Corbel"/>
              </a:rPr>
              <a:t>a</a:t>
            </a:r>
            <a:r>
              <a:rPr sz="1600" spc="-25" dirty="0">
                <a:latin typeface="Corbel"/>
                <a:cs typeface="Corbel"/>
              </a:rPr>
              <a:t> </a:t>
            </a:r>
            <a:r>
              <a:rPr sz="1600" dirty="0">
                <a:latin typeface="Corbel"/>
                <a:cs typeface="Corbel"/>
              </a:rPr>
              <a:t>hat</a:t>
            </a:r>
            <a:r>
              <a:rPr sz="1600" spc="-30" dirty="0">
                <a:latin typeface="Corbel"/>
                <a:cs typeface="Corbel"/>
              </a:rPr>
              <a:t> </a:t>
            </a:r>
            <a:r>
              <a:rPr sz="1600" dirty="0">
                <a:latin typeface="Corbel"/>
                <a:cs typeface="Corbel"/>
              </a:rPr>
              <a:t>with</a:t>
            </a:r>
            <a:r>
              <a:rPr sz="1600" spc="-25" dirty="0">
                <a:latin typeface="Corbel"/>
                <a:cs typeface="Corbel"/>
              </a:rPr>
              <a:t> </a:t>
            </a:r>
            <a:r>
              <a:rPr sz="1600" dirty="0">
                <a:latin typeface="Corbel"/>
                <a:cs typeface="Corbel"/>
              </a:rPr>
              <a:t>a</a:t>
            </a:r>
            <a:r>
              <a:rPr sz="1600" spc="-25" dirty="0">
                <a:latin typeface="Corbel"/>
                <a:cs typeface="Corbel"/>
              </a:rPr>
              <a:t> </a:t>
            </a:r>
            <a:r>
              <a:rPr sz="1600" dirty="0">
                <a:latin typeface="Corbel"/>
                <a:cs typeface="Corbel"/>
              </a:rPr>
              <a:t>broad</a:t>
            </a:r>
            <a:r>
              <a:rPr sz="1600" spc="-20" dirty="0">
                <a:latin typeface="Corbel"/>
                <a:cs typeface="Corbel"/>
              </a:rPr>
              <a:t> </a:t>
            </a:r>
            <a:r>
              <a:rPr sz="1600" spc="-10" dirty="0">
                <a:latin typeface="Corbel"/>
                <a:cs typeface="Corbel"/>
              </a:rPr>
              <a:t>brim.</a:t>
            </a:r>
            <a:endParaRPr sz="1600" dirty="0">
              <a:latin typeface="Corbel"/>
              <a:cs typeface="Corbel"/>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40</a:t>
            </a:fld>
            <a:endParaRPr spc="-25"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2" cstate="print"/>
          <a:stretch>
            <a:fillRect/>
          </a:stretch>
        </p:blipFill>
        <p:spPr>
          <a:xfrm>
            <a:off x="1417319" y="566927"/>
            <a:ext cx="4230624" cy="573024"/>
          </a:xfrm>
          <a:prstGeom prst="rect">
            <a:avLst/>
          </a:prstGeom>
        </p:spPr>
      </p:pic>
      <p:sp>
        <p:nvSpPr>
          <p:cNvPr id="4" name="object 4"/>
          <p:cNvSpPr txBox="1">
            <a:spLocks noGrp="1"/>
          </p:cNvSpPr>
          <p:nvPr>
            <p:ph type="title"/>
          </p:nvPr>
        </p:nvSpPr>
        <p:spPr>
          <a:prstGeom prst="rect">
            <a:avLst/>
          </a:prstGeom>
        </p:spPr>
        <p:txBody>
          <a:bodyPr vert="horz" wrap="square" lIns="0" tIns="329691" rIns="0" bIns="0" rtlCol="0">
            <a:spAutoFit/>
          </a:bodyPr>
          <a:lstStyle/>
          <a:p>
            <a:pPr marL="640715">
              <a:lnSpc>
                <a:spcPct val="100000"/>
              </a:lnSpc>
              <a:spcBef>
                <a:spcPts val="100"/>
              </a:spcBef>
            </a:pPr>
            <a:r>
              <a:rPr dirty="0"/>
              <a:t>050</a:t>
            </a:r>
            <a:r>
              <a:rPr spc="-65" dirty="0"/>
              <a:t> </a:t>
            </a:r>
            <a:r>
              <a:rPr dirty="0"/>
              <a:t>02</a:t>
            </a:r>
            <a:r>
              <a:rPr spc="-35" dirty="0"/>
              <a:t> </a:t>
            </a:r>
            <a:r>
              <a:rPr spc="-25" dirty="0"/>
              <a:t>03:</a:t>
            </a:r>
            <a:r>
              <a:rPr spc="-145" dirty="0"/>
              <a:t> </a:t>
            </a:r>
            <a:r>
              <a:rPr dirty="0"/>
              <a:t>Visual</a:t>
            </a:r>
            <a:r>
              <a:rPr spc="-45" dirty="0"/>
              <a:t> </a:t>
            </a:r>
            <a:r>
              <a:rPr dirty="0"/>
              <a:t>scanning</a:t>
            </a:r>
            <a:r>
              <a:rPr spc="-35" dirty="0"/>
              <a:t> </a:t>
            </a:r>
            <a:r>
              <a:rPr spc="-10" dirty="0"/>
              <a:t>techniques</a:t>
            </a:r>
          </a:p>
        </p:txBody>
      </p:sp>
      <p:sp>
        <p:nvSpPr>
          <p:cNvPr id="5" name="object 5"/>
          <p:cNvSpPr txBox="1"/>
          <p:nvPr/>
        </p:nvSpPr>
        <p:spPr>
          <a:xfrm>
            <a:off x="1563048" y="1249171"/>
            <a:ext cx="9810115" cy="2817495"/>
          </a:xfrm>
          <a:prstGeom prst="rect">
            <a:avLst/>
          </a:prstGeom>
        </p:spPr>
        <p:txBody>
          <a:bodyPr vert="horz" wrap="square" lIns="0" tIns="12700" rIns="0" bIns="0" rtlCol="0">
            <a:spAutoFit/>
          </a:bodyPr>
          <a:lstStyle/>
          <a:p>
            <a:pPr marL="12700">
              <a:lnSpc>
                <a:spcPct val="100000"/>
              </a:lnSpc>
              <a:spcBef>
                <a:spcPts val="100"/>
              </a:spcBef>
            </a:pPr>
            <a:r>
              <a:rPr sz="1800" b="1" u="sng" dirty="0">
                <a:uFill>
                  <a:solidFill>
                    <a:srgbClr val="000000"/>
                  </a:solidFill>
                </a:uFill>
                <a:latin typeface="Corbel"/>
                <a:cs typeface="Corbel"/>
              </a:rPr>
              <a:t>Visual</a:t>
            </a:r>
            <a:r>
              <a:rPr sz="1800" b="1" u="sng" spc="-60" dirty="0">
                <a:uFill>
                  <a:solidFill>
                    <a:srgbClr val="000000"/>
                  </a:solidFill>
                </a:uFill>
                <a:latin typeface="Corbel"/>
                <a:cs typeface="Corbel"/>
              </a:rPr>
              <a:t> </a:t>
            </a:r>
            <a:r>
              <a:rPr sz="1800" b="1" u="sng" spc="-10" dirty="0">
                <a:uFill>
                  <a:solidFill>
                    <a:srgbClr val="000000"/>
                  </a:solidFill>
                </a:uFill>
                <a:latin typeface="Corbel"/>
                <a:cs typeface="Corbel"/>
              </a:rPr>
              <a:t>Scanning</a:t>
            </a:r>
            <a:r>
              <a:rPr sz="1800" b="1" u="sng" spc="-125" dirty="0">
                <a:uFill>
                  <a:solidFill>
                    <a:srgbClr val="000000"/>
                  </a:solidFill>
                </a:uFill>
                <a:latin typeface="Corbel"/>
                <a:cs typeface="Corbel"/>
              </a:rPr>
              <a:t> </a:t>
            </a:r>
            <a:r>
              <a:rPr sz="1800" b="1" u="sng" spc="-10" dirty="0">
                <a:uFill>
                  <a:solidFill>
                    <a:srgbClr val="000000"/>
                  </a:solidFill>
                </a:uFill>
                <a:latin typeface="Corbel"/>
                <a:cs typeface="Corbel"/>
              </a:rPr>
              <a:t>Technique</a:t>
            </a:r>
            <a:endParaRPr sz="1800" dirty="0">
              <a:latin typeface="Corbel"/>
              <a:cs typeface="Corbel"/>
            </a:endParaRPr>
          </a:p>
          <a:p>
            <a:pPr>
              <a:lnSpc>
                <a:spcPct val="100000"/>
              </a:lnSpc>
              <a:spcBef>
                <a:spcPts val="370"/>
              </a:spcBef>
            </a:pPr>
            <a:endParaRPr sz="1800" dirty="0">
              <a:latin typeface="Corbel"/>
              <a:cs typeface="Corbel"/>
            </a:endParaRPr>
          </a:p>
          <a:p>
            <a:pPr marL="297815" indent="-285115">
              <a:lnSpc>
                <a:spcPts val="2135"/>
              </a:lnSpc>
              <a:buFont typeface="Arial MT"/>
              <a:buChar char="•"/>
              <a:tabLst>
                <a:tab pos="297815" algn="l"/>
              </a:tabLst>
            </a:pPr>
            <a:r>
              <a:rPr sz="1800" spc="-45" dirty="0">
                <a:latin typeface="Corbel"/>
                <a:cs typeface="Corbel"/>
              </a:rPr>
              <a:t>To</a:t>
            </a:r>
            <a:r>
              <a:rPr sz="1800" spc="-25" dirty="0">
                <a:latin typeface="Corbel"/>
                <a:cs typeface="Corbel"/>
              </a:rPr>
              <a:t> </a:t>
            </a:r>
            <a:r>
              <a:rPr sz="1800" dirty="0">
                <a:latin typeface="Corbel"/>
                <a:cs typeface="Corbel"/>
              </a:rPr>
              <a:t>scan</a:t>
            </a:r>
            <a:r>
              <a:rPr sz="1800" spc="-25" dirty="0">
                <a:latin typeface="Corbel"/>
                <a:cs typeface="Corbel"/>
              </a:rPr>
              <a:t> </a:t>
            </a:r>
            <a:r>
              <a:rPr sz="1800" spc="-10" dirty="0">
                <a:latin typeface="Corbel"/>
                <a:cs typeface="Corbel"/>
              </a:rPr>
              <a:t>effectively,</a:t>
            </a:r>
            <a:r>
              <a:rPr sz="1800" spc="-25" dirty="0">
                <a:latin typeface="Corbel"/>
                <a:cs typeface="Corbel"/>
              </a:rPr>
              <a:t> </a:t>
            </a:r>
            <a:r>
              <a:rPr sz="1800" dirty="0">
                <a:latin typeface="Corbel"/>
                <a:cs typeface="Corbel"/>
              </a:rPr>
              <a:t>pilots</a:t>
            </a:r>
            <a:r>
              <a:rPr sz="1800" spc="-25" dirty="0">
                <a:latin typeface="Corbel"/>
                <a:cs typeface="Corbel"/>
              </a:rPr>
              <a:t> </a:t>
            </a:r>
            <a:r>
              <a:rPr sz="1800" dirty="0">
                <a:latin typeface="Corbel"/>
                <a:cs typeface="Corbel"/>
              </a:rPr>
              <a:t>must</a:t>
            </a:r>
            <a:r>
              <a:rPr sz="1800" spc="-30" dirty="0">
                <a:latin typeface="Corbel"/>
                <a:cs typeface="Corbel"/>
              </a:rPr>
              <a:t> </a:t>
            </a:r>
            <a:r>
              <a:rPr sz="1800" dirty="0">
                <a:latin typeface="Corbel"/>
                <a:cs typeface="Corbel"/>
              </a:rPr>
              <a:t>look</a:t>
            </a:r>
            <a:r>
              <a:rPr sz="1800" spc="-25" dirty="0">
                <a:latin typeface="Corbel"/>
                <a:cs typeface="Corbel"/>
              </a:rPr>
              <a:t> </a:t>
            </a:r>
            <a:r>
              <a:rPr sz="1800" dirty="0">
                <a:latin typeface="Corbel"/>
                <a:cs typeface="Corbel"/>
              </a:rPr>
              <a:t>from</a:t>
            </a:r>
            <a:r>
              <a:rPr sz="1800" spc="-25" dirty="0">
                <a:latin typeface="Corbel"/>
                <a:cs typeface="Corbel"/>
              </a:rPr>
              <a:t> </a:t>
            </a:r>
            <a:r>
              <a:rPr sz="1800" dirty="0">
                <a:latin typeface="Corbel"/>
                <a:cs typeface="Corbel"/>
              </a:rPr>
              <a:t>right</a:t>
            </a:r>
            <a:r>
              <a:rPr sz="1800" spc="-25" dirty="0">
                <a:latin typeface="Corbel"/>
                <a:cs typeface="Corbel"/>
              </a:rPr>
              <a:t> </a:t>
            </a:r>
            <a:r>
              <a:rPr sz="1800" dirty="0">
                <a:latin typeface="Corbel"/>
                <a:cs typeface="Corbel"/>
              </a:rPr>
              <a:t>to</a:t>
            </a:r>
            <a:r>
              <a:rPr sz="1800" spc="-20" dirty="0">
                <a:latin typeface="Corbel"/>
                <a:cs typeface="Corbel"/>
              </a:rPr>
              <a:t> </a:t>
            </a:r>
            <a:r>
              <a:rPr sz="1800" dirty="0">
                <a:latin typeface="Corbel"/>
                <a:cs typeface="Corbel"/>
              </a:rPr>
              <a:t>left</a:t>
            </a:r>
            <a:r>
              <a:rPr sz="1800" spc="-30" dirty="0">
                <a:latin typeface="Corbel"/>
                <a:cs typeface="Corbel"/>
              </a:rPr>
              <a:t> </a:t>
            </a:r>
            <a:r>
              <a:rPr sz="1800" dirty="0">
                <a:latin typeface="Corbel"/>
                <a:cs typeface="Corbel"/>
              </a:rPr>
              <a:t>or</a:t>
            </a:r>
            <a:r>
              <a:rPr sz="1800" spc="-30" dirty="0">
                <a:latin typeface="Corbel"/>
                <a:cs typeface="Corbel"/>
              </a:rPr>
              <a:t> </a:t>
            </a:r>
            <a:r>
              <a:rPr sz="1800" dirty="0">
                <a:latin typeface="Corbel"/>
                <a:cs typeface="Corbel"/>
              </a:rPr>
              <a:t>left</a:t>
            </a:r>
            <a:r>
              <a:rPr sz="1800" spc="-25" dirty="0">
                <a:latin typeface="Corbel"/>
                <a:cs typeface="Corbel"/>
              </a:rPr>
              <a:t> </a:t>
            </a:r>
            <a:r>
              <a:rPr sz="1800" dirty="0">
                <a:latin typeface="Corbel"/>
                <a:cs typeface="Corbel"/>
              </a:rPr>
              <a:t>to</a:t>
            </a:r>
            <a:r>
              <a:rPr sz="1800" spc="-20" dirty="0">
                <a:latin typeface="Corbel"/>
                <a:cs typeface="Corbel"/>
              </a:rPr>
              <a:t> </a:t>
            </a:r>
            <a:r>
              <a:rPr sz="1800" spc="-10" dirty="0">
                <a:latin typeface="Corbel"/>
                <a:cs typeface="Corbel"/>
              </a:rPr>
              <a:t>right</a:t>
            </a:r>
            <a:endParaRPr sz="1800" dirty="0">
              <a:latin typeface="Corbel"/>
              <a:cs typeface="Corbel"/>
            </a:endParaRPr>
          </a:p>
          <a:p>
            <a:pPr marL="298450" marR="5080" indent="-285750">
              <a:lnSpc>
                <a:spcPts val="2180"/>
              </a:lnSpc>
              <a:spcBef>
                <a:spcPts val="30"/>
              </a:spcBef>
              <a:buFont typeface="Arial MT"/>
              <a:buChar char="•"/>
              <a:tabLst>
                <a:tab pos="298450" algn="l"/>
              </a:tabLst>
            </a:pPr>
            <a:r>
              <a:rPr sz="1800" dirty="0">
                <a:latin typeface="Corbel"/>
                <a:cs typeface="Corbel"/>
              </a:rPr>
              <a:t>begin</a:t>
            </a:r>
            <a:r>
              <a:rPr sz="1800" spc="-35" dirty="0">
                <a:latin typeface="Corbel"/>
                <a:cs typeface="Corbel"/>
              </a:rPr>
              <a:t> </a:t>
            </a:r>
            <a:r>
              <a:rPr sz="1800" dirty="0">
                <a:latin typeface="Corbel"/>
                <a:cs typeface="Corbel"/>
              </a:rPr>
              <a:t>scanning</a:t>
            </a:r>
            <a:r>
              <a:rPr sz="1800" spc="-35" dirty="0">
                <a:latin typeface="Corbel"/>
                <a:cs typeface="Corbel"/>
              </a:rPr>
              <a:t> </a:t>
            </a:r>
            <a:r>
              <a:rPr sz="1800" dirty="0">
                <a:latin typeface="Corbel"/>
                <a:cs typeface="Corbel"/>
              </a:rPr>
              <a:t>at</a:t>
            </a:r>
            <a:r>
              <a:rPr sz="1800" spc="-35" dirty="0">
                <a:latin typeface="Corbel"/>
                <a:cs typeface="Corbel"/>
              </a:rPr>
              <a:t> </a:t>
            </a:r>
            <a:r>
              <a:rPr sz="1800" dirty="0">
                <a:latin typeface="Corbel"/>
                <a:cs typeface="Corbel"/>
              </a:rPr>
              <a:t>the</a:t>
            </a:r>
            <a:r>
              <a:rPr sz="1800" spc="-30" dirty="0">
                <a:latin typeface="Corbel"/>
                <a:cs typeface="Corbel"/>
              </a:rPr>
              <a:t> </a:t>
            </a:r>
            <a:r>
              <a:rPr sz="1800" dirty="0">
                <a:latin typeface="Corbel"/>
                <a:cs typeface="Corbel"/>
              </a:rPr>
              <a:t>greatest</a:t>
            </a:r>
            <a:r>
              <a:rPr sz="1800" spc="-30" dirty="0">
                <a:latin typeface="Corbel"/>
                <a:cs typeface="Corbel"/>
              </a:rPr>
              <a:t> </a:t>
            </a:r>
            <a:r>
              <a:rPr sz="1800" dirty="0">
                <a:latin typeface="Corbel"/>
                <a:cs typeface="Corbel"/>
              </a:rPr>
              <a:t>distance</a:t>
            </a:r>
            <a:r>
              <a:rPr sz="1800" spc="-30" dirty="0">
                <a:latin typeface="Corbel"/>
                <a:cs typeface="Corbel"/>
              </a:rPr>
              <a:t> </a:t>
            </a:r>
            <a:r>
              <a:rPr sz="1800" dirty="0">
                <a:latin typeface="Corbel"/>
                <a:cs typeface="Corbel"/>
              </a:rPr>
              <a:t>an</a:t>
            </a:r>
            <a:r>
              <a:rPr sz="1800" spc="-30" dirty="0">
                <a:latin typeface="Corbel"/>
                <a:cs typeface="Corbel"/>
              </a:rPr>
              <a:t> </a:t>
            </a:r>
            <a:r>
              <a:rPr sz="1800" dirty="0">
                <a:latin typeface="Corbel"/>
                <a:cs typeface="Corbel"/>
              </a:rPr>
              <a:t>object</a:t>
            </a:r>
            <a:r>
              <a:rPr sz="1800" spc="-35" dirty="0">
                <a:latin typeface="Corbel"/>
                <a:cs typeface="Corbel"/>
              </a:rPr>
              <a:t> </a:t>
            </a:r>
            <a:r>
              <a:rPr sz="1800" dirty="0">
                <a:latin typeface="Corbel"/>
                <a:cs typeface="Corbel"/>
              </a:rPr>
              <a:t>can</a:t>
            </a:r>
            <a:r>
              <a:rPr sz="1800" spc="-30" dirty="0">
                <a:latin typeface="Corbel"/>
                <a:cs typeface="Corbel"/>
              </a:rPr>
              <a:t> </a:t>
            </a:r>
            <a:r>
              <a:rPr sz="1800" dirty="0">
                <a:latin typeface="Corbel"/>
                <a:cs typeface="Corbel"/>
              </a:rPr>
              <a:t>be</a:t>
            </a:r>
            <a:r>
              <a:rPr sz="1800" spc="-30" dirty="0">
                <a:latin typeface="Corbel"/>
                <a:cs typeface="Corbel"/>
              </a:rPr>
              <a:t> </a:t>
            </a:r>
            <a:r>
              <a:rPr sz="1800" dirty="0">
                <a:latin typeface="Corbel"/>
                <a:cs typeface="Corbel"/>
              </a:rPr>
              <a:t>perceived</a:t>
            </a:r>
            <a:r>
              <a:rPr sz="1800" spc="-35" dirty="0">
                <a:latin typeface="Corbel"/>
                <a:cs typeface="Corbel"/>
              </a:rPr>
              <a:t> </a:t>
            </a:r>
            <a:r>
              <a:rPr sz="1800" dirty="0">
                <a:latin typeface="Corbel"/>
                <a:cs typeface="Corbel"/>
              </a:rPr>
              <a:t>(top)</a:t>
            </a:r>
            <a:r>
              <a:rPr sz="1800" spc="-30" dirty="0">
                <a:latin typeface="Corbel"/>
                <a:cs typeface="Corbel"/>
              </a:rPr>
              <a:t> </a:t>
            </a:r>
            <a:r>
              <a:rPr sz="1800" dirty="0">
                <a:latin typeface="Corbel"/>
                <a:cs typeface="Corbel"/>
              </a:rPr>
              <a:t>and</a:t>
            </a:r>
            <a:r>
              <a:rPr sz="1800" spc="-35" dirty="0">
                <a:latin typeface="Corbel"/>
                <a:cs typeface="Corbel"/>
              </a:rPr>
              <a:t> </a:t>
            </a:r>
            <a:r>
              <a:rPr sz="1800" dirty="0">
                <a:latin typeface="Corbel"/>
                <a:cs typeface="Corbel"/>
              </a:rPr>
              <a:t>move</a:t>
            </a:r>
            <a:r>
              <a:rPr sz="1800" spc="-25" dirty="0">
                <a:latin typeface="Corbel"/>
                <a:cs typeface="Corbel"/>
              </a:rPr>
              <a:t> </a:t>
            </a:r>
            <a:r>
              <a:rPr sz="1800" dirty="0">
                <a:latin typeface="Corbel"/>
                <a:cs typeface="Corbel"/>
              </a:rPr>
              <a:t>inward</a:t>
            </a:r>
            <a:r>
              <a:rPr sz="1800" spc="-35" dirty="0">
                <a:latin typeface="Corbel"/>
                <a:cs typeface="Corbel"/>
              </a:rPr>
              <a:t> </a:t>
            </a:r>
            <a:r>
              <a:rPr sz="1800" dirty="0">
                <a:latin typeface="Corbel"/>
                <a:cs typeface="Corbel"/>
              </a:rPr>
              <a:t>toward</a:t>
            </a:r>
            <a:r>
              <a:rPr sz="1800" spc="-30" dirty="0">
                <a:latin typeface="Corbel"/>
                <a:cs typeface="Corbel"/>
              </a:rPr>
              <a:t> </a:t>
            </a:r>
            <a:r>
              <a:rPr sz="1800" spc="-25" dirty="0">
                <a:latin typeface="Corbel"/>
                <a:cs typeface="Corbel"/>
              </a:rPr>
              <a:t>the </a:t>
            </a:r>
            <a:r>
              <a:rPr sz="1800" dirty="0">
                <a:latin typeface="Corbel"/>
                <a:cs typeface="Corbel"/>
              </a:rPr>
              <a:t>position</a:t>
            </a:r>
            <a:r>
              <a:rPr sz="1800" spc="-35" dirty="0">
                <a:latin typeface="Corbel"/>
                <a:cs typeface="Corbel"/>
              </a:rPr>
              <a:t> </a:t>
            </a:r>
            <a:r>
              <a:rPr sz="1800" dirty="0">
                <a:latin typeface="Corbel"/>
                <a:cs typeface="Corbel"/>
              </a:rPr>
              <a:t>of</a:t>
            </a:r>
            <a:r>
              <a:rPr sz="1800" spc="-30" dirty="0">
                <a:latin typeface="Corbel"/>
                <a:cs typeface="Corbel"/>
              </a:rPr>
              <a:t> </a:t>
            </a:r>
            <a:r>
              <a:rPr sz="1800" dirty="0">
                <a:latin typeface="Corbel"/>
                <a:cs typeface="Corbel"/>
              </a:rPr>
              <a:t>the</a:t>
            </a:r>
            <a:r>
              <a:rPr sz="1800" spc="-30" dirty="0">
                <a:latin typeface="Corbel"/>
                <a:cs typeface="Corbel"/>
              </a:rPr>
              <a:t> </a:t>
            </a:r>
            <a:r>
              <a:rPr sz="1800" dirty="0">
                <a:latin typeface="Corbel"/>
                <a:cs typeface="Corbel"/>
              </a:rPr>
              <a:t>aircraft</a:t>
            </a:r>
            <a:r>
              <a:rPr sz="1800" spc="-35" dirty="0">
                <a:latin typeface="Corbel"/>
                <a:cs typeface="Corbel"/>
              </a:rPr>
              <a:t> </a:t>
            </a:r>
            <a:r>
              <a:rPr sz="1800" spc="-10" dirty="0">
                <a:latin typeface="Corbel"/>
                <a:cs typeface="Corbel"/>
              </a:rPr>
              <a:t>(bottom).</a:t>
            </a:r>
            <a:endParaRPr sz="1800" dirty="0">
              <a:latin typeface="Corbel"/>
              <a:cs typeface="Corbel"/>
            </a:endParaRPr>
          </a:p>
          <a:p>
            <a:pPr marL="297815" indent="-285115">
              <a:lnSpc>
                <a:spcPts val="2100"/>
              </a:lnSpc>
              <a:buFont typeface="Arial MT"/>
              <a:buChar char="•"/>
              <a:tabLst>
                <a:tab pos="297815" algn="l"/>
              </a:tabLst>
            </a:pPr>
            <a:r>
              <a:rPr sz="1800" dirty="0">
                <a:latin typeface="Corbel"/>
                <a:cs typeface="Corbel"/>
              </a:rPr>
              <a:t>For</a:t>
            </a:r>
            <a:r>
              <a:rPr sz="1800" spc="-30" dirty="0">
                <a:latin typeface="Corbel"/>
                <a:cs typeface="Corbel"/>
              </a:rPr>
              <a:t> </a:t>
            </a:r>
            <a:r>
              <a:rPr sz="1800" dirty="0">
                <a:latin typeface="Corbel"/>
                <a:cs typeface="Corbel"/>
              </a:rPr>
              <a:t>each</a:t>
            </a:r>
            <a:r>
              <a:rPr sz="1800" spc="-15" dirty="0">
                <a:latin typeface="Corbel"/>
                <a:cs typeface="Corbel"/>
              </a:rPr>
              <a:t> </a:t>
            </a:r>
            <a:r>
              <a:rPr sz="1800" dirty="0">
                <a:latin typeface="Corbel"/>
                <a:cs typeface="Corbel"/>
              </a:rPr>
              <a:t>stop,</a:t>
            </a:r>
            <a:r>
              <a:rPr sz="1800" spc="-20" dirty="0">
                <a:latin typeface="Corbel"/>
                <a:cs typeface="Corbel"/>
              </a:rPr>
              <a:t> </a:t>
            </a:r>
            <a:r>
              <a:rPr sz="1800" dirty="0">
                <a:latin typeface="Corbel"/>
                <a:cs typeface="Corbel"/>
              </a:rPr>
              <a:t>an</a:t>
            </a:r>
            <a:r>
              <a:rPr sz="1800" spc="-20" dirty="0">
                <a:latin typeface="Corbel"/>
                <a:cs typeface="Corbel"/>
              </a:rPr>
              <a:t> </a:t>
            </a:r>
            <a:r>
              <a:rPr sz="1800" dirty="0">
                <a:latin typeface="Corbel"/>
                <a:cs typeface="Corbel"/>
              </a:rPr>
              <a:t>area</a:t>
            </a:r>
            <a:r>
              <a:rPr sz="1800" spc="-20" dirty="0">
                <a:latin typeface="Corbel"/>
                <a:cs typeface="Corbel"/>
              </a:rPr>
              <a:t> </a:t>
            </a:r>
            <a:r>
              <a:rPr sz="1800" spc="-10" dirty="0">
                <a:latin typeface="Corbel"/>
                <a:cs typeface="Corbel"/>
              </a:rPr>
              <a:t>approximately</a:t>
            </a:r>
            <a:r>
              <a:rPr sz="1800" spc="-20" dirty="0">
                <a:latin typeface="Corbel"/>
                <a:cs typeface="Corbel"/>
              </a:rPr>
              <a:t> </a:t>
            </a:r>
            <a:r>
              <a:rPr sz="1800" dirty="0">
                <a:latin typeface="Corbel"/>
                <a:cs typeface="Corbel"/>
              </a:rPr>
              <a:t>30°</a:t>
            </a:r>
            <a:r>
              <a:rPr sz="1800" spc="-20" dirty="0">
                <a:latin typeface="Corbel"/>
                <a:cs typeface="Corbel"/>
              </a:rPr>
              <a:t> </a:t>
            </a:r>
            <a:r>
              <a:rPr sz="1800" dirty="0">
                <a:latin typeface="Corbel"/>
                <a:cs typeface="Corbel"/>
              </a:rPr>
              <a:t>wide</a:t>
            </a:r>
            <a:r>
              <a:rPr sz="1800" spc="-15" dirty="0">
                <a:latin typeface="Corbel"/>
                <a:cs typeface="Corbel"/>
              </a:rPr>
              <a:t> </a:t>
            </a:r>
            <a:r>
              <a:rPr sz="1800" dirty="0">
                <a:latin typeface="Corbel"/>
                <a:cs typeface="Corbel"/>
              </a:rPr>
              <a:t>should</a:t>
            </a:r>
            <a:r>
              <a:rPr sz="1800" spc="-30" dirty="0">
                <a:latin typeface="Corbel"/>
                <a:cs typeface="Corbel"/>
              </a:rPr>
              <a:t> </a:t>
            </a:r>
            <a:r>
              <a:rPr sz="1800" dirty="0">
                <a:latin typeface="Corbel"/>
                <a:cs typeface="Corbel"/>
              </a:rPr>
              <a:t>be</a:t>
            </a:r>
            <a:r>
              <a:rPr sz="1800" spc="-15" dirty="0">
                <a:latin typeface="Corbel"/>
                <a:cs typeface="Corbel"/>
              </a:rPr>
              <a:t> </a:t>
            </a:r>
            <a:r>
              <a:rPr sz="1800" spc="-10" dirty="0">
                <a:latin typeface="Corbel"/>
                <a:cs typeface="Corbel"/>
              </a:rPr>
              <a:t>scanned</a:t>
            </a:r>
            <a:endParaRPr sz="1800" dirty="0">
              <a:latin typeface="Corbel"/>
              <a:cs typeface="Corbel"/>
            </a:endParaRPr>
          </a:p>
          <a:p>
            <a:pPr marL="297815" indent="-285115">
              <a:lnSpc>
                <a:spcPts val="2125"/>
              </a:lnSpc>
              <a:buFont typeface="Arial MT"/>
              <a:buChar char="•"/>
              <a:tabLst>
                <a:tab pos="297815" algn="l"/>
              </a:tabLst>
            </a:pPr>
            <a:r>
              <a:rPr sz="1800" dirty="0">
                <a:latin typeface="Corbel"/>
                <a:cs typeface="Corbel"/>
              </a:rPr>
              <a:t>The</a:t>
            </a:r>
            <a:r>
              <a:rPr sz="1800" spc="-20" dirty="0">
                <a:latin typeface="Corbel"/>
                <a:cs typeface="Corbel"/>
              </a:rPr>
              <a:t> </a:t>
            </a:r>
            <a:r>
              <a:rPr sz="1800" dirty="0">
                <a:latin typeface="Corbel"/>
                <a:cs typeface="Corbel"/>
              </a:rPr>
              <a:t>duration</a:t>
            </a:r>
            <a:r>
              <a:rPr sz="1800" spc="-20" dirty="0">
                <a:latin typeface="Corbel"/>
                <a:cs typeface="Corbel"/>
              </a:rPr>
              <a:t> </a:t>
            </a:r>
            <a:r>
              <a:rPr sz="1800" dirty="0">
                <a:latin typeface="Corbel"/>
                <a:cs typeface="Corbel"/>
              </a:rPr>
              <a:t>of</a:t>
            </a:r>
            <a:r>
              <a:rPr sz="1800" spc="-20" dirty="0">
                <a:latin typeface="Corbel"/>
                <a:cs typeface="Corbel"/>
              </a:rPr>
              <a:t> </a:t>
            </a:r>
            <a:r>
              <a:rPr sz="1800" dirty="0">
                <a:latin typeface="Corbel"/>
                <a:cs typeface="Corbel"/>
              </a:rPr>
              <a:t>each</a:t>
            </a:r>
            <a:r>
              <a:rPr sz="1800" spc="-20" dirty="0">
                <a:latin typeface="Corbel"/>
                <a:cs typeface="Corbel"/>
              </a:rPr>
              <a:t> </a:t>
            </a:r>
            <a:r>
              <a:rPr sz="1800" dirty="0">
                <a:latin typeface="Corbel"/>
                <a:cs typeface="Corbel"/>
              </a:rPr>
              <a:t>stop</a:t>
            </a:r>
            <a:r>
              <a:rPr sz="1800" spc="-25" dirty="0">
                <a:latin typeface="Corbel"/>
                <a:cs typeface="Corbel"/>
              </a:rPr>
              <a:t> </a:t>
            </a:r>
            <a:r>
              <a:rPr sz="1800" dirty="0">
                <a:latin typeface="Corbel"/>
                <a:cs typeface="Corbel"/>
              </a:rPr>
              <a:t>is</a:t>
            </a:r>
            <a:r>
              <a:rPr sz="1800" spc="-25" dirty="0">
                <a:latin typeface="Corbel"/>
                <a:cs typeface="Corbel"/>
              </a:rPr>
              <a:t> </a:t>
            </a:r>
            <a:r>
              <a:rPr sz="1800" dirty="0">
                <a:latin typeface="Corbel"/>
                <a:cs typeface="Corbel"/>
              </a:rPr>
              <a:t>based</a:t>
            </a:r>
            <a:r>
              <a:rPr sz="1800" spc="-25" dirty="0">
                <a:latin typeface="Corbel"/>
                <a:cs typeface="Corbel"/>
              </a:rPr>
              <a:t> </a:t>
            </a:r>
            <a:r>
              <a:rPr sz="1800" dirty="0">
                <a:latin typeface="Corbel"/>
                <a:cs typeface="Corbel"/>
              </a:rPr>
              <a:t>on</a:t>
            </a:r>
            <a:r>
              <a:rPr sz="1800" spc="-20" dirty="0">
                <a:latin typeface="Corbel"/>
                <a:cs typeface="Corbel"/>
              </a:rPr>
              <a:t> </a:t>
            </a:r>
            <a:r>
              <a:rPr sz="1800" dirty="0">
                <a:latin typeface="Corbel"/>
                <a:cs typeface="Corbel"/>
              </a:rPr>
              <a:t>the</a:t>
            </a:r>
            <a:r>
              <a:rPr sz="1800" spc="-20" dirty="0">
                <a:latin typeface="Corbel"/>
                <a:cs typeface="Corbel"/>
              </a:rPr>
              <a:t> </a:t>
            </a:r>
            <a:r>
              <a:rPr sz="1800" dirty="0">
                <a:latin typeface="Corbel"/>
                <a:cs typeface="Corbel"/>
              </a:rPr>
              <a:t>degree</a:t>
            </a:r>
            <a:r>
              <a:rPr sz="1800" spc="-15" dirty="0">
                <a:latin typeface="Corbel"/>
                <a:cs typeface="Corbel"/>
              </a:rPr>
              <a:t> </a:t>
            </a:r>
            <a:r>
              <a:rPr sz="1800" dirty="0">
                <a:latin typeface="Corbel"/>
                <a:cs typeface="Corbel"/>
              </a:rPr>
              <a:t>of</a:t>
            </a:r>
            <a:r>
              <a:rPr sz="1800" spc="-20" dirty="0">
                <a:latin typeface="Corbel"/>
                <a:cs typeface="Corbel"/>
              </a:rPr>
              <a:t> </a:t>
            </a:r>
            <a:r>
              <a:rPr sz="1800" dirty="0">
                <a:latin typeface="Corbel"/>
                <a:cs typeface="Corbel"/>
              </a:rPr>
              <a:t>detail</a:t>
            </a:r>
            <a:r>
              <a:rPr sz="1800" spc="-25" dirty="0">
                <a:latin typeface="Corbel"/>
                <a:cs typeface="Corbel"/>
              </a:rPr>
              <a:t> </a:t>
            </a:r>
            <a:r>
              <a:rPr sz="1800" dirty="0">
                <a:latin typeface="Corbel"/>
                <a:cs typeface="Corbel"/>
              </a:rPr>
              <a:t>that</a:t>
            </a:r>
            <a:r>
              <a:rPr sz="1800" spc="-25" dirty="0">
                <a:latin typeface="Corbel"/>
                <a:cs typeface="Corbel"/>
              </a:rPr>
              <a:t> </a:t>
            </a:r>
            <a:r>
              <a:rPr sz="1800" dirty="0">
                <a:latin typeface="Corbel"/>
                <a:cs typeface="Corbel"/>
              </a:rPr>
              <a:t>is</a:t>
            </a:r>
            <a:r>
              <a:rPr sz="1800" spc="-25" dirty="0">
                <a:latin typeface="Corbel"/>
                <a:cs typeface="Corbel"/>
              </a:rPr>
              <a:t> </a:t>
            </a:r>
            <a:r>
              <a:rPr sz="1800" spc="-10" dirty="0">
                <a:latin typeface="Corbel"/>
                <a:cs typeface="Corbel"/>
              </a:rPr>
              <a:t>required</a:t>
            </a:r>
            <a:endParaRPr sz="1800" dirty="0">
              <a:latin typeface="Corbel"/>
              <a:cs typeface="Corbel"/>
            </a:endParaRPr>
          </a:p>
          <a:p>
            <a:pPr marL="297815" indent="-285115">
              <a:lnSpc>
                <a:spcPts val="2135"/>
              </a:lnSpc>
              <a:spcBef>
                <a:spcPts val="50"/>
              </a:spcBef>
              <a:buFont typeface="Arial MT"/>
              <a:buChar char="•"/>
              <a:tabLst>
                <a:tab pos="297815" algn="l"/>
              </a:tabLst>
            </a:pPr>
            <a:r>
              <a:rPr sz="1800" dirty="0">
                <a:latin typeface="Corbel"/>
                <a:cs typeface="Corbel"/>
              </a:rPr>
              <a:t>No</a:t>
            </a:r>
            <a:r>
              <a:rPr sz="1800" spc="-20" dirty="0">
                <a:latin typeface="Corbel"/>
                <a:cs typeface="Corbel"/>
              </a:rPr>
              <a:t> </a:t>
            </a:r>
            <a:r>
              <a:rPr sz="1800" dirty="0">
                <a:latin typeface="Corbel"/>
                <a:cs typeface="Corbel"/>
              </a:rPr>
              <a:t>stop</a:t>
            </a:r>
            <a:r>
              <a:rPr sz="1800" spc="-20" dirty="0">
                <a:latin typeface="Corbel"/>
                <a:cs typeface="Corbel"/>
              </a:rPr>
              <a:t> </a:t>
            </a:r>
            <a:r>
              <a:rPr sz="1800" dirty="0">
                <a:latin typeface="Corbel"/>
                <a:cs typeface="Corbel"/>
              </a:rPr>
              <a:t>should</a:t>
            </a:r>
            <a:r>
              <a:rPr sz="1800" spc="-25" dirty="0">
                <a:latin typeface="Corbel"/>
                <a:cs typeface="Corbel"/>
              </a:rPr>
              <a:t> </a:t>
            </a:r>
            <a:r>
              <a:rPr sz="1800" dirty="0">
                <a:latin typeface="Corbel"/>
                <a:cs typeface="Corbel"/>
              </a:rPr>
              <a:t>last</a:t>
            </a:r>
            <a:r>
              <a:rPr sz="1800" spc="-15" dirty="0">
                <a:latin typeface="Corbel"/>
                <a:cs typeface="Corbel"/>
              </a:rPr>
              <a:t> </a:t>
            </a:r>
            <a:r>
              <a:rPr sz="1800" dirty="0">
                <a:latin typeface="Corbel"/>
                <a:cs typeface="Corbel"/>
              </a:rPr>
              <a:t>longer</a:t>
            </a:r>
            <a:r>
              <a:rPr sz="1800" spc="-25" dirty="0">
                <a:latin typeface="Corbel"/>
                <a:cs typeface="Corbel"/>
              </a:rPr>
              <a:t> </a:t>
            </a:r>
            <a:r>
              <a:rPr sz="1800" dirty="0">
                <a:latin typeface="Corbel"/>
                <a:cs typeface="Corbel"/>
              </a:rPr>
              <a:t>than</a:t>
            </a:r>
            <a:r>
              <a:rPr sz="1800" spc="-15" dirty="0">
                <a:latin typeface="Corbel"/>
                <a:cs typeface="Corbel"/>
              </a:rPr>
              <a:t> </a:t>
            </a:r>
            <a:r>
              <a:rPr sz="1800" dirty="0">
                <a:latin typeface="Corbel"/>
                <a:cs typeface="Corbel"/>
              </a:rPr>
              <a:t>2</a:t>
            </a:r>
            <a:r>
              <a:rPr sz="1800" spc="-15" dirty="0">
                <a:latin typeface="Corbel"/>
                <a:cs typeface="Corbel"/>
              </a:rPr>
              <a:t> </a:t>
            </a:r>
            <a:r>
              <a:rPr sz="1800" dirty="0">
                <a:latin typeface="Corbel"/>
                <a:cs typeface="Corbel"/>
              </a:rPr>
              <a:t>to</a:t>
            </a:r>
            <a:r>
              <a:rPr sz="1800" spc="-15" dirty="0">
                <a:latin typeface="Corbel"/>
                <a:cs typeface="Corbel"/>
              </a:rPr>
              <a:t> </a:t>
            </a:r>
            <a:r>
              <a:rPr sz="1800" dirty="0">
                <a:latin typeface="Corbel"/>
                <a:cs typeface="Corbel"/>
              </a:rPr>
              <a:t>3</a:t>
            </a:r>
            <a:r>
              <a:rPr sz="1800" spc="-20" dirty="0">
                <a:latin typeface="Corbel"/>
                <a:cs typeface="Corbel"/>
              </a:rPr>
              <a:t> </a:t>
            </a:r>
            <a:r>
              <a:rPr sz="1800" spc="-10" dirty="0">
                <a:latin typeface="Corbel"/>
                <a:cs typeface="Corbel"/>
              </a:rPr>
              <a:t>seconds</a:t>
            </a:r>
            <a:endParaRPr sz="1800" dirty="0">
              <a:latin typeface="Corbel"/>
              <a:cs typeface="Corbel"/>
            </a:endParaRPr>
          </a:p>
          <a:p>
            <a:pPr marL="298450" marR="160020" indent="-285750">
              <a:lnSpc>
                <a:spcPts val="2180"/>
              </a:lnSpc>
              <a:spcBef>
                <a:spcPts val="30"/>
              </a:spcBef>
              <a:buFont typeface="Arial MT"/>
              <a:buChar char="•"/>
              <a:tabLst>
                <a:tab pos="298450" algn="l"/>
              </a:tabLst>
            </a:pPr>
            <a:r>
              <a:rPr sz="1800" dirty="0">
                <a:latin typeface="Corbel"/>
                <a:cs typeface="Corbel"/>
              </a:rPr>
              <a:t>When</a:t>
            </a:r>
            <a:r>
              <a:rPr sz="1800" spc="-35" dirty="0">
                <a:latin typeface="Corbel"/>
                <a:cs typeface="Corbel"/>
              </a:rPr>
              <a:t> </a:t>
            </a:r>
            <a:r>
              <a:rPr sz="1800" dirty="0">
                <a:latin typeface="Corbel"/>
                <a:cs typeface="Corbel"/>
              </a:rPr>
              <a:t>moving</a:t>
            </a:r>
            <a:r>
              <a:rPr sz="1800" spc="-40" dirty="0">
                <a:latin typeface="Corbel"/>
                <a:cs typeface="Corbel"/>
              </a:rPr>
              <a:t> </a:t>
            </a:r>
            <a:r>
              <a:rPr sz="1800" dirty="0">
                <a:latin typeface="Corbel"/>
                <a:cs typeface="Corbel"/>
              </a:rPr>
              <a:t>from</a:t>
            </a:r>
            <a:r>
              <a:rPr sz="1800" spc="-35" dirty="0">
                <a:latin typeface="Corbel"/>
                <a:cs typeface="Corbel"/>
              </a:rPr>
              <a:t> </a:t>
            </a:r>
            <a:r>
              <a:rPr sz="1800" dirty="0">
                <a:latin typeface="Corbel"/>
                <a:cs typeface="Corbel"/>
              </a:rPr>
              <a:t>one</a:t>
            </a:r>
            <a:r>
              <a:rPr sz="1800" spc="-30" dirty="0">
                <a:latin typeface="Corbel"/>
                <a:cs typeface="Corbel"/>
              </a:rPr>
              <a:t> </a:t>
            </a:r>
            <a:r>
              <a:rPr sz="1800" dirty="0">
                <a:latin typeface="Corbel"/>
                <a:cs typeface="Corbel"/>
              </a:rPr>
              <a:t>viewing</a:t>
            </a:r>
            <a:r>
              <a:rPr sz="1800" spc="-35" dirty="0">
                <a:latin typeface="Corbel"/>
                <a:cs typeface="Corbel"/>
              </a:rPr>
              <a:t> </a:t>
            </a:r>
            <a:r>
              <a:rPr sz="1800" dirty="0">
                <a:latin typeface="Corbel"/>
                <a:cs typeface="Corbel"/>
              </a:rPr>
              <a:t>point</a:t>
            </a:r>
            <a:r>
              <a:rPr sz="1800" spc="-35" dirty="0">
                <a:latin typeface="Corbel"/>
                <a:cs typeface="Corbel"/>
              </a:rPr>
              <a:t> </a:t>
            </a:r>
            <a:r>
              <a:rPr sz="1800" dirty="0">
                <a:latin typeface="Corbel"/>
                <a:cs typeface="Corbel"/>
              </a:rPr>
              <a:t>to</a:t>
            </a:r>
            <a:r>
              <a:rPr sz="1800" spc="-25" dirty="0">
                <a:latin typeface="Corbel"/>
                <a:cs typeface="Corbel"/>
              </a:rPr>
              <a:t> </a:t>
            </a:r>
            <a:r>
              <a:rPr sz="1800" dirty="0">
                <a:latin typeface="Corbel"/>
                <a:cs typeface="Corbel"/>
              </a:rPr>
              <a:t>the</a:t>
            </a:r>
            <a:r>
              <a:rPr sz="1800" spc="-30" dirty="0">
                <a:latin typeface="Corbel"/>
                <a:cs typeface="Corbel"/>
              </a:rPr>
              <a:t> </a:t>
            </a:r>
            <a:r>
              <a:rPr sz="1800" dirty="0">
                <a:latin typeface="Corbel"/>
                <a:cs typeface="Corbel"/>
              </a:rPr>
              <a:t>next,</a:t>
            </a:r>
            <a:r>
              <a:rPr sz="1800" spc="-35" dirty="0">
                <a:latin typeface="Corbel"/>
                <a:cs typeface="Corbel"/>
              </a:rPr>
              <a:t> </a:t>
            </a:r>
            <a:r>
              <a:rPr sz="1800" dirty="0">
                <a:latin typeface="Corbel"/>
                <a:cs typeface="Corbel"/>
              </a:rPr>
              <a:t>pilots</a:t>
            </a:r>
            <a:r>
              <a:rPr sz="1800" spc="-30" dirty="0">
                <a:latin typeface="Corbel"/>
                <a:cs typeface="Corbel"/>
              </a:rPr>
              <a:t> </a:t>
            </a:r>
            <a:r>
              <a:rPr sz="1800" dirty="0">
                <a:latin typeface="Corbel"/>
                <a:cs typeface="Corbel"/>
              </a:rPr>
              <a:t>should</a:t>
            </a:r>
            <a:r>
              <a:rPr sz="1800" spc="-35" dirty="0">
                <a:latin typeface="Corbel"/>
                <a:cs typeface="Corbel"/>
              </a:rPr>
              <a:t> </a:t>
            </a:r>
            <a:r>
              <a:rPr sz="1800" dirty="0">
                <a:latin typeface="Corbel"/>
                <a:cs typeface="Corbel"/>
              </a:rPr>
              <a:t>overlap</a:t>
            </a:r>
            <a:r>
              <a:rPr sz="1800" spc="-35" dirty="0">
                <a:latin typeface="Corbel"/>
                <a:cs typeface="Corbel"/>
              </a:rPr>
              <a:t> </a:t>
            </a:r>
            <a:r>
              <a:rPr sz="1800" dirty="0">
                <a:latin typeface="Corbel"/>
                <a:cs typeface="Corbel"/>
              </a:rPr>
              <a:t>the</a:t>
            </a:r>
            <a:r>
              <a:rPr sz="1800" spc="-30" dirty="0">
                <a:latin typeface="Corbel"/>
                <a:cs typeface="Corbel"/>
              </a:rPr>
              <a:t> </a:t>
            </a:r>
            <a:r>
              <a:rPr sz="1800" dirty="0">
                <a:latin typeface="Corbel"/>
                <a:cs typeface="Corbel"/>
              </a:rPr>
              <a:t>previous</a:t>
            </a:r>
            <a:r>
              <a:rPr sz="1800" spc="-35" dirty="0">
                <a:latin typeface="Corbel"/>
                <a:cs typeface="Corbel"/>
              </a:rPr>
              <a:t> </a:t>
            </a:r>
            <a:r>
              <a:rPr sz="1800" dirty="0">
                <a:latin typeface="Corbel"/>
                <a:cs typeface="Corbel"/>
              </a:rPr>
              <a:t>field</a:t>
            </a:r>
            <a:r>
              <a:rPr sz="1800" spc="-30" dirty="0">
                <a:latin typeface="Corbel"/>
                <a:cs typeface="Corbel"/>
              </a:rPr>
              <a:t> </a:t>
            </a:r>
            <a:r>
              <a:rPr sz="1800" dirty="0">
                <a:latin typeface="Corbel"/>
                <a:cs typeface="Corbel"/>
              </a:rPr>
              <a:t>of</a:t>
            </a:r>
            <a:r>
              <a:rPr sz="1800" spc="-30" dirty="0">
                <a:latin typeface="Corbel"/>
                <a:cs typeface="Corbel"/>
              </a:rPr>
              <a:t> </a:t>
            </a:r>
            <a:r>
              <a:rPr sz="1800" dirty="0">
                <a:latin typeface="Corbel"/>
                <a:cs typeface="Corbel"/>
              </a:rPr>
              <a:t>view</a:t>
            </a:r>
            <a:r>
              <a:rPr sz="1800" spc="-25" dirty="0">
                <a:latin typeface="Corbel"/>
                <a:cs typeface="Corbel"/>
              </a:rPr>
              <a:t> by 10°</a:t>
            </a:r>
            <a:endParaRPr sz="1800" dirty="0">
              <a:latin typeface="Corbel"/>
              <a:cs typeface="Corbel"/>
            </a:endParaRPr>
          </a:p>
        </p:txBody>
      </p:sp>
      <p:pic>
        <p:nvPicPr>
          <p:cNvPr id="6" name="object 6"/>
          <p:cNvPicPr/>
          <p:nvPr/>
        </p:nvPicPr>
        <p:blipFill>
          <a:blip r:embed="rId3" cstate="print"/>
          <a:stretch>
            <a:fillRect/>
          </a:stretch>
        </p:blipFill>
        <p:spPr>
          <a:xfrm>
            <a:off x="4271373" y="4084582"/>
            <a:ext cx="4444580" cy="2590854"/>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41</a:t>
            </a:fld>
            <a:endParaRPr spc="-25"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8595360" cy="878205"/>
            <a:chOff x="1417319" y="414527"/>
            <a:chExt cx="8595360" cy="878205"/>
          </a:xfrm>
        </p:grpSpPr>
        <p:pic>
          <p:nvPicPr>
            <p:cNvPr id="4" name="object 4"/>
            <p:cNvPicPr/>
            <p:nvPr/>
          </p:nvPicPr>
          <p:blipFill>
            <a:blip r:embed="rId2" cstate="print"/>
            <a:stretch>
              <a:fillRect/>
            </a:stretch>
          </p:blipFill>
          <p:spPr>
            <a:xfrm>
              <a:off x="1417319" y="414527"/>
              <a:ext cx="2727960" cy="573024"/>
            </a:xfrm>
            <a:prstGeom prst="rect">
              <a:avLst/>
            </a:prstGeom>
          </p:spPr>
        </p:pic>
        <p:pic>
          <p:nvPicPr>
            <p:cNvPr id="5" name="object 5"/>
            <p:cNvPicPr/>
            <p:nvPr/>
          </p:nvPicPr>
          <p:blipFill>
            <a:blip r:embed="rId3" cstate="print"/>
            <a:stretch>
              <a:fillRect/>
            </a:stretch>
          </p:blipFill>
          <p:spPr>
            <a:xfrm>
              <a:off x="3800855" y="414527"/>
              <a:ext cx="469391" cy="573024"/>
            </a:xfrm>
            <a:prstGeom prst="rect">
              <a:avLst/>
            </a:prstGeom>
          </p:spPr>
        </p:pic>
        <p:pic>
          <p:nvPicPr>
            <p:cNvPr id="6" name="object 6"/>
            <p:cNvPicPr/>
            <p:nvPr/>
          </p:nvPicPr>
          <p:blipFill>
            <a:blip r:embed="rId4" cstate="print"/>
            <a:stretch>
              <a:fillRect/>
            </a:stretch>
          </p:blipFill>
          <p:spPr>
            <a:xfrm>
              <a:off x="3977640" y="414527"/>
              <a:ext cx="4946904" cy="573024"/>
            </a:xfrm>
            <a:prstGeom prst="rect">
              <a:avLst/>
            </a:prstGeom>
          </p:spPr>
        </p:pic>
        <p:pic>
          <p:nvPicPr>
            <p:cNvPr id="7" name="object 7"/>
            <p:cNvPicPr/>
            <p:nvPr/>
          </p:nvPicPr>
          <p:blipFill>
            <a:blip r:embed="rId5" cstate="print"/>
            <a:stretch>
              <a:fillRect/>
            </a:stretch>
          </p:blipFill>
          <p:spPr>
            <a:xfrm>
              <a:off x="1417319" y="719327"/>
              <a:ext cx="8595360" cy="573024"/>
            </a:xfrm>
            <a:prstGeom prst="rect">
              <a:avLst/>
            </a:prstGeom>
          </p:spPr>
        </p:pic>
      </p:grpSp>
      <p:sp>
        <p:nvSpPr>
          <p:cNvPr id="8" name="object 8"/>
          <p:cNvSpPr txBox="1"/>
          <p:nvPr/>
        </p:nvSpPr>
        <p:spPr>
          <a:xfrm>
            <a:off x="1563049" y="473963"/>
            <a:ext cx="8278495" cy="635000"/>
          </a:xfrm>
          <a:prstGeom prst="rect">
            <a:avLst/>
          </a:prstGeom>
        </p:spPr>
        <p:txBody>
          <a:bodyPr vert="horz" wrap="square" lIns="0" tIns="12700" rIns="0" bIns="0" rtlCol="0">
            <a:spAutoFit/>
          </a:bodyPr>
          <a:lstStyle/>
          <a:p>
            <a:pPr marL="12700">
              <a:lnSpc>
                <a:spcPct val="100000"/>
              </a:lnSpc>
              <a:spcBef>
                <a:spcPts val="100"/>
              </a:spcBef>
            </a:pPr>
            <a:r>
              <a:rPr sz="2000" b="1" dirty="0">
                <a:latin typeface="Corbel"/>
                <a:cs typeface="Corbel"/>
              </a:rPr>
              <a:t>050</a:t>
            </a:r>
            <a:r>
              <a:rPr sz="2000" b="1" spc="-35" dirty="0">
                <a:latin typeface="Corbel"/>
                <a:cs typeface="Corbel"/>
              </a:rPr>
              <a:t> </a:t>
            </a:r>
            <a:r>
              <a:rPr sz="2000" b="1" dirty="0">
                <a:latin typeface="Corbel"/>
                <a:cs typeface="Corbel"/>
              </a:rPr>
              <a:t>03</a:t>
            </a:r>
            <a:r>
              <a:rPr sz="2000" b="1" spc="-35" dirty="0">
                <a:latin typeface="Corbel"/>
                <a:cs typeface="Corbel"/>
              </a:rPr>
              <a:t> </a:t>
            </a:r>
            <a:r>
              <a:rPr sz="2000" b="1" dirty="0">
                <a:latin typeface="Corbel"/>
                <a:cs typeface="Corbel"/>
              </a:rPr>
              <a:t>00:</a:t>
            </a:r>
            <a:r>
              <a:rPr sz="2000" b="1" spc="-30" dirty="0">
                <a:latin typeface="Corbel"/>
                <a:cs typeface="Corbel"/>
              </a:rPr>
              <a:t> </a:t>
            </a:r>
            <a:r>
              <a:rPr sz="2000" b="1" dirty="0">
                <a:latin typeface="Corbel"/>
                <a:cs typeface="Corbel"/>
              </a:rPr>
              <a:t>Physiology</a:t>
            </a:r>
            <a:r>
              <a:rPr sz="2000" b="1" spc="-35" dirty="0">
                <a:latin typeface="Corbel"/>
                <a:cs typeface="Corbel"/>
              </a:rPr>
              <a:t> </a:t>
            </a:r>
            <a:r>
              <a:rPr sz="2000" b="1" dirty="0">
                <a:latin typeface="Corbel"/>
                <a:cs typeface="Corbel"/>
              </a:rPr>
              <a:t>–</a:t>
            </a:r>
            <a:r>
              <a:rPr sz="2000" b="1" spc="-35" dirty="0">
                <a:latin typeface="Corbel"/>
                <a:cs typeface="Corbel"/>
              </a:rPr>
              <a:t> </a:t>
            </a:r>
            <a:r>
              <a:rPr sz="2000" b="1" dirty="0">
                <a:latin typeface="Corbel"/>
                <a:cs typeface="Corbel"/>
              </a:rPr>
              <a:t>Medications</a:t>
            </a:r>
            <a:r>
              <a:rPr sz="2000" b="1" spc="-25" dirty="0">
                <a:latin typeface="Corbel"/>
                <a:cs typeface="Corbel"/>
              </a:rPr>
              <a:t> </a:t>
            </a:r>
            <a:r>
              <a:rPr sz="2000" b="1" dirty="0">
                <a:latin typeface="Corbel"/>
                <a:cs typeface="Corbel"/>
              </a:rPr>
              <a:t>and</a:t>
            </a:r>
            <a:r>
              <a:rPr sz="2000" b="1" spc="-35" dirty="0">
                <a:latin typeface="Corbel"/>
                <a:cs typeface="Corbel"/>
              </a:rPr>
              <a:t> </a:t>
            </a:r>
            <a:r>
              <a:rPr sz="2000" b="1" spc="-10" dirty="0">
                <a:latin typeface="Corbel"/>
                <a:cs typeface="Corbel"/>
              </a:rPr>
              <a:t>Psychoactive</a:t>
            </a:r>
            <a:r>
              <a:rPr sz="2000" b="1" spc="-75" dirty="0">
                <a:latin typeface="Corbel"/>
                <a:cs typeface="Corbel"/>
              </a:rPr>
              <a:t> </a:t>
            </a:r>
            <a:r>
              <a:rPr sz="2000" b="1" spc="-10" dirty="0">
                <a:latin typeface="Corbel"/>
                <a:cs typeface="Corbel"/>
              </a:rPr>
              <a:t>Substances</a:t>
            </a:r>
            <a:endParaRPr sz="2000">
              <a:latin typeface="Corbel"/>
              <a:cs typeface="Corbel"/>
            </a:endParaRPr>
          </a:p>
          <a:p>
            <a:pPr marL="12700">
              <a:lnSpc>
                <a:spcPct val="100000"/>
              </a:lnSpc>
            </a:pPr>
            <a:r>
              <a:rPr sz="2000" dirty="0">
                <a:latin typeface="Corbel"/>
                <a:cs typeface="Corbel"/>
              </a:rPr>
              <a:t>050</a:t>
            </a:r>
            <a:r>
              <a:rPr sz="2000" spc="-40" dirty="0">
                <a:latin typeface="Corbel"/>
                <a:cs typeface="Corbel"/>
              </a:rPr>
              <a:t> </a:t>
            </a:r>
            <a:r>
              <a:rPr sz="2000" dirty="0">
                <a:latin typeface="Corbel"/>
                <a:cs typeface="Corbel"/>
              </a:rPr>
              <a:t>03</a:t>
            </a:r>
            <a:r>
              <a:rPr sz="2000" spc="-30" dirty="0">
                <a:latin typeface="Corbel"/>
                <a:cs typeface="Corbel"/>
              </a:rPr>
              <a:t> </a:t>
            </a:r>
            <a:r>
              <a:rPr sz="2000" dirty="0">
                <a:latin typeface="Corbel"/>
                <a:cs typeface="Corbel"/>
              </a:rPr>
              <a:t>01:</a:t>
            </a:r>
            <a:r>
              <a:rPr sz="2000" spc="-40" dirty="0">
                <a:latin typeface="Corbel"/>
                <a:cs typeface="Corbel"/>
              </a:rPr>
              <a:t> </a:t>
            </a:r>
            <a:r>
              <a:rPr sz="2000" dirty="0">
                <a:latin typeface="Corbel"/>
                <a:cs typeface="Corbel"/>
              </a:rPr>
              <a:t>Prohibition</a:t>
            </a:r>
            <a:r>
              <a:rPr sz="2000" spc="-45" dirty="0">
                <a:latin typeface="Corbel"/>
                <a:cs typeface="Corbel"/>
              </a:rPr>
              <a:t> </a:t>
            </a:r>
            <a:r>
              <a:rPr sz="2000" dirty="0">
                <a:latin typeface="Corbel"/>
                <a:cs typeface="Corbel"/>
              </a:rPr>
              <a:t>of</a:t>
            </a:r>
            <a:r>
              <a:rPr sz="2000" spc="-35" dirty="0">
                <a:latin typeface="Corbel"/>
                <a:cs typeface="Corbel"/>
              </a:rPr>
              <a:t> </a:t>
            </a:r>
            <a:r>
              <a:rPr sz="2000" dirty="0">
                <a:latin typeface="Corbel"/>
                <a:cs typeface="Corbel"/>
              </a:rPr>
              <a:t>use</a:t>
            </a:r>
            <a:r>
              <a:rPr sz="2000" spc="-35" dirty="0">
                <a:latin typeface="Corbel"/>
                <a:cs typeface="Corbel"/>
              </a:rPr>
              <a:t> </a:t>
            </a:r>
            <a:r>
              <a:rPr sz="2000" dirty="0">
                <a:latin typeface="Corbel"/>
                <a:cs typeface="Corbel"/>
              </a:rPr>
              <a:t>of</a:t>
            </a:r>
            <a:r>
              <a:rPr sz="2000" spc="-35" dirty="0">
                <a:latin typeface="Corbel"/>
                <a:cs typeface="Corbel"/>
              </a:rPr>
              <a:t> </a:t>
            </a:r>
            <a:r>
              <a:rPr sz="2000" dirty="0">
                <a:latin typeface="Corbel"/>
                <a:cs typeface="Corbel"/>
              </a:rPr>
              <a:t>psychoactive</a:t>
            </a:r>
            <a:r>
              <a:rPr sz="2000" spc="-35" dirty="0">
                <a:latin typeface="Corbel"/>
                <a:cs typeface="Corbel"/>
              </a:rPr>
              <a:t> </a:t>
            </a:r>
            <a:r>
              <a:rPr sz="2000" dirty="0">
                <a:latin typeface="Corbel"/>
                <a:cs typeface="Corbel"/>
              </a:rPr>
              <a:t>substances</a:t>
            </a:r>
            <a:r>
              <a:rPr sz="2000" spc="-35" dirty="0">
                <a:latin typeface="Corbel"/>
                <a:cs typeface="Corbel"/>
              </a:rPr>
              <a:t> </a:t>
            </a:r>
            <a:r>
              <a:rPr sz="2000" spc="-10" dirty="0">
                <a:latin typeface="Corbel"/>
                <a:cs typeface="Corbel"/>
              </a:rPr>
              <a:t>during</a:t>
            </a:r>
            <a:r>
              <a:rPr sz="2000" spc="-90" dirty="0">
                <a:latin typeface="Corbel"/>
                <a:cs typeface="Corbel"/>
              </a:rPr>
              <a:t> </a:t>
            </a:r>
            <a:r>
              <a:rPr sz="2000" dirty="0">
                <a:latin typeface="Corbel"/>
                <a:cs typeface="Corbel"/>
              </a:rPr>
              <a:t>UAS</a:t>
            </a:r>
            <a:r>
              <a:rPr sz="2000" spc="-40" dirty="0">
                <a:latin typeface="Corbel"/>
                <a:cs typeface="Corbel"/>
              </a:rPr>
              <a:t> </a:t>
            </a:r>
            <a:r>
              <a:rPr sz="2000" spc="-10" dirty="0">
                <a:latin typeface="Corbel"/>
                <a:cs typeface="Corbel"/>
              </a:rPr>
              <a:t>operations</a:t>
            </a:r>
            <a:endParaRPr sz="2000">
              <a:latin typeface="Corbel"/>
              <a:cs typeface="Corbel"/>
            </a:endParaRPr>
          </a:p>
        </p:txBody>
      </p:sp>
      <p:grpSp>
        <p:nvGrpSpPr>
          <p:cNvPr id="9" name="object 9"/>
          <p:cNvGrpSpPr/>
          <p:nvPr/>
        </p:nvGrpSpPr>
        <p:grpSpPr>
          <a:xfrm>
            <a:off x="1255775" y="1139951"/>
            <a:ext cx="10530840" cy="5718175"/>
            <a:chOff x="1255775" y="1139951"/>
            <a:chExt cx="10530840" cy="5718175"/>
          </a:xfrm>
        </p:grpSpPr>
        <p:pic>
          <p:nvPicPr>
            <p:cNvPr id="10" name="object 10"/>
            <p:cNvPicPr/>
            <p:nvPr/>
          </p:nvPicPr>
          <p:blipFill>
            <a:blip r:embed="rId6" cstate="print"/>
            <a:stretch>
              <a:fillRect/>
            </a:stretch>
          </p:blipFill>
          <p:spPr>
            <a:xfrm>
              <a:off x="1255775" y="1139951"/>
              <a:ext cx="10530840" cy="5718048"/>
            </a:xfrm>
            <a:prstGeom prst="rect">
              <a:avLst/>
            </a:prstGeom>
          </p:spPr>
        </p:pic>
        <p:pic>
          <p:nvPicPr>
            <p:cNvPr id="11" name="object 11"/>
            <p:cNvPicPr/>
            <p:nvPr/>
          </p:nvPicPr>
          <p:blipFill>
            <a:blip r:embed="rId7" cstate="print"/>
            <a:stretch>
              <a:fillRect/>
            </a:stretch>
          </p:blipFill>
          <p:spPr>
            <a:xfrm>
              <a:off x="1484309" y="1369909"/>
              <a:ext cx="10018712" cy="5385057"/>
            </a:xfrm>
            <a:prstGeom prst="rect">
              <a:avLst/>
            </a:prstGeom>
          </p:spPr>
        </p:pic>
        <p:pic>
          <p:nvPicPr>
            <p:cNvPr id="12" name="object 12"/>
            <p:cNvPicPr/>
            <p:nvPr/>
          </p:nvPicPr>
          <p:blipFill>
            <a:blip r:embed="rId8" cstate="print"/>
            <a:stretch>
              <a:fillRect/>
            </a:stretch>
          </p:blipFill>
          <p:spPr>
            <a:xfrm>
              <a:off x="5615795" y="3581627"/>
              <a:ext cx="3441940" cy="1555060"/>
            </a:xfrm>
            <a:prstGeom prst="rect">
              <a:avLst/>
            </a:prstGeom>
          </p:spPr>
        </p:pic>
        <p:sp>
          <p:nvSpPr>
            <p:cNvPr id="13" name="object 13"/>
            <p:cNvSpPr/>
            <p:nvPr/>
          </p:nvSpPr>
          <p:spPr>
            <a:xfrm>
              <a:off x="5590396" y="3556227"/>
              <a:ext cx="3493135" cy="1605915"/>
            </a:xfrm>
            <a:custGeom>
              <a:avLst/>
              <a:gdLst/>
              <a:ahLst/>
              <a:cxnLst/>
              <a:rect l="l" t="t" r="r" b="b"/>
              <a:pathLst>
                <a:path w="3493134" h="1605914">
                  <a:moveTo>
                    <a:pt x="0" y="0"/>
                  </a:moveTo>
                  <a:lnTo>
                    <a:pt x="3492740" y="0"/>
                  </a:lnTo>
                  <a:lnTo>
                    <a:pt x="3492740" y="1605861"/>
                  </a:lnTo>
                  <a:lnTo>
                    <a:pt x="0" y="1605861"/>
                  </a:lnTo>
                  <a:lnTo>
                    <a:pt x="0" y="0"/>
                  </a:lnTo>
                  <a:close/>
                </a:path>
              </a:pathLst>
            </a:custGeom>
            <a:ln w="50800">
              <a:solidFill>
                <a:srgbClr val="FF0000"/>
              </a:solidFill>
            </a:ln>
          </p:spPr>
          <p:txBody>
            <a:bodyPr wrap="square" lIns="0" tIns="0" rIns="0" bIns="0" rtlCol="0"/>
            <a:lstStyle/>
            <a:p>
              <a:endParaRPr/>
            </a:p>
          </p:txBody>
        </p:sp>
      </p:gr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42</a:t>
            </a:fld>
            <a:endParaRPr spc="-25"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3" cstate="print"/>
          <a:stretch>
            <a:fillRect/>
          </a:stretch>
        </p:blipFill>
        <p:spPr>
          <a:xfrm>
            <a:off x="1417319" y="566927"/>
            <a:ext cx="6199632" cy="573024"/>
          </a:xfrm>
          <a:prstGeom prst="rect">
            <a:avLst/>
          </a:prstGeom>
        </p:spPr>
      </p:pic>
      <p:sp>
        <p:nvSpPr>
          <p:cNvPr id="4" name="object 4"/>
          <p:cNvSpPr txBox="1">
            <a:spLocks noGrp="1"/>
          </p:cNvSpPr>
          <p:nvPr>
            <p:ph type="title"/>
          </p:nvPr>
        </p:nvSpPr>
        <p:spPr>
          <a:prstGeom prst="rect">
            <a:avLst/>
          </a:prstGeom>
        </p:spPr>
        <p:txBody>
          <a:bodyPr vert="horz" wrap="square" lIns="0" tIns="329691" rIns="0" bIns="0" rtlCol="0">
            <a:spAutoFit/>
          </a:bodyPr>
          <a:lstStyle/>
          <a:p>
            <a:pPr marL="640715">
              <a:lnSpc>
                <a:spcPct val="100000"/>
              </a:lnSpc>
              <a:spcBef>
                <a:spcPts val="100"/>
              </a:spcBef>
            </a:pPr>
            <a:r>
              <a:rPr dirty="0"/>
              <a:t>050</a:t>
            </a:r>
            <a:r>
              <a:rPr spc="-40" dirty="0"/>
              <a:t> </a:t>
            </a:r>
            <a:r>
              <a:rPr dirty="0"/>
              <a:t>03</a:t>
            </a:r>
            <a:r>
              <a:rPr spc="-30" dirty="0"/>
              <a:t> </a:t>
            </a:r>
            <a:r>
              <a:rPr dirty="0"/>
              <a:t>02:</a:t>
            </a:r>
            <a:r>
              <a:rPr spc="-40" dirty="0"/>
              <a:t> </a:t>
            </a:r>
            <a:r>
              <a:rPr dirty="0"/>
              <a:t>Effects</a:t>
            </a:r>
            <a:r>
              <a:rPr spc="-35" dirty="0"/>
              <a:t> </a:t>
            </a:r>
            <a:r>
              <a:rPr dirty="0"/>
              <a:t>of</a:t>
            </a:r>
            <a:r>
              <a:rPr spc="-35" dirty="0"/>
              <a:t> </a:t>
            </a:r>
            <a:r>
              <a:rPr dirty="0"/>
              <a:t>intoxication</a:t>
            </a:r>
            <a:r>
              <a:rPr spc="-45" dirty="0"/>
              <a:t> </a:t>
            </a:r>
            <a:r>
              <a:rPr spc="-10" dirty="0"/>
              <a:t>during</a:t>
            </a:r>
            <a:r>
              <a:rPr spc="-90" dirty="0"/>
              <a:t> </a:t>
            </a:r>
            <a:r>
              <a:rPr dirty="0"/>
              <a:t>UAS</a:t>
            </a:r>
            <a:r>
              <a:rPr spc="-40" dirty="0"/>
              <a:t> </a:t>
            </a:r>
            <a:r>
              <a:rPr spc="-10" dirty="0"/>
              <a:t>operations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43</a:t>
            </a:fld>
            <a:endParaRPr spc="-25" dirty="0"/>
          </a:p>
        </p:txBody>
      </p:sp>
      <p:sp>
        <p:nvSpPr>
          <p:cNvPr id="5" name="object 5"/>
          <p:cNvSpPr txBox="1">
            <a:spLocks noGrp="1"/>
          </p:cNvSpPr>
          <p:nvPr>
            <p:ph type="body" idx="1"/>
          </p:nvPr>
        </p:nvSpPr>
        <p:spPr>
          <a:prstGeom prst="rect">
            <a:avLst/>
          </a:prstGeom>
        </p:spPr>
        <p:txBody>
          <a:bodyPr vert="horz" wrap="square" lIns="0" tIns="108965" rIns="0" bIns="0" rtlCol="0">
            <a:spAutoFit/>
          </a:bodyPr>
          <a:lstStyle/>
          <a:p>
            <a:pPr marL="12700" marR="5080" algn="just">
              <a:lnSpc>
                <a:spcPct val="100800"/>
              </a:lnSpc>
              <a:spcBef>
                <a:spcPts val="85"/>
              </a:spcBef>
            </a:pPr>
            <a:r>
              <a:rPr dirty="0"/>
              <a:t>When</a:t>
            </a:r>
            <a:r>
              <a:rPr spc="235" dirty="0"/>
              <a:t> </a:t>
            </a:r>
            <a:r>
              <a:rPr dirty="0"/>
              <a:t>alcohol</a:t>
            </a:r>
            <a:r>
              <a:rPr spc="240" dirty="0"/>
              <a:t> </a:t>
            </a:r>
            <a:r>
              <a:rPr dirty="0"/>
              <a:t>is</a:t>
            </a:r>
            <a:r>
              <a:rPr spc="229" dirty="0"/>
              <a:t> </a:t>
            </a:r>
            <a:r>
              <a:rPr dirty="0"/>
              <a:t>consumed,</a:t>
            </a:r>
            <a:r>
              <a:rPr spc="229" dirty="0"/>
              <a:t> </a:t>
            </a:r>
            <a:r>
              <a:rPr dirty="0"/>
              <a:t>it</a:t>
            </a:r>
            <a:r>
              <a:rPr spc="220" dirty="0"/>
              <a:t> </a:t>
            </a:r>
            <a:r>
              <a:rPr dirty="0"/>
              <a:t>is</a:t>
            </a:r>
            <a:r>
              <a:rPr spc="235" dirty="0"/>
              <a:t> </a:t>
            </a:r>
            <a:r>
              <a:rPr dirty="0"/>
              <a:t>very</a:t>
            </a:r>
            <a:r>
              <a:rPr spc="225" dirty="0"/>
              <a:t> </a:t>
            </a:r>
            <a:r>
              <a:rPr dirty="0"/>
              <a:t>rapidly</a:t>
            </a:r>
            <a:r>
              <a:rPr spc="220" dirty="0"/>
              <a:t> </a:t>
            </a:r>
            <a:r>
              <a:rPr dirty="0"/>
              <a:t>absorbed</a:t>
            </a:r>
            <a:r>
              <a:rPr spc="235" dirty="0"/>
              <a:t> </a:t>
            </a:r>
            <a:r>
              <a:rPr dirty="0"/>
              <a:t>into</a:t>
            </a:r>
            <a:r>
              <a:rPr spc="225" dirty="0"/>
              <a:t> </a:t>
            </a:r>
            <a:r>
              <a:rPr dirty="0"/>
              <a:t>the</a:t>
            </a:r>
            <a:r>
              <a:rPr spc="235" dirty="0"/>
              <a:t> </a:t>
            </a:r>
            <a:r>
              <a:rPr dirty="0"/>
              <a:t>blood</a:t>
            </a:r>
            <a:r>
              <a:rPr spc="235" dirty="0"/>
              <a:t> </a:t>
            </a:r>
            <a:r>
              <a:rPr dirty="0"/>
              <a:t>and</a:t>
            </a:r>
            <a:r>
              <a:rPr spc="240" dirty="0"/>
              <a:t> </a:t>
            </a:r>
            <a:r>
              <a:rPr dirty="0"/>
              <a:t>tissues</a:t>
            </a:r>
            <a:r>
              <a:rPr spc="229" dirty="0"/>
              <a:t> </a:t>
            </a:r>
            <a:r>
              <a:rPr dirty="0"/>
              <a:t>of</a:t>
            </a:r>
            <a:r>
              <a:rPr spc="235" dirty="0"/>
              <a:t> </a:t>
            </a:r>
            <a:r>
              <a:rPr dirty="0"/>
              <a:t>the</a:t>
            </a:r>
            <a:r>
              <a:rPr spc="235" dirty="0"/>
              <a:t> </a:t>
            </a:r>
            <a:r>
              <a:rPr dirty="0"/>
              <a:t>body</a:t>
            </a:r>
            <a:r>
              <a:rPr spc="229" dirty="0"/>
              <a:t> </a:t>
            </a:r>
            <a:r>
              <a:rPr dirty="0"/>
              <a:t>but</a:t>
            </a:r>
            <a:r>
              <a:rPr spc="229" dirty="0"/>
              <a:t> </a:t>
            </a:r>
            <a:r>
              <a:rPr dirty="0"/>
              <a:t>the</a:t>
            </a:r>
            <a:r>
              <a:rPr spc="235" dirty="0"/>
              <a:t> </a:t>
            </a:r>
            <a:r>
              <a:rPr dirty="0"/>
              <a:t>process</a:t>
            </a:r>
            <a:r>
              <a:rPr spc="235" dirty="0"/>
              <a:t> </a:t>
            </a:r>
            <a:r>
              <a:rPr spc="-25" dirty="0"/>
              <a:t>of </a:t>
            </a:r>
            <a:r>
              <a:rPr dirty="0"/>
              <a:t>detoxification</a:t>
            </a:r>
            <a:r>
              <a:rPr spc="-10" dirty="0"/>
              <a:t> </a:t>
            </a:r>
            <a:r>
              <a:rPr dirty="0"/>
              <a:t>is</a:t>
            </a:r>
            <a:r>
              <a:rPr spc="-5" dirty="0"/>
              <a:t> </a:t>
            </a:r>
            <a:r>
              <a:rPr dirty="0"/>
              <a:t>quite</a:t>
            </a:r>
            <a:r>
              <a:rPr spc="-10" dirty="0"/>
              <a:t> </a:t>
            </a:r>
            <a:r>
              <a:rPr dirty="0"/>
              <a:t>slow.</a:t>
            </a:r>
            <a:r>
              <a:rPr spc="-10" dirty="0"/>
              <a:t> </a:t>
            </a:r>
            <a:r>
              <a:rPr dirty="0"/>
              <a:t>The</a:t>
            </a:r>
            <a:r>
              <a:rPr spc="-10" dirty="0"/>
              <a:t> </a:t>
            </a:r>
            <a:r>
              <a:rPr dirty="0"/>
              <a:t>impairing</a:t>
            </a:r>
            <a:r>
              <a:rPr spc="-10" dirty="0"/>
              <a:t> </a:t>
            </a:r>
            <a:r>
              <a:rPr dirty="0"/>
              <a:t>effects</a:t>
            </a:r>
            <a:r>
              <a:rPr spc="-5" dirty="0"/>
              <a:t> </a:t>
            </a:r>
            <a:r>
              <a:rPr dirty="0"/>
              <a:t>of</a:t>
            </a:r>
            <a:r>
              <a:rPr spc="-10" dirty="0"/>
              <a:t> </a:t>
            </a:r>
            <a:r>
              <a:rPr dirty="0"/>
              <a:t>alcohol</a:t>
            </a:r>
            <a:r>
              <a:rPr spc="-5" dirty="0"/>
              <a:t> </a:t>
            </a:r>
            <a:r>
              <a:rPr dirty="0"/>
              <a:t>are</a:t>
            </a:r>
            <a:r>
              <a:rPr spc="-10" dirty="0"/>
              <a:t> </a:t>
            </a:r>
            <a:r>
              <a:rPr dirty="0"/>
              <a:t>apparent</a:t>
            </a:r>
            <a:r>
              <a:rPr spc="-15" dirty="0"/>
              <a:t> </a:t>
            </a:r>
            <a:r>
              <a:rPr dirty="0"/>
              <a:t>quite</a:t>
            </a:r>
            <a:r>
              <a:rPr spc="-10" dirty="0"/>
              <a:t> </a:t>
            </a:r>
            <a:r>
              <a:rPr dirty="0"/>
              <a:t>soon</a:t>
            </a:r>
            <a:r>
              <a:rPr spc="-5" dirty="0"/>
              <a:t> </a:t>
            </a:r>
            <a:r>
              <a:rPr dirty="0"/>
              <a:t>after</a:t>
            </a:r>
            <a:r>
              <a:rPr spc="-10" dirty="0"/>
              <a:t> </a:t>
            </a:r>
            <a:r>
              <a:rPr dirty="0"/>
              <a:t>ingestion</a:t>
            </a:r>
            <a:r>
              <a:rPr spc="-5" dirty="0"/>
              <a:t> </a:t>
            </a:r>
            <a:r>
              <a:rPr dirty="0"/>
              <a:t>but</a:t>
            </a:r>
            <a:r>
              <a:rPr spc="-15" dirty="0"/>
              <a:t> </a:t>
            </a:r>
            <a:r>
              <a:rPr dirty="0"/>
              <a:t>it</a:t>
            </a:r>
            <a:r>
              <a:rPr spc="-15" dirty="0"/>
              <a:t> </a:t>
            </a:r>
            <a:r>
              <a:rPr dirty="0"/>
              <a:t>takes</a:t>
            </a:r>
            <a:r>
              <a:rPr spc="-5" dirty="0"/>
              <a:t> </a:t>
            </a:r>
            <a:r>
              <a:rPr spc="-10" dirty="0"/>
              <a:t>about </a:t>
            </a:r>
            <a:r>
              <a:rPr dirty="0"/>
              <a:t>3</a:t>
            </a:r>
            <a:r>
              <a:rPr spc="55" dirty="0"/>
              <a:t> </a:t>
            </a:r>
            <a:r>
              <a:rPr dirty="0"/>
              <a:t>hours</a:t>
            </a:r>
            <a:r>
              <a:rPr spc="60" dirty="0"/>
              <a:t> </a:t>
            </a:r>
            <a:r>
              <a:rPr dirty="0"/>
              <a:t>for</a:t>
            </a:r>
            <a:r>
              <a:rPr spc="65" dirty="0"/>
              <a:t> </a:t>
            </a:r>
            <a:r>
              <a:rPr dirty="0"/>
              <a:t>the</a:t>
            </a:r>
            <a:r>
              <a:rPr spc="60" dirty="0"/>
              <a:t> </a:t>
            </a:r>
            <a:r>
              <a:rPr dirty="0"/>
              <a:t>effects</a:t>
            </a:r>
            <a:r>
              <a:rPr spc="70" dirty="0"/>
              <a:t> </a:t>
            </a:r>
            <a:r>
              <a:rPr dirty="0"/>
              <a:t>of</a:t>
            </a:r>
            <a:r>
              <a:rPr spc="60" dirty="0"/>
              <a:t> </a:t>
            </a:r>
            <a:r>
              <a:rPr dirty="0"/>
              <a:t>1</a:t>
            </a:r>
            <a:r>
              <a:rPr spc="60" dirty="0"/>
              <a:t> </a:t>
            </a:r>
            <a:r>
              <a:rPr dirty="0"/>
              <a:t>ounce</a:t>
            </a:r>
            <a:r>
              <a:rPr spc="60" dirty="0"/>
              <a:t> </a:t>
            </a:r>
            <a:r>
              <a:rPr dirty="0"/>
              <a:t>of</a:t>
            </a:r>
            <a:r>
              <a:rPr spc="60" dirty="0"/>
              <a:t> </a:t>
            </a:r>
            <a:r>
              <a:rPr dirty="0"/>
              <a:t>alcohol</a:t>
            </a:r>
            <a:r>
              <a:rPr spc="70" dirty="0"/>
              <a:t> </a:t>
            </a:r>
            <a:r>
              <a:rPr dirty="0"/>
              <a:t>to</a:t>
            </a:r>
            <a:r>
              <a:rPr spc="55" dirty="0"/>
              <a:t> </a:t>
            </a:r>
            <a:r>
              <a:rPr dirty="0"/>
              <a:t>wear</a:t>
            </a:r>
            <a:r>
              <a:rPr spc="65" dirty="0"/>
              <a:t> </a:t>
            </a:r>
            <a:r>
              <a:rPr dirty="0"/>
              <a:t>off.</a:t>
            </a:r>
            <a:r>
              <a:rPr spc="60" dirty="0"/>
              <a:t> </a:t>
            </a:r>
            <a:r>
              <a:rPr dirty="0"/>
              <a:t>Nothing,</a:t>
            </a:r>
            <a:r>
              <a:rPr spc="65" dirty="0"/>
              <a:t> </a:t>
            </a:r>
            <a:r>
              <a:rPr dirty="0"/>
              <a:t>inclusive</a:t>
            </a:r>
            <a:r>
              <a:rPr spc="60" dirty="0"/>
              <a:t> </a:t>
            </a:r>
            <a:r>
              <a:rPr dirty="0"/>
              <a:t>of</a:t>
            </a:r>
            <a:r>
              <a:rPr spc="65" dirty="0"/>
              <a:t> </a:t>
            </a:r>
            <a:r>
              <a:rPr dirty="0"/>
              <a:t>sleep,</a:t>
            </a:r>
            <a:r>
              <a:rPr spc="60" dirty="0"/>
              <a:t> </a:t>
            </a:r>
            <a:r>
              <a:rPr dirty="0"/>
              <a:t>coffee</a:t>
            </a:r>
            <a:r>
              <a:rPr spc="60" dirty="0"/>
              <a:t> </a:t>
            </a:r>
            <a:r>
              <a:rPr dirty="0"/>
              <a:t>or</a:t>
            </a:r>
            <a:r>
              <a:rPr spc="65" dirty="0"/>
              <a:t> </a:t>
            </a:r>
            <a:r>
              <a:rPr dirty="0"/>
              <a:t>exercise,</a:t>
            </a:r>
            <a:r>
              <a:rPr spc="65" dirty="0"/>
              <a:t> </a:t>
            </a:r>
            <a:r>
              <a:rPr dirty="0"/>
              <a:t>will</a:t>
            </a:r>
            <a:r>
              <a:rPr spc="65" dirty="0"/>
              <a:t> </a:t>
            </a:r>
            <a:r>
              <a:rPr dirty="0"/>
              <a:t>speed</a:t>
            </a:r>
            <a:r>
              <a:rPr spc="60" dirty="0"/>
              <a:t> </a:t>
            </a:r>
            <a:r>
              <a:rPr spc="-25" dirty="0"/>
              <a:t>up </a:t>
            </a:r>
            <a:r>
              <a:rPr dirty="0"/>
              <a:t>this</a:t>
            </a:r>
            <a:r>
              <a:rPr spc="-30" dirty="0"/>
              <a:t> </a:t>
            </a:r>
            <a:r>
              <a:rPr dirty="0"/>
              <a:t>process</a:t>
            </a:r>
            <a:r>
              <a:rPr spc="-30" dirty="0"/>
              <a:t> </a:t>
            </a:r>
            <a:r>
              <a:rPr dirty="0"/>
              <a:t>or</a:t>
            </a:r>
            <a:r>
              <a:rPr spc="-25" dirty="0"/>
              <a:t> </a:t>
            </a:r>
            <a:r>
              <a:rPr dirty="0"/>
              <a:t>minimise</a:t>
            </a:r>
            <a:r>
              <a:rPr spc="-25" dirty="0"/>
              <a:t> </a:t>
            </a:r>
            <a:r>
              <a:rPr dirty="0"/>
              <a:t>the</a:t>
            </a:r>
            <a:r>
              <a:rPr spc="-30" dirty="0"/>
              <a:t> </a:t>
            </a:r>
            <a:r>
              <a:rPr dirty="0"/>
              <a:t>effects</a:t>
            </a:r>
            <a:r>
              <a:rPr spc="-25" dirty="0"/>
              <a:t> </a:t>
            </a:r>
            <a:r>
              <a:rPr dirty="0"/>
              <a:t>of</a:t>
            </a:r>
            <a:r>
              <a:rPr spc="-25" dirty="0"/>
              <a:t> </a:t>
            </a:r>
            <a:r>
              <a:rPr dirty="0"/>
              <a:t>the</a:t>
            </a:r>
            <a:r>
              <a:rPr spc="-30" dirty="0"/>
              <a:t> </a:t>
            </a:r>
            <a:r>
              <a:rPr spc="-10" dirty="0"/>
              <a:t>alcohol.</a:t>
            </a:r>
          </a:p>
          <a:p>
            <a:pPr marL="12700" marR="5715" algn="just">
              <a:lnSpc>
                <a:spcPct val="99400"/>
              </a:lnSpc>
              <a:spcBef>
                <a:spcPts val="969"/>
              </a:spcBef>
            </a:pPr>
            <a:r>
              <a:rPr dirty="0"/>
              <a:t>It</a:t>
            </a:r>
            <a:r>
              <a:rPr spc="35" dirty="0"/>
              <a:t> </a:t>
            </a:r>
            <a:r>
              <a:rPr dirty="0"/>
              <a:t>has</a:t>
            </a:r>
            <a:r>
              <a:rPr spc="50" dirty="0"/>
              <a:t> </a:t>
            </a:r>
            <a:r>
              <a:rPr dirty="0"/>
              <a:t>been</a:t>
            </a:r>
            <a:r>
              <a:rPr spc="50" dirty="0"/>
              <a:t> </a:t>
            </a:r>
            <a:r>
              <a:rPr dirty="0"/>
              <a:t>recently</a:t>
            </a:r>
            <a:r>
              <a:rPr spc="35" dirty="0"/>
              <a:t> </a:t>
            </a:r>
            <a:r>
              <a:rPr dirty="0"/>
              <a:t>determined</a:t>
            </a:r>
            <a:r>
              <a:rPr spc="50" dirty="0"/>
              <a:t> </a:t>
            </a:r>
            <a:r>
              <a:rPr dirty="0"/>
              <a:t>that</a:t>
            </a:r>
            <a:r>
              <a:rPr spc="40" dirty="0"/>
              <a:t> </a:t>
            </a:r>
            <a:r>
              <a:rPr dirty="0"/>
              <a:t>alcohol</a:t>
            </a:r>
            <a:r>
              <a:rPr spc="50" dirty="0"/>
              <a:t> </a:t>
            </a:r>
            <a:r>
              <a:rPr dirty="0"/>
              <a:t>is</a:t>
            </a:r>
            <a:r>
              <a:rPr spc="50" dirty="0"/>
              <a:t> </a:t>
            </a:r>
            <a:r>
              <a:rPr dirty="0"/>
              <a:t>absorbed</a:t>
            </a:r>
            <a:r>
              <a:rPr spc="45" dirty="0"/>
              <a:t> </a:t>
            </a:r>
            <a:r>
              <a:rPr dirty="0"/>
              <a:t>into</a:t>
            </a:r>
            <a:r>
              <a:rPr spc="45" dirty="0"/>
              <a:t> </a:t>
            </a:r>
            <a:r>
              <a:rPr dirty="0"/>
              <a:t>the</a:t>
            </a:r>
            <a:r>
              <a:rPr spc="50" dirty="0"/>
              <a:t> </a:t>
            </a:r>
            <a:r>
              <a:rPr dirty="0"/>
              <a:t>fluid</a:t>
            </a:r>
            <a:r>
              <a:rPr spc="45" dirty="0"/>
              <a:t> </a:t>
            </a:r>
            <a:r>
              <a:rPr dirty="0"/>
              <a:t>of</a:t>
            </a:r>
            <a:r>
              <a:rPr spc="50" dirty="0"/>
              <a:t> </a:t>
            </a:r>
            <a:r>
              <a:rPr dirty="0"/>
              <a:t>the</a:t>
            </a:r>
            <a:r>
              <a:rPr spc="50" dirty="0"/>
              <a:t> </a:t>
            </a:r>
            <a:r>
              <a:rPr dirty="0"/>
              <a:t>inner</a:t>
            </a:r>
            <a:r>
              <a:rPr spc="45" dirty="0"/>
              <a:t> </a:t>
            </a:r>
            <a:r>
              <a:rPr dirty="0"/>
              <a:t>ear</a:t>
            </a:r>
            <a:r>
              <a:rPr spc="50" dirty="0"/>
              <a:t> </a:t>
            </a:r>
            <a:r>
              <a:rPr dirty="0"/>
              <a:t>and</a:t>
            </a:r>
            <a:r>
              <a:rPr spc="50" dirty="0"/>
              <a:t> </a:t>
            </a:r>
            <a:r>
              <a:rPr dirty="0"/>
              <a:t>will</a:t>
            </a:r>
            <a:r>
              <a:rPr spc="50" dirty="0"/>
              <a:t> </a:t>
            </a:r>
            <a:r>
              <a:rPr dirty="0"/>
              <a:t>stay</a:t>
            </a:r>
            <a:r>
              <a:rPr spc="40" dirty="0"/>
              <a:t> </a:t>
            </a:r>
            <a:r>
              <a:rPr dirty="0"/>
              <a:t>there</a:t>
            </a:r>
            <a:r>
              <a:rPr spc="45" dirty="0"/>
              <a:t> </a:t>
            </a:r>
            <a:r>
              <a:rPr dirty="0"/>
              <a:t>after</a:t>
            </a:r>
            <a:r>
              <a:rPr spc="50" dirty="0"/>
              <a:t> </a:t>
            </a:r>
            <a:r>
              <a:rPr dirty="0"/>
              <a:t>it</a:t>
            </a:r>
            <a:r>
              <a:rPr spc="40" dirty="0"/>
              <a:t> </a:t>
            </a:r>
            <a:r>
              <a:rPr spc="-25" dirty="0"/>
              <a:t>has </a:t>
            </a:r>
            <a:r>
              <a:rPr dirty="0"/>
              <a:t>been</a:t>
            </a:r>
            <a:r>
              <a:rPr spc="60" dirty="0"/>
              <a:t> </a:t>
            </a:r>
            <a:r>
              <a:rPr dirty="0"/>
              <a:t>eliminated</a:t>
            </a:r>
            <a:r>
              <a:rPr spc="65" dirty="0"/>
              <a:t> </a:t>
            </a:r>
            <a:r>
              <a:rPr dirty="0"/>
              <a:t>from</a:t>
            </a:r>
            <a:r>
              <a:rPr spc="50" dirty="0"/>
              <a:t> </a:t>
            </a:r>
            <a:r>
              <a:rPr dirty="0"/>
              <a:t>the</a:t>
            </a:r>
            <a:r>
              <a:rPr spc="65" dirty="0"/>
              <a:t> </a:t>
            </a:r>
            <a:r>
              <a:rPr dirty="0"/>
              <a:t>blood,</a:t>
            </a:r>
            <a:r>
              <a:rPr spc="60" dirty="0"/>
              <a:t> </a:t>
            </a:r>
            <a:r>
              <a:rPr dirty="0"/>
              <a:t>brain</a:t>
            </a:r>
            <a:r>
              <a:rPr spc="65" dirty="0"/>
              <a:t> </a:t>
            </a:r>
            <a:r>
              <a:rPr dirty="0"/>
              <a:t>and</a:t>
            </a:r>
            <a:r>
              <a:rPr spc="60" dirty="0"/>
              <a:t> </a:t>
            </a:r>
            <a:r>
              <a:rPr dirty="0"/>
              <a:t>body</a:t>
            </a:r>
            <a:r>
              <a:rPr spc="55" dirty="0"/>
              <a:t> </a:t>
            </a:r>
            <a:r>
              <a:rPr dirty="0"/>
              <a:t>tissues.</a:t>
            </a:r>
            <a:r>
              <a:rPr spc="55" dirty="0"/>
              <a:t> </a:t>
            </a:r>
            <a:r>
              <a:rPr dirty="0"/>
              <a:t>Since</a:t>
            </a:r>
            <a:r>
              <a:rPr spc="65" dirty="0"/>
              <a:t> </a:t>
            </a:r>
            <a:r>
              <a:rPr dirty="0"/>
              <a:t>the</a:t>
            </a:r>
            <a:r>
              <a:rPr spc="60" dirty="0"/>
              <a:t> </a:t>
            </a:r>
            <a:r>
              <a:rPr dirty="0"/>
              <a:t>inner</a:t>
            </a:r>
            <a:r>
              <a:rPr spc="60" dirty="0"/>
              <a:t> </a:t>
            </a:r>
            <a:r>
              <a:rPr dirty="0"/>
              <a:t>ear</a:t>
            </a:r>
            <a:r>
              <a:rPr spc="60" dirty="0"/>
              <a:t> </a:t>
            </a:r>
            <a:r>
              <a:rPr dirty="0"/>
              <a:t>affects</a:t>
            </a:r>
            <a:r>
              <a:rPr spc="60" dirty="0"/>
              <a:t> </a:t>
            </a:r>
            <a:r>
              <a:rPr dirty="0"/>
              <a:t>balance,</a:t>
            </a:r>
            <a:r>
              <a:rPr spc="65" dirty="0"/>
              <a:t> </a:t>
            </a:r>
            <a:r>
              <a:rPr dirty="0"/>
              <a:t>the</a:t>
            </a:r>
            <a:r>
              <a:rPr spc="60" dirty="0"/>
              <a:t> </a:t>
            </a:r>
            <a:r>
              <a:rPr dirty="0"/>
              <a:t>presence</a:t>
            </a:r>
            <a:r>
              <a:rPr spc="65" dirty="0"/>
              <a:t> </a:t>
            </a:r>
            <a:r>
              <a:rPr dirty="0"/>
              <a:t>of</a:t>
            </a:r>
            <a:r>
              <a:rPr spc="60" dirty="0"/>
              <a:t> </a:t>
            </a:r>
            <a:r>
              <a:rPr spc="-10" dirty="0"/>
              <a:t>alcohol </a:t>
            </a:r>
            <a:r>
              <a:rPr dirty="0"/>
              <a:t>within</a:t>
            </a:r>
            <a:r>
              <a:rPr spc="-35" dirty="0"/>
              <a:t> </a:t>
            </a:r>
            <a:r>
              <a:rPr dirty="0"/>
              <a:t>the</a:t>
            </a:r>
            <a:r>
              <a:rPr spc="-35" dirty="0"/>
              <a:t> </a:t>
            </a:r>
            <a:r>
              <a:rPr dirty="0"/>
              <a:t>vestibular</a:t>
            </a:r>
            <a:r>
              <a:rPr spc="-40" dirty="0"/>
              <a:t> </a:t>
            </a:r>
            <a:r>
              <a:rPr dirty="0"/>
              <a:t>apparatus</a:t>
            </a:r>
            <a:r>
              <a:rPr spc="-35" dirty="0"/>
              <a:t> </a:t>
            </a:r>
            <a:r>
              <a:rPr dirty="0"/>
              <a:t>can</a:t>
            </a:r>
            <a:r>
              <a:rPr spc="-35" dirty="0"/>
              <a:t> </a:t>
            </a:r>
            <a:r>
              <a:rPr dirty="0"/>
              <a:t>lead</a:t>
            </a:r>
            <a:r>
              <a:rPr spc="-35" dirty="0"/>
              <a:t> </a:t>
            </a:r>
            <a:r>
              <a:rPr dirty="0"/>
              <a:t>to</a:t>
            </a:r>
            <a:r>
              <a:rPr spc="-35" dirty="0"/>
              <a:t> </a:t>
            </a:r>
            <a:r>
              <a:rPr dirty="0"/>
              <a:t>spatial</a:t>
            </a:r>
            <a:r>
              <a:rPr spc="-30" dirty="0"/>
              <a:t> </a:t>
            </a:r>
            <a:r>
              <a:rPr dirty="0"/>
              <a:t>disorientation</a:t>
            </a:r>
            <a:r>
              <a:rPr spc="-30" dirty="0"/>
              <a:t> </a:t>
            </a:r>
            <a:r>
              <a:rPr dirty="0"/>
              <a:t>and</a:t>
            </a:r>
            <a:r>
              <a:rPr spc="-30" dirty="0"/>
              <a:t> </a:t>
            </a:r>
            <a:r>
              <a:rPr dirty="0"/>
              <a:t>the</a:t>
            </a:r>
            <a:r>
              <a:rPr spc="-35" dirty="0"/>
              <a:t> </a:t>
            </a:r>
            <a:r>
              <a:rPr dirty="0"/>
              <a:t>potential</a:t>
            </a:r>
            <a:r>
              <a:rPr spc="-35" dirty="0"/>
              <a:t> </a:t>
            </a:r>
            <a:r>
              <a:rPr dirty="0"/>
              <a:t>of</a:t>
            </a:r>
            <a:r>
              <a:rPr spc="-35" dirty="0"/>
              <a:t> </a:t>
            </a:r>
            <a:r>
              <a:rPr spc="-10" dirty="0"/>
              <a:t>vertigo.</a:t>
            </a:r>
          </a:p>
          <a:p>
            <a:pPr marL="12700" marR="5715" algn="just">
              <a:lnSpc>
                <a:spcPts val="1900"/>
              </a:lnSpc>
              <a:spcBef>
                <a:spcPts val="1065"/>
              </a:spcBef>
            </a:pPr>
            <a:r>
              <a:rPr dirty="0"/>
              <a:t>The</a:t>
            </a:r>
            <a:r>
              <a:rPr spc="35" dirty="0"/>
              <a:t> </a:t>
            </a:r>
            <a:r>
              <a:rPr dirty="0"/>
              <a:t>presence</a:t>
            </a:r>
            <a:r>
              <a:rPr spc="40" dirty="0"/>
              <a:t> </a:t>
            </a:r>
            <a:r>
              <a:rPr dirty="0"/>
              <a:t>of</a:t>
            </a:r>
            <a:r>
              <a:rPr spc="35" dirty="0"/>
              <a:t> </a:t>
            </a:r>
            <a:r>
              <a:rPr dirty="0"/>
              <a:t>alcohol</a:t>
            </a:r>
            <a:r>
              <a:rPr spc="45" dirty="0"/>
              <a:t> </a:t>
            </a:r>
            <a:r>
              <a:rPr dirty="0"/>
              <a:t>in</a:t>
            </a:r>
            <a:r>
              <a:rPr spc="40" dirty="0"/>
              <a:t> </a:t>
            </a:r>
            <a:r>
              <a:rPr dirty="0"/>
              <a:t>the</a:t>
            </a:r>
            <a:r>
              <a:rPr spc="40" dirty="0"/>
              <a:t> </a:t>
            </a:r>
            <a:r>
              <a:rPr dirty="0"/>
              <a:t>blood</a:t>
            </a:r>
            <a:r>
              <a:rPr spc="45" dirty="0"/>
              <a:t> </a:t>
            </a:r>
            <a:r>
              <a:rPr dirty="0"/>
              <a:t>interferes</a:t>
            </a:r>
            <a:r>
              <a:rPr spc="40" dirty="0"/>
              <a:t> </a:t>
            </a:r>
            <a:r>
              <a:rPr dirty="0"/>
              <a:t>with</a:t>
            </a:r>
            <a:r>
              <a:rPr spc="35" dirty="0"/>
              <a:t> </a:t>
            </a:r>
            <a:r>
              <a:rPr dirty="0"/>
              <a:t>the</a:t>
            </a:r>
            <a:r>
              <a:rPr spc="40" dirty="0"/>
              <a:t> </a:t>
            </a:r>
            <a:r>
              <a:rPr dirty="0"/>
              <a:t>normal</a:t>
            </a:r>
            <a:r>
              <a:rPr spc="35" dirty="0"/>
              <a:t> </a:t>
            </a:r>
            <a:r>
              <a:rPr dirty="0"/>
              <a:t>absorption</a:t>
            </a:r>
            <a:r>
              <a:rPr spc="45" dirty="0"/>
              <a:t> </a:t>
            </a:r>
            <a:r>
              <a:rPr dirty="0"/>
              <a:t>of</a:t>
            </a:r>
            <a:r>
              <a:rPr spc="35" dirty="0"/>
              <a:t> </a:t>
            </a:r>
            <a:r>
              <a:rPr dirty="0"/>
              <a:t>oxygen</a:t>
            </a:r>
            <a:r>
              <a:rPr spc="45" dirty="0"/>
              <a:t> </a:t>
            </a:r>
            <a:r>
              <a:rPr dirty="0"/>
              <a:t>by</a:t>
            </a:r>
            <a:r>
              <a:rPr spc="35" dirty="0"/>
              <a:t> </a:t>
            </a:r>
            <a:r>
              <a:rPr dirty="0"/>
              <a:t>the</a:t>
            </a:r>
            <a:r>
              <a:rPr spc="35" dirty="0"/>
              <a:t> </a:t>
            </a:r>
            <a:r>
              <a:rPr dirty="0"/>
              <a:t>tissues</a:t>
            </a:r>
            <a:r>
              <a:rPr spc="40" dirty="0"/>
              <a:t> </a:t>
            </a:r>
            <a:r>
              <a:rPr dirty="0"/>
              <a:t>and</a:t>
            </a:r>
            <a:r>
              <a:rPr spc="40" dirty="0"/>
              <a:t> </a:t>
            </a:r>
            <a:r>
              <a:rPr u="sng" dirty="0">
                <a:uFill>
                  <a:solidFill>
                    <a:srgbClr val="000000"/>
                  </a:solidFill>
                </a:uFill>
              </a:rPr>
              <a:t>can</a:t>
            </a:r>
            <a:r>
              <a:rPr u="sng" spc="40" dirty="0">
                <a:uFill>
                  <a:solidFill>
                    <a:srgbClr val="000000"/>
                  </a:solidFill>
                </a:uFill>
              </a:rPr>
              <a:t> </a:t>
            </a:r>
            <a:r>
              <a:rPr u="sng" dirty="0">
                <a:uFill>
                  <a:solidFill>
                    <a:srgbClr val="000000"/>
                  </a:solidFill>
                </a:uFill>
              </a:rPr>
              <a:t>result</a:t>
            </a:r>
            <a:r>
              <a:rPr u="sng" spc="30" dirty="0">
                <a:uFill>
                  <a:solidFill>
                    <a:srgbClr val="000000"/>
                  </a:solidFill>
                </a:uFill>
              </a:rPr>
              <a:t> </a:t>
            </a:r>
            <a:r>
              <a:rPr u="sng" spc="-25" dirty="0">
                <a:uFill>
                  <a:solidFill>
                    <a:srgbClr val="000000"/>
                  </a:solidFill>
                </a:uFill>
              </a:rPr>
              <a:t>in</a:t>
            </a:r>
            <a:r>
              <a:rPr spc="-25" dirty="0"/>
              <a:t> </a:t>
            </a:r>
            <a:r>
              <a:rPr u="sng" spc="-10" dirty="0">
                <a:uFill>
                  <a:solidFill>
                    <a:srgbClr val="000000"/>
                  </a:solidFill>
                </a:uFill>
              </a:rPr>
              <a:t>hypoxia</a:t>
            </a:r>
            <a:r>
              <a:rPr spc="-10" dirty="0"/>
              <a:t>.</a:t>
            </a:r>
          </a:p>
          <a:p>
            <a:pPr marL="12700" marR="5080" algn="just">
              <a:lnSpc>
                <a:spcPct val="101299"/>
              </a:lnSpc>
              <a:spcBef>
                <a:spcPts val="894"/>
              </a:spcBef>
            </a:pPr>
            <a:r>
              <a:rPr b="1" u="sng" dirty="0">
                <a:uFill>
                  <a:solidFill>
                    <a:srgbClr val="000000"/>
                  </a:solidFill>
                </a:uFill>
                <a:latin typeface="Corbel"/>
                <a:cs typeface="Corbel"/>
              </a:rPr>
              <a:t>Hypoxia</a:t>
            </a:r>
            <a:r>
              <a:rPr b="1" u="sng" spc="-30" dirty="0">
                <a:uFill>
                  <a:solidFill>
                    <a:srgbClr val="000000"/>
                  </a:solidFill>
                </a:uFill>
                <a:latin typeface="Corbel"/>
                <a:cs typeface="Corbel"/>
              </a:rPr>
              <a:t> </a:t>
            </a:r>
            <a:r>
              <a:rPr u="sng" dirty="0">
                <a:uFill>
                  <a:solidFill>
                    <a:srgbClr val="000000"/>
                  </a:solidFill>
                </a:uFill>
              </a:rPr>
              <a:t>is</a:t>
            </a:r>
            <a:r>
              <a:rPr u="sng" spc="-15" dirty="0">
                <a:uFill>
                  <a:solidFill>
                    <a:srgbClr val="000000"/>
                  </a:solidFill>
                </a:uFill>
              </a:rPr>
              <a:t> </a:t>
            </a:r>
            <a:r>
              <a:rPr u="sng" dirty="0">
                <a:uFill>
                  <a:solidFill>
                    <a:srgbClr val="000000"/>
                  </a:solidFill>
                </a:uFill>
              </a:rPr>
              <a:t>defined</a:t>
            </a:r>
            <a:r>
              <a:rPr u="sng" spc="-15" dirty="0">
                <a:uFill>
                  <a:solidFill>
                    <a:srgbClr val="000000"/>
                  </a:solidFill>
                </a:uFill>
              </a:rPr>
              <a:t> </a:t>
            </a:r>
            <a:r>
              <a:rPr u="sng" dirty="0">
                <a:uFill>
                  <a:solidFill>
                    <a:srgbClr val="000000"/>
                  </a:solidFill>
                </a:uFill>
              </a:rPr>
              <a:t>as</a:t>
            </a:r>
            <a:r>
              <a:rPr u="sng" spc="-20" dirty="0">
                <a:uFill>
                  <a:solidFill>
                    <a:srgbClr val="000000"/>
                  </a:solidFill>
                </a:uFill>
              </a:rPr>
              <a:t> </a:t>
            </a:r>
            <a:r>
              <a:rPr u="sng" dirty="0">
                <a:uFill>
                  <a:solidFill>
                    <a:srgbClr val="000000"/>
                  </a:solidFill>
                </a:uFill>
              </a:rPr>
              <a:t>a</a:t>
            </a:r>
            <a:r>
              <a:rPr u="sng" spc="-15" dirty="0">
                <a:uFill>
                  <a:solidFill>
                    <a:srgbClr val="000000"/>
                  </a:solidFill>
                </a:uFill>
              </a:rPr>
              <a:t> </a:t>
            </a:r>
            <a:r>
              <a:rPr u="sng" dirty="0">
                <a:uFill>
                  <a:solidFill>
                    <a:srgbClr val="000000"/>
                  </a:solidFill>
                </a:uFill>
              </a:rPr>
              <a:t>lack</a:t>
            </a:r>
            <a:r>
              <a:rPr u="sng" spc="-25" dirty="0">
                <a:uFill>
                  <a:solidFill>
                    <a:srgbClr val="000000"/>
                  </a:solidFill>
                </a:uFill>
              </a:rPr>
              <a:t> </a:t>
            </a:r>
            <a:r>
              <a:rPr u="sng" dirty="0">
                <a:uFill>
                  <a:solidFill>
                    <a:srgbClr val="000000"/>
                  </a:solidFill>
                </a:uFill>
              </a:rPr>
              <a:t>of</a:t>
            </a:r>
            <a:r>
              <a:rPr u="sng" spc="-15" dirty="0">
                <a:uFill>
                  <a:solidFill>
                    <a:srgbClr val="000000"/>
                  </a:solidFill>
                </a:uFill>
              </a:rPr>
              <a:t> </a:t>
            </a:r>
            <a:r>
              <a:rPr u="sng" dirty="0">
                <a:uFill>
                  <a:solidFill>
                    <a:srgbClr val="000000"/>
                  </a:solidFill>
                </a:uFill>
              </a:rPr>
              <a:t>oxygen</a:t>
            </a:r>
            <a:r>
              <a:rPr u="sng" spc="-15" dirty="0">
                <a:uFill>
                  <a:solidFill>
                    <a:srgbClr val="000000"/>
                  </a:solidFill>
                </a:uFill>
              </a:rPr>
              <a:t> </a:t>
            </a:r>
            <a:r>
              <a:rPr u="sng" dirty="0">
                <a:uFill>
                  <a:solidFill>
                    <a:srgbClr val="000000"/>
                  </a:solidFill>
                </a:uFill>
              </a:rPr>
              <a:t>in</a:t>
            </a:r>
            <a:r>
              <a:rPr u="sng" spc="-10" dirty="0">
                <a:uFill>
                  <a:solidFill>
                    <a:srgbClr val="000000"/>
                  </a:solidFill>
                </a:uFill>
              </a:rPr>
              <a:t> </a:t>
            </a:r>
            <a:r>
              <a:rPr u="sng" dirty="0">
                <a:uFill>
                  <a:solidFill>
                    <a:srgbClr val="000000"/>
                  </a:solidFill>
                </a:uFill>
              </a:rPr>
              <a:t>the</a:t>
            </a:r>
            <a:r>
              <a:rPr u="sng" spc="-15" dirty="0">
                <a:uFill>
                  <a:solidFill>
                    <a:srgbClr val="000000"/>
                  </a:solidFill>
                </a:uFill>
              </a:rPr>
              <a:t> </a:t>
            </a:r>
            <a:r>
              <a:rPr u="sng" dirty="0">
                <a:uFill>
                  <a:solidFill>
                    <a:srgbClr val="000000"/>
                  </a:solidFill>
                </a:uFill>
              </a:rPr>
              <a:t>body</a:t>
            </a:r>
            <a:r>
              <a:rPr u="sng" spc="-20" dirty="0">
                <a:uFill>
                  <a:solidFill>
                    <a:srgbClr val="000000"/>
                  </a:solidFill>
                </a:uFill>
              </a:rPr>
              <a:t> </a:t>
            </a:r>
            <a:r>
              <a:rPr u="sng" dirty="0">
                <a:uFill>
                  <a:solidFill>
                    <a:srgbClr val="000000"/>
                  </a:solidFill>
                </a:uFill>
              </a:rPr>
              <a:t>tissues</a:t>
            </a:r>
            <a:r>
              <a:rPr dirty="0"/>
              <a:t>.</a:t>
            </a:r>
            <a:r>
              <a:rPr spc="-20" dirty="0"/>
              <a:t> </a:t>
            </a:r>
            <a:r>
              <a:rPr dirty="0"/>
              <a:t>This</a:t>
            </a:r>
            <a:r>
              <a:rPr spc="-20" dirty="0"/>
              <a:t> </a:t>
            </a:r>
            <a:r>
              <a:rPr dirty="0"/>
              <a:t>can</a:t>
            </a:r>
            <a:r>
              <a:rPr spc="-10" dirty="0"/>
              <a:t> </a:t>
            </a:r>
            <a:r>
              <a:rPr dirty="0"/>
              <a:t>be</a:t>
            </a:r>
            <a:r>
              <a:rPr spc="-20" dirty="0"/>
              <a:t> </a:t>
            </a:r>
            <a:r>
              <a:rPr dirty="0"/>
              <a:t>caused</a:t>
            </a:r>
            <a:r>
              <a:rPr spc="-15" dirty="0"/>
              <a:t> </a:t>
            </a:r>
            <a:r>
              <a:rPr dirty="0"/>
              <a:t>either</a:t>
            </a:r>
            <a:r>
              <a:rPr spc="-15" dirty="0"/>
              <a:t> </a:t>
            </a:r>
            <a:r>
              <a:rPr dirty="0"/>
              <a:t>by</a:t>
            </a:r>
            <a:r>
              <a:rPr spc="-20" dirty="0"/>
              <a:t> </a:t>
            </a:r>
            <a:r>
              <a:rPr dirty="0"/>
              <a:t>a</a:t>
            </a:r>
            <a:r>
              <a:rPr spc="-15" dirty="0"/>
              <a:t> </a:t>
            </a:r>
            <a:r>
              <a:rPr dirty="0"/>
              <a:t>shortage</a:t>
            </a:r>
            <a:r>
              <a:rPr spc="-15" dirty="0"/>
              <a:t> </a:t>
            </a:r>
            <a:r>
              <a:rPr dirty="0"/>
              <a:t>of</a:t>
            </a:r>
            <a:r>
              <a:rPr spc="-20" dirty="0"/>
              <a:t> </a:t>
            </a:r>
            <a:r>
              <a:rPr dirty="0"/>
              <a:t>oxygen</a:t>
            </a:r>
            <a:r>
              <a:rPr spc="-15" dirty="0"/>
              <a:t> </a:t>
            </a:r>
            <a:r>
              <a:rPr dirty="0"/>
              <a:t>in</a:t>
            </a:r>
            <a:r>
              <a:rPr spc="-10" dirty="0"/>
              <a:t> </a:t>
            </a:r>
            <a:r>
              <a:rPr dirty="0"/>
              <a:t>the</a:t>
            </a:r>
            <a:r>
              <a:rPr spc="-15" dirty="0"/>
              <a:t> </a:t>
            </a:r>
            <a:r>
              <a:rPr spc="-25" dirty="0"/>
              <a:t>air </a:t>
            </a:r>
            <a:r>
              <a:rPr dirty="0"/>
              <a:t>being</a:t>
            </a:r>
            <a:r>
              <a:rPr spc="229" dirty="0"/>
              <a:t> </a:t>
            </a:r>
            <a:r>
              <a:rPr dirty="0"/>
              <a:t>breathed</a:t>
            </a:r>
            <a:r>
              <a:rPr spc="240" dirty="0"/>
              <a:t> </a:t>
            </a:r>
            <a:r>
              <a:rPr dirty="0"/>
              <a:t>or</a:t>
            </a:r>
            <a:r>
              <a:rPr spc="235" dirty="0"/>
              <a:t> </a:t>
            </a:r>
            <a:r>
              <a:rPr dirty="0"/>
              <a:t>by</a:t>
            </a:r>
            <a:r>
              <a:rPr spc="229" dirty="0"/>
              <a:t> </a:t>
            </a:r>
            <a:r>
              <a:rPr dirty="0"/>
              <a:t>a</a:t>
            </a:r>
            <a:r>
              <a:rPr spc="240" dirty="0"/>
              <a:t> </a:t>
            </a:r>
            <a:r>
              <a:rPr dirty="0"/>
              <a:t>number</a:t>
            </a:r>
            <a:r>
              <a:rPr spc="235" dirty="0"/>
              <a:t> </a:t>
            </a:r>
            <a:r>
              <a:rPr dirty="0"/>
              <a:t>of</a:t>
            </a:r>
            <a:r>
              <a:rPr spc="235" dirty="0"/>
              <a:t> </a:t>
            </a:r>
            <a:r>
              <a:rPr dirty="0"/>
              <a:t>physiological/pathological</a:t>
            </a:r>
            <a:r>
              <a:rPr spc="245" dirty="0"/>
              <a:t> </a:t>
            </a:r>
            <a:r>
              <a:rPr dirty="0"/>
              <a:t>issues</a:t>
            </a:r>
            <a:r>
              <a:rPr spc="235" dirty="0"/>
              <a:t> </a:t>
            </a:r>
            <a:r>
              <a:rPr dirty="0"/>
              <a:t>affecting</a:t>
            </a:r>
            <a:r>
              <a:rPr spc="240" dirty="0"/>
              <a:t> </a:t>
            </a:r>
            <a:r>
              <a:rPr dirty="0"/>
              <a:t>blood</a:t>
            </a:r>
            <a:r>
              <a:rPr spc="235" dirty="0"/>
              <a:t> </a:t>
            </a:r>
            <a:r>
              <a:rPr dirty="0"/>
              <a:t>circulation</a:t>
            </a:r>
            <a:r>
              <a:rPr spc="240" dirty="0"/>
              <a:t> </a:t>
            </a:r>
            <a:r>
              <a:rPr dirty="0"/>
              <a:t>or</a:t>
            </a:r>
            <a:r>
              <a:rPr spc="235" dirty="0"/>
              <a:t> </a:t>
            </a:r>
            <a:r>
              <a:rPr dirty="0"/>
              <a:t>the</a:t>
            </a:r>
            <a:r>
              <a:rPr spc="240" dirty="0"/>
              <a:t> </a:t>
            </a:r>
            <a:r>
              <a:rPr dirty="0"/>
              <a:t>quantity</a:t>
            </a:r>
            <a:r>
              <a:rPr spc="229" dirty="0"/>
              <a:t> </a:t>
            </a:r>
            <a:r>
              <a:rPr spc="-25" dirty="0"/>
              <a:t>of </a:t>
            </a:r>
            <a:r>
              <a:rPr dirty="0"/>
              <a:t>oxygen</a:t>
            </a:r>
            <a:r>
              <a:rPr spc="-30" dirty="0"/>
              <a:t> </a:t>
            </a:r>
            <a:r>
              <a:rPr dirty="0"/>
              <a:t>carried</a:t>
            </a:r>
            <a:r>
              <a:rPr spc="-35" dirty="0"/>
              <a:t> </a:t>
            </a:r>
            <a:r>
              <a:rPr dirty="0"/>
              <a:t>by</a:t>
            </a:r>
            <a:r>
              <a:rPr spc="-35" dirty="0"/>
              <a:t> </a:t>
            </a:r>
            <a:r>
              <a:rPr dirty="0"/>
              <a:t>haemoglobin</a:t>
            </a:r>
            <a:r>
              <a:rPr spc="-30" dirty="0"/>
              <a:t> </a:t>
            </a:r>
            <a:r>
              <a:rPr dirty="0"/>
              <a:t>in</a:t>
            </a:r>
            <a:r>
              <a:rPr spc="-30" dirty="0"/>
              <a:t> </a:t>
            </a:r>
            <a:r>
              <a:rPr dirty="0"/>
              <a:t>the</a:t>
            </a:r>
            <a:r>
              <a:rPr spc="-35" dirty="0"/>
              <a:t> </a:t>
            </a:r>
            <a:r>
              <a:rPr spc="-10" dirty="0"/>
              <a:t>blood.</a:t>
            </a:r>
          </a:p>
          <a:p>
            <a:pPr marL="12700" marR="6985" algn="just">
              <a:lnSpc>
                <a:spcPts val="1900"/>
              </a:lnSpc>
              <a:spcBef>
                <a:spcPts val="1065"/>
              </a:spcBef>
            </a:pPr>
            <a:r>
              <a:rPr u="sng" dirty="0">
                <a:uFill>
                  <a:solidFill>
                    <a:srgbClr val="000000"/>
                  </a:solidFill>
                </a:uFill>
              </a:rPr>
              <a:t>The</a:t>
            </a:r>
            <a:r>
              <a:rPr u="sng" spc="335" dirty="0">
                <a:uFill>
                  <a:solidFill>
                    <a:srgbClr val="000000"/>
                  </a:solidFill>
                </a:uFill>
              </a:rPr>
              <a:t> </a:t>
            </a:r>
            <a:r>
              <a:rPr u="sng" dirty="0">
                <a:uFill>
                  <a:solidFill>
                    <a:srgbClr val="000000"/>
                  </a:solidFill>
                </a:uFill>
              </a:rPr>
              <a:t>effects</a:t>
            </a:r>
            <a:r>
              <a:rPr u="sng" spc="340" dirty="0">
                <a:uFill>
                  <a:solidFill>
                    <a:srgbClr val="000000"/>
                  </a:solidFill>
                </a:uFill>
              </a:rPr>
              <a:t> </a:t>
            </a:r>
            <a:r>
              <a:rPr u="sng" dirty="0">
                <a:uFill>
                  <a:solidFill>
                    <a:srgbClr val="000000"/>
                  </a:solidFill>
                </a:uFill>
              </a:rPr>
              <a:t>of</a:t>
            </a:r>
            <a:r>
              <a:rPr u="sng" spc="335" dirty="0">
                <a:uFill>
                  <a:solidFill>
                    <a:srgbClr val="000000"/>
                  </a:solidFill>
                </a:uFill>
              </a:rPr>
              <a:t> </a:t>
            </a:r>
            <a:r>
              <a:rPr u="sng" dirty="0">
                <a:uFill>
                  <a:solidFill>
                    <a:srgbClr val="000000"/>
                  </a:solidFill>
                </a:uFill>
              </a:rPr>
              <a:t>hypoxia</a:t>
            </a:r>
            <a:r>
              <a:rPr u="sng" spc="340" dirty="0">
                <a:uFill>
                  <a:solidFill>
                    <a:srgbClr val="000000"/>
                  </a:solidFill>
                </a:uFill>
              </a:rPr>
              <a:t> </a:t>
            </a:r>
            <a:r>
              <a:rPr u="sng" dirty="0">
                <a:uFill>
                  <a:solidFill>
                    <a:srgbClr val="000000"/>
                  </a:solidFill>
                </a:uFill>
              </a:rPr>
              <a:t>include</a:t>
            </a:r>
            <a:r>
              <a:rPr u="sng" spc="330" dirty="0">
                <a:uFill>
                  <a:solidFill>
                    <a:srgbClr val="000000"/>
                  </a:solidFill>
                </a:uFill>
              </a:rPr>
              <a:t> </a:t>
            </a:r>
            <a:r>
              <a:rPr u="sng" dirty="0">
                <a:uFill>
                  <a:solidFill>
                    <a:srgbClr val="000000"/>
                  </a:solidFill>
                </a:uFill>
              </a:rPr>
              <a:t>fatigue,</a:t>
            </a:r>
            <a:r>
              <a:rPr u="sng" spc="340" dirty="0">
                <a:uFill>
                  <a:solidFill>
                    <a:srgbClr val="000000"/>
                  </a:solidFill>
                </a:uFill>
              </a:rPr>
              <a:t> </a:t>
            </a:r>
            <a:r>
              <a:rPr u="sng" dirty="0">
                <a:uFill>
                  <a:solidFill>
                    <a:srgbClr val="000000"/>
                  </a:solidFill>
                </a:uFill>
              </a:rPr>
              <a:t>confusion,</a:t>
            </a:r>
            <a:r>
              <a:rPr u="sng" spc="330" dirty="0">
                <a:uFill>
                  <a:solidFill>
                    <a:srgbClr val="000000"/>
                  </a:solidFill>
                </a:uFill>
              </a:rPr>
              <a:t> </a:t>
            </a:r>
            <a:r>
              <a:rPr u="sng" dirty="0">
                <a:uFill>
                  <a:solidFill>
                    <a:srgbClr val="000000"/>
                  </a:solidFill>
                </a:uFill>
              </a:rPr>
              <a:t>euphoria,</a:t>
            </a:r>
            <a:r>
              <a:rPr u="sng" spc="335" dirty="0">
                <a:uFill>
                  <a:solidFill>
                    <a:srgbClr val="000000"/>
                  </a:solidFill>
                </a:uFill>
              </a:rPr>
              <a:t> </a:t>
            </a:r>
            <a:r>
              <a:rPr u="sng" dirty="0">
                <a:uFill>
                  <a:solidFill>
                    <a:srgbClr val="000000"/>
                  </a:solidFill>
                </a:uFill>
              </a:rPr>
              <a:t>inability</a:t>
            </a:r>
            <a:r>
              <a:rPr u="sng" spc="325" dirty="0">
                <a:uFill>
                  <a:solidFill>
                    <a:srgbClr val="000000"/>
                  </a:solidFill>
                </a:uFill>
              </a:rPr>
              <a:t> </a:t>
            </a:r>
            <a:r>
              <a:rPr u="sng" dirty="0">
                <a:uFill>
                  <a:solidFill>
                    <a:srgbClr val="000000"/>
                  </a:solidFill>
                </a:uFill>
              </a:rPr>
              <a:t>to</a:t>
            </a:r>
            <a:r>
              <a:rPr u="sng" spc="330" dirty="0">
                <a:uFill>
                  <a:solidFill>
                    <a:srgbClr val="000000"/>
                  </a:solidFill>
                </a:uFill>
              </a:rPr>
              <a:t> </a:t>
            </a:r>
            <a:r>
              <a:rPr u="sng" dirty="0">
                <a:uFill>
                  <a:solidFill>
                    <a:srgbClr val="000000"/>
                  </a:solidFill>
                </a:uFill>
              </a:rPr>
              <a:t>concentrate,</a:t>
            </a:r>
            <a:r>
              <a:rPr u="sng" spc="335" dirty="0">
                <a:uFill>
                  <a:solidFill>
                    <a:srgbClr val="000000"/>
                  </a:solidFill>
                </a:uFill>
              </a:rPr>
              <a:t> </a:t>
            </a:r>
            <a:r>
              <a:rPr u="sng" dirty="0">
                <a:uFill>
                  <a:solidFill>
                    <a:srgbClr val="000000"/>
                  </a:solidFill>
                </a:uFill>
              </a:rPr>
              <a:t>impaired</a:t>
            </a:r>
            <a:r>
              <a:rPr u="sng" spc="335" dirty="0">
                <a:uFill>
                  <a:solidFill>
                    <a:srgbClr val="000000"/>
                  </a:solidFill>
                </a:uFill>
              </a:rPr>
              <a:t> </a:t>
            </a:r>
            <a:r>
              <a:rPr u="sng" spc="-10" dirty="0">
                <a:uFill>
                  <a:solidFill>
                    <a:srgbClr val="000000"/>
                  </a:solidFill>
                </a:uFill>
              </a:rPr>
              <a:t>decision-making,</a:t>
            </a:r>
            <a:r>
              <a:rPr spc="-10" dirty="0"/>
              <a:t> </a:t>
            </a:r>
            <a:r>
              <a:rPr u="sng" dirty="0">
                <a:uFill>
                  <a:solidFill>
                    <a:srgbClr val="000000"/>
                  </a:solidFill>
                </a:uFill>
              </a:rPr>
              <a:t>impaired</a:t>
            </a:r>
            <a:r>
              <a:rPr u="sng" spc="-45" dirty="0">
                <a:uFill>
                  <a:solidFill>
                    <a:srgbClr val="000000"/>
                  </a:solidFill>
                </a:uFill>
              </a:rPr>
              <a:t> </a:t>
            </a:r>
            <a:r>
              <a:rPr u="sng" dirty="0">
                <a:uFill>
                  <a:solidFill>
                    <a:srgbClr val="000000"/>
                  </a:solidFill>
                </a:uFill>
              </a:rPr>
              <a:t>psychomotor</a:t>
            </a:r>
            <a:r>
              <a:rPr u="sng" spc="-40" dirty="0">
                <a:uFill>
                  <a:solidFill>
                    <a:srgbClr val="000000"/>
                  </a:solidFill>
                </a:uFill>
              </a:rPr>
              <a:t> </a:t>
            </a:r>
            <a:r>
              <a:rPr u="sng" dirty="0">
                <a:uFill>
                  <a:solidFill>
                    <a:srgbClr val="000000"/>
                  </a:solidFill>
                </a:uFill>
              </a:rPr>
              <a:t>performance,</a:t>
            </a:r>
            <a:r>
              <a:rPr u="sng" spc="-40" dirty="0">
                <a:uFill>
                  <a:solidFill>
                    <a:srgbClr val="000000"/>
                  </a:solidFill>
                </a:uFill>
              </a:rPr>
              <a:t> </a:t>
            </a:r>
            <a:r>
              <a:rPr u="sng" dirty="0">
                <a:uFill>
                  <a:solidFill>
                    <a:srgbClr val="000000"/>
                  </a:solidFill>
                </a:uFill>
              </a:rPr>
              <a:t>loss</a:t>
            </a:r>
            <a:r>
              <a:rPr u="sng" spc="-45" dirty="0">
                <a:uFill>
                  <a:solidFill>
                    <a:srgbClr val="000000"/>
                  </a:solidFill>
                </a:uFill>
              </a:rPr>
              <a:t> </a:t>
            </a:r>
            <a:r>
              <a:rPr u="sng" dirty="0">
                <a:uFill>
                  <a:solidFill>
                    <a:srgbClr val="000000"/>
                  </a:solidFill>
                </a:uFill>
              </a:rPr>
              <a:t>of</a:t>
            </a:r>
            <a:r>
              <a:rPr u="sng" spc="-40" dirty="0">
                <a:uFill>
                  <a:solidFill>
                    <a:srgbClr val="000000"/>
                  </a:solidFill>
                </a:uFill>
              </a:rPr>
              <a:t> </a:t>
            </a:r>
            <a:r>
              <a:rPr u="sng" dirty="0">
                <a:uFill>
                  <a:solidFill>
                    <a:srgbClr val="000000"/>
                  </a:solidFill>
                </a:uFill>
              </a:rPr>
              <a:t>consciousness</a:t>
            </a:r>
            <a:r>
              <a:rPr u="sng" spc="-45" dirty="0">
                <a:uFill>
                  <a:solidFill>
                    <a:srgbClr val="000000"/>
                  </a:solidFill>
                </a:uFill>
              </a:rPr>
              <a:t> </a:t>
            </a:r>
            <a:r>
              <a:rPr u="sng" dirty="0">
                <a:uFill>
                  <a:solidFill>
                    <a:srgbClr val="000000"/>
                  </a:solidFill>
                </a:uFill>
              </a:rPr>
              <a:t>and,</a:t>
            </a:r>
            <a:r>
              <a:rPr u="sng" spc="-40" dirty="0">
                <a:uFill>
                  <a:solidFill>
                    <a:srgbClr val="000000"/>
                  </a:solidFill>
                </a:uFill>
              </a:rPr>
              <a:t> </a:t>
            </a:r>
            <a:r>
              <a:rPr u="sng" spc="-10" dirty="0">
                <a:uFill>
                  <a:solidFill>
                    <a:srgbClr val="000000"/>
                  </a:solidFill>
                </a:uFill>
              </a:rPr>
              <a:t>eventually,</a:t>
            </a:r>
            <a:r>
              <a:rPr u="sng" spc="-45" dirty="0">
                <a:uFill>
                  <a:solidFill>
                    <a:srgbClr val="000000"/>
                  </a:solidFill>
                </a:uFill>
              </a:rPr>
              <a:t> </a:t>
            </a:r>
            <a:r>
              <a:rPr u="sng" spc="-10" dirty="0">
                <a:uFill>
                  <a:solidFill>
                    <a:srgbClr val="000000"/>
                  </a:solidFill>
                </a:uFill>
              </a:rPr>
              <a:t>death</a:t>
            </a:r>
            <a:r>
              <a:rPr spc="-10" dirty="0"/>
              <a: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3" cstate="print"/>
          <a:stretch>
            <a:fillRect/>
          </a:stretch>
        </p:blipFill>
        <p:spPr>
          <a:xfrm>
            <a:off x="1417319" y="566927"/>
            <a:ext cx="6181344" cy="573024"/>
          </a:xfrm>
          <a:prstGeom prst="rect">
            <a:avLst/>
          </a:prstGeom>
        </p:spPr>
      </p:pic>
      <p:sp>
        <p:nvSpPr>
          <p:cNvPr id="4" name="object 4"/>
          <p:cNvSpPr txBox="1">
            <a:spLocks noGrp="1"/>
          </p:cNvSpPr>
          <p:nvPr>
            <p:ph type="title"/>
          </p:nvPr>
        </p:nvSpPr>
        <p:spPr>
          <a:prstGeom prst="rect">
            <a:avLst/>
          </a:prstGeom>
        </p:spPr>
        <p:txBody>
          <a:bodyPr vert="horz" wrap="square" lIns="0" tIns="329691" rIns="0" bIns="0" rtlCol="0">
            <a:spAutoFit/>
          </a:bodyPr>
          <a:lstStyle/>
          <a:p>
            <a:pPr marL="640715">
              <a:lnSpc>
                <a:spcPct val="100000"/>
              </a:lnSpc>
              <a:spcBef>
                <a:spcPts val="100"/>
              </a:spcBef>
            </a:pPr>
            <a:r>
              <a:rPr dirty="0"/>
              <a:t>050</a:t>
            </a:r>
            <a:r>
              <a:rPr spc="-45" dirty="0"/>
              <a:t> </a:t>
            </a:r>
            <a:r>
              <a:rPr dirty="0"/>
              <a:t>03</a:t>
            </a:r>
            <a:r>
              <a:rPr spc="-30" dirty="0"/>
              <a:t> </a:t>
            </a:r>
            <a:r>
              <a:rPr dirty="0"/>
              <a:t>03:</a:t>
            </a:r>
            <a:r>
              <a:rPr spc="-45" dirty="0"/>
              <a:t> </a:t>
            </a:r>
            <a:r>
              <a:rPr dirty="0"/>
              <a:t>Effects</a:t>
            </a:r>
            <a:r>
              <a:rPr spc="-35" dirty="0"/>
              <a:t> </a:t>
            </a:r>
            <a:r>
              <a:rPr dirty="0"/>
              <a:t>of</a:t>
            </a:r>
            <a:r>
              <a:rPr spc="-35" dirty="0"/>
              <a:t> </a:t>
            </a:r>
            <a:r>
              <a:rPr dirty="0"/>
              <a:t>medications</a:t>
            </a:r>
            <a:r>
              <a:rPr spc="-35" dirty="0"/>
              <a:t> </a:t>
            </a:r>
            <a:r>
              <a:rPr spc="-10" dirty="0"/>
              <a:t>during</a:t>
            </a:r>
            <a:r>
              <a:rPr spc="-90" dirty="0"/>
              <a:t> </a:t>
            </a:r>
            <a:r>
              <a:rPr dirty="0"/>
              <a:t>UAS</a:t>
            </a:r>
            <a:r>
              <a:rPr spc="-45" dirty="0"/>
              <a:t> </a:t>
            </a:r>
            <a:r>
              <a:rPr spc="-10" dirty="0"/>
              <a:t>operations</a:t>
            </a:r>
          </a:p>
        </p:txBody>
      </p:sp>
      <p:sp>
        <p:nvSpPr>
          <p:cNvPr id="5" name="object 5"/>
          <p:cNvSpPr txBox="1"/>
          <p:nvPr/>
        </p:nvSpPr>
        <p:spPr>
          <a:xfrm>
            <a:off x="1563049" y="1273555"/>
            <a:ext cx="9860280" cy="3692525"/>
          </a:xfrm>
          <a:prstGeom prst="rect">
            <a:avLst/>
          </a:prstGeom>
        </p:spPr>
        <p:txBody>
          <a:bodyPr vert="horz" wrap="square" lIns="0" tIns="26670" rIns="0" bIns="0" rtlCol="0">
            <a:spAutoFit/>
          </a:bodyPr>
          <a:lstStyle/>
          <a:p>
            <a:pPr marL="12700" marR="5715" algn="just">
              <a:lnSpc>
                <a:spcPts val="2110"/>
              </a:lnSpc>
              <a:spcBef>
                <a:spcPts val="210"/>
              </a:spcBef>
            </a:pPr>
            <a:r>
              <a:rPr sz="1800" dirty="0">
                <a:latin typeface="Corbel"/>
                <a:cs typeface="Corbel"/>
              </a:rPr>
              <a:t>Both</a:t>
            </a:r>
            <a:r>
              <a:rPr sz="1800" spc="345" dirty="0">
                <a:latin typeface="Corbel"/>
                <a:cs typeface="Corbel"/>
              </a:rPr>
              <a:t> </a:t>
            </a:r>
            <a:r>
              <a:rPr sz="1800" dirty="0">
                <a:latin typeface="Corbel"/>
                <a:cs typeface="Corbel"/>
              </a:rPr>
              <a:t>prescription</a:t>
            </a:r>
            <a:r>
              <a:rPr sz="1800" spc="350" dirty="0">
                <a:latin typeface="Corbel"/>
                <a:cs typeface="Corbel"/>
              </a:rPr>
              <a:t> </a:t>
            </a:r>
            <a:r>
              <a:rPr sz="1800" dirty="0">
                <a:latin typeface="Corbel"/>
                <a:cs typeface="Corbel"/>
              </a:rPr>
              <a:t>and</a:t>
            </a:r>
            <a:r>
              <a:rPr sz="1800" spc="340" dirty="0">
                <a:latin typeface="Corbel"/>
                <a:cs typeface="Corbel"/>
              </a:rPr>
              <a:t> </a:t>
            </a:r>
            <a:r>
              <a:rPr sz="1800" spc="-10" dirty="0">
                <a:latin typeface="Corbel"/>
                <a:cs typeface="Corbel"/>
              </a:rPr>
              <a:t>non-</a:t>
            </a:r>
            <a:r>
              <a:rPr sz="1800" dirty="0">
                <a:latin typeface="Corbel"/>
                <a:cs typeface="Corbel"/>
              </a:rPr>
              <a:t>prescription</a:t>
            </a:r>
            <a:r>
              <a:rPr sz="1800" spc="350" dirty="0">
                <a:latin typeface="Corbel"/>
                <a:cs typeface="Corbel"/>
              </a:rPr>
              <a:t> </a:t>
            </a:r>
            <a:r>
              <a:rPr sz="1800" spc="-35" dirty="0">
                <a:latin typeface="Corbel"/>
                <a:cs typeface="Corbel"/>
              </a:rPr>
              <a:t>(over-</a:t>
            </a:r>
            <a:r>
              <a:rPr sz="1800" spc="-10" dirty="0">
                <a:latin typeface="Corbel"/>
                <a:cs typeface="Corbel"/>
              </a:rPr>
              <a:t>the-</a:t>
            </a:r>
            <a:r>
              <a:rPr sz="1800" dirty="0">
                <a:latin typeface="Corbel"/>
                <a:cs typeface="Corbel"/>
              </a:rPr>
              <a:t>counter)</a:t>
            </a:r>
            <a:r>
              <a:rPr sz="1800" spc="345" dirty="0">
                <a:latin typeface="Corbel"/>
                <a:cs typeface="Corbel"/>
              </a:rPr>
              <a:t> </a:t>
            </a:r>
            <a:r>
              <a:rPr sz="1800" dirty="0">
                <a:latin typeface="Corbel"/>
                <a:cs typeface="Corbel"/>
              </a:rPr>
              <a:t>drugs</a:t>
            </a:r>
            <a:r>
              <a:rPr sz="1800" spc="340" dirty="0">
                <a:latin typeface="Corbel"/>
                <a:cs typeface="Corbel"/>
              </a:rPr>
              <a:t> </a:t>
            </a:r>
            <a:r>
              <a:rPr sz="1800" dirty="0">
                <a:latin typeface="Corbel"/>
                <a:cs typeface="Corbel"/>
              </a:rPr>
              <a:t>can</a:t>
            </a:r>
            <a:r>
              <a:rPr sz="1800" spc="345" dirty="0">
                <a:latin typeface="Corbel"/>
                <a:cs typeface="Corbel"/>
              </a:rPr>
              <a:t> </a:t>
            </a:r>
            <a:r>
              <a:rPr sz="1800" dirty="0">
                <a:latin typeface="Corbel"/>
                <a:cs typeface="Corbel"/>
              </a:rPr>
              <a:t>impair</a:t>
            </a:r>
            <a:r>
              <a:rPr sz="1800" spc="340" dirty="0">
                <a:latin typeface="Corbel"/>
                <a:cs typeface="Corbel"/>
              </a:rPr>
              <a:t> </a:t>
            </a:r>
            <a:r>
              <a:rPr sz="1800" dirty="0">
                <a:latin typeface="Corbel"/>
                <a:cs typeface="Corbel"/>
              </a:rPr>
              <a:t>judgement</a:t>
            </a:r>
            <a:r>
              <a:rPr sz="1800" spc="345" dirty="0">
                <a:latin typeface="Corbel"/>
                <a:cs typeface="Corbel"/>
              </a:rPr>
              <a:t> </a:t>
            </a:r>
            <a:r>
              <a:rPr sz="1800" dirty="0">
                <a:latin typeface="Corbel"/>
                <a:cs typeface="Corbel"/>
              </a:rPr>
              <a:t>and</a:t>
            </a:r>
            <a:r>
              <a:rPr sz="1800" spc="345" dirty="0">
                <a:latin typeface="Corbel"/>
                <a:cs typeface="Corbel"/>
              </a:rPr>
              <a:t> </a:t>
            </a:r>
            <a:r>
              <a:rPr sz="1800" spc="-10" dirty="0">
                <a:latin typeface="Corbel"/>
                <a:cs typeface="Corbel"/>
              </a:rPr>
              <a:t>degrade coordination.</a:t>
            </a:r>
            <a:endParaRPr sz="1800" dirty="0">
              <a:latin typeface="Corbel"/>
              <a:cs typeface="Corbel"/>
            </a:endParaRPr>
          </a:p>
          <a:p>
            <a:pPr marL="12700" marR="5080" algn="just">
              <a:lnSpc>
                <a:spcPct val="101699"/>
              </a:lnSpc>
              <a:spcBef>
                <a:spcPts val="935"/>
              </a:spcBef>
            </a:pPr>
            <a:r>
              <a:rPr sz="1800" dirty="0">
                <a:latin typeface="Corbel"/>
                <a:cs typeface="Corbel"/>
              </a:rPr>
              <a:t>Common</a:t>
            </a:r>
            <a:r>
              <a:rPr sz="1800" spc="215" dirty="0">
                <a:latin typeface="Corbel"/>
                <a:cs typeface="Corbel"/>
              </a:rPr>
              <a:t>  </a:t>
            </a:r>
            <a:r>
              <a:rPr sz="1800" dirty="0">
                <a:latin typeface="Corbel"/>
                <a:cs typeface="Corbel"/>
              </a:rPr>
              <a:t>side</a:t>
            </a:r>
            <a:r>
              <a:rPr sz="1800" spc="220" dirty="0">
                <a:latin typeface="Corbel"/>
                <a:cs typeface="Corbel"/>
              </a:rPr>
              <a:t>  </a:t>
            </a:r>
            <a:r>
              <a:rPr sz="1800" dirty="0">
                <a:latin typeface="Corbel"/>
                <a:cs typeface="Corbel"/>
              </a:rPr>
              <a:t>effects</a:t>
            </a:r>
            <a:r>
              <a:rPr sz="1800" spc="220" dirty="0">
                <a:latin typeface="Corbel"/>
                <a:cs typeface="Corbel"/>
              </a:rPr>
              <a:t>  </a:t>
            </a:r>
            <a:r>
              <a:rPr sz="1800" dirty="0">
                <a:latin typeface="Corbel"/>
                <a:cs typeface="Corbel"/>
              </a:rPr>
              <a:t>of</a:t>
            </a:r>
            <a:r>
              <a:rPr sz="1800" spc="220" dirty="0">
                <a:latin typeface="Corbel"/>
                <a:cs typeface="Corbel"/>
              </a:rPr>
              <a:t>  </a:t>
            </a:r>
            <a:r>
              <a:rPr sz="1800" dirty="0">
                <a:latin typeface="Corbel"/>
                <a:cs typeface="Corbel"/>
              </a:rPr>
              <a:t>many</a:t>
            </a:r>
            <a:r>
              <a:rPr sz="1800" spc="220" dirty="0">
                <a:latin typeface="Corbel"/>
                <a:cs typeface="Corbel"/>
              </a:rPr>
              <a:t>  </a:t>
            </a:r>
            <a:r>
              <a:rPr sz="1800" spc="-10" dirty="0">
                <a:latin typeface="Corbel"/>
                <a:cs typeface="Corbel"/>
              </a:rPr>
              <a:t>non-</a:t>
            </a:r>
            <a:r>
              <a:rPr sz="1800" dirty="0">
                <a:latin typeface="Corbel"/>
                <a:cs typeface="Corbel"/>
              </a:rPr>
              <a:t>prescription</a:t>
            </a:r>
            <a:r>
              <a:rPr sz="1800" spc="215" dirty="0">
                <a:latin typeface="Corbel"/>
                <a:cs typeface="Corbel"/>
              </a:rPr>
              <a:t>  </a:t>
            </a:r>
            <a:r>
              <a:rPr sz="1800" dirty="0">
                <a:latin typeface="Corbel"/>
                <a:cs typeface="Corbel"/>
              </a:rPr>
              <a:t>drugs,</a:t>
            </a:r>
            <a:r>
              <a:rPr sz="1800" spc="220" dirty="0">
                <a:latin typeface="Corbel"/>
                <a:cs typeface="Corbel"/>
              </a:rPr>
              <a:t>  </a:t>
            </a:r>
            <a:r>
              <a:rPr sz="1800" dirty="0">
                <a:latin typeface="Corbel"/>
                <a:cs typeface="Corbel"/>
              </a:rPr>
              <a:t>such</a:t>
            </a:r>
            <a:r>
              <a:rPr sz="1800" spc="220" dirty="0">
                <a:latin typeface="Corbel"/>
                <a:cs typeface="Corbel"/>
              </a:rPr>
              <a:t>  </a:t>
            </a:r>
            <a:r>
              <a:rPr sz="1800" dirty="0">
                <a:latin typeface="Corbel"/>
                <a:cs typeface="Corbel"/>
              </a:rPr>
              <a:t>as</a:t>
            </a:r>
            <a:r>
              <a:rPr sz="1800" spc="220" dirty="0">
                <a:latin typeface="Corbel"/>
                <a:cs typeface="Corbel"/>
              </a:rPr>
              <a:t>  </a:t>
            </a:r>
            <a:r>
              <a:rPr sz="1800" dirty="0">
                <a:latin typeface="Corbel"/>
                <a:cs typeface="Corbel"/>
              </a:rPr>
              <a:t>cold</a:t>
            </a:r>
            <a:r>
              <a:rPr sz="1800" spc="215" dirty="0">
                <a:latin typeface="Corbel"/>
                <a:cs typeface="Corbel"/>
              </a:rPr>
              <a:t>  </a:t>
            </a:r>
            <a:r>
              <a:rPr sz="1800" dirty="0">
                <a:latin typeface="Corbel"/>
                <a:cs typeface="Corbel"/>
              </a:rPr>
              <a:t>tablets,</a:t>
            </a:r>
            <a:r>
              <a:rPr sz="1800" spc="220" dirty="0">
                <a:latin typeface="Corbel"/>
                <a:cs typeface="Corbel"/>
              </a:rPr>
              <a:t>  </a:t>
            </a:r>
            <a:r>
              <a:rPr sz="1800" dirty="0">
                <a:latin typeface="Corbel"/>
                <a:cs typeface="Corbel"/>
              </a:rPr>
              <a:t>cough</a:t>
            </a:r>
            <a:r>
              <a:rPr sz="1800" spc="220" dirty="0">
                <a:latin typeface="Corbel"/>
                <a:cs typeface="Corbel"/>
              </a:rPr>
              <a:t>  </a:t>
            </a:r>
            <a:r>
              <a:rPr sz="1800" spc="-10" dirty="0">
                <a:latin typeface="Corbel"/>
                <a:cs typeface="Corbel"/>
              </a:rPr>
              <a:t>mixtures, </a:t>
            </a:r>
            <a:r>
              <a:rPr sz="1800" dirty="0">
                <a:latin typeface="Corbel"/>
                <a:cs typeface="Corbel"/>
              </a:rPr>
              <a:t>antihistamines,</a:t>
            </a:r>
            <a:r>
              <a:rPr sz="1800" spc="165" dirty="0">
                <a:latin typeface="Corbel"/>
                <a:cs typeface="Corbel"/>
              </a:rPr>
              <a:t> </a:t>
            </a:r>
            <a:r>
              <a:rPr sz="1800" dirty="0">
                <a:latin typeface="Corbel"/>
                <a:cs typeface="Corbel"/>
              </a:rPr>
              <a:t>appetite</a:t>
            </a:r>
            <a:r>
              <a:rPr sz="1800" spc="175" dirty="0">
                <a:latin typeface="Corbel"/>
                <a:cs typeface="Corbel"/>
              </a:rPr>
              <a:t> </a:t>
            </a:r>
            <a:r>
              <a:rPr sz="1800" dirty="0">
                <a:latin typeface="Corbel"/>
                <a:cs typeface="Corbel"/>
              </a:rPr>
              <a:t>suppressors,</a:t>
            </a:r>
            <a:r>
              <a:rPr sz="1800" spc="165" dirty="0">
                <a:latin typeface="Corbel"/>
                <a:cs typeface="Corbel"/>
              </a:rPr>
              <a:t> </a:t>
            </a:r>
            <a:r>
              <a:rPr sz="1800" dirty="0">
                <a:latin typeface="Corbel"/>
                <a:cs typeface="Corbel"/>
              </a:rPr>
              <a:t>and</a:t>
            </a:r>
            <a:r>
              <a:rPr sz="1800" spc="170" dirty="0">
                <a:latin typeface="Corbel"/>
                <a:cs typeface="Corbel"/>
              </a:rPr>
              <a:t> </a:t>
            </a:r>
            <a:r>
              <a:rPr sz="1800" dirty="0">
                <a:latin typeface="Corbel"/>
                <a:cs typeface="Corbel"/>
              </a:rPr>
              <a:t>laxatives,</a:t>
            </a:r>
            <a:r>
              <a:rPr sz="1800" spc="170" dirty="0">
                <a:latin typeface="Corbel"/>
                <a:cs typeface="Corbel"/>
              </a:rPr>
              <a:t> </a:t>
            </a:r>
            <a:r>
              <a:rPr sz="1800" dirty="0">
                <a:latin typeface="Corbel"/>
                <a:cs typeface="Corbel"/>
              </a:rPr>
              <a:t>include</a:t>
            </a:r>
            <a:r>
              <a:rPr sz="1800" spc="175" dirty="0">
                <a:latin typeface="Corbel"/>
                <a:cs typeface="Corbel"/>
              </a:rPr>
              <a:t> </a:t>
            </a:r>
            <a:r>
              <a:rPr sz="1800" u="sng" dirty="0">
                <a:uFill>
                  <a:solidFill>
                    <a:srgbClr val="000000"/>
                  </a:solidFill>
                </a:uFill>
                <a:latin typeface="Corbel"/>
                <a:cs typeface="Corbel"/>
              </a:rPr>
              <a:t>drowsiness,</a:t>
            </a:r>
            <a:r>
              <a:rPr sz="1800" u="sng" spc="170" dirty="0">
                <a:uFill>
                  <a:solidFill>
                    <a:srgbClr val="000000"/>
                  </a:solidFill>
                </a:uFill>
                <a:latin typeface="Corbel"/>
                <a:cs typeface="Corbel"/>
              </a:rPr>
              <a:t> </a:t>
            </a:r>
            <a:r>
              <a:rPr sz="1800" u="sng" dirty="0">
                <a:uFill>
                  <a:solidFill>
                    <a:srgbClr val="000000"/>
                  </a:solidFill>
                </a:uFill>
                <a:latin typeface="Corbel"/>
                <a:cs typeface="Corbel"/>
              </a:rPr>
              <a:t>confusion,</a:t>
            </a:r>
            <a:r>
              <a:rPr sz="1800" u="sng" spc="175" dirty="0">
                <a:uFill>
                  <a:solidFill>
                    <a:srgbClr val="000000"/>
                  </a:solidFill>
                </a:uFill>
                <a:latin typeface="Corbel"/>
                <a:cs typeface="Corbel"/>
              </a:rPr>
              <a:t> </a:t>
            </a:r>
            <a:r>
              <a:rPr sz="1800" u="sng" dirty="0">
                <a:uFill>
                  <a:solidFill>
                    <a:srgbClr val="000000"/>
                  </a:solidFill>
                </a:uFill>
                <a:latin typeface="Corbel"/>
                <a:cs typeface="Corbel"/>
              </a:rPr>
              <a:t>blurred</a:t>
            </a:r>
            <a:r>
              <a:rPr sz="1800" u="sng" spc="165" dirty="0">
                <a:uFill>
                  <a:solidFill>
                    <a:srgbClr val="000000"/>
                  </a:solidFill>
                </a:uFill>
                <a:latin typeface="Corbel"/>
                <a:cs typeface="Corbel"/>
              </a:rPr>
              <a:t> </a:t>
            </a:r>
            <a:r>
              <a:rPr sz="1800" u="sng" dirty="0">
                <a:uFill>
                  <a:solidFill>
                    <a:srgbClr val="000000"/>
                  </a:solidFill>
                </a:uFill>
                <a:latin typeface="Corbel"/>
                <a:cs typeface="Corbel"/>
              </a:rPr>
              <a:t>vision,</a:t>
            </a:r>
            <a:r>
              <a:rPr sz="1800" u="sng" spc="175" dirty="0">
                <a:uFill>
                  <a:solidFill>
                    <a:srgbClr val="000000"/>
                  </a:solidFill>
                </a:uFill>
                <a:latin typeface="Corbel"/>
                <a:cs typeface="Corbel"/>
              </a:rPr>
              <a:t> </a:t>
            </a:r>
            <a:r>
              <a:rPr sz="1800" u="sng" spc="-25" dirty="0">
                <a:uFill>
                  <a:solidFill>
                    <a:srgbClr val="000000"/>
                  </a:solidFill>
                </a:uFill>
                <a:latin typeface="Corbel"/>
                <a:cs typeface="Corbel"/>
              </a:rPr>
              <a:t>and</a:t>
            </a:r>
            <a:r>
              <a:rPr sz="1800" spc="-25" dirty="0">
                <a:latin typeface="Corbel"/>
                <a:cs typeface="Corbel"/>
              </a:rPr>
              <a:t> </a:t>
            </a:r>
            <a:r>
              <a:rPr sz="1800" u="sng" spc="-10" dirty="0">
                <a:uFill>
                  <a:solidFill>
                    <a:srgbClr val="000000"/>
                  </a:solidFill>
                </a:uFill>
                <a:latin typeface="Corbel"/>
                <a:cs typeface="Corbel"/>
              </a:rPr>
              <a:t>dizziness</a:t>
            </a:r>
            <a:r>
              <a:rPr sz="1800" spc="-10" dirty="0">
                <a:latin typeface="Corbel"/>
                <a:cs typeface="Corbel"/>
              </a:rPr>
              <a:t>.</a:t>
            </a:r>
            <a:endParaRPr sz="1800" dirty="0">
              <a:latin typeface="Corbel"/>
              <a:cs typeface="Corbel"/>
            </a:endParaRPr>
          </a:p>
          <a:p>
            <a:pPr marL="12700" marR="5715" algn="just">
              <a:lnSpc>
                <a:spcPct val="101099"/>
              </a:lnSpc>
              <a:spcBef>
                <a:spcPts val="935"/>
              </a:spcBef>
            </a:pPr>
            <a:r>
              <a:rPr sz="1800" dirty="0">
                <a:latin typeface="Corbel"/>
                <a:cs typeface="Corbel"/>
              </a:rPr>
              <a:t>Drugs</a:t>
            </a:r>
            <a:r>
              <a:rPr sz="1800" spc="275" dirty="0">
                <a:latin typeface="Corbel"/>
                <a:cs typeface="Corbel"/>
              </a:rPr>
              <a:t> </a:t>
            </a:r>
            <a:r>
              <a:rPr sz="1800" dirty="0">
                <a:latin typeface="Corbel"/>
                <a:cs typeface="Corbel"/>
              </a:rPr>
              <a:t>can</a:t>
            </a:r>
            <a:r>
              <a:rPr sz="1800" spc="275" dirty="0">
                <a:latin typeface="Corbel"/>
                <a:cs typeface="Corbel"/>
              </a:rPr>
              <a:t> </a:t>
            </a:r>
            <a:r>
              <a:rPr sz="1800" dirty="0">
                <a:latin typeface="Corbel"/>
                <a:cs typeface="Corbel"/>
              </a:rPr>
              <a:t>also</a:t>
            </a:r>
            <a:r>
              <a:rPr sz="1800" spc="285" dirty="0">
                <a:latin typeface="Corbel"/>
                <a:cs typeface="Corbel"/>
              </a:rPr>
              <a:t> </a:t>
            </a:r>
            <a:r>
              <a:rPr sz="1800" dirty="0">
                <a:latin typeface="Corbel"/>
                <a:cs typeface="Corbel"/>
              </a:rPr>
              <a:t>have</a:t>
            </a:r>
            <a:r>
              <a:rPr sz="1800" spc="280" dirty="0">
                <a:latin typeface="Corbel"/>
                <a:cs typeface="Corbel"/>
              </a:rPr>
              <a:t> </a:t>
            </a:r>
            <a:r>
              <a:rPr sz="1800" dirty="0">
                <a:latin typeface="Corbel"/>
                <a:cs typeface="Corbel"/>
              </a:rPr>
              <a:t>a</a:t>
            </a:r>
            <a:r>
              <a:rPr sz="1800" spc="285" dirty="0">
                <a:latin typeface="Corbel"/>
                <a:cs typeface="Corbel"/>
              </a:rPr>
              <a:t> </a:t>
            </a:r>
            <a:r>
              <a:rPr sz="1800" dirty="0">
                <a:latin typeface="Corbel"/>
                <a:cs typeface="Corbel"/>
              </a:rPr>
              <a:t>cumulative</a:t>
            </a:r>
            <a:r>
              <a:rPr sz="1800" spc="275" dirty="0">
                <a:latin typeface="Corbel"/>
                <a:cs typeface="Corbel"/>
              </a:rPr>
              <a:t> </a:t>
            </a:r>
            <a:r>
              <a:rPr sz="1800" dirty="0">
                <a:latin typeface="Corbel"/>
                <a:cs typeface="Corbel"/>
              </a:rPr>
              <a:t>effect</a:t>
            </a:r>
            <a:r>
              <a:rPr sz="1800" spc="285" dirty="0">
                <a:latin typeface="Corbel"/>
                <a:cs typeface="Corbel"/>
              </a:rPr>
              <a:t> </a:t>
            </a:r>
            <a:r>
              <a:rPr sz="1800" dirty="0">
                <a:latin typeface="Corbel"/>
                <a:cs typeface="Corbel"/>
              </a:rPr>
              <a:t>and,</a:t>
            </a:r>
            <a:r>
              <a:rPr sz="1800" spc="275" dirty="0">
                <a:latin typeface="Corbel"/>
                <a:cs typeface="Corbel"/>
              </a:rPr>
              <a:t> </a:t>
            </a:r>
            <a:r>
              <a:rPr sz="1800" dirty="0">
                <a:latin typeface="Corbel"/>
                <a:cs typeface="Corbel"/>
              </a:rPr>
              <a:t>if</a:t>
            </a:r>
            <a:r>
              <a:rPr sz="1800" spc="285" dirty="0">
                <a:latin typeface="Corbel"/>
                <a:cs typeface="Corbel"/>
              </a:rPr>
              <a:t> </a:t>
            </a:r>
            <a:r>
              <a:rPr sz="1800" dirty="0">
                <a:latin typeface="Corbel"/>
                <a:cs typeface="Corbel"/>
              </a:rPr>
              <a:t>more</a:t>
            </a:r>
            <a:r>
              <a:rPr sz="1800" spc="280" dirty="0">
                <a:latin typeface="Corbel"/>
                <a:cs typeface="Corbel"/>
              </a:rPr>
              <a:t> </a:t>
            </a:r>
            <a:r>
              <a:rPr sz="1800" dirty="0">
                <a:latin typeface="Corbel"/>
                <a:cs typeface="Corbel"/>
              </a:rPr>
              <a:t>than</a:t>
            </a:r>
            <a:r>
              <a:rPr sz="1800" spc="275" dirty="0">
                <a:latin typeface="Corbel"/>
                <a:cs typeface="Corbel"/>
              </a:rPr>
              <a:t> </a:t>
            </a:r>
            <a:r>
              <a:rPr sz="1800" dirty="0">
                <a:latin typeface="Corbel"/>
                <a:cs typeface="Corbel"/>
              </a:rPr>
              <a:t>one</a:t>
            </a:r>
            <a:r>
              <a:rPr sz="1800" spc="285" dirty="0">
                <a:latin typeface="Corbel"/>
                <a:cs typeface="Corbel"/>
              </a:rPr>
              <a:t> </a:t>
            </a:r>
            <a:r>
              <a:rPr sz="1800" dirty="0">
                <a:latin typeface="Corbel"/>
                <a:cs typeface="Corbel"/>
              </a:rPr>
              <a:t>drug</a:t>
            </a:r>
            <a:r>
              <a:rPr sz="1800" spc="270" dirty="0">
                <a:latin typeface="Corbel"/>
                <a:cs typeface="Corbel"/>
              </a:rPr>
              <a:t> </a:t>
            </a:r>
            <a:r>
              <a:rPr sz="1800" dirty="0">
                <a:latin typeface="Corbel"/>
                <a:cs typeface="Corbel"/>
              </a:rPr>
              <a:t>is</a:t>
            </a:r>
            <a:r>
              <a:rPr sz="1800" spc="280" dirty="0">
                <a:latin typeface="Corbel"/>
                <a:cs typeface="Corbel"/>
              </a:rPr>
              <a:t> </a:t>
            </a:r>
            <a:r>
              <a:rPr sz="1800" dirty="0">
                <a:latin typeface="Corbel"/>
                <a:cs typeface="Corbel"/>
              </a:rPr>
              <a:t>taken</a:t>
            </a:r>
            <a:r>
              <a:rPr sz="1800" spc="275" dirty="0">
                <a:latin typeface="Corbel"/>
                <a:cs typeface="Corbel"/>
              </a:rPr>
              <a:t> </a:t>
            </a:r>
            <a:r>
              <a:rPr sz="1800" dirty="0">
                <a:latin typeface="Corbel"/>
                <a:cs typeface="Corbel"/>
              </a:rPr>
              <a:t>at</a:t>
            </a:r>
            <a:r>
              <a:rPr sz="1800" spc="280" dirty="0">
                <a:latin typeface="Corbel"/>
                <a:cs typeface="Corbel"/>
              </a:rPr>
              <a:t> </a:t>
            </a:r>
            <a:r>
              <a:rPr sz="1800" dirty="0">
                <a:latin typeface="Corbel"/>
                <a:cs typeface="Corbel"/>
              </a:rPr>
              <a:t>the</a:t>
            </a:r>
            <a:r>
              <a:rPr sz="1800" spc="280" dirty="0">
                <a:latin typeface="Corbel"/>
                <a:cs typeface="Corbel"/>
              </a:rPr>
              <a:t> </a:t>
            </a:r>
            <a:r>
              <a:rPr sz="1800" dirty="0">
                <a:latin typeface="Corbel"/>
                <a:cs typeface="Corbel"/>
              </a:rPr>
              <a:t>same</a:t>
            </a:r>
            <a:r>
              <a:rPr sz="1800" spc="285" dirty="0">
                <a:latin typeface="Corbel"/>
                <a:cs typeface="Corbel"/>
              </a:rPr>
              <a:t> </a:t>
            </a:r>
            <a:r>
              <a:rPr sz="1800" dirty="0">
                <a:latin typeface="Corbel"/>
                <a:cs typeface="Corbel"/>
              </a:rPr>
              <a:t>time,</a:t>
            </a:r>
            <a:r>
              <a:rPr sz="1800" spc="275" dirty="0">
                <a:latin typeface="Corbel"/>
                <a:cs typeface="Corbel"/>
              </a:rPr>
              <a:t> </a:t>
            </a:r>
            <a:r>
              <a:rPr sz="1800" spc="-25" dirty="0">
                <a:latin typeface="Corbel"/>
                <a:cs typeface="Corbel"/>
              </a:rPr>
              <a:t>the </a:t>
            </a:r>
            <a:r>
              <a:rPr sz="1800" dirty="0">
                <a:latin typeface="Corbel"/>
                <a:cs typeface="Corbel"/>
              </a:rPr>
              <a:t>combined</a:t>
            </a:r>
            <a:r>
              <a:rPr sz="1800" spc="-35" dirty="0">
                <a:latin typeface="Corbel"/>
                <a:cs typeface="Corbel"/>
              </a:rPr>
              <a:t> </a:t>
            </a:r>
            <a:r>
              <a:rPr sz="1800" dirty="0">
                <a:latin typeface="Corbel"/>
                <a:cs typeface="Corbel"/>
              </a:rPr>
              <a:t>negative</a:t>
            </a:r>
            <a:r>
              <a:rPr sz="1800" spc="-25" dirty="0">
                <a:latin typeface="Corbel"/>
                <a:cs typeface="Corbel"/>
              </a:rPr>
              <a:t> </a:t>
            </a:r>
            <a:r>
              <a:rPr sz="1800" dirty="0">
                <a:latin typeface="Corbel"/>
                <a:cs typeface="Corbel"/>
              </a:rPr>
              <a:t>effect</a:t>
            </a:r>
            <a:r>
              <a:rPr sz="1800" spc="-25" dirty="0">
                <a:latin typeface="Corbel"/>
                <a:cs typeface="Corbel"/>
              </a:rPr>
              <a:t> </a:t>
            </a:r>
            <a:r>
              <a:rPr sz="1800" dirty="0">
                <a:latin typeface="Corbel"/>
                <a:cs typeface="Corbel"/>
              </a:rPr>
              <a:t>may</a:t>
            </a:r>
            <a:r>
              <a:rPr sz="1800" spc="-30" dirty="0">
                <a:latin typeface="Corbel"/>
                <a:cs typeface="Corbel"/>
              </a:rPr>
              <a:t> </a:t>
            </a:r>
            <a:r>
              <a:rPr sz="1800" dirty="0">
                <a:latin typeface="Corbel"/>
                <a:cs typeface="Corbel"/>
              </a:rPr>
              <a:t>be</a:t>
            </a:r>
            <a:r>
              <a:rPr sz="1800" spc="-25" dirty="0">
                <a:latin typeface="Corbel"/>
                <a:cs typeface="Corbel"/>
              </a:rPr>
              <a:t> </a:t>
            </a:r>
            <a:r>
              <a:rPr sz="1800" dirty="0">
                <a:latin typeface="Corbel"/>
                <a:cs typeface="Corbel"/>
              </a:rPr>
              <a:t>well</a:t>
            </a:r>
            <a:r>
              <a:rPr sz="1800" spc="-35" dirty="0">
                <a:latin typeface="Corbel"/>
                <a:cs typeface="Corbel"/>
              </a:rPr>
              <a:t> </a:t>
            </a:r>
            <a:r>
              <a:rPr sz="1800" dirty="0">
                <a:latin typeface="Corbel"/>
                <a:cs typeface="Corbel"/>
              </a:rPr>
              <a:t>in</a:t>
            </a:r>
            <a:r>
              <a:rPr sz="1800" spc="-25" dirty="0">
                <a:latin typeface="Corbel"/>
                <a:cs typeface="Corbel"/>
              </a:rPr>
              <a:t> </a:t>
            </a:r>
            <a:r>
              <a:rPr sz="1800" dirty="0">
                <a:latin typeface="Corbel"/>
                <a:cs typeface="Corbel"/>
              </a:rPr>
              <a:t>excess</a:t>
            </a:r>
            <a:r>
              <a:rPr sz="1800" spc="-30" dirty="0">
                <a:latin typeface="Corbel"/>
                <a:cs typeface="Corbel"/>
              </a:rPr>
              <a:t> </a:t>
            </a:r>
            <a:r>
              <a:rPr sz="1800" dirty="0">
                <a:latin typeface="Corbel"/>
                <a:cs typeface="Corbel"/>
              </a:rPr>
              <a:t>of</a:t>
            </a:r>
            <a:r>
              <a:rPr sz="1800" spc="-30" dirty="0">
                <a:latin typeface="Corbel"/>
                <a:cs typeface="Corbel"/>
              </a:rPr>
              <a:t> </a:t>
            </a:r>
            <a:r>
              <a:rPr sz="1800" dirty="0">
                <a:latin typeface="Corbel"/>
                <a:cs typeface="Corbel"/>
              </a:rPr>
              <a:t>that</a:t>
            </a:r>
            <a:r>
              <a:rPr sz="1800" spc="-30" dirty="0">
                <a:latin typeface="Corbel"/>
                <a:cs typeface="Corbel"/>
              </a:rPr>
              <a:t> </a:t>
            </a:r>
            <a:r>
              <a:rPr sz="1800" dirty="0">
                <a:latin typeface="Corbel"/>
                <a:cs typeface="Corbel"/>
              </a:rPr>
              <a:t>of</a:t>
            </a:r>
            <a:r>
              <a:rPr sz="1800" spc="-30" dirty="0">
                <a:latin typeface="Corbel"/>
                <a:cs typeface="Corbel"/>
              </a:rPr>
              <a:t> </a:t>
            </a:r>
            <a:r>
              <a:rPr sz="1800" dirty="0">
                <a:latin typeface="Corbel"/>
                <a:cs typeface="Corbel"/>
              </a:rPr>
              <a:t>the</a:t>
            </a:r>
            <a:r>
              <a:rPr sz="1800" spc="-25" dirty="0">
                <a:latin typeface="Corbel"/>
                <a:cs typeface="Corbel"/>
              </a:rPr>
              <a:t> </a:t>
            </a:r>
            <a:r>
              <a:rPr sz="1800" dirty="0">
                <a:latin typeface="Corbel"/>
                <a:cs typeface="Corbel"/>
              </a:rPr>
              <a:t>individual</a:t>
            </a:r>
            <a:r>
              <a:rPr sz="1800" spc="-35" dirty="0">
                <a:latin typeface="Corbel"/>
                <a:cs typeface="Corbel"/>
              </a:rPr>
              <a:t> </a:t>
            </a:r>
            <a:r>
              <a:rPr sz="1800" spc="-10" dirty="0">
                <a:latin typeface="Corbel"/>
                <a:cs typeface="Corbel"/>
              </a:rPr>
              <a:t>drugs.</a:t>
            </a:r>
            <a:endParaRPr sz="1800" dirty="0">
              <a:latin typeface="Corbel"/>
              <a:cs typeface="Corbel"/>
            </a:endParaRPr>
          </a:p>
          <a:p>
            <a:pPr marL="12700" marR="5080" algn="just">
              <a:lnSpc>
                <a:spcPct val="101099"/>
              </a:lnSpc>
              <a:spcBef>
                <a:spcPts val="1035"/>
              </a:spcBef>
            </a:pPr>
            <a:r>
              <a:rPr sz="1800" dirty="0">
                <a:latin typeface="Corbel"/>
                <a:cs typeface="Corbel"/>
              </a:rPr>
              <a:t>Likewise,</a:t>
            </a:r>
            <a:r>
              <a:rPr sz="1800" spc="280" dirty="0">
                <a:latin typeface="Corbel"/>
                <a:cs typeface="Corbel"/>
              </a:rPr>
              <a:t> </a:t>
            </a:r>
            <a:r>
              <a:rPr sz="1800" dirty="0">
                <a:latin typeface="Corbel"/>
                <a:cs typeface="Corbel"/>
              </a:rPr>
              <a:t>prescription</a:t>
            </a:r>
            <a:r>
              <a:rPr sz="1800" spc="285" dirty="0">
                <a:latin typeface="Corbel"/>
                <a:cs typeface="Corbel"/>
              </a:rPr>
              <a:t> </a:t>
            </a:r>
            <a:r>
              <a:rPr sz="1800" dirty="0">
                <a:latin typeface="Corbel"/>
                <a:cs typeface="Corbel"/>
              </a:rPr>
              <a:t>drugs</a:t>
            </a:r>
            <a:r>
              <a:rPr sz="1800" spc="275" dirty="0">
                <a:latin typeface="Corbel"/>
                <a:cs typeface="Corbel"/>
              </a:rPr>
              <a:t> </a:t>
            </a:r>
            <a:r>
              <a:rPr sz="1800" dirty="0">
                <a:latin typeface="Corbel"/>
                <a:cs typeface="Corbel"/>
              </a:rPr>
              <a:t>such</a:t>
            </a:r>
            <a:r>
              <a:rPr sz="1800" spc="285" dirty="0">
                <a:latin typeface="Corbel"/>
                <a:cs typeface="Corbel"/>
              </a:rPr>
              <a:t> </a:t>
            </a:r>
            <a:r>
              <a:rPr sz="1800" dirty="0">
                <a:latin typeface="Corbel"/>
                <a:cs typeface="Corbel"/>
              </a:rPr>
              <a:t>as</a:t>
            </a:r>
            <a:r>
              <a:rPr sz="1800" spc="280" dirty="0">
                <a:latin typeface="Corbel"/>
                <a:cs typeface="Corbel"/>
              </a:rPr>
              <a:t> </a:t>
            </a:r>
            <a:r>
              <a:rPr sz="1800" dirty="0">
                <a:latin typeface="Corbel"/>
                <a:cs typeface="Corbel"/>
              </a:rPr>
              <a:t>antibiotics</a:t>
            </a:r>
            <a:r>
              <a:rPr sz="1800" spc="275" dirty="0">
                <a:latin typeface="Corbel"/>
                <a:cs typeface="Corbel"/>
              </a:rPr>
              <a:t> </a:t>
            </a:r>
            <a:r>
              <a:rPr sz="1800" dirty="0">
                <a:latin typeface="Corbel"/>
                <a:cs typeface="Corbel"/>
              </a:rPr>
              <a:t>or</a:t>
            </a:r>
            <a:r>
              <a:rPr sz="1800" spc="280" dirty="0">
                <a:latin typeface="Corbel"/>
                <a:cs typeface="Corbel"/>
              </a:rPr>
              <a:t> </a:t>
            </a:r>
            <a:r>
              <a:rPr sz="1800" dirty="0">
                <a:latin typeface="Corbel"/>
                <a:cs typeface="Corbel"/>
              </a:rPr>
              <a:t>antidepressants</a:t>
            </a:r>
            <a:r>
              <a:rPr sz="1800" spc="280" dirty="0">
                <a:latin typeface="Corbel"/>
                <a:cs typeface="Corbel"/>
              </a:rPr>
              <a:t> </a:t>
            </a:r>
            <a:r>
              <a:rPr sz="1800" dirty="0">
                <a:latin typeface="Corbel"/>
                <a:cs typeface="Corbel"/>
              </a:rPr>
              <a:t>can</a:t>
            </a:r>
            <a:r>
              <a:rPr sz="1800" spc="275" dirty="0">
                <a:latin typeface="Corbel"/>
                <a:cs typeface="Corbel"/>
              </a:rPr>
              <a:t> </a:t>
            </a:r>
            <a:r>
              <a:rPr sz="1800" dirty="0">
                <a:latin typeface="Corbel"/>
                <a:cs typeface="Corbel"/>
              </a:rPr>
              <a:t>have</a:t>
            </a:r>
            <a:r>
              <a:rPr sz="1800" spc="285" dirty="0">
                <a:latin typeface="Corbel"/>
                <a:cs typeface="Corbel"/>
              </a:rPr>
              <a:t> </a:t>
            </a:r>
            <a:r>
              <a:rPr sz="1800" dirty="0">
                <a:latin typeface="Corbel"/>
                <a:cs typeface="Corbel"/>
              </a:rPr>
              <a:t>a</a:t>
            </a:r>
            <a:r>
              <a:rPr sz="1800" spc="285" dirty="0">
                <a:latin typeface="Corbel"/>
                <a:cs typeface="Corbel"/>
              </a:rPr>
              <a:t> </a:t>
            </a:r>
            <a:r>
              <a:rPr sz="1800" dirty="0">
                <a:latin typeface="Corbel"/>
                <a:cs typeface="Corbel"/>
              </a:rPr>
              <a:t>pronounced</a:t>
            </a:r>
            <a:r>
              <a:rPr sz="1800" spc="280" dirty="0">
                <a:latin typeface="Corbel"/>
                <a:cs typeface="Corbel"/>
              </a:rPr>
              <a:t> </a:t>
            </a:r>
            <a:r>
              <a:rPr sz="1800" dirty="0">
                <a:latin typeface="Corbel"/>
                <a:cs typeface="Corbel"/>
              </a:rPr>
              <a:t>effect</a:t>
            </a:r>
            <a:r>
              <a:rPr sz="1800" spc="290" dirty="0">
                <a:latin typeface="Corbel"/>
                <a:cs typeface="Corbel"/>
              </a:rPr>
              <a:t> </a:t>
            </a:r>
            <a:r>
              <a:rPr sz="1800" spc="-25" dirty="0">
                <a:latin typeface="Corbel"/>
                <a:cs typeface="Corbel"/>
              </a:rPr>
              <a:t>on </a:t>
            </a:r>
            <a:r>
              <a:rPr sz="1800" u="sng" dirty="0">
                <a:uFill>
                  <a:solidFill>
                    <a:srgbClr val="000000"/>
                  </a:solidFill>
                </a:uFill>
                <a:latin typeface="Corbel"/>
                <a:cs typeface="Corbel"/>
              </a:rPr>
              <a:t>judgement,</a:t>
            </a:r>
            <a:r>
              <a:rPr sz="1800" u="sng" spc="-50" dirty="0">
                <a:uFill>
                  <a:solidFill>
                    <a:srgbClr val="000000"/>
                  </a:solidFill>
                </a:uFill>
                <a:latin typeface="Corbel"/>
                <a:cs typeface="Corbel"/>
              </a:rPr>
              <a:t> </a:t>
            </a:r>
            <a:r>
              <a:rPr sz="1800" u="sng" dirty="0">
                <a:uFill>
                  <a:solidFill>
                    <a:srgbClr val="000000"/>
                  </a:solidFill>
                </a:uFill>
                <a:latin typeface="Corbel"/>
                <a:cs typeface="Corbel"/>
              </a:rPr>
              <a:t>mental</a:t>
            </a:r>
            <a:r>
              <a:rPr sz="1800" u="sng" spc="-50" dirty="0">
                <a:uFill>
                  <a:solidFill>
                    <a:srgbClr val="000000"/>
                  </a:solidFill>
                </a:uFill>
                <a:latin typeface="Corbel"/>
                <a:cs typeface="Corbel"/>
              </a:rPr>
              <a:t> </a:t>
            </a:r>
            <a:r>
              <a:rPr sz="1800" u="sng" spc="-10" dirty="0">
                <a:uFill>
                  <a:solidFill>
                    <a:srgbClr val="000000"/>
                  </a:solidFill>
                </a:uFill>
                <a:latin typeface="Corbel"/>
                <a:cs typeface="Corbel"/>
              </a:rPr>
              <a:t>acuity,</a:t>
            </a:r>
            <a:r>
              <a:rPr sz="1800" u="sng" spc="-45" dirty="0">
                <a:uFill>
                  <a:solidFill>
                    <a:srgbClr val="000000"/>
                  </a:solidFill>
                </a:uFill>
                <a:latin typeface="Corbel"/>
                <a:cs typeface="Corbel"/>
              </a:rPr>
              <a:t> </a:t>
            </a:r>
            <a:r>
              <a:rPr sz="1800" u="sng" dirty="0">
                <a:uFill>
                  <a:solidFill>
                    <a:srgbClr val="000000"/>
                  </a:solidFill>
                </a:uFill>
                <a:latin typeface="Corbel"/>
                <a:cs typeface="Corbel"/>
              </a:rPr>
              <a:t>and</a:t>
            </a:r>
            <a:r>
              <a:rPr sz="1800" u="sng" spc="-50" dirty="0">
                <a:uFill>
                  <a:solidFill>
                    <a:srgbClr val="000000"/>
                  </a:solidFill>
                </a:uFill>
                <a:latin typeface="Corbel"/>
                <a:cs typeface="Corbel"/>
              </a:rPr>
              <a:t> </a:t>
            </a:r>
            <a:r>
              <a:rPr sz="1800" u="sng" spc="-10" dirty="0">
                <a:uFill>
                  <a:solidFill>
                    <a:srgbClr val="000000"/>
                  </a:solidFill>
                </a:uFill>
                <a:latin typeface="Corbel"/>
                <a:cs typeface="Corbel"/>
              </a:rPr>
              <a:t>coordination.</a:t>
            </a:r>
            <a:endParaRPr sz="1800" dirty="0">
              <a:latin typeface="Corbel"/>
              <a:cs typeface="Corbel"/>
            </a:endParaRPr>
          </a:p>
          <a:p>
            <a:pPr>
              <a:lnSpc>
                <a:spcPct val="100000"/>
              </a:lnSpc>
              <a:spcBef>
                <a:spcPts val="1955"/>
              </a:spcBef>
            </a:pPr>
            <a:endParaRPr sz="1800" dirty="0">
              <a:latin typeface="Corbel"/>
              <a:cs typeface="Corbel"/>
            </a:endParaRPr>
          </a:p>
          <a:p>
            <a:pPr marL="12700" algn="just">
              <a:lnSpc>
                <a:spcPct val="100000"/>
              </a:lnSpc>
            </a:pPr>
            <a:r>
              <a:rPr sz="1800" i="1" dirty="0">
                <a:latin typeface="Corbel"/>
                <a:cs typeface="Corbel"/>
              </a:rPr>
              <a:t>Please</a:t>
            </a:r>
            <a:r>
              <a:rPr sz="1800" i="1" spc="-35" dirty="0">
                <a:latin typeface="Corbel"/>
                <a:cs typeface="Corbel"/>
              </a:rPr>
              <a:t> </a:t>
            </a:r>
            <a:r>
              <a:rPr sz="1800" i="1" dirty="0">
                <a:latin typeface="Corbel"/>
                <a:cs typeface="Corbel"/>
              </a:rPr>
              <a:t>note</a:t>
            </a:r>
            <a:r>
              <a:rPr sz="1800" i="1" spc="-25" dirty="0">
                <a:latin typeface="Corbel"/>
                <a:cs typeface="Corbel"/>
              </a:rPr>
              <a:t> </a:t>
            </a:r>
            <a:r>
              <a:rPr sz="1800" i="1" dirty="0">
                <a:latin typeface="Corbel"/>
                <a:cs typeface="Corbel"/>
              </a:rPr>
              <a:t>that</a:t>
            </a:r>
            <a:r>
              <a:rPr sz="1800" i="1" spc="-30" dirty="0">
                <a:latin typeface="Corbel"/>
                <a:cs typeface="Corbel"/>
              </a:rPr>
              <a:t> </a:t>
            </a:r>
            <a:r>
              <a:rPr sz="1800" i="1" dirty="0">
                <a:latin typeface="Corbel"/>
                <a:cs typeface="Corbel"/>
              </a:rPr>
              <a:t>when</a:t>
            </a:r>
            <a:r>
              <a:rPr sz="1800" i="1" spc="-25" dirty="0">
                <a:latin typeface="Corbel"/>
                <a:cs typeface="Corbel"/>
              </a:rPr>
              <a:t> </a:t>
            </a:r>
            <a:r>
              <a:rPr sz="1800" i="1" dirty="0">
                <a:latin typeface="Corbel"/>
                <a:cs typeface="Corbel"/>
              </a:rPr>
              <a:t>taking</a:t>
            </a:r>
            <a:r>
              <a:rPr sz="1800" i="1" spc="-35" dirty="0">
                <a:latin typeface="Corbel"/>
                <a:cs typeface="Corbel"/>
              </a:rPr>
              <a:t> </a:t>
            </a:r>
            <a:r>
              <a:rPr sz="1800" i="1" spc="-10" dirty="0">
                <a:latin typeface="Corbel"/>
                <a:cs typeface="Corbel"/>
              </a:rPr>
              <a:t>non-</a:t>
            </a:r>
            <a:r>
              <a:rPr sz="1800" i="1" dirty="0">
                <a:latin typeface="Corbel"/>
                <a:cs typeface="Corbel"/>
              </a:rPr>
              <a:t>prescribed</a:t>
            </a:r>
            <a:r>
              <a:rPr sz="1800" i="1" spc="-25" dirty="0">
                <a:latin typeface="Corbel"/>
                <a:cs typeface="Corbel"/>
              </a:rPr>
              <a:t> </a:t>
            </a:r>
            <a:r>
              <a:rPr sz="1800" i="1" dirty="0">
                <a:latin typeface="Corbel"/>
                <a:cs typeface="Corbel"/>
              </a:rPr>
              <a:t>drugs,</a:t>
            </a:r>
            <a:r>
              <a:rPr sz="1800" i="1" spc="-30" dirty="0">
                <a:latin typeface="Corbel"/>
                <a:cs typeface="Corbel"/>
              </a:rPr>
              <a:t> </a:t>
            </a:r>
            <a:r>
              <a:rPr sz="1800" i="1" dirty="0">
                <a:latin typeface="Corbel"/>
                <a:cs typeface="Corbel"/>
              </a:rPr>
              <a:t>make</a:t>
            </a:r>
            <a:r>
              <a:rPr sz="1800" i="1" spc="-25" dirty="0">
                <a:latin typeface="Corbel"/>
                <a:cs typeface="Corbel"/>
              </a:rPr>
              <a:t> </a:t>
            </a:r>
            <a:r>
              <a:rPr sz="1800" i="1" dirty="0">
                <a:latin typeface="Corbel"/>
                <a:cs typeface="Corbel"/>
              </a:rPr>
              <a:t>sure</a:t>
            </a:r>
            <a:r>
              <a:rPr sz="1800" i="1" spc="-30" dirty="0">
                <a:latin typeface="Corbel"/>
                <a:cs typeface="Corbel"/>
              </a:rPr>
              <a:t> </a:t>
            </a:r>
            <a:r>
              <a:rPr sz="1800" i="1" dirty="0">
                <a:latin typeface="Corbel"/>
                <a:cs typeface="Corbel"/>
              </a:rPr>
              <a:t>that</a:t>
            </a:r>
            <a:r>
              <a:rPr sz="1800" i="1" spc="-30" dirty="0">
                <a:latin typeface="Corbel"/>
                <a:cs typeface="Corbel"/>
              </a:rPr>
              <a:t> </a:t>
            </a:r>
            <a:r>
              <a:rPr sz="1800" i="1" dirty="0">
                <a:latin typeface="Corbel"/>
                <a:cs typeface="Corbel"/>
              </a:rPr>
              <a:t>there</a:t>
            </a:r>
            <a:r>
              <a:rPr sz="1800" i="1" spc="-25" dirty="0">
                <a:latin typeface="Corbel"/>
                <a:cs typeface="Corbel"/>
              </a:rPr>
              <a:t> </a:t>
            </a:r>
            <a:r>
              <a:rPr sz="1800" i="1" dirty="0">
                <a:latin typeface="Corbel"/>
                <a:cs typeface="Corbel"/>
              </a:rPr>
              <a:t>are</a:t>
            </a:r>
            <a:r>
              <a:rPr sz="1800" i="1" spc="-25" dirty="0">
                <a:latin typeface="Corbel"/>
                <a:cs typeface="Corbel"/>
              </a:rPr>
              <a:t> </a:t>
            </a:r>
            <a:r>
              <a:rPr sz="1800" i="1" dirty="0">
                <a:latin typeface="Corbel"/>
                <a:cs typeface="Corbel"/>
              </a:rPr>
              <a:t>no</a:t>
            </a:r>
            <a:r>
              <a:rPr sz="1800" i="1" spc="-30" dirty="0">
                <a:latin typeface="Corbel"/>
                <a:cs typeface="Corbel"/>
              </a:rPr>
              <a:t> </a:t>
            </a:r>
            <a:r>
              <a:rPr sz="1800" i="1" dirty="0">
                <a:latin typeface="Corbel"/>
                <a:cs typeface="Corbel"/>
              </a:rPr>
              <a:t>side</a:t>
            </a:r>
            <a:r>
              <a:rPr sz="1800" i="1" spc="-25" dirty="0">
                <a:latin typeface="Corbel"/>
                <a:cs typeface="Corbel"/>
              </a:rPr>
              <a:t> </a:t>
            </a:r>
            <a:r>
              <a:rPr sz="1800" i="1" spc="-10" dirty="0">
                <a:latin typeface="Corbel"/>
                <a:cs typeface="Corbel"/>
              </a:rPr>
              <a:t>effects</a:t>
            </a:r>
            <a:r>
              <a:rPr sz="1800" b="1" i="1" spc="-10" dirty="0">
                <a:latin typeface="Corbel"/>
                <a:cs typeface="Corbel"/>
              </a:rPr>
              <a:t>.</a:t>
            </a:r>
            <a:endParaRPr sz="1800" b="1" dirty="0">
              <a:latin typeface="Corbel"/>
              <a:cs typeface="Corbel"/>
            </a:endParaRPr>
          </a:p>
        </p:txBody>
      </p:sp>
      <p:grpSp>
        <p:nvGrpSpPr>
          <p:cNvPr id="6" name="object 6"/>
          <p:cNvGrpSpPr/>
          <p:nvPr/>
        </p:nvGrpSpPr>
        <p:grpSpPr>
          <a:xfrm>
            <a:off x="63500" y="6434499"/>
            <a:ext cx="360045" cy="360045"/>
            <a:chOff x="63500" y="6434499"/>
            <a:chExt cx="360045" cy="360045"/>
          </a:xfrm>
        </p:grpSpPr>
        <p:sp>
          <p:nvSpPr>
            <p:cNvPr id="7" name="object 7"/>
            <p:cNvSpPr/>
            <p:nvPr/>
          </p:nvSpPr>
          <p:spPr>
            <a:xfrm>
              <a:off x="63500" y="6434499"/>
              <a:ext cx="360045" cy="360045"/>
            </a:xfrm>
            <a:custGeom>
              <a:avLst/>
              <a:gdLst/>
              <a:ahLst/>
              <a:cxnLst/>
              <a:rect l="l" t="t" r="r" b="b"/>
              <a:pathLst>
                <a:path w="360045" h="360045">
                  <a:moveTo>
                    <a:pt x="360000" y="0"/>
                  </a:moveTo>
                  <a:lnTo>
                    <a:pt x="0" y="0"/>
                  </a:lnTo>
                  <a:lnTo>
                    <a:pt x="0" y="360000"/>
                  </a:lnTo>
                  <a:lnTo>
                    <a:pt x="360000" y="360000"/>
                  </a:lnTo>
                  <a:lnTo>
                    <a:pt x="360000" y="315000"/>
                  </a:lnTo>
                  <a:lnTo>
                    <a:pt x="180000" y="315000"/>
                  </a:lnTo>
                  <a:lnTo>
                    <a:pt x="137329" y="308117"/>
                  </a:lnTo>
                  <a:lnTo>
                    <a:pt x="100270" y="288952"/>
                  </a:lnTo>
                  <a:lnTo>
                    <a:pt x="71047" y="259729"/>
                  </a:lnTo>
                  <a:lnTo>
                    <a:pt x="51882" y="222670"/>
                  </a:lnTo>
                  <a:lnTo>
                    <a:pt x="44999" y="180000"/>
                  </a:lnTo>
                  <a:lnTo>
                    <a:pt x="51882" y="137329"/>
                  </a:lnTo>
                  <a:lnTo>
                    <a:pt x="71047" y="100270"/>
                  </a:lnTo>
                  <a:lnTo>
                    <a:pt x="100270" y="71047"/>
                  </a:lnTo>
                  <a:lnTo>
                    <a:pt x="137329" y="51882"/>
                  </a:lnTo>
                  <a:lnTo>
                    <a:pt x="180000" y="45000"/>
                  </a:lnTo>
                  <a:lnTo>
                    <a:pt x="360000" y="45000"/>
                  </a:lnTo>
                  <a:lnTo>
                    <a:pt x="360000" y="0"/>
                  </a:lnTo>
                  <a:close/>
                </a:path>
                <a:path w="360045" h="360045">
                  <a:moveTo>
                    <a:pt x="360000" y="45000"/>
                  </a:moveTo>
                  <a:lnTo>
                    <a:pt x="180000" y="45000"/>
                  </a:lnTo>
                  <a:lnTo>
                    <a:pt x="222670" y="51882"/>
                  </a:lnTo>
                  <a:lnTo>
                    <a:pt x="259729" y="71047"/>
                  </a:lnTo>
                  <a:lnTo>
                    <a:pt x="288952" y="100270"/>
                  </a:lnTo>
                  <a:lnTo>
                    <a:pt x="308117" y="137329"/>
                  </a:lnTo>
                  <a:lnTo>
                    <a:pt x="315000" y="180000"/>
                  </a:lnTo>
                  <a:lnTo>
                    <a:pt x="308117" y="222670"/>
                  </a:lnTo>
                  <a:lnTo>
                    <a:pt x="288952" y="259729"/>
                  </a:lnTo>
                  <a:lnTo>
                    <a:pt x="259729" y="288952"/>
                  </a:lnTo>
                  <a:lnTo>
                    <a:pt x="222670" y="308117"/>
                  </a:lnTo>
                  <a:lnTo>
                    <a:pt x="180000" y="315000"/>
                  </a:lnTo>
                  <a:lnTo>
                    <a:pt x="360000" y="315000"/>
                  </a:lnTo>
                  <a:lnTo>
                    <a:pt x="360000" y="45000"/>
                  </a:lnTo>
                  <a:close/>
                </a:path>
              </a:pathLst>
            </a:custGeom>
            <a:solidFill>
              <a:srgbClr val="1CADE4"/>
            </a:solidFill>
          </p:spPr>
          <p:txBody>
            <a:bodyPr wrap="square" lIns="0" tIns="0" rIns="0" bIns="0" rtlCol="0"/>
            <a:lstStyle/>
            <a:p>
              <a:endParaRPr/>
            </a:p>
          </p:txBody>
        </p:sp>
        <p:sp>
          <p:nvSpPr>
            <p:cNvPr id="8" name="object 8"/>
            <p:cNvSpPr/>
            <p:nvPr/>
          </p:nvSpPr>
          <p:spPr>
            <a:xfrm>
              <a:off x="108499" y="6479499"/>
              <a:ext cx="270510" cy="270510"/>
            </a:xfrm>
            <a:custGeom>
              <a:avLst/>
              <a:gdLst/>
              <a:ahLst/>
              <a:cxnLst/>
              <a:rect l="l" t="t" r="r" b="b"/>
              <a:pathLst>
                <a:path w="270510" h="270509">
                  <a:moveTo>
                    <a:pt x="135000"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5000" y="269999"/>
                  </a:lnTo>
                  <a:lnTo>
                    <a:pt x="177670" y="263117"/>
                  </a:lnTo>
                  <a:lnTo>
                    <a:pt x="214729" y="243952"/>
                  </a:lnTo>
                  <a:lnTo>
                    <a:pt x="222432" y="236249"/>
                  </a:lnTo>
                  <a:lnTo>
                    <a:pt x="84375" y="236249"/>
                  </a:lnTo>
                  <a:lnTo>
                    <a:pt x="84375" y="219375"/>
                  </a:lnTo>
                  <a:lnTo>
                    <a:pt x="109687" y="219375"/>
                  </a:lnTo>
                  <a:lnTo>
                    <a:pt x="109687" y="101249"/>
                  </a:lnTo>
                  <a:lnTo>
                    <a:pt x="84375" y="101249"/>
                  </a:lnTo>
                  <a:lnTo>
                    <a:pt x="84375" y="84375"/>
                  </a:lnTo>
                  <a:lnTo>
                    <a:pt x="259004" y="84375"/>
                  </a:lnTo>
                  <a:lnTo>
                    <a:pt x="245913" y="59062"/>
                  </a:lnTo>
                  <a:lnTo>
                    <a:pt x="135000" y="59062"/>
                  </a:lnTo>
                  <a:lnTo>
                    <a:pt x="125147" y="57073"/>
                  </a:lnTo>
                  <a:lnTo>
                    <a:pt x="117101" y="51648"/>
                  </a:lnTo>
                  <a:lnTo>
                    <a:pt x="111676" y="43602"/>
                  </a:lnTo>
                  <a:lnTo>
                    <a:pt x="109687" y="33749"/>
                  </a:lnTo>
                  <a:lnTo>
                    <a:pt x="111676" y="23897"/>
                  </a:lnTo>
                  <a:lnTo>
                    <a:pt x="117101" y="15851"/>
                  </a:lnTo>
                  <a:lnTo>
                    <a:pt x="125147" y="10426"/>
                  </a:lnTo>
                  <a:lnTo>
                    <a:pt x="135000" y="8437"/>
                  </a:lnTo>
                  <a:lnTo>
                    <a:pt x="180677" y="8437"/>
                  </a:lnTo>
                  <a:lnTo>
                    <a:pt x="177670" y="6882"/>
                  </a:lnTo>
                  <a:lnTo>
                    <a:pt x="135000" y="0"/>
                  </a:lnTo>
                  <a:close/>
                </a:path>
                <a:path w="270510" h="270509">
                  <a:moveTo>
                    <a:pt x="259004" y="84375"/>
                  </a:moveTo>
                  <a:lnTo>
                    <a:pt x="160312" y="84375"/>
                  </a:lnTo>
                  <a:lnTo>
                    <a:pt x="160312" y="219375"/>
                  </a:lnTo>
                  <a:lnTo>
                    <a:pt x="185625" y="219375"/>
                  </a:lnTo>
                  <a:lnTo>
                    <a:pt x="185625" y="236249"/>
                  </a:lnTo>
                  <a:lnTo>
                    <a:pt x="222432" y="236249"/>
                  </a:lnTo>
                  <a:lnTo>
                    <a:pt x="243952" y="214729"/>
                  </a:lnTo>
                  <a:lnTo>
                    <a:pt x="263117" y="177670"/>
                  </a:lnTo>
                  <a:lnTo>
                    <a:pt x="270000" y="134999"/>
                  </a:lnTo>
                  <a:lnTo>
                    <a:pt x="263117" y="92329"/>
                  </a:lnTo>
                  <a:lnTo>
                    <a:pt x="259004" y="84375"/>
                  </a:lnTo>
                  <a:close/>
                </a:path>
                <a:path w="270510" h="270509">
                  <a:moveTo>
                    <a:pt x="180677" y="8437"/>
                  </a:moveTo>
                  <a:lnTo>
                    <a:pt x="135000" y="8437"/>
                  </a:lnTo>
                  <a:lnTo>
                    <a:pt x="144852" y="10426"/>
                  </a:lnTo>
                  <a:lnTo>
                    <a:pt x="152898" y="15851"/>
                  </a:lnTo>
                  <a:lnTo>
                    <a:pt x="158323" y="23897"/>
                  </a:lnTo>
                  <a:lnTo>
                    <a:pt x="160312" y="33749"/>
                  </a:lnTo>
                  <a:lnTo>
                    <a:pt x="158323" y="43602"/>
                  </a:lnTo>
                  <a:lnTo>
                    <a:pt x="152898" y="51648"/>
                  </a:lnTo>
                  <a:lnTo>
                    <a:pt x="144852" y="57073"/>
                  </a:lnTo>
                  <a:lnTo>
                    <a:pt x="135000"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9" name="object 9"/>
            <p:cNvPicPr/>
            <p:nvPr/>
          </p:nvPicPr>
          <p:blipFill>
            <a:blip r:embed="rId4" cstate="print"/>
            <a:stretch>
              <a:fillRect/>
            </a:stretch>
          </p:blipFill>
          <p:spPr>
            <a:xfrm>
              <a:off x="192875" y="6487937"/>
              <a:ext cx="101249" cy="227812"/>
            </a:xfrm>
            <a:prstGeom prst="rect">
              <a:avLst/>
            </a:prstGeom>
          </p:spPr>
        </p:pic>
      </p:gr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44</a:t>
            </a:fld>
            <a:endParaRPr spc="-25"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3797935" cy="878205"/>
            <a:chOff x="1417319" y="414527"/>
            <a:chExt cx="3797935" cy="878205"/>
          </a:xfrm>
        </p:grpSpPr>
        <p:pic>
          <p:nvPicPr>
            <p:cNvPr id="4" name="object 4"/>
            <p:cNvPicPr/>
            <p:nvPr/>
          </p:nvPicPr>
          <p:blipFill>
            <a:blip r:embed="rId3" cstate="print"/>
            <a:stretch>
              <a:fillRect/>
            </a:stretch>
          </p:blipFill>
          <p:spPr>
            <a:xfrm>
              <a:off x="1417319" y="414527"/>
              <a:ext cx="2791968" cy="573024"/>
            </a:xfrm>
            <a:prstGeom prst="rect">
              <a:avLst/>
            </a:prstGeom>
          </p:spPr>
        </p:pic>
        <p:pic>
          <p:nvPicPr>
            <p:cNvPr id="5" name="object 5"/>
            <p:cNvPicPr/>
            <p:nvPr/>
          </p:nvPicPr>
          <p:blipFill>
            <a:blip r:embed="rId4" cstate="print"/>
            <a:stretch>
              <a:fillRect/>
            </a:stretch>
          </p:blipFill>
          <p:spPr>
            <a:xfrm>
              <a:off x="3864863" y="414527"/>
              <a:ext cx="469391" cy="573024"/>
            </a:xfrm>
            <a:prstGeom prst="rect">
              <a:avLst/>
            </a:prstGeom>
          </p:spPr>
        </p:pic>
        <p:pic>
          <p:nvPicPr>
            <p:cNvPr id="6" name="object 6"/>
            <p:cNvPicPr/>
            <p:nvPr/>
          </p:nvPicPr>
          <p:blipFill>
            <a:blip r:embed="rId5" cstate="print"/>
            <a:stretch>
              <a:fillRect/>
            </a:stretch>
          </p:blipFill>
          <p:spPr>
            <a:xfrm>
              <a:off x="4041647" y="414527"/>
              <a:ext cx="1173479" cy="573024"/>
            </a:xfrm>
            <a:prstGeom prst="rect">
              <a:avLst/>
            </a:prstGeom>
          </p:spPr>
        </p:pic>
        <p:pic>
          <p:nvPicPr>
            <p:cNvPr id="7" name="object 7"/>
            <p:cNvPicPr/>
            <p:nvPr/>
          </p:nvPicPr>
          <p:blipFill>
            <a:blip r:embed="rId6" cstate="print"/>
            <a:stretch>
              <a:fillRect/>
            </a:stretch>
          </p:blipFill>
          <p:spPr>
            <a:xfrm>
              <a:off x="1417319" y="719327"/>
              <a:ext cx="3236976" cy="573024"/>
            </a:xfrm>
            <a:prstGeom prst="rect">
              <a:avLst/>
            </a:prstGeom>
          </p:spPr>
        </p:pic>
      </p:grpSp>
      <p:sp>
        <p:nvSpPr>
          <p:cNvPr id="8" name="object 8"/>
          <p:cNvSpPr txBox="1">
            <a:spLocks noGrp="1"/>
          </p:cNvSpPr>
          <p:nvPr>
            <p:ph type="title"/>
          </p:nvPr>
        </p:nvSpPr>
        <p:spPr>
          <a:prstGeom prst="rect">
            <a:avLst/>
          </a:prstGeom>
        </p:spPr>
        <p:txBody>
          <a:bodyPr vert="horz" wrap="square" lIns="0" tIns="177291" rIns="0" bIns="0" rtlCol="0">
            <a:spAutoFit/>
          </a:bodyPr>
          <a:lstStyle/>
          <a:p>
            <a:pPr marL="640715">
              <a:lnSpc>
                <a:spcPct val="100000"/>
              </a:lnSpc>
              <a:spcBef>
                <a:spcPts val="100"/>
              </a:spcBef>
            </a:pPr>
            <a:r>
              <a:rPr b="1" dirty="0">
                <a:latin typeface="Corbel"/>
                <a:cs typeface="Corbel"/>
              </a:rPr>
              <a:t>050</a:t>
            </a:r>
            <a:r>
              <a:rPr b="1" spc="-35" dirty="0">
                <a:latin typeface="Corbel"/>
                <a:cs typeface="Corbel"/>
              </a:rPr>
              <a:t> </a:t>
            </a:r>
            <a:r>
              <a:rPr b="1" dirty="0">
                <a:latin typeface="Corbel"/>
                <a:cs typeface="Corbel"/>
              </a:rPr>
              <a:t>04</a:t>
            </a:r>
            <a:r>
              <a:rPr b="1" spc="-35" dirty="0">
                <a:latin typeface="Corbel"/>
                <a:cs typeface="Corbel"/>
              </a:rPr>
              <a:t> </a:t>
            </a:r>
            <a:r>
              <a:rPr b="1" dirty="0">
                <a:latin typeface="Corbel"/>
                <a:cs typeface="Corbel"/>
              </a:rPr>
              <a:t>00:</a:t>
            </a:r>
            <a:r>
              <a:rPr b="1" spc="-30" dirty="0">
                <a:latin typeface="Corbel"/>
                <a:cs typeface="Corbel"/>
              </a:rPr>
              <a:t> </a:t>
            </a:r>
            <a:r>
              <a:rPr b="1" dirty="0">
                <a:latin typeface="Corbel"/>
                <a:cs typeface="Corbel"/>
              </a:rPr>
              <a:t>Psychology</a:t>
            </a:r>
            <a:r>
              <a:rPr b="1" spc="-30" dirty="0">
                <a:latin typeface="Corbel"/>
                <a:cs typeface="Corbel"/>
              </a:rPr>
              <a:t> </a:t>
            </a:r>
            <a:r>
              <a:rPr b="1" dirty="0">
                <a:latin typeface="Corbel"/>
                <a:cs typeface="Corbel"/>
              </a:rPr>
              <a:t>–</a:t>
            </a:r>
            <a:r>
              <a:rPr b="1" spc="-35" dirty="0">
                <a:latin typeface="Corbel"/>
                <a:cs typeface="Corbel"/>
              </a:rPr>
              <a:t> </a:t>
            </a:r>
            <a:r>
              <a:rPr b="1" spc="-10" dirty="0">
                <a:latin typeface="Corbel"/>
                <a:cs typeface="Corbel"/>
              </a:rPr>
              <a:t>Fatigue</a:t>
            </a:r>
          </a:p>
          <a:p>
            <a:pPr marL="640715">
              <a:lnSpc>
                <a:spcPct val="100000"/>
              </a:lnSpc>
            </a:pPr>
            <a:r>
              <a:rPr dirty="0"/>
              <a:t>050</a:t>
            </a:r>
            <a:r>
              <a:rPr spc="-45" dirty="0"/>
              <a:t> </a:t>
            </a:r>
            <a:r>
              <a:rPr dirty="0"/>
              <a:t>04</a:t>
            </a:r>
            <a:r>
              <a:rPr spc="-30" dirty="0"/>
              <a:t> </a:t>
            </a:r>
            <a:r>
              <a:rPr dirty="0"/>
              <a:t>01:</a:t>
            </a:r>
            <a:r>
              <a:rPr spc="-100" dirty="0"/>
              <a:t> </a:t>
            </a:r>
            <a:r>
              <a:rPr dirty="0"/>
              <a:t>Causes</a:t>
            </a:r>
            <a:r>
              <a:rPr spc="-30" dirty="0"/>
              <a:t> </a:t>
            </a:r>
            <a:r>
              <a:rPr dirty="0"/>
              <a:t>of</a:t>
            </a:r>
            <a:r>
              <a:rPr spc="-30" dirty="0"/>
              <a:t> </a:t>
            </a:r>
            <a:r>
              <a:rPr spc="-10" dirty="0"/>
              <a:t>fatigue</a:t>
            </a:r>
          </a:p>
        </p:txBody>
      </p:sp>
      <p:sp>
        <p:nvSpPr>
          <p:cNvPr id="9" name="object 9"/>
          <p:cNvSpPr txBox="1"/>
          <p:nvPr/>
        </p:nvSpPr>
        <p:spPr>
          <a:xfrm>
            <a:off x="1563049" y="1139443"/>
            <a:ext cx="9295130" cy="3418204"/>
          </a:xfrm>
          <a:prstGeom prst="rect">
            <a:avLst/>
          </a:prstGeom>
        </p:spPr>
        <p:txBody>
          <a:bodyPr vert="horz" wrap="square" lIns="0" tIns="146685" rIns="0" bIns="0" rtlCol="0">
            <a:spAutoFit/>
          </a:bodyPr>
          <a:lstStyle/>
          <a:p>
            <a:pPr marL="12700" algn="just">
              <a:lnSpc>
                <a:spcPct val="100000"/>
              </a:lnSpc>
              <a:spcBef>
                <a:spcPts val="1155"/>
              </a:spcBef>
            </a:pPr>
            <a:r>
              <a:rPr sz="1800" dirty="0">
                <a:latin typeface="Corbel"/>
                <a:cs typeface="Corbel"/>
              </a:rPr>
              <a:t>Like</a:t>
            </a:r>
            <a:r>
              <a:rPr sz="1800" spc="-35" dirty="0">
                <a:latin typeface="Corbel"/>
                <a:cs typeface="Corbel"/>
              </a:rPr>
              <a:t> </a:t>
            </a:r>
            <a:r>
              <a:rPr sz="1800" dirty="0">
                <a:latin typeface="Corbel"/>
                <a:cs typeface="Corbel"/>
              </a:rPr>
              <a:t>stress,</a:t>
            </a:r>
            <a:r>
              <a:rPr sz="1800" spc="-40" dirty="0">
                <a:latin typeface="Corbel"/>
                <a:cs typeface="Corbel"/>
              </a:rPr>
              <a:t> </a:t>
            </a:r>
            <a:r>
              <a:rPr sz="1800" dirty="0">
                <a:latin typeface="Corbel"/>
                <a:cs typeface="Corbel"/>
              </a:rPr>
              <a:t>fatigue</a:t>
            </a:r>
            <a:r>
              <a:rPr sz="1800" spc="-30" dirty="0">
                <a:latin typeface="Corbel"/>
                <a:cs typeface="Corbel"/>
              </a:rPr>
              <a:t> </a:t>
            </a:r>
            <a:r>
              <a:rPr sz="1800" dirty="0">
                <a:latin typeface="Corbel"/>
                <a:cs typeface="Corbel"/>
              </a:rPr>
              <a:t>falls</a:t>
            </a:r>
            <a:r>
              <a:rPr sz="1800" spc="-40" dirty="0">
                <a:latin typeface="Corbel"/>
                <a:cs typeface="Corbel"/>
              </a:rPr>
              <a:t> </a:t>
            </a:r>
            <a:r>
              <a:rPr sz="1800" dirty="0">
                <a:latin typeface="Corbel"/>
                <a:cs typeface="Corbel"/>
              </a:rPr>
              <a:t>into</a:t>
            </a:r>
            <a:r>
              <a:rPr sz="1800" spc="-30" dirty="0">
                <a:latin typeface="Corbel"/>
                <a:cs typeface="Corbel"/>
              </a:rPr>
              <a:t> </a:t>
            </a:r>
            <a:r>
              <a:rPr sz="1800" dirty="0">
                <a:latin typeface="Corbel"/>
                <a:cs typeface="Corbel"/>
              </a:rPr>
              <a:t>two</a:t>
            </a:r>
            <a:r>
              <a:rPr sz="1800" spc="-35" dirty="0">
                <a:latin typeface="Corbel"/>
                <a:cs typeface="Corbel"/>
              </a:rPr>
              <a:t> </a:t>
            </a:r>
            <a:r>
              <a:rPr sz="1800" dirty="0">
                <a:latin typeface="Corbel"/>
                <a:cs typeface="Corbel"/>
              </a:rPr>
              <a:t>broad</a:t>
            </a:r>
            <a:r>
              <a:rPr sz="1800" spc="-35" dirty="0">
                <a:latin typeface="Corbel"/>
                <a:cs typeface="Corbel"/>
              </a:rPr>
              <a:t> </a:t>
            </a:r>
            <a:r>
              <a:rPr sz="1800" dirty="0">
                <a:latin typeface="Corbel"/>
                <a:cs typeface="Corbel"/>
              </a:rPr>
              <a:t>categories:</a:t>
            </a:r>
            <a:r>
              <a:rPr sz="1800" spc="-40" dirty="0">
                <a:latin typeface="Corbel"/>
                <a:cs typeface="Corbel"/>
              </a:rPr>
              <a:t> </a:t>
            </a:r>
            <a:r>
              <a:rPr sz="1800" dirty="0">
                <a:latin typeface="Corbel"/>
                <a:cs typeface="Corbel"/>
              </a:rPr>
              <a:t>acute</a:t>
            </a:r>
            <a:r>
              <a:rPr sz="1800" spc="-30" dirty="0">
                <a:latin typeface="Corbel"/>
                <a:cs typeface="Corbel"/>
              </a:rPr>
              <a:t> </a:t>
            </a:r>
            <a:r>
              <a:rPr sz="1800" dirty="0">
                <a:latin typeface="Corbel"/>
                <a:cs typeface="Corbel"/>
              </a:rPr>
              <a:t>and</a:t>
            </a:r>
            <a:r>
              <a:rPr sz="1800" spc="-40" dirty="0">
                <a:latin typeface="Corbel"/>
                <a:cs typeface="Corbel"/>
              </a:rPr>
              <a:t> </a:t>
            </a:r>
            <a:r>
              <a:rPr sz="1800" spc="-10" dirty="0">
                <a:latin typeface="Corbel"/>
                <a:cs typeface="Corbel"/>
              </a:rPr>
              <a:t>chronic.</a:t>
            </a:r>
            <a:endParaRPr sz="1800" dirty="0">
              <a:latin typeface="Corbel"/>
              <a:cs typeface="Corbel"/>
            </a:endParaRPr>
          </a:p>
          <a:p>
            <a:pPr marL="12700" marR="5080" algn="just">
              <a:lnSpc>
                <a:spcPct val="99400"/>
              </a:lnSpc>
              <a:spcBef>
                <a:spcPts val="1070"/>
              </a:spcBef>
            </a:pPr>
            <a:r>
              <a:rPr sz="1800" b="1" dirty="0">
                <a:latin typeface="Corbel"/>
                <a:cs typeface="Corbel"/>
              </a:rPr>
              <a:t>Acute</a:t>
            </a:r>
            <a:r>
              <a:rPr sz="1800" b="1" spc="-15" dirty="0">
                <a:latin typeface="Corbel"/>
                <a:cs typeface="Corbel"/>
              </a:rPr>
              <a:t> </a:t>
            </a:r>
            <a:r>
              <a:rPr sz="1800" b="1" dirty="0">
                <a:latin typeface="Corbel"/>
                <a:cs typeface="Corbel"/>
              </a:rPr>
              <a:t>fatigue</a:t>
            </a:r>
            <a:r>
              <a:rPr sz="1800" b="1" spc="-20" dirty="0">
                <a:latin typeface="Corbel"/>
                <a:cs typeface="Corbel"/>
              </a:rPr>
              <a:t> </a:t>
            </a:r>
            <a:r>
              <a:rPr sz="1800" dirty="0">
                <a:latin typeface="Corbel"/>
                <a:cs typeface="Corbel"/>
              </a:rPr>
              <a:t>is</a:t>
            </a:r>
            <a:r>
              <a:rPr sz="1800" spc="-20" dirty="0">
                <a:latin typeface="Corbel"/>
                <a:cs typeface="Corbel"/>
              </a:rPr>
              <a:t> </a:t>
            </a:r>
            <a:r>
              <a:rPr sz="1800" u="sng" spc="-20" dirty="0">
                <a:uFill>
                  <a:solidFill>
                    <a:srgbClr val="000000"/>
                  </a:solidFill>
                </a:uFill>
                <a:latin typeface="Corbel"/>
                <a:cs typeface="Corbel"/>
              </a:rPr>
              <a:t>short-</a:t>
            </a:r>
            <a:r>
              <a:rPr sz="1800" u="sng" dirty="0">
                <a:uFill>
                  <a:solidFill>
                    <a:srgbClr val="000000"/>
                  </a:solidFill>
                </a:uFill>
                <a:latin typeface="Corbel"/>
                <a:cs typeface="Corbel"/>
              </a:rPr>
              <a:t>term</a:t>
            </a:r>
            <a:r>
              <a:rPr sz="1800" spc="-25" dirty="0">
                <a:latin typeface="Corbel"/>
                <a:cs typeface="Corbel"/>
              </a:rPr>
              <a:t> </a:t>
            </a:r>
            <a:r>
              <a:rPr sz="1800" dirty="0">
                <a:latin typeface="Corbel"/>
                <a:cs typeface="Corbel"/>
              </a:rPr>
              <a:t>and</a:t>
            </a:r>
            <a:r>
              <a:rPr sz="1800" spc="-15" dirty="0">
                <a:latin typeface="Corbel"/>
                <a:cs typeface="Corbel"/>
              </a:rPr>
              <a:t> </a:t>
            </a:r>
            <a:r>
              <a:rPr sz="1800" dirty="0">
                <a:latin typeface="Corbel"/>
                <a:cs typeface="Corbel"/>
              </a:rPr>
              <a:t>is</a:t>
            </a:r>
            <a:r>
              <a:rPr sz="1800" spc="-25" dirty="0">
                <a:latin typeface="Corbel"/>
                <a:cs typeface="Corbel"/>
              </a:rPr>
              <a:t> </a:t>
            </a:r>
            <a:r>
              <a:rPr sz="1800" dirty="0">
                <a:latin typeface="Corbel"/>
                <a:cs typeface="Corbel"/>
              </a:rPr>
              <a:t>a</a:t>
            </a:r>
            <a:r>
              <a:rPr sz="1800" spc="-15" dirty="0">
                <a:latin typeface="Corbel"/>
                <a:cs typeface="Corbel"/>
              </a:rPr>
              <a:t> </a:t>
            </a:r>
            <a:r>
              <a:rPr sz="1800" dirty="0">
                <a:latin typeface="Corbel"/>
                <a:cs typeface="Corbel"/>
              </a:rPr>
              <a:t>normal</a:t>
            </a:r>
            <a:r>
              <a:rPr sz="1800" spc="-20" dirty="0">
                <a:latin typeface="Corbel"/>
                <a:cs typeface="Corbel"/>
              </a:rPr>
              <a:t> </a:t>
            </a:r>
            <a:r>
              <a:rPr sz="1800" spc="-10" dirty="0">
                <a:latin typeface="Corbel"/>
                <a:cs typeface="Corbel"/>
              </a:rPr>
              <a:t>occurrence</a:t>
            </a:r>
            <a:r>
              <a:rPr sz="1800" spc="-15" dirty="0">
                <a:latin typeface="Corbel"/>
                <a:cs typeface="Corbel"/>
              </a:rPr>
              <a:t> </a:t>
            </a:r>
            <a:r>
              <a:rPr sz="1800" dirty="0">
                <a:latin typeface="Corbel"/>
                <a:cs typeface="Corbel"/>
              </a:rPr>
              <a:t>in</a:t>
            </a:r>
            <a:r>
              <a:rPr sz="1800" spc="-20" dirty="0">
                <a:latin typeface="Corbel"/>
                <a:cs typeface="Corbel"/>
              </a:rPr>
              <a:t> </a:t>
            </a:r>
            <a:r>
              <a:rPr sz="1800" dirty="0">
                <a:latin typeface="Corbel"/>
                <a:cs typeface="Corbel"/>
              </a:rPr>
              <a:t>everyday</a:t>
            </a:r>
            <a:r>
              <a:rPr sz="1800" spc="-15" dirty="0">
                <a:latin typeface="Corbel"/>
                <a:cs typeface="Corbel"/>
              </a:rPr>
              <a:t> </a:t>
            </a:r>
            <a:r>
              <a:rPr sz="1800" dirty="0">
                <a:latin typeface="Corbel"/>
                <a:cs typeface="Corbel"/>
              </a:rPr>
              <a:t>living.</a:t>
            </a:r>
            <a:r>
              <a:rPr sz="1800" spc="-20" dirty="0">
                <a:latin typeface="Corbel"/>
                <a:cs typeface="Corbel"/>
              </a:rPr>
              <a:t> </a:t>
            </a:r>
            <a:r>
              <a:rPr sz="1800" dirty="0">
                <a:latin typeface="Corbel"/>
                <a:cs typeface="Corbel"/>
              </a:rPr>
              <a:t>It</a:t>
            </a:r>
            <a:r>
              <a:rPr sz="1800" spc="-20" dirty="0">
                <a:latin typeface="Corbel"/>
                <a:cs typeface="Corbel"/>
              </a:rPr>
              <a:t> </a:t>
            </a:r>
            <a:r>
              <a:rPr sz="1800" dirty="0">
                <a:latin typeface="Corbel"/>
                <a:cs typeface="Corbel"/>
              </a:rPr>
              <a:t>is</a:t>
            </a:r>
            <a:r>
              <a:rPr sz="1800" spc="-20" dirty="0">
                <a:latin typeface="Corbel"/>
                <a:cs typeface="Corbel"/>
              </a:rPr>
              <a:t> </a:t>
            </a:r>
            <a:r>
              <a:rPr sz="1800" dirty="0">
                <a:latin typeface="Corbel"/>
                <a:cs typeface="Corbel"/>
              </a:rPr>
              <a:t>the</a:t>
            </a:r>
            <a:r>
              <a:rPr sz="1800" spc="-15" dirty="0">
                <a:latin typeface="Corbel"/>
                <a:cs typeface="Corbel"/>
              </a:rPr>
              <a:t> </a:t>
            </a:r>
            <a:r>
              <a:rPr sz="1800" dirty="0">
                <a:latin typeface="Corbel"/>
                <a:cs typeface="Corbel"/>
              </a:rPr>
              <a:t>kind</a:t>
            </a:r>
            <a:r>
              <a:rPr sz="1800" spc="-20" dirty="0">
                <a:latin typeface="Corbel"/>
                <a:cs typeface="Corbel"/>
              </a:rPr>
              <a:t> </a:t>
            </a:r>
            <a:r>
              <a:rPr sz="1800" dirty="0">
                <a:latin typeface="Corbel"/>
                <a:cs typeface="Corbel"/>
              </a:rPr>
              <a:t>of</a:t>
            </a:r>
            <a:r>
              <a:rPr sz="1800" spc="-15" dirty="0">
                <a:latin typeface="Corbel"/>
                <a:cs typeface="Corbel"/>
              </a:rPr>
              <a:t> </a:t>
            </a:r>
            <a:r>
              <a:rPr sz="1800" spc="-10" dirty="0">
                <a:latin typeface="Corbel"/>
                <a:cs typeface="Corbel"/>
              </a:rPr>
              <a:t>tiredness </a:t>
            </a:r>
            <a:r>
              <a:rPr sz="1800" dirty="0">
                <a:latin typeface="Corbel"/>
                <a:cs typeface="Corbel"/>
              </a:rPr>
              <a:t>people</a:t>
            </a:r>
            <a:r>
              <a:rPr sz="1800" spc="-30" dirty="0">
                <a:latin typeface="Corbel"/>
                <a:cs typeface="Corbel"/>
              </a:rPr>
              <a:t> </a:t>
            </a:r>
            <a:r>
              <a:rPr sz="1800" dirty="0">
                <a:latin typeface="Corbel"/>
                <a:cs typeface="Corbel"/>
              </a:rPr>
              <a:t>feel</a:t>
            </a:r>
            <a:r>
              <a:rPr sz="1800" spc="-35" dirty="0">
                <a:latin typeface="Corbel"/>
                <a:cs typeface="Corbel"/>
              </a:rPr>
              <a:t> </a:t>
            </a:r>
            <a:r>
              <a:rPr sz="1800" dirty="0">
                <a:latin typeface="Corbel"/>
                <a:cs typeface="Corbel"/>
              </a:rPr>
              <a:t>after</a:t>
            </a:r>
            <a:r>
              <a:rPr sz="1800" spc="-35" dirty="0">
                <a:latin typeface="Corbel"/>
                <a:cs typeface="Corbel"/>
              </a:rPr>
              <a:t> </a:t>
            </a:r>
            <a:r>
              <a:rPr sz="1800" dirty="0">
                <a:latin typeface="Corbel"/>
                <a:cs typeface="Corbel"/>
              </a:rPr>
              <a:t>a</a:t>
            </a:r>
            <a:r>
              <a:rPr sz="1800" spc="-25" dirty="0">
                <a:latin typeface="Corbel"/>
                <a:cs typeface="Corbel"/>
              </a:rPr>
              <a:t> </a:t>
            </a:r>
            <a:r>
              <a:rPr sz="1800" dirty="0">
                <a:latin typeface="Corbel"/>
                <a:cs typeface="Corbel"/>
              </a:rPr>
              <a:t>period</a:t>
            </a:r>
            <a:r>
              <a:rPr sz="1800" spc="-35" dirty="0">
                <a:latin typeface="Corbel"/>
                <a:cs typeface="Corbel"/>
              </a:rPr>
              <a:t> </a:t>
            </a:r>
            <a:r>
              <a:rPr sz="1800" dirty="0">
                <a:latin typeface="Corbel"/>
                <a:cs typeface="Corbel"/>
              </a:rPr>
              <a:t>of</a:t>
            </a:r>
            <a:r>
              <a:rPr sz="1800" spc="-25" dirty="0">
                <a:latin typeface="Corbel"/>
                <a:cs typeface="Corbel"/>
              </a:rPr>
              <a:t> </a:t>
            </a:r>
            <a:r>
              <a:rPr sz="1800" dirty="0">
                <a:latin typeface="Corbel"/>
                <a:cs typeface="Corbel"/>
              </a:rPr>
              <a:t>strenuous</a:t>
            </a:r>
            <a:r>
              <a:rPr sz="1800" spc="-35" dirty="0">
                <a:latin typeface="Corbel"/>
                <a:cs typeface="Corbel"/>
              </a:rPr>
              <a:t> </a:t>
            </a:r>
            <a:r>
              <a:rPr sz="1800" dirty="0">
                <a:latin typeface="Corbel"/>
                <a:cs typeface="Corbel"/>
              </a:rPr>
              <a:t>effort,</a:t>
            </a:r>
            <a:r>
              <a:rPr sz="1800" spc="-30" dirty="0">
                <a:latin typeface="Corbel"/>
                <a:cs typeface="Corbel"/>
              </a:rPr>
              <a:t> </a:t>
            </a:r>
            <a:r>
              <a:rPr sz="1800" dirty="0">
                <a:latin typeface="Corbel"/>
                <a:cs typeface="Corbel"/>
              </a:rPr>
              <a:t>excitement,</a:t>
            </a:r>
            <a:r>
              <a:rPr sz="1800" spc="-30" dirty="0">
                <a:latin typeface="Corbel"/>
                <a:cs typeface="Corbel"/>
              </a:rPr>
              <a:t> </a:t>
            </a:r>
            <a:r>
              <a:rPr sz="1800" dirty="0">
                <a:latin typeface="Corbel"/>
                <a:cs typeface="Corbel"/>
              </a:rPr>
              <a:t>or</a:t>
            </a:r>
            <a:r>
              <a:rPr sz="1800" spc="-35" dirty="0">
                <a:latin typeface="Corbel"/>
                <a:cs typeface="Corbel"/>
              </a:rPr>
              <a:t> </a:t>
            </a:r>
            <a:r>
              <a:rPr sz="1800" dirty="0">
                <a:latin typeface="Corbel"/>
                <a:cs typeface="Corbel"/>
              </a:rPr>
              <a:t>lack</a:t>
            </a:r>
            <a:r>
              <a:rPr sz="1800" spc="-30" dirty="0">
                <a:latin typeface="Corbel"/>
                <a:cs typeface="Corbel"/>
              </a:rPr>
              <a:t> </a:t>
            </a:r>
            <a:r>
              <a:rPr sz="1800" dirty="0">
                <a:latin typeface="Corbel"/>
                <a:cs typeface="Corbel"/>
              </a:rPr>
              <a:t>of</a:t>
            </a:r>
            <a:r>
              <a:rPr sz="1800" spc="-30" dirty="0">
                <a:latin typeface="Corbel"/>
                <a:cs typeface="Corbel"/>
              </a:rPr>
              <a:t> </a:t>
            </a:r>
            <a:r>
              <a:rPr sz="1800" dirty="0">
                <a:latin typeface="Corbel"/>
                <a:cs typeface="Corbel"/>
              </a:rPr>
              <a:t>sleep.</a:t>
            </a:r>
            <a:r>
              <a:rPr sz="1800" spc="-30" dirty="0">
                <a:latin typeface="Corbel"/>
                <a:cs typeface="Corbel"/>
              </a:rPr>
              <a:t> </a:t>
            </a:r>
            <a:r>
              <a:rPr sz="1800" dirty="0">
                <a:latin typeface="Corbel"/>
                <a:cs typeface="Corbel"/>
              </a:rPr>
              <a:t>Rest</a:t>
            </a:r>
            <a:r>
              <a:rPr sz="1800" spc="-30" dirty="0">
                <a:latin typeface="Corbel"/>
                <a:cs typeface="Corbel"/>
              </a:rPr>
              <a:t> </a:t>
            </a:r>
            <a:r>
              <a:rPr sz="1800" dirty="0">
                <a:latin typeface="Corbel"/>
                <a:cs typeface="Corbel"/>
              </a:rPr>
              <a:t>after</a:t>
            </a:r>
            <a:r>
              <a:rPr sz="1800" spc="-35" dirty="0">
                <a:latin typeface="Corbel"/>
                <a:cs typeface="Corbel"/>
              </a:rPr>
              <a:t> </a:t>
            </a:r>
            <a:r>
              <a:rPr sz="1800" dirty="0">
                <a:latin typeface="Corbel"/>
                <a:cs typeface="Corbel"/>
              </a:rPr>
              <a:t>exertion</a:t>
            </a:r>
            <a:r>
              <a:rPr sz="1800" spc="-30" dirty="0">
                <a:latin typeface="Corbel"/>
                <a:cs typeface="Corbel"/>
              </a:rPr>
              <a:t> </a:t>
            </a:r>
            <a:r>
              <a:rPr sz="1800" dirty="0">
                <a:latin typeface="Corbel"/>
                <a:cs typeface="Corbel"/>
              </a:rPr>
              <a:t>and</a:t>
            </a:r>
            <a:r>
              <a:rPr sz="1800" spc="-35" dirty="0">
                <a:latin typeface="Corbel"/>
                <a:cs typeface="Corbel"/>
              </a:rPr>
              <a:t> </a:t>
            </a:r>
            <a:r>
              <a:rPr sz="1800" spc="-50" dirty="0">
                <a:latin typeface="Corbel"/>
                <a:cs typeface="Corbel"/>
              </a:rPr>
              <a:t>8 </a:t>
            </a:r>
            <a:r>
              <a:rPr sz="1800" dirty="0">
                <a:latin typeface="Corbel"/>
                <a:cs typeface="Corbel"/>
              </a:rPr>
              <a:t>hours</a:t>
            </a:r>
            <a:r>
              <a:rPr sz="1800" spc="-40" dirty="0">
                <a:latin typeface="Corbel"/>
                <a:cs typeface="Corbel"/>
              </a:rPr>
              <a:t> </a:t>
            </a:r>
            <a:r>
              <a:rPr sz="1800" dirty="0">
                <a:latin typeface="Corbel"/>
                <a:cs typeface="Corbel"/>
              </a:rPr>
              <a:t>of</a:t>
            </a:r>
            <a:r>
              <a:rPr sz="1800" spc="-30" dirty="0">
                <a:latin typeface="Corbel"/>
                <a:cs typeface="Corbel"/>
              </a:rPr>
              <a:t> </a:t>
            </a:r>
            <a:r>
              <a:rPr sz="1800" dirty="0">
                <a:latin typeface="Corbel"/>
                <a:cs typeface="Corbel"/>
              </a:rPr>
              <a:t>sound</a:t>
            </a:r>
            <a:r>
              <a:rPr sz="1800" spc="-35" dirty="0">
                <a:latin typeface="Corbel"/>
                <a:cs typeface="Corbel"/>
              </a:rPr>
              <a:t> </a:t>
            </a:r>
            <a:r>
              <a:rPr sz="1800" dirty="0">
                <a:latin typeface="Corbel"/>
                <a:cs typeface="Corbel"/>
              </a:rPr>
              <a:t>sleep</a:t>
            </a:r>
            <a:r>
              <a:rPr sz="1800" spc="-35" dirty="0">
                <a:latin typeface="Corbel"/>
                <a:cs typeface="Corbel"/>
              </a:rPr>
              <a:t> </a:t>
            </a:r>
            <a:r>
              <a:rPr sz="1800" dirty="0">
                <a:latin typeface="Corbel"/>
                <a:cs typeface="Corbel"/>
              </a:rPr>
              <a:t>ordinarily</a:t>
            </a:r>
            <a:r>
              <a:rPr sz="1800" spc="-35" dirty="0">
                <a:latin typeface="Corbel"/>
                <a:cs typeface="Corbel"/>
              </a:rPr>
              <a:t> </a:t>
            </a:r>
            <a:r>
              <a:rPr sz="1800" dirty="0">
                <a:latin typeface="Corbel"/>
                <a:cs typeface="Corbel"/>
              </a:rPr>
              <a:t>cure</a:t>
            </a:r>
            <a:r>
              <a:rPr sz="1800" spc="-30" dirty="0">
                <a:latin typeface="Corbel"/>
                <a:cs typeface="Corbel"/>
              </a:rPr>
              <a:t> </a:t>
            </a:r>
            <a:r>
              <a:rPr sz="1800" dirty="0">
                <a:latin typeface="Corbel"/>
                <a:cs typeface="Corbel"/>
              </a:rPr>
              <a:t>this</a:t>
            </a:r>
            <a:r>
              <a:rPr sz="1800" spc="-35" dirty="0">
                <a:latin typeface="Corbel"/>
                <a:cs typeface="Corbel"/>
              </a:rPr>
              <a:t> </a:t>
            </a:r>
            <a:r>
              <a:rPr sz="1800" spc="-10" dirty="0">
                <a:latin typeface="Corbel"/>
                <a:cs typeface="Corbel"/>
              </a:rPr>
              <a:t>condition.</a:t>
            </a:r>
            <a:endParaRPr sz="1800" dirty="0">
              <a:latin typeface="Corbel"/>
              <a:cs typeface="Corbel"/>
            </a:endParaRPr>
          </a:p>
          <a:p>
            <a:pPr marL="12700" algn="just">
              <a:lnSpc>
                <a:spcPct val="100000"/>
              </a:lnSpc>
              <a:spcBef>
                <a:spcPts val="1030"/>
              </a:spcBef>
            </a:pPr>
            <a:r>
              <a:rPr sz="1800" dirty="0">
                <a:latin typeface="Corbel"/>
                <a:cs typeface="Corbel"/>
              </a:rPr>
              <a:t>Acute</a:t>
            </a:r>
            <a:r>
              <a:rPr sz="1800" spc="-25" dirty="0">
                <a:latin typeface="Corbel"/>
                <a:cs typeface="Corbel"/>
              </a:rPr>
              <a:t> </a:t>
            </a:r>
            <a:r>
              <a:rPr sz="1800" dirty="0">
                <a:latin typeface="Corbel"/>
                <a:cs typeface="Corbel"/>
              </a:rPr>
              <a:t>fatigue</a:t>
            </a:r>
            <a:r>
              <a:rPr sz="1800" spc="-25" dirty="0">
                <a:latin typeface="Corbel"/>
                <a:cs typeface="Corbel"/>
              </a:rPr>
              <a:t> </a:t>
            </a:r>
            <a:r>
              <a:rPr sz="1800" dirty="0">
                <a:latin typeface="Corbel"/>
                <a:cs typeface="Corbel"/>
              </a:rPr>
              <a:t>has</a:t>
            </a:r>
            <a:r>
              <a:rPr sz="1800" spc="-30" dirty="0">
                <a:latin typeface="Corbel"/>
                <a:cs typeface="Corbel"/>
              </a:rPr>
              <a:t> </a:t>
            </a:r>
            <a:r>
              <a:rPr sz="1800" dirty="0">
                <a:latin typeface="Corbel"/>
                <a:cs typeface="Corbel"/>
              </a:rPr>
              <a:t>many</a:t>
            </a:r>
            <a:r>
              <a:rPr sz="1800" spc="-30" dirty="0">
                <a:latin typeface="Corbel"/>
                <a:cs typeface="Corbel"/>
              </a:rPr>
              <a:t> </a:t>
            </a:r>
            <a:r>
              <a:rPr sz="1800" dirty="0">
                <a:latin typeface="Corbel"/>
                <a:cs typeface="Corbel"/>
              </a:rPr>
              <a:t>causes,</a:t>
            </a:r>
            <a:r>
              <a:rPr sz="1800" spc="-30" dirty="0">
                <a:latin typeface="Corbel"/>
                <a:cs typeface="Corbel"/>
              </a:rPr>
              <a:t> </a:t>
            </a:r>
            <a:r>
              <a:rPr sz="1800" dirty="0">
                <a:latin typeface="Corbel"/>
                <a:cs typeface="Corbel"/>
              </a:rPr>
              <a:t>but</a:t>
            </a:r>
            <a:r>
              <a:rPr sz="1800" spc="-30" dirty="0">
                <a:latin typeface="Corbel"/>
                <a:cs typeface="Corbel"/>
              </a:rPr>
              <a:t> </a:t>
            </a:r>
            <a:r>
              <a:rPr sz="1800" dirty="0">
                <a:latin typeface="Corbel"/>
                <a:cs typeface="Corbel"/>
              </a:rPr>
              <a:t>the</a:t>
            </a:r>
            <a:r>
              <a:rPr sz="1800" spc="-25" dirty="0">
                <a:latin typeface="Corbel"/>
                <a:cs typeface="Corbel"/>
              </a:rPr>
              <a:t> </a:t>
            </a:r>
            <a:r>
              <a:rPr sz="1800" dirty="0">
                <a:latin typeface="Corbel"/>
                <a:cs typeface="Corbel"/>
              </a:rPr>
              <a:t>following</a:t>
            </a:r>
            <a:r>
              <a:rPr sz="1800" spc="-35" dirty="0">
                <a:latin typeface="Corbel"/>
                <a:cs typeface="Corbel"/>
              </a:rPr>
              <a:t> </a:t>
            </a:r>
            <a:r>
              <a:rPr sz="1800" dirty="0">
                <a:latin typeface="Corbel"/>
                <a:cs typeface="Corbel"/>
              </a:rPr>
              <a:t>are</a:t>
            </a:r>
            <a:r>
              <a:rPr sz="1800" spc="-25" dirty="0">
                <a:latin typeface="Corbel"/>
                <a:cs typeface="Corbel"/>
              </a:rPr>
              <a:t> </a:t>
            </a:r>
            <a:r>
              <a:rPr sz="1800" dirty="0">
                <a:latin typeface="Corbel"/>
                <a:cs typeface="Corbel"/>
              </a:rPr>
              <a:t>among</a:t>
            </a:r>
            <a:r>
              <a:rPr sz="1800" spc="-35" dirty="0">
                <a:latin typeface="Corbel"/>
                <a:cs typeface="Corbel"/>
              </a:rPr>
              <a:t> </a:t>
            </a:r>
            <a:r>
              <a:rPr sz="1800" dirty="0">
                <a:latin typeface="Corbel"/>
                <a:cs typeface="Corbel"/>
              </a:rPr>
              <a:t>the</a:t>
            </a:r>
            <a:r>
              <a:rPr sz="1800" spc="-25" dirty="0">
                <a:latin typeface="Corbel"/>
                <a:cs typeface="Corbel"/>
              </a:rPr>
              <a:t> </a:t>
            </a:r>
            <a:r>
              <a:rPr sz="1800" dirty="0">
                <a:latin typeface="Corbel"/>
                <a:cs typeface="Corbel"/>
              </a:rPr>
              <a:t>most</a:t>
            </a:r>
            <a:r>
              <a:rPr sz="1800" spc="-30" dirty="0">
                <a:latin typeface="Corbel"/>
                <a:cs typeface="Corbel"/>
              </a:rPr>
              <a:t> </a:t>
            </a:r>
            <a:r>
              <a:rPr sz="1800" dirty="0">
                <a:latin typeface="Corbel"/>
                <a:cs typeface="Corbel"/>
              </a:rPr>
              <a:t>important</a:t>
            </a:r>
            <a:r>
              <a:rPr sz="1800" spc="-30" dirty="0">
                <a:latin typeface="Corbel"/>
                <a:cs typeface="Corbel"/>
              </a:rPr>
              <a:t> </a:t>
            </a:r>
            <a:r>
              <a:rPr sz="1800" dirty="0">
                <a:latin typeface="Corbel"/>
                <a:cs typeface="Corbel"/>
              </a:rPr>
              <a:t>for</a:t>
            </a:r>
            <a:r>
              <a:rPr sz="1800" spc="-30" dirty="0">
                <a:latin typeface="Corbel"/>
                <a:cs typeface="Corbel"/>
              </a:rPr>
              <a:t> </a:t>
            </a:r>
            <a:r>
              <a:rPr sz="1800" dirty="0">
                <a:latin typeface="Corbel"/>
                <a:cs typeface="Corbel"/>
              </a:rPr>
              <a:t>the</a:t>
            </a:r>
            <a:r>
              <a:rPr sz="1800" spc="-25" dirty="0">
                <a:latin typeface="Corbel"/>
                <a:cs typeface="Corbel"/>
              </a:rPr>
              <a:t> </a:t>
            </a:r>
            <a:r>
              <a:rPr sz="1800" spc="-10" dirty="0">
                <a:latin typeface="Corbel"/>
                <a:cs typeface="Corbel"/>
              </a:rPr>
              <a:t>pilot:</a:t>
            </a:r>
            <a:endParaRPr sz="1800" dirty="0">
              <a:latin typeface="Corbel"/>
              <a:cs typeface="Corbel"/>
            </a:endParaRPr>
          </a:p>
          <a:p>
            <a:pPr marL="160020" indent="-147320">
              <a:lnSpc>
                <a:spcPct val="100000"/>
              </a:lnSpc>
              <a:spcBef>
                <a:spcPts val="1030"/>
              </a:spcBef>
              <a:buChar char="•"/>
              <a:tabLst>
                <a:tab pos="160020" algn="l"/>
              </a:tabLst>
            </a:pPr>
            <a:r>
              <a:rPr sz="1800" dirty="0">
                <a:latin typeface="Corbel"/>
                <a:cs typeface="Corbel"/>
              </a:rPr>
              <a:t>Mild</a:t>
            </a:r>
            <a:r>
              <a:rPr sz="1800" spc="-50" dirty="0">
                <a:latin typeface="Corbel"/>
                <a:cs typeface="Corbel"/>
              </a:rPr>
              <a:t> </a:t>
            </a:r>
            <a:r>
              <a:rPr sz="1800" dirty="0">
                <a:latin typeface="Corbel"/>
                <a:cs typeface="Corbel"/>
              </a:rPr>
              <a:t>hypoxia</a:t>
            </a:r>
            <a:r>
              <a:rPr sz="1800" spc="-45" dirty="0">
                <a:latin typeface="Corbel"/>
                <a:cs typeface="Corbel"/>
              </a:rPr>
              <a:t> </a:t>
            </a:r>
            <a:r>
              <a:rPr sz="1800" dirty="0">
                <a:latin typeface="Corbel"/>
                <a:cs typeface="Corbel"/>
              </a:rPr>
              <a:t>(oxygen</a:t>
            </a:r>
            <a:r>
              <a:rPr sz="1800" spc="-45" dirty="0">
                <a:latin typeface="Corbel"/>
                <a:cs typeface="Corbel"/>
              </a:rPr>
              <a:t> </a:t>
            </a:r>
            <a:r>
              <a:rPr sz="1800" spc="-10" dirty="0">
                <a:latin typeface="Corbel"/>
                <a:cs typeface="Corbel"/>
              </a:rPr>
              <a:t>deficiency)</a:t>
            </a:r>
            <a:endParaRPr sz="1800" dirty="0">
              <a:latin typeface="Corbel"/>
              <a:cs typeface="Corbel"/>
            </a:endParaRPr>
          </a:p>
          <a:p>
            <a:pPr marL="160020" indent="-147320">
              <a:lnSpc>
                <a:spcPct val="100000"/>
              </a:lnSpc>
              <a:spcBef>
                <a:spcPts val="1060"/>
              </a:spcBef>
              <a:buChar char="•"/>
              <a:tabLst>
                <a:tab pos="160020" algn="l"/>
              </a:tabLst>
            </a:pPr>
            <a:r>
              <a:rPr sz="1800" dirty="0">
                <a:latin typeface="Corbel"/>
                <a:cs typeface="Corbel"/>
              </a:rPr>
              <a:t>Physical</a:t>
            </a:r>
            <a:r>
              <a:rPr sz="1800" spc="-40" dirty="0">
                <a:latin typeface="Corbel"/>
                <a:cs typeface="Corbel"/>
              </a:rPr>
              <a:t> </a:t>
            </a:r>
            <a:r>
              <a:rPr sz="1800" spc="-10" dirty="0">
                <a:latin typeface="Corbel"/>
                <a:cs typeface="Corbel"/>
              </a:rPr>
              <a:t>stress</a:t>
            </a:r>
            <a:endParaRPr sz="1800" dirty="0">
              <a:latin typeface="Corbel"/>
              <a:cs typeface="Corbel"/>
            </a:endParaRPr>
          </a:p>
          <a:p>
            <a:pPr marL="160020" indent="-147320">
              <a:lnSpc>
                <a:spcPct val="100000"/>
              </a:lnSpc>
              <a:spcBef>
                <a:spcPts val="1030"/>
              </a:spcBef>
              <a:buChar char="•"/>
              <a:tabLst>
                <a:tab pos="160020" algn="l"/>
              </a:tabLst>
            </a:pPr>
            <a:r>
              <a:rPr sz="1800" dirty="0">
                <a:latin typeface="Corbel"/>
                <a:cs typeface="Corbel"/>
              </a:rPr>
              <a:t>Psychological</a:t>
            </a:r>
            <a:r>
              <a:rPr sz="1800" spc="-60" dirty="0">
                <a:latin typeface="Corbel"/>
                <a:cs typeface="Corbel"/>
              </a:rPr>
              <a:t> </a:t>
            </a:r>
            <a:r>
              <a:rPr sz="1800" spc="-10" dirty="0">
                <a:latin typeface="Corbel"/>
                <a:cs typeface="Corbel"/>
              </a:rPr>
              <a:t>stress</a:t>
            </a:r>
            <a:endParaRPr sz="1800" dirty="0">
              <a:latin typeface="Corbel"/>
              <a:cs typeface="Corbel"/>
            </a:endParaRPr>
          </a:p>
          <a:p>
            <a:pPr marL="160020" indent="-147320">
              <a:lnSpc>
                <a:spcPct val="100000"/>
              </a:lnSpc>
              <a:spcBef>
                <a:spcPts val="1030"/>
              </a:spcBef>
              <a:buChar char="•"/>
              <a:tabLst>
                <a:tab pos="160020" algn="l"/>
              </a:tabLst>
            </a:pPr>
            <a:r>
              <a:rPr sz="1800" dirty="0">
                <a:latin typeface="Corbel"/>
                <a:cs typeface="Corbel"/>
              </a:rPr>
              <a:t>Depletion</a:t>
            </a:r>
            <a:r>
              <a:rPr sz="1800" spc="-40" dirty="0">
                <a:latin typeface="Corbel"/>
                <a:cs typeface="Corbel"/>
              </a:rPr>
              <a:t> </a:t>
            </a:r>
            <a:r>
              <a:rPr sz="1800" dirty="0">
                <a:latin typeface="Corbel"/>
                <a:cs typeface="Corbel"/>
              </a:rPr>
              <a:t>of</a:t>
            </a:r>
            <a:r>
              <a:rPr sz="1800" spc="-35" dirty="0">
                <a:latin typeface="Corbel"/>
                <a:cs typeface="Corbel"/>
              </a:rPr>
              <a:t> </a:t>
            </a:r>
            <a:r>
              <a:rPr sz="1800" dirty="0">
                <a:latin typeface="Corbel"/>
                <a:cs typeface="Corbel"/>
              </a:rPr>
              <a:t>physical</a:t>
            </a:r>
            <a:r>
              <a:rPr sz="1800" spc="-40" dirty="0">
                <a:latin typeface="Corbel"/>
                <a:cs typeface="Corbel"/>
              </a:rPr>
              <a:t> </a:t>
            </a:r>
            <a:r>
              <a:rPr sz="1800" spc="-10" dirty="0">
                <a:latin typeface="Corbel"/>
                <a:cs typeface="Corbel"/>
              </a:rPr>
              <a:t>energy</a:t>
            </a:r>
            <a:endParaRPr sz="1800" dirty="0">
              <a:latin typeface="Corbel"/>
              <a:cs typeface="Corbel"/>
            </a:endParaRPr>
          </a:p>
        </p:txBody>
      </p:sp>
      <p:grpSp>
        <p:nvGrpSpPr>
          <p:cNvPr id="10" name="object 10"/>
          <p:cNvGrpSpPr/>
          <p:nvPr/>
        </p:nvGrpSpPr>
        <p:grpSpPr>
          <a:xfrm>
            <a:off x="78377" y="6432684"/>
            <a:ext cx="360045" cy="360045"/>
            <a:chOff x="78377" y="6432684"/>
            <a:chExt cx="360045" cy="360045"/>
          </a:xfrm>
        </p:grpSpPr>
        <p:sp>
          <p:nvSpPr>
            <p:cNvPr id="11" name="object 11"/>
            <p:cNvSpPr/>
            <p:nvPr/>
          </p:nvSpPr>
          <p:spPr>
            <a:xfrm>
              <a:off x="78377" y="6432684"/>
              <a:ext cx="360045" cy="360045"/>
            </a:xfrm>
            <a:custGeom>
              <a:avLst/>
              <a:gdLst/>
              <a:ahLst/>
              <a:cxnLst/>
              <a:rect l="l" t="t" r="r" b="b"/>
              <a:pathLst>
                <a:path w="360045" h="360045">
                  <a:moveTo>
                    <a:pt x="359999" y="0"/>
                  </a:moveTo>
                  <a:lnTo>
                    <a:pt x="0" y="0"/>
                  </a:lnTo>
                  <a:lnTo>
                    <a:pt x="0" y="360000"/>
                  </a:lnTo>
                  <a:lnTo>
                    <a:pt x="359999" y="360000"/>
                  </a:lnTo>
                  <a:lnTo>
                    <a:pt x="359999" y="315000"/>
                  </a:lnTo>
                  <a:lnTo>
                    <a:pt x="179999" y="315000"/>
                  </a:lnTo>
                  <a:lnTo>
                    <a:pt x="137329" y="308117"/>
                  </a:lnTo>
                  <a:lnTo>
                    <a:pt x="100270" y="288952"/>
                  </a:lnTo>
                  <a:lnTo>
                    <a:pt x="71047" y="259729"/>
                  </a:lnTo>
                  <a:lnTo>
                    <a:pt x="51882" y="222670"/>
                  </a:lnTo>
                  <a:lnTo>
                    <a:pt x="44999" y="180000"/>
                  </a:lnTo>
                  <a:lnTo>
                    <a:pt x="51882" y="137329"/>
                  </a:lnTo>
                  <a:lnTo>
                    <a:pt x="71047" y="100270"/>
                  </a:lnTo>
                  <a:lnTo>
                    <a:pt x="100270" y="71047"/>
                  </a:lnTo>
                  <a:lnTo>
                    <a:pt x="137329" y="51882"/>
                  </a:lnTo>
                  <a:lnTo>
                    <a:pt x="179999" y="45000"/>
                  </a:lnTo>
                  <a:lnTo>
                    <a:pt x="359999" y="45000"/>
                  </a:lnTo>
                  <a:lnTo>
                    <a:pt x="359999" y="0"/>
                  </a:lnTo>
                  <a:close/>
                </a:path>
                <a:path w="360045" h="360045">
                  <a:moveTo>
                    <a:pt x="359999" y="45000"/>
                  </a:moveTo>
                  <a:lnTo>
                    <a:pt x="179999" y="45000"/>
                  </a:lnTo>
                  <a:lnTo>
                    <a:pt x="222670" y="51882"/>
                  </a:lnTo>
                  <a:lnTo>
                    <a:pt x="259729" y="71047"/>
                  </a:lnTo>
                  <a:lnTo>
                    <a:pt x="288952" y="100270"/>
                  </a:lnTo>
                  <a:lnTo>
                    <a:pt x="308117" y="137329"/>
                  </a:lnTo>
                  <a:lnTo>
                    <a:pt x="314999" y="180000"/>
                  </a:lnTo>
                  <a:lnTo>
                    <a:pt x="308117" y="222670"/>
                  </a:lnTo>
                  <a:lnTo>
                    <a:pt x="288952" y="259729"/>
                  </a:lnTo>
                  <a:lnTo>
                    <a:pt x="259729" y="288952"/>
                  </a:lnTo>
                  <a:lnTo>
                    <a:pt x="222670" y="308117"/>
                  </a:lnTo>
                  <a:lnTo>
                    <a:pt x="179999" y="315000"/>
                  </a:lnTo>
                  <a:lnTo>
                    <a:pt x="359999" y="315000"/>
                  </a:lnTo>
                  <a:lnTo>
                    <a:pt x="359999" y="45000"/>
                  </a:lnTo>
                  <a:close/>
                </a:path>
              </a:pathLst>
            </a:custGeom>
            <a:solidFill>
              <a:srgbClr val="1CADE4"/>
            </a:solidFill>
          </p:spPr>
          <p:txBody>
            <a:bodyPr wrap="square" lIns="0" tIns="0" rIns="0" bIns="0" rtlCol="0"/>
            <a:lstStyle/>
            <a:p>
              <a:endParaRPr/>
            </a:p>
          </p:txBody>
        </p:sp>
        <p:sp>
          <p:nvSpPr>
            <p:cNvPr id="12" name="object 12"/>
            <p:cNvSpPr/>
            <p:nvPr/>
          </p:nvSpPr>
          <p:spPr>
            <a:xfrm>
              <a:off x="123377" y="6477684"/>
              <a:ext cx="270510" cy="270510"/>
            </a:xfrm>
            <a:custGeom>
              <a:avLst/>
              <a:gdLst/>
              <a:ahLst/>
              <a:cxnLst/>
              <a:rect l="l" t="t" r="r" b="b"/>
              <a:pathLst>
                <a:path w="270510"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69999"/>
                  </a:lnTo>
                  <a:lnTo>
                    <a:pt x="177670" y="263117"/>
                  </a:lnTo>
                  <a:lnTo>
                    <a:pt x="214729" y="243952"/>
                  </a:lnTo>
                  <a:lnTo>
                    <a:pt x="222432" y="236249"/>
                  </a:lnTo>
                  <a:lnTo>
                    <a:pt x="84375" y="236249"/>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10" h="270509">
                  <a:moveTo>
                    <a:pt x="259004" y="84375"/>
                  </a:moveTo>
                  <a:lnTo>
                    <a:pt x="160312" y="84375"/>
                  </a:lnTo>
                  <a:lnTo>
                    <a:pt x="160312" y="219375"/>
                  </a:lnTo>
                  <a:lnTo>
                    <a:pt x="185625" y="219375"/>
                  </a:lnTo>
                  <a:lnTo>
                    <a:pt x="185625" y="236249"/>
                  </a:lnTo>
                  <a:lnTo>
                    <a:pt x="222432" y="236249"/>
                  </a:lnTo>
                  <a:lnTo>
                    <a:pt x="243952" y="214729"/>
                  </a:lnTo>
                  <a:lnTo>
                    <a:pt x="263117" y="177670"/>
                  </a:lnTo>
                  <a:lnTo>
                    <a:pt x="269999" y="134999"/>
                  </a:lnTo>
                  <a:lnTo>
                    <a:pt x="263117" y="92329"/>
                  </a:lnTo>
                  <a:lnTo>
                    <a:pt x="259004" y="84375"/>
                  </a:lnTo>
                  <a:close/>
                </a:path>
                <a:path w="270510"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13" name="object 13"/>
            <p:cNvPicPr/>
            <p:nvPr/>
          </p:nvPicPr>
          <p:blipFill>
            <a:blip r:embed="rId7" cstate="print"/>
            <a:stretch>
              <a:fillRect/>
            </a:stretch>
          </p:blipFill>
          <p:spPr>
            <a:xfrm>
              <a:off x="207753" y="6486122"/>
              <a:ext cx="101249" cy="227812"/>
            </a:xfrm>
            <a:prstGeom prst="rect">
              <a:avLst/>
            </a:prstGeom>
          </p:spPr>
        </p:pic>
      </p:gr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45</a:t>
            </a:fld>
            <a:endParaRPr spc="-25"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3797935" cy="878205"/>
            <a:chOff x="1417319" y="414527"/>
            <a:chExt cx="3797935" cy="878205"/>
          </a:xfrm>
        </p:grpSpPr>
        <p:pic>
          <p:nvPicPr>
            <p:cNvPr id="4" name="object 4"/>
            <p:cNvPicPr/>
            <p:nvPr/>
          </p:nvPicPr>
          <p:blipFill>
            <a:blip r:embed="rId3" cstate="print"/>
            <a:stretch>
              <a:fillRect/>
            </a:stretch>
          </p:blipFill>
          <p:spPr>
            <a:xfrm>
              <a:off x="1417319" y="414527"/>
              <a:ext cx="2791968" cy="573024"/>
            </a:xfrm>
            <a:prstGeom prst="rect">
              <a:avLst/>
            </a:prstGeom>
          </p:spPr>
        </p:pic>
        <p:pic>
          <p:nvPicPr>
            <p:cNvPr id="5" name="object 5"/>
            <p:cNvPicPr/>
            <p:nvPr/>
          </p:nvPicPr>
          <p:blipFill>
            <a:blip r:embed="rId4" cstate="print"/>
            <a:stretch>
              <a:fillRect/>
            </a:stretch>
          </p:blipFill>
          <p:spPr>
            <a:xfrm>
              <a:off x="3864863" y="414527"/>
              <a:ext cx="469391" cy="573024"/>
            </a:xfrm>
            <a:prstGeom prst="rect">
              <a:avLst/>
            </a:prstGeom>
          </p:spPr>
        </p:pic>
        <p:pic>
          <p:nvPicPr>
            <p:cNvPr id="6" name="object 6"/>
            <p:cNvPicPr/>
            <p:nvPr/>
          </p:nvPicPr>
          <p:blipFill>
            <a:blip r:embed="rId5" cstate="print"/>
            <a:stretch>
              <a:fillRect/>
            </a:stretch>
          </p:blipFill>
          <p:spPr>
            <a:xfrm>
              <a:off x="4041647" y="414527"/>
              <a:ext cx="1173479" cy="573024"/>
            </a:xfrm>
            <a:prstGeom prst="rect">
              <a:avLst/>
            </a:prstGeom>
          </p:spPr>
        </p:pic>
        <p:pic>
          <p:nvPicPr>
            <p:cNvPr id="7" name="object 7"/>
            <p:cNvPicPr/>
            <p:nvPr/>
          </p:nvPicPr>
          <p:blipFill>
            <a:blip r:embed="rId6" cstate="print"/>
            <a:stretch>
              <a:fillRect/>
            </a:stretch>
          </p:blipFill>
          <p:spPr>
            <a:xfrm>
              <a:off x="1417319" y="719327"/>
              <a:ext cx="3236976" cy="573024"/>
            </a:xfrm>
            <a:prstGeom prst="rect">
              <a:avLst/>
            </a:prstGeom>
          </p:spPr>
        </p:pic>
      </p:grpSp>
      <p:sp>
        <p:nvSpPr>
          <p:cNvPr id="8" name="object 8"/>
          <p:cNvSpPr txBox="1">
            <a:spLocks noGrp="1"/>
          </p:cNvSpPr>
          <p:nvPr>
            <p:ph type="title"/>
          </p:nvPr>
        </p:nvSpPr>
        <p:spPr>
          <a:prstGeom prst="rect">
            <a:avLst/>
          </a:prstGeom>
        </p:spPr>
        <p:txBody>
          <a:bodyPr vert="horz" wrap="square" lIns="0" tIns="177291" rIns="0" bIns="0" rtlCol="0">
            <a:spAutoFit/>
          </a:bodyPr>
          <a:lstStyle/>
          <a:p>
            <a:pPr marL="640715">
              <a:lnSpc>
                <a:spcPct val="100000"/>
              </a:lnSpc>
              <a:spcBef>
                <a:spcPts val="100"/>
              </a:spcBef>
            </a:pPr>
            <a:r>
              <a:rPr b="1" dirty="0">
                <a:latin typeface="Corbel"/>
                <a:cs typeface="Corbel"/>
              </a:rPr>
              <a:t>050</a:t>
            </a:r>
            <a:r>
              <a:rPr b="1" spc="-35" dirty="0">
                <a:latin typeface="Corbel"/>
                <a:cs typeface="Corbel"/>
              </a:rPr>
              <a:t> </a:t>
            </a:r>
            <a:r>
              <a:rPr b="1" dirty="0">
                <a:latin typeface="Corbel"/>
                <a:cs typeface="Corbel"/>
              </a:rPr>
              <a:t>04</a:t>
            </a:r>
            <a:r>
              <a:rPr b="1" spc="-35" dirty="0">
                <a:latin typeface="Corbel"/>
                <a:cs typeface="Corbel"/>
              </a:rPr>
              <a:t> </a:t>
            </a:r>
            <a:r>
              <a:rPr b="1" dirty="0">
                <a:latin typeface="Corbel"/>
                <a:cs typeface="Corbel"/>
              </a:rPr>
              <a:t>00:</a:t>
            </a:r>
            <a:r>
              <a:rPr b="1" spc="-30" dirty="0">
                <a:latin typeface="Corbel"/>
                <a:cs typeface="Corbel"/>
              </a:rPr>
              <a:t> </a:t>
            </a:r>
            <a:r>
              <a:rPr b="1" dirty="0">
                <a:latin typeface="Corbel"/>
                <a:cs typeface="Corbel"/>
              </a:rPr>
              <a:t>Psychology</a:t>
            </a:r>
            <a:r>
              <a:rPr b="1" spc="-30" dirty="0">
                <a:latin typeface="Corbel"/>
                <a:cs typeface="Corbel"/>
              </a:rPr>
              <a:t> </a:t>
            </a:r>
            <a:r>
              <a:rPr b="1" dirty="0">
                <a:latin typeface="Corbel"/>
                <a:cs typeface="Corbel"/>
              </a:rPr>
              <a:t>–</a:t>
            </a:r>
            <a:r>
              <a:rPr b="1" spc="-35" dirty="0">
                <a:latin typeface="Corbel"/>
                <a:cs typeface="Corbel"/>
              </a:rPr>
              <a:t> </a:t>
            </a:r>
            <a:r>
              <a:rPr b="1" spc="-10" dirty="0">
                <a:latin typeface="Corbel"/>
                <a:cs typeface="Corbel"/>
              </a:rPr>
              <a:t>Fatigue</a:t>
            </a:r>
          </a:p>
          <a:p>
            <a:pPr marL="640715">
              <a:lnSpc>
                <a:spcPct val="100000"/>
              </a:lnSpc>
            </a:pPr>
            <a:r>
              <a:rPr dirty="0"/>
              <a:t>050</a:t>
            </a:r>
            <a:r>
              <a:rPr spc="-45" dirty="0"/>
              <a:t> </a:t>
            </a:r>
            <a:r>
              <a:rPr dirty="0"/>
              <a:t>04</a:t>
            </a:r>
            <a:r>
              <a:rPr spc="-30" dirty="0"/>
              <a:t> </a:t>
            </a:r>
            <a:r>
              <a:rPr dirty="0"/>
              <a:t>01:</a:t>
            </a:r>
            <a:r>
              <a:rPr spc="-100" dirty="0"/>
              <a:t> </a:t>
            </a:r>
            <a:r>
              <a:rPr dirty="0"/>
              <a:t>Causes</a:t>
            </a:r>
            <a:r>
              <a:rPr spc="-30" dirty="0"/>
              <a:t> </a:t>
            </a:r>
            <a:r>
              <a:rPr dirty="0"/>
              <a:t>of</a:t>
            </a:r>
            <a:r>
              <a:rPr spc="-30" dirty="0"/>
              <a:t> </a:t>
            </a:r>
            <a:r>
              <a:rPr spc="-10" dirty="0"/>
              <a:t>fatigue</a:t>
            </a: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46</a:t>
            </a:fld>
            <a:endParaRPr spc="-25" dirty="0"/>
          </a:p>
        </p:txBody>
      </p:sp>
      <p:sp>
        <p:nvSpPr>
          <p:cNvPr id="9" name="object 9"/>
          <p:cNvSpPr txBox="1">
            <a:spLocks noGrp="1"/>
          </p:cNvSpPr>
          <p:nvPr>
            <p:ph type="body" idx="1"/>
          </p:nvPr>
        </p:nvSpPr>
        <p:spPr>
          <a:prstGeom prst="rect">
            <a:avLst/>
          </a:prstGeom>
        </p:spPr>
        <p:txBody>
          <a:bodyPr vert="horz" wrap="square" lIns="0" tIns="494538" rIns="0" bIns="0" rtlCol="0">
            <a:spAutoFit/>
          </a:bodyPr>
          <a:lstStyle/>
          <a:p>
            <a:pPr marL="12700" marR="254000">
              <a:lnSpc>
                <a:spcPts val="2090"/>
              </a:lnSpc>
              <a:spcBef>
                <a:spcPts val="225"/>
              </a:spcBef>
            </a:pPr>
            <a:r>
              <a:rPr sz="1800" b="1" dirty="0">
                <a:latin typeface="Corbel"/>
                <a:cs typeface="Corbel"/>
              </a:rPr>
              <a:t>Chronic</a:t>
            </a:r>
            <a:r>
              <a:rPr sz="1800" b="1" spc="-40" dirty="0">
                <a:latin typeface="Corbel"/>
                <a:cs typeface="Corbel"/>
              </a:rPr>
              <a:t> </a:t>
            </a:r>
            <a:r>
              <a:rPr sz="1800" b="1" dirty="0">
                <a:latin typeface="Corbel"/>
                <a:cs typeface="Corbel"/>
              </a:rPr>
              <a:t>fatigue</a:t>
            </a:r>
            <a:r>
              <a:rPr sz="1800" dirty="0"/>
              <a:t>,</a:t>
            </a:r>
            <a:r>
              <a:rPr sz="1800" spc="-30" dirty="0"/>
              <a:t> </a:t>
            </a:r>
            <a:r>
              <a:rPr sz="1800" dirty="0"/>
              <a:t>extending</a:t>
            </a:r>
            <a:r>
              <a:rPr sz="1800" spc="-35" dirty="0"/>
              <a:t> </a:t>
            </a:r>
            <a:r>
              <a:rPr sz="1800" dirty="0"/>
              <a:t>over</a:t>
            </a:r>
            <a:r>
              <a:rPr sz="1800" spc="-35" dirty="0"/>
              <a:t> </a:t>
            </a:r>
            <a:r>
              <a:rPr sz="1800" dirty="0"/>
              <a:t>a</a:t>
            </a:r>
            <a:r>
              <a:rPr sz="1800" spc="-25" dirty="0"/>
              <a:t> </a:t>
            </a:r>
            <a:r>
              <a:rPr sz="1800" dirty="0"/>
              <a:t>long</a:t>
            </a:r>
            <a:r>
              <a:rPr sz="1800" spc="-35" dirty="0"/>
              <a:t> </a:t>
            </a:r>
            <a:r>
              <a:rPr sz="1800" dirty="0"/>
              <a:t>period</a:t>
            </a:r>
            <a:r>
              <a:rPr sz="1800" spc="-30" dirty="0"/>
              <a:t> </a:t>
            </a:r>
            <a:r>
              <a:rPr sz="1800" dirty="0"/>
              <a:t>of</a:t>
            </a:r>
            <a:r>
              <a:rPr sz="1800" spc="-25" dirty="0"/>
              <a:t> </a:t>
            </a:r>
            <a:r>
              <a:rPr sz="1800" dirty="0"/>
              <a:t>time,</a:t>
            </a:r>
            <a:r>
              <a:rPr sz="1800" spc="-30" dirty="0"/>
              <a:t> </a:t>
            </a:r>
            <a:r>
              <a:rPr sz="1800" dirty="0"/>
              <a:t>usually</a:t>
            </a:r>
            <a:r>
              <a:rPr sz="1800" spc="-35" dirty="0"/>
              <a:t> </a:t>
            </a:r>
            <a:r>
              <a:rPr sz="1800" dirty="0"/>
              <a:t>has</a:t>
            </a:r>
            <a:r>
              <a:rPr sz="1800" spc="-30" dirty="0"/>
              <a:t> </a:t>
            </a:r>
            <a:r>
              <a:rPr sz="1800" spc="-10" dirty="0"/>
              <a:t>psychological</a:t>
            </a:r>
            <a:r>
              <a:rPr sz="1800" spc="-35" dirty="0"/>
              <a:t> </a:t>
            </a:r>
            <a:r>
              <a:rPr sz="1800" dirty="0"/>
              <a:t>roots,</a:t>
            </a:r>
            <a:r>
              <a:rPr sz="1800" spc="-30" dirty="0"/>
              <a:t> </a:t>
            </a:r>
            <a:r>
              <a:rPr sz="1800" dirty="0"/>
              <a:t>although</a:t>
            </a:r>
            <a:r>
              <a:rPr sz="1800" spc="-25" dirty="0"/>
              <a:t> an </a:t>
            </a:r>
            <a:r>
              <a:rPr sz="1800" dirty="0"/>
              <a:t>underlying</a:t>
            </a:r>
            <a:r>
              <a:rPr sz="1800" spc="-65" dirty="0"/>
              <a:t> </a:t>
            </a:r>
            <a:r>
              <a:rPr sz="1800" dirty="0"/>
              <a:t>disease</a:t>
            </a:r>
            <a:r>
              <a:rPr sz="1800" spc="-35" dirty="0"/>
              <a:t> </a:t>
            </a:r>
            <a:r>
              <a:rPr sz="1800" dirty="0"/>
              <a:t>is</a:t>
            </a:r>
            <a:r>
              <a:rPr sz="1800" spc="-40" dirty="0"/>
              <a:t> </a:t>
            </a:r>
            <a:r>
              <a:rPr sz="1800" dirty="0"/>
              <a:t>sometimes</a:t>
            </a:r>
            <a:r>
              <a:rPr sz="1800" spc="-40" dirty="0"/>
              <a:t> </a:t>
            </a:r>
            <a:r>
              <a:rPr sz="1800" spc="-10" dirty="0"/>
              <a:t>responsible</a:t>
            </a:r>
            <a:r>
              <a:rPr sz="1800" b="1" spc="-10" dirty="0">
                <a:latin typeface="Corbel"/>
                <a:cs typeface="Corbel"/>
              </a:rPr>
              <a:t>.</a:t>
            </a:r>
            <a:r>
              <a:rPr sz="1800" b="1" spc="-80" dirty="0">
                <a:latin typeface="Corbel"/>
                <a:cs typeface="Corbel"/>
              </a:rPr>
              <a:t> </a:t>
            </a:r>
            <a:r>
              <a:rPr sz="1800" b="1" dirty="0">
                <a:latin typeface="Corbel"/>
                <a:cs typeface="Corbel"/>
              </a:rPr>
              <a:t>Continuous</a:t>
            </a:r>
            <a:r>
              <a:rPr sz="1800" b="1" spc="-40" dirty="0">
                <a:latin typeface="Corbel"/>
                <a:cs typeface="Corbel"/>
              </a:rPr>
              <a:t> </a:t>
            </a:r>
            <a:r>
              <a:rPr sz="1800" b="1" spc="-10" dirty="0">
                <a:latin typeface="Corbel"/>
                <a:cs typeface="Corbel"/>
              </a:rPr>
              <a:t>high-</a:t>
            </a:r>
            <a:r>
              <a:rPr sz="1800" b="1" dirty="0">
                <a:latin typeface="Corbel"/>
                <a:cs typeface="Corbel"/>
              </a:rPr>
              <a:t>stress</a:t>
            </a:r>
            <a:r>
              <a:rPr sz="1800" b="1" spc="-40" dirty="0">
                <a:latin typeface="Corbel"/>
                <a:cs typeface="Corbel"/>
              </a:rPr>
              <a:t> </a:t>
            </a:r>
            <a:r>
              <a:rPr sz="1800" b="1" dirty="0">
                <a:latin typeface="Corbel"/>
                <a:cs typeface="Corbel"/>
              </a:rPr>
              <a:t>levels</a:t>
            </a:r>
            <a:r>
              <a:rPr sz="1800" b="1" spc="-45" dirty="0">
                <a:latin typeface="Corbel"/>
                <a:cs typeface="Corbel"/>
              </a:rPr>
              <a:t> </a:t>
            </a:r>
            <a:r>
              <a:rPr sz="1800" b="1" dirty="0">
                <a:latin typeface="Corbel"/>
                <a:cs typeface="Corbel"/>
              </a:rPr>
              <a:t>produce</a:t>
            </a:r>
            <a:r>
              <a:rPr sz="1800" b="1" spc="-35" dirty="0">
                <a:latin typeface="Corbel"/>
                <a:cs typeface="Corbel"/>
              </a:rPr>
              <a:t> </a:t>
            </a:r>
            <a:r>
              <a:rPr sz="1800" b="1" dirty="0">
                <a:latin typeface="Corbel"/>
                <a:cs typeface="Corbel"/>
              </a:rPr>
              <a:t>chronic</a:t>
            </a:r>
            <a:r>
              <a:rPr sz="1800" b="1" spc="-45" dirty="0">
                <a:latin typeface="Corbel"/>
                <a:cs typeface="Corbel"/>
              </a:rPr>
              <a:t> </a:t>
            </a:r>
            <a:r>
              <a:rPr sz="1800" b="1" spc="-10" dirty="0">
                <a:latin typeface="Corbel"/>
                <a:cs typeface="Corbel"/>
              </a:rPr>
              <a:t>fatigue.</a:t>
            </a:r>
            <a:endParaRPr sz="1800">
              <a:latin typeface="Corbel"/>
              <a:cs typeface="Corbel"/>
            </a:endParaRPr>
          </a:p>
          <a:p>
            <a:pPr marL="12700" marR="32384">
              <a:lnSpc>
                <a:spcPct val="101099"/>
              </a:lnSpc>
              <a:spcBef>
                <a:spcPts val="975"/>
              </a:spcBef>
            </a:pPr>
            <a:r>
              <a:rPr sz="1800" dirty="0"/>
              <a:t>An</a:t>
            </a:r>
            <a:r>
              <a:rPr sz="1800" spc="-30" dirty="0"/>
              <a:t> </a:t>
            </a:r>
            <a:r>
              <a:rPr sz="1800" dirty="0"/>
              <a:t>individual</a:t>
            </a:r>
            <a:r>
              <a:rPr sz="1800" spc="-35" dirty="0"/>
              <a:t> </a:t>
            </a:r>
            <a:r>
              <a:rPr sz="1800" dirty="0"/>
              <a:t>may</a:t>
            </a:r>
            <a:r>
              <a:rPr sz="1800" spc="-30" dirty="0"/>
              <a:t> </a:t>
            </a:r>
            <a:r>
              <a:rPr sz="1800" dirty="0"/>
              <a:t>experience</a:t>
            </a:r>
            <a:r>
              <a:rPr sz="1800" spc="-25" dirty="0"/>
              <a:t> </a:t>
            </a:r>
            <a:r>
              <a:rPr sz="1800" dirty="0"/>
              <a:t>this</a:t>
            </a:r>
            <a:r>
              <a:rPr sz="1800" spc="-30" dirty="0"/>
              <a:t> </a:t>
            </a:r>
            <a:r>
              <a:rPr sz="1800" dirty="0"/>
              <a:t>condition</a:t>
            </a:r>
            <a:r>
              <a:rPr sz="1800" spc="-25" dirty="0"/>
              <a:t> </a:t>
            </a:r>
            <a:r>
              <a:rPr sz="1800" dirty="0"/>
              <a:t>in</a:t>
            </a:r>
            <a:r>
              <a:rPr sz="1800" spc="-30" dirty="0"/>
              <a:t> </a:t>
            </a:r>
            <a:r>
              <a:rPr sz="1800" dirty="0"/>
              <a:t>the</a:t>
            </a:r>
            <a:r>
              <a:rPr sz="1800" spc="-25" dirty="0"/>
              <a:t> </a:t>
            </a:r>
            <a:r>
              <a:rPr sz="1800" dirty="0"/>
              <a:t>form</a:t>
            </a:r>
            <a:r>
              <a:rPr sz="1800" spc="-30" dirty="0"/>
              <a:t> </a:t>
            </a:r>
            <a:r>
              <a:rPr sz="1800" dirty="0"/>
              <a:t>of</a:t>
            </a:r>
            <a:r>
              <a:rPr sz="1800" spc="-25" dirty="0"/>
              <a:t> </a:t>
            </a:r>
            <a:r>
              <a:rPr sz="1800" dirty="0"/>
              <a:t>weakness,</a:t>
            </a:r>
            <a:r>
              <a:rPr sz="1800" spc="-30" dirty="0"/>
              <a:t> </a:t>
            </a:r>
            <a:r>
              <a:rPr sz="1800" dirty="0"/>
              <a:t>tiredness,</a:t>
            </a:r>
            <a:r>
              <a:rPr sz="1800" spc="-25" dirty="0"/>
              <a:t> </a:t>
            </a:r>
            <a:r>
              <a:rPr sz="1800" spc="-10" dirty="0"/>
              <a:t>palpitations</a:t>
            </a:r>
            <a:r>
              <a:rPr sz="1800" spc="-30" dirty="0"/>
              <a:t> </a:t>
            </a:r>
            <a:r>
              <a:rPr sz="1800" dirty="0"/>
              <a:t>of</a:t>
            </a:r>
            <a:r>
              <a:rPr sz="1800" spc="-25" dirty="0"/>
              <a:t> </a:t>
            </a:r>
            <a:r>
              <a:rPr sz="1800" dirty="0"/>
              <a:t>the</a:t>
            </a:r>
            <a:r>
              <a:rPr sz="1800" spc="-25" dirty="0"/>
              <a:t> </a:t>
            </a:r>
            <a:r>
              <a:rPr sz="1800" spc="-10" dirty="0"/>
              <a:t>heart, </a:t>
            </a:r>
            <a:r>
              <a:rPr sz="1800" dirty="0"/>
              <a:t>breathlessness,</a:t>
            </a:r>
            <a:r>
              <a:rPr sz="1800" spc="-50" dirty="0"/>
              <a:t> </a:t>
            </a:r>
            <a:r>
              <a:rPr sz="1800" dirty="0"/>
              <a:t>headaches,</a:t>
            </a:r>
            <a:r>
              <a:rPr sz="1800" spc="-50" dirty="0"/>
              <a:t> </a:t>
            </a:r>
            <a:r>
              <a:rPr sz="1800" dirty="0"/>
              <a:t>or</a:t>
            </a:r>
            <a:r>
              <a:rPr sz="1800" spc="-50" dirty="0"/>
              <a:t> </a:t>
            </a:r>
            <a:r>
              <a:rPr sz="1800" spc="-10" dirty="0"/>
              <a:t>irritability.</a:t>
            </a:r>
            <a:endParaRPr sz="1800"/>
          </a:p>
          <a:p>
            <a:pPr marL="12700" marR="5080">
              <a:lnSpc>
                <a:spcPts val="2090"/>
              </a:lnSpc>
              <a:spcBef>
                <a:spcPts val="1185"/>
              </a:spcBef>
            </a:pPr>
            <a:r>
              <a:rPr sz="1800" dirty="0"/>
              <a:t>Sometimes</a:t>
            </a:r>
            <a:r>
              <a:rPr sz="1800" spc="-45" dirty="0"/>
              <a:t> </a:t>
            </a:r>
            <a:r>
              <a:rPr sz="1800" dirty="0"/>
              <a:t>chronic</a:t>
            </a:r>
            <a:r>
              <a:rPr sz="1800" spc="-35" dirty="0"/>
              <a:t> </a:t>
            </a:r>
            <a:r>
              <a:rPr sz="1800" dirty="0"/>
              <a:t>fatigue</a:t>
            </a:r>
            <a:r>
              <a:rPr sz="1800" spc="-30" dirty="0"/>
              <a:t> </a:t>
            </a:r>
            <a:r>
              <a:rPr sz="1800" dirty="0"/>
              <a:t>even</a:t>
            </a:r>
            <a:r>
              <a:rPr sz="1800" spc="-35" dirty="0"/>
              <a:t> </a:t>
            </a:r>
            <a:r>
              <a:rPr sz="1800" dirty="0"/>
              <a:t>creates</a:t>
            </a:r>
            <a:r>
              <a:rPr sz="1800" spc="-45" dirty="0"/>
              <a:t> </a:t>
            </a:r>
            <a:r>
              <a:rPr sz="1800" dirty="0"/>
              <a:t>stomach</a:t>
            </a:r>
            <a:r>
              <a:rPr sz="1800" spc="-30" dirty="0"/>
              <a:t> </a:t>
            </a:r>
            <a:r>
              <a:rPr sz="1800" dirty="0"/>
              <a:t>or</a:t>
            </a:r>
            <a:r>
              <a:rPr sz="1800" spc="-35" dirty="0"/>
              <a:t> </a:t>
            </a:r>
            <a:r>
              <a:rPr sz="1800" dirty="0"/>
              <a:t>intestinal</a:t>
            </a:r>
            <a:r>
              <a:rPr sz="1800" spc="-40" dirty="0"/>
              <a:t> </a:t>
            </a:r>
            <a:r>
              <a:rPr sz="1800" dirty="0"/>
              <a:t>problems</a:t>
            </a:r>
            <a:r>
              <a:rPr sz="1800" spc="-40" dirty="0"/>
              <a:t> </a:t>
            </a:r>
            <a:r>
              <a:rPr sz="1800" dirty="0"/>
              <a:t>and</a:t>
            </a:r>
            <a:r>
              <a:rPr sz="1800" spc="-40" dirty="0"/>
              <a:t> </a:t>
            </a:r>
            <a:r>
              <a:rPr sz="1800" dirty="0"/>
              <a:t>generalized</a:t>
            </a:r>
            <a:r>
              <a:rPr sz="1800" spc="-35" dirty="0"/>
              <a:t> </a:t>
            </a:r>
            <a:r>
              <a:rPr sz="1800" dirty="0"/>
              <a:t>aches</a:t>
            </a:r>
            <a:r>
              <a:rPr sz="1800" spc="-40" dirty="0"/>
              <a:t> </a:t>
            </a:r>
            <a:r>
              <a:rPr sz="1800" dirty="0"/>
              <a:t>and</a:t>
            </a:r>
            <a:r>
              <a:rPr sz="1800" spc="-35" dirty="0"/>
              <a:t> </a:t>
            </a:r>
            <a:r>
              <a:rPr sz="1800" spc="-10" dirty="0"/>
              <a:t>pains </a:t>
            </a:r>
            <a:r>
              <a:rPr sz="1800" dirty="0"/>
              <a:t>throughout</a:t>
            </a:r>
            <a:r>
              <a:rPr sz="1800" spc="-40" dirty="0"/>
              <a:t> </a:t>
            </a:r>
            <a:r>
              <a:rPr sz="1800" dirty="0"/>
              <a:t>the</a:t>
            </a:r>
            <a:r>
              <a:rPr sz="1800" spc="-35" dirty="0"/>
              <a:t> </a:t>
            </a:r>
            <a:r>
              <a:rPr sz="1800" spc="-20" dirty="0"/>
              <a:t>body.</a:t>
            </a:r>
            <a:endParaRPr sz="1800"/>
          </a:p>
          <a:p>
            <a:pPr marL="12700">
              <a:lnSpc>
                <a:spcPct val="100000"/>
              </a:lnSpc>
              <a:spcBef>
                <a:spcPts val="994"/>
              </a:spcBef>
            </a:pPr>
            <a:r>
              <a:rPr sz="1800" dirty="0"/>
              <a:t>When</a:t>
            </a:r>
            <a:r>
              <a:rPr sz="1800" spc="-45" dirty="0"/>
              <a:t> </a:t>
            </a:r>
            <a:r>
              <a:rPr sz="1800" dirty="0"/>
              <a:t>the</a:t>
            </a:r>
            <a:r>
              <a:rPr sz="1800" spc="-35" dirty="0"/>
              <a:t> </a:t>
            </a:r>
            <a:r>
              <a:rPr sz="1800" dirty="0"/>
              <a:t>condition</a:t>
            </a:r>
            <a:r>
              <a:rPr sz="1800" spc="-45" dirty="0"/>
              <a:t> </a:t>
            </a:r>
            <a:r>
              <a:rPr sz="1800" dirty="0"/>
              <a:t>becomes</a:t>
            </a:r>
            <a:r>
              <a:rPr sz="1800" spc="-40" dirty="0"/>
              <a:t> </a:t>
            </a:r>
            <a:r>
              <a:rPr sz="1800" dirty="0"/>
              <a:t>serious</a:t>
            </a:r>
            <a:r>
              <a:rPr sz="1800" spc="-40" dirty="0"/>
              <a:t> </a:t>
            </a:r>
            <a:r>
              <a:rPr sz="1800" dirty="0"/>
              <a:t>enough,</a:t>
            </a:r>
            <a:r>
              <a:rPr sz="1800" spc="-45" dirty="0"/>
              <a:t> </a:t>
            </a:r>
            <a:r>
              <a:rPr sz="1800" dirty="0"/>
              <a:t>it</a:t>
            </a:r>
            <a:r>
              <a:rPr sz="1800" spc="-40" dirty="0"/>
              <a:t> </a:t>
            </a:r>
            <a:r>
              <a:rPr sz="1800" dirty="0"/>
              <a:t>leads</a:t>
            </a:r>
            <a:r>
              <a:rPr sz="1800" spc="-40" dirty="0"/>
              <a:t> </a:t>
            </a:r>
            <a:r>
              <a:rPr sz="1800" dirty="0"/>
              <a:t>to</a:t>
            </a:r>
            <a:r>
              <a:rPr sz="1800" spc="-40" dirty="0"/>
              <a:t> </a:t>
            </a:r>
            <a:r>
              <a:rPr sz="1800" dirty="0"/>
              <a:t>emotional</a:t>
            </a:r>
            <a:r>
              <a:rPr sz="1800" spc="-45" dirty="0"/>
              <a:t> </a:t>
            </a:r>
            <a:r>
              <a:rPr sz="1800" spc="-10" dirty="0"/>
              <a:t>illness.</a:t>
            </a:r>
            <a:endParaRPr sz="18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2" cstate="print"/>
          <a:stretch>
            <a:fillRect/>
          </a:stretch>
        </p:blipFill>
        <p:spPr>
          <a:xfrm>
            <a:off x="1417319" y="566927"/>
            <a:ext cx="5312663" cy="573024"/>
          </a:xfrm>
          <a:prstGeom prst="rect">
            <a:avLst/>
          </a:prstGeom>
        </p:spPr>
      </p:pic>
      <p:sp>
        <p:nvSpPr>
          <p:cNvPr id="4" name="object 4"/>
          <p:cNvSpPr txBox="1">
            <a:spLocks noGrp="1"/>
          </p:cNvSpPr>
          <p:nvPr>
            <p:ph type="title"/>
          </p:nvPr>
        </p:nvSpPr>
        <p:spPr>
          <a:prstGeom prst="rect">
            <a:avLst/>
          </a:prstGeom>
        </p:spPr>
        <p:txBody>
          <a:bodyPr vert="horz" wrap="square" lIns="0" tIns="329691" rIns="0" bIns="0" rtlCol="0">
            <a:spAutoFit/>
          </a:bodyPr>
          <a:lstStyle/>
          <a:p>
            <a:pPr marL="640715">
              <a:lnSpc>
                <a:spcPct val="100000"/>
              </a:lnSpc>
              <a:spcBef>
                <a:spcPts val="100"/>
              </a:spcBef>
            </a:pPr>
            <a:r>
              <a:rPr dirty="0"/>
              <a:t>050</a:t>
            </a:r>
            <a:r>
              <a:rPr spc="-40" dirty="0"/>
              <a:t> </a:t>
            </a:r>
            <a:r>
              <a:rPr dirty="0"/>
              <a:t>04</a:t>
            </a:r>
            <a:r>
              <a:rPr spc="-30" dirty="0"/>
              <a:t> </a:t>
            </a:r>
            <a:r>
              <a:rPr dirty="0"/>
              <a:t>02:</a:t>
            </a:r>
            <a:r>
              <a:rPr spc="-40" dirty="0"/>
              <a:t> </a:t>
            </a:r>
            <a:r>
              <a:rPr dirty="0"/>
              <a:t>Effects</a:t>
            </a:r>
            <a:r>
              <a:rPr spc="-30" dirty="0"/>
              <a:t> </a:t>
            </a:r>
            <a:r>
              <a:rPr dirty="0"/>
              <a:t>of</a:t>
            </a:r>
            <a:r>
              <a:rPr spc="-35" dirty="0"/>
              <a:t> </a:t>
            </a:r>
            <a:r>
              <a:rPr dirty="0"/>
              <a:t>fatigue</a:t>
            </a:r>
            <a:r>
              <a:rPr spc="-30" dirty="0"/>
              <a:t> </a:t>
            </a:r>
            <a:r>
              <a:rPr dirty="0"/>
              <a:t>on</a:t>
            </a:r>
            <a:r>
              <a:rPr spc="-90" dirty="0"/>
              <a:t> </a:t>
            </a:r>
            <a:r>
              <a:rPr dirty="0"/>
              <a:t>UAS</a:t>
            </a:r>
            <a:r>
              <a:rPr spc="-40" dirty="0"/>
              <a:t> </a:t>
            </a:r>
            <a:r>
              <a:rPr spc="-10" dirty="0"/>
              <a:t>operations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47</a:t>
            </a:fld>
            <a:endParaRPr spc="-25" dirty="0"/>
          </a:p>
        </p:txBody>
      </p:sp>
      <p:sp>
        <p:nvSpPr>
          <p:cNvPr id="5" name="object 5"/>
          <p:cNvSpPr txBox="1"/>
          <p:nvPr/>
        </p:nvSpPr>
        <p:spPr>
          <a:xfrm>
            <a:off x="1563048" y="1419859"/>
            <a:ext cx="9589770" cy="4134485"/>
          </a:xfrm>
          <a:prstGeom prst="rect">
            <a:avLst/>
          </a:prstGeom>
        </p:spPr>
        <p:txBody>
          <a:bodyPr vert="horz" wrap="square" lIns="0" tIns="12700" rIns="0" bIns="0" rtlCol="0">
            <a:spAutoFit/>
          </a:bodyPr>
          <a:lstStyle/>
          <a:p>
            <a:pPr marL="12700">
              <a:lnSpc>
                <a:spcPct val="100000"/>
              </a:lnSpc>
              <a:spcBef>
                <a:spcPts val="100"/>
              </a:spcBef>
            </a:pPr>
            <a:r>
              <a:rPr sz="1800" dirty="0">
                <a:latin typeface="Corbel"/>
                <a:cs typeface="Corbel"/>
              </a:rPr>
              <a:t>Fatigue</a:t>
            </a:r>
            <a:r>
              <a:rPr sz="1800" spc="-45" dirty="0">
                <a:latin typeface="Corbel"/>
                <a:cs typeface="Corbel"/>
              </a:rPr>
              <a:t> </a:t>
            </a:r>
            <a:r>
              <a:rPr sz="1800" dirty="0">
                <a:latin typeface="Corbel"/>
                <a:cs typeface="Corbel"/>
              </a:rPr>
              <a:t>is</a:t>
            </a:r>
            <a:r>
              <a:rPr sz="1800" spc="-55" dirty="0">
                <a:latin typeface="Corbel"/>
                <a:cs typeface="Corbel"/>
              </a:rPr>
              <a:t> </a:t>
            </a:r>
            <a:r>
              <a:rPr sz="1800" dirty="0">
                <a:latin typeface="Corbel"/>
                <a:cs typeface="Corbel"/>
              </a:rPr>
              <a:t>frequently</a:t>
            </a:r>
            <a:r>
              <a:rPr sz="1800" spc="-45" dirty="0">
                <a:latin typeface="Corbel"/>
                <a:cs typeface="Corbel"/>
              </a:rPr>
              <a:t> </a:t>
            </a:r>
            <a:r>
              <a:rPr sz="1800" dirty="0">
                <a:latin typeface="Corbel"/>
                <a:cs typeface="Corbel"/>
              </a:rPr>
              <a:t>associated</a:t>
            </a:r>
            <a:r>
              <a:rPr sz="1800" spc="-50" dirty="0">
                <a:latin typeface="Corbel"/>
                <a:cs typeface="Corbel"/>
              </a:rPr>
              <a:t> </a:t>
            </a:r>
            <a:r>
              <a:rPr sz="1800" dirty="0">
                <a:latin typeface="Corbel"/>
                <a:cs typeface="Corbel"/>
              </a:rPr>
              <a:t>with</a:t>
            </a:r>
            <a:r>
              <a:rPr sz="1800" spc="-45" dirty="0">
                <a:latin typeface="Corbel"/>
                <a:cs typeface="Corbel"/>
              </a:rPr>
              <a:t> </a:t>
            </a:r>
            <a:r>
              <a:rPr sz="1800" dirty="0">
                <a:latin typeface="Corbel"/>
                <a:cs typeface="Corbel"/>
              </a:rPr>
              <a:t>pilot</a:t>
            </a:r>
            <a:r>
              <a:rPr sz="1800" spc="-50" dirty="0">
                <a:latin typeface="Corbel"/>
                <a:cs typeface="Corbel"/>
              </a:rPr>
              <a:t> </a:t>
            </a:r>
            <a:r>
              <a:rPr sz="1800" spc="-10" dirty="0">
                <a:latin typeface="Corbel"/>
                <a:cs typeface="Corbel"/>
              </a:rPr>
              <a:t>error.</a:t>
            </a:r>
            <a:endParaRPr sz="1800" dirty="0">
              <a:latin typeface="Corbel"/>
              <a:cs typeface="Corbel"/>
            </a:endParaRPr>
          </a:p>
          <a:p>
            <a:pPr marL="12700" marR="54610">
              <a:lnSpc>
                <a:spcPct val="99400"/>
              </a:lnSpc>
              <a:spcBef>
                <a:spcPts val="2145"/>
              </a:spcBef>
            </a:pPr>
            <a:r>
              <a:rPr sz="1800" dirty="0">
                <a:latin typeface="Corbel"/>
                <a:cs typeface="Corbel"/>
              </a:rPr>
              <a:t>Some</a:t>
            </a:r>
            <a:r>
              <a:rPr sz="1800" spc="-20" dirty="0">
                <a:latin typeface="Corbel"/>
                <a:cs typeface="Corbel"/>
              </a:rPr>
              <a:t> </a:t>
            </a:r>
            <a:r>
              <a:rPr sz="1800" dirty="0">
                <a:latin typeface="Corbel"/>
                <a:cs typeface="Corbel"/>
              </a:rPr>
              <a:t>of</a:t>
            </a:r>
            <a:r>
              <a:rPr sz="1800" spc="-20" dirty="0">
                <a:latin typeface="Corbel"/>
                <a:cs typeface="Corbel"/>
              </a:rPr>
              <a:t> </a:t>
            </a:r>
            <a:r>
              <a:rPr sz="1800" dirty="0">
                <a:latin typeface="Corbel"/>
                <a:cs typeface="Corbel"/>
              </a:rPr>
              <a:t>the</a:t>
            </a:r>
            <a:r>
              <a:rPr sz="1800" spc="-20" dirty="0">
                <a:latin typeface="Corbel"/>
                <a:cs typeface="Corbel"/>
              </a:rPr>
              <a:t> </a:t>
            </a:r>
            <a:r>
              <a:rPr sz="1800" b="1" dirty="0">
                <a:latin typeface="Corbel"/>
                <a:cs typeface="Corbel"/>
              </a:rPr>
              <a:t>effects</a:t>
            </a:r>
            <a:r>
              <a:rPr sz="1800" b="1" spc="-30" dirty="0">
                <a:latin typeface="Corbel"/>
                <a:cs typeface="Corbel"/>
              </a:rPr>
              <a:t> </a:t>
            </a:r>
            <a:r>
              <a:rPr sz="1800" b="1" dirty="0">
                <a:latin typeface="Corbel"/>
                <a:cs typeface="Corbel"/>
              </a:rPr>
              <a:t>of</a:t>
            </a:r>
            <a:r>
              <a:rPr sz="1800" b="1" spc="-30" dirty="0">
                <a:latin typeface="Corbel"/>
                <a:cs typeface="Corbel"/>
              </a:rPr>
              <a:t> </a:t>
            </a:r>
            <a:r>
              <a:rPr sz="1800" b="1" dirty="0">
                <a:latin typeface="Corbel"/>
                <a:cs typeface="Corbel"/>
              </a:rPr>
              <a:t>fatigue</a:t>
            </a:r>
            <a:r>
              <a:rPr sz="1800" b="1" spc="-20" dirty="0">
                <a:latin typeface="Corbel"/>
                <a:cs typeface="Corbel"/>
              </a:rPr>
              <a:t> </a:t>
            </a:r>
            <a:r>
              <a:rPr sz="1800" b="1" dirty="0">
                <a:latin typeface="Corbel"/>
                <a:cs typeface="Corbel"/>
              </a:rPr>
              <a:t>include</a:t>
            </a:r>
            <a:r>
              <a:rPr sz="1800" b="1" spc="-20" dirty="0">
                <a:latin typeface="Corbel"/>
                <a:cs typeface="Corbel"/>
              </a:rPr>
              <a:t> </a:t>
            </a:r>
            <a:r>
              <a:rPr sz="1800" b="1" dirty="0">
                <a:latin typeface="Corbel"/>
                <a:cs typeface="Corbel"/>
              </a:rPr>
              <a:t>degradation</a:t>
            </a:r>
            <a:r>
              <a:rPr sz="1800" b="1" spc="-20" dirty="0">
                <a:latin typeface="Corbel"/>
                <a:cs typeface="Corbel"/>
              </a:rPr>
              <a:t> </a:t>
            </a:r>
            <a:r>
              <a:rPr sz="1800" b="1" dirty="0">
                <a:latin typeface="Corbel"/>
                <a:cs typeface="Corbel"/>
              </a:rPr>
              <a:t>of</a:t>
            </a:r>
            <a:r>
              <a:rPr sz="1800" b="1" spc="-30" dirty="0">
                <a:latin typeface="Corbel"/>
                <a:cs typeface="Corbel"/>
              </a:rPr>
              <a:t> </a:t>
            </a:r>
            <a:r>
              <a:rPr sz="1800" b="1" dirty="0">
                <a:latin typeface="Corbel"/>
                <a:cs typeface="Corbel"/>
              </a:rPr>
              <a:t>attention</a:t>
            </a:r>
            <a:r>
              <a:rPr sz="1800" b="1" spc="-20" dirty="0">
                <a:latin typeface="Corbel"/>
                <a:cs typeface="Corbel"/>
              </a:rPr>
              <a:t> </a:t>
            </a:r>
            <a:r>
              <a:rPr sz="1800" b="1" dirty="0">
                <a:latin typeface="Corbel"/>
                <a:cs typeface="Corbel"/>
              </a:rPr>
              <a:t>and</a:t>
            </a:r>
            <a:r>
              <a:rPr sz="1800" b="1" spc="-25" dirty="0">
                <a:latin typeface="Corbel"/>
                <a:cs typeface="Corbel"/>
              </a:rPr>
              <a:t> </a:t>
            </a:r>
            <a:r>
              <a:rPr sz="1800" b="1" spc="-10" dirty="0">
                <a:latin typeface="Corbel"/>
                <a:cs typeface="Corbel"/>
              </a:rPr>
              <a:t>concentration,</a:t>
            </a:r>
            <a:r>
              <a:rPr sz="1800" b="1" spc="-20" dirty="0">
                <a:latin typeface="Corbel"/>
                <a:cs typeface="Corbel"/>
              </a:rPr>
              <a:t> </a:t>
            </a:r>
            <a:r>
              <a:rPr sz="1800" b="1" spc="-10" dirty="0">
                <a:latin typeface="Corbel"/>
                <a:cs typeface="Corbel"/>
              </a:rPr>
              <a:t>impaired </a:t>
            </a:r>
            <a:r>
              <a:rPr sz="1800" b="1" dirty="0">
                <a:latin typeface="Corbel"/>
                <a:cs typeface="Corbel"/>
              </a:rPr>
              <a:t>coordination,</a:t>
            </a:r>
            <a:r>
              <a:rPr sz="1800" b="1" spc="-60" dirty="0">
                <a:latin typeface="Corbel"/>
                <a:cs typeface="Corbel"/>
              </a:rPr>
              <a:t> </a:t>
            </a:r>
            <a:r>
              <a:rPr sz="1800" b="1" dirty="0">
                <a:latin typeface="Corbel"/>
                <a:cs typeface="Corbel"/>
              </a:rPr>
              <a:t>and</a:t>
            </a:r>
            <a:r>
              <a:rPr sz="1800" b="1" spc="-40" dirty="0">
                <a:latin typeface="Corbel"/>
                <a:cs typeface="Corbel"/>
              </a:rPr>
              <a:t> </a:t>
            </a:r>
            <a:r>
              <a:rPr sz="1800" b="1" dirty="0">
                <a:latin typeface="Corbel"/>
                <a:cs typeface="Corbel"/>
              </a:rPr>
              <a:t>decreased</a:t>
            </a:r>
            <a:r>
              <a:rPr sz="1800" b="1" spc="-40" dirty="0">
                <a:latin typeface="Corbel"/>
                <a:cs typeface="Corbel"/>
              </a:rPr>
              <a:t> </a:t>
            </a:r>
            <a:r>
              <a:rPr sz="1800" b="1" dirty="0">
                <a:latin typeface="Corbel"/>
                <a:cs typeface="Corbel"/>
              </a:rPr>
              <a:t>ability</a:t>
            </a:r>
            <a:r>
              <a:rPr sz="1800" b="1" spc="-40" dirty="0">
                <a:latin typeface="Corbel"/>
                <a:cs typeface="Corbel"/>
              </a:rPr>
              <a:t> </a:t>
            </a:r>
            <a:r>
              <a:rPr sz="1800" b="1" dirty="0">
                <a:latin typeface="Corbel"/>
                <a:cs typeface="Corbel"/>
              </a:rPr>
              <a:t>to</a:t>
            </a:r>
            <a:r>
              <a:rPr sz="1800" b="1" spc="-35" dirty="0">
                <a:latin typeface="Corbel"/>
                <a:cs typeface="Corbel"/>
              </a:rPr>
              <a:t> </a:t>
            </a:r>
            <a:r>
              <a:rPr sz="1800" b="1" spc="-10" dirty="0">
                <a:latin typeface="Corbel"/>
                <a:cs typeface="Corbel"/>
              </a:rPr>
              <a:t>communicate</a:t>
            </a:r>
            <a:r>
              <a:rPr sz="1800" spc="-10" dirty="0">
                <a:latin typeface="Corbel"/>
                <a:cs typeface="Corbel"/>
              </a:rPr>
              <a:t>.</a:t>
            </a:r>
            <a:r>
              <a:rPr sz="1800" spc="-125" dirty="0">
                <a:latin typeface="Corbel"/>
                <a:cs typeface="Corbel"/>
              </a:rPr>
              <a:t> </a:t>
            </a:r>
            <a:r>
              <a:rPr sz="1800" dirty="0">
                <a:latin typeface="Corbel"/>
                <a:cs typeface="Corbel"/>
              </a:rPr>
              <a:t>These</a:t>
            </a:r>
            <a:r>
              <a:rPr sz="1800" spc="-35" dirty="0">
                <a:latin typeface="Corbel"/>
                <a:cs typeface="Corbel"/>
              </a:rPr>
              <a:t> </a:t>
            </a:r>
            <a:r>
              <a:rPr sz="1800" dirty="0">
                <a:latin typeface="Corbel"/>
                <a:cs typeface="Corbel"/>
              </a:rPr>
              <a:t>factors</a:t>
            </a:r>
            <a:r>
              <a:rPr sz="1800" spc="-35" dirty="0">
                <a:latin typeface="Corbel"/>
                <a:cs typeface="Corbel"/>
              </a:rPr>
              <a:t> </a:t>
            </a:r>
            <a:r>
              <a:rPr sz="1800" dirty="0">
                <a:latin typeface="Corbel"/>
                <a:cs typeface="Corbel"/>
              </a:rPr>
              <a:t>seriously</a:t>
            </a:r>
            <a:r>
              <a:rPr sz="1800" spc="-40" dirty="0">
                <a:latin typeface="Corbel"/>
                <a:cs typeface="Corbel"/>
              </a:rPr>
              <a:t> </a:t>
            </a:r>
            <a:r>
              <a:rPr sz="1800" dirty="0">
                <a:latin typeface="Corbel"/>
                <a:cs typeface="Corbel"/>
              </a:rPr>
              <a:t>influence</a:t>
            </a:r>
            <a:r>
              <a:rPr sz="1800" spc="-35" dirty="0">
                <a:latin typeface="Corbel"/>
                <a:cs typeface="Corbel"/>
              </a:rPr>
              <a:t> </a:t>
            </a:r>
            <a:r>
              <a:rPr sz="1800" dirty="0">
                <a:latin typeface="Corbel"/>
                <a:cs typeface="Corbel"/>
              </a:rPr>
              <a:t>the</a:t>
            </a:r>
            <a:r>
              <a:rPr sz="1800" spc="-30" dirty="0">
                <a:latin typeface="Corbel"/>
                <a:cs typeface="Corbel"/>
              </a:rPr>
              <a:t> </a:t>
            </a:r>
            <a:r>
              <a:rPr sz="1800" dirty="0">
                <a:latin typeface="Corbel"/>
                <a:cs typeface="Corbel"/>
              </a:rPr>
              <a:t>ability</a:t>
            </a:r>
            <a:r>
              <a:rPr sz="1800" spc="-40" dirty="0">
                <a:latin typeface="Corbel"/>
                <a:cs typeface="Corbel"/>
              </a:rPr>
              <a:t> </a:t>
            </a:r>
            <a:r>
              <a:rPr sz="1800" spc="-25" dirty="0">
                <a:latin typeface="Corbel"/>
                <a:cs typeface="Corbel"/>
              </a:rPr>
              <a:t>to </a:t>
            </a:r>
            <a:r>
              <a:rPr sz="1800" dirty="0">
                <a:latin typeface="Corbel"/>
                <a:cs typeface="Corbel"/>
              </a:rPr>
              <a:t>make</a:t>
            </a:r>
            <a:r>
              <a:rPr sz="1800" spc="-60" dirty="0">
                <a:latin typeface="Corbel"/>
                <a:cs typeface="Corbel"/>
              </a:rPr>
              <a:t> </a:t>
            </a:r>
            <a:r>
              <a:rPr sz="1800" dirty="0">
                <a:latin typeface="Corbel"/>
                <a:cs typeface="Corbel"/>
              </a:rPr>
              <a:t>effective</a:t>
            </a:r>
            <a:r>
              <a:rPr sz="1800" spc="-55" dirty="0">
                <a:latin typeface="Corbel"/>
                <a:cs typeface="Corbel"/>
              </a:rPr>
              <a:t> </a:t>
            </a:r>
            <a:r>
              <a:rPr sz="1800" spc="-10" dirty="0">
                <a:latin typeface="Corbel"/>
                <a:cs typeface="Corbel"/>
              </a:rPr>
              <a:t>decisions.</a:t>
            </a:r>
            <a:endParaRPr sz="1800" dirty="0">
              <a:latin typeface="Corbel"/>
              <a:cs typeface="Corbel"/>
            </a:endParaRPr>
          </a:p>
          <a:p>
            <a:pPr marL="297815" indent="-285115">
              <a:lnSpc>
                <a:spcPct val="100000"/>
              </a:lnSpc>
              <a:spcBef>
                <a:spcPts val="2140"/>
              </a:spcBef>
              <a:buFont typeface="Arial MT"/>
              <a:buChar char="•"/>
              <a:tabLst>
                <a:tab pos="297815" algn="l"/>
              </a:tabLst>
            </a:pPr>
            <a:r>
              <a:rPr sz="1800" dirty="0">
                <a:latin typeface="Corbel"/>
                <a:cs typeface="Corbel"/>
              </a:rPr>
              <a:t>If</a:t>
            </a:r>
            <a:r>
              <a:rPr sz="1800" spc="-25" dirty="0">
                <a:latin typeface="Corbel"/>
                <a:cs typeface="Corbel"/>
              </a:rPr>
              <a:t> </a:t>
            </a:r>
            <a:r>
              <a:rPr sz="1800" dirty="0">
                <a:latin typeface="Corbel"/>
                <a:cs typeface="Corbel"/>
              </a:rPr>
              <a:t>suffering</a:t>
            </a:r>
            <a:r>
              <a:rPr sz="1800" spc="-25" dirty="0">
                <a:latin typeface="Corbel"/>
                <a:cs typeface="Corbel"/>
              </a:rPr>
              <a:t> </a:t>
            </a:r>
            <a:r>
              <a:rPr sz="1800" dirty="0">
                <a:latin typeface="Corbel"/>
                <a:cs typeface="Corbel"/>
              </a:rPr>
              <a:t>from</a:t>
            </a:r>
            <a:r>
              <a:rPr sz="1800" spc="-30" dirty="0">
                <a:latin typeface="Corbel"/>
                <a:cs typeface="Corbel"/>
              </a:rPr>
              <a:t> </a:t>
            </a:r>
            <a:r>
              <a:rPr sz="1800" dirty="0">
                <a:latin typeface="Corbel"/>
                <a:cs typeface="Corbel"/>
              </a:rPr>
              <a:t>acute</a:t>
            </a:r>
            <a:r>
              <a:rPr sz="1800" spc="-15" dirty="0">
                <a:latin typeface="Corbel"/>
                <a:cs typeface="Corbel"/>
              </a:rPr>
              <a:t> </a:t>
            </a:r>
            <a:r>
              <a:rPr sz="1800" dirty="0">
                <a:latin typeface="Corbel"/>
                <a:cs typeface="Corbel"/>
              </a:rPr>
              <a:t>fatigue,</a:t>
            </a:r>
            <a:r>
              <a:rPr sz="1800" spc="-20" dirty="0">
                <a:latin typeface="Corbel"/>
                <a:cs typeface="Corbel"/>
              </a:rPr>
              <a:t> </a:t>
            </a:r>
            <a:r>
              <a:rPr sz="1800" dirty="0">
                <a:latin typeface="Corbel"/>
                <a:cs typeface="Corbel"/>
              </a:rPr>
              <a:t>a</a:t>
            </a:r>
            <a:r>
              <a:rPr sz="1800" spc="-20" dirty="0">
                <a:latin typeface="Corbel"/>
                <a:cs typeface="Corbel"/>
              </a:rPr>
              <a:t> </a:t>
            </a:r>
            <a:r>
              <a:rPr sz="1800" dirty="0">
                <a:latin typeface="Corbel"/>
                <a:cs typeface="Corbel"/>
              </a:rPr>
              <a:t>pilot</a:t>
            </a:r>
            <a:r>
              <a:rPr sz="1800" spc="-20" dirty="0">
                <a:latin typeface="Corbel"/>
                <a:cs typeface="Corbel"/>
              </a:rPr>
              <a:t> </a:t>
            </a:r>
            <a:r>
              <a:rPr sz="1800" dirty="0">
                <a:latin typeface="Corbel"/>
                <a:cs typeface="Corbel"/>
              </a:rPr>
              <a:t>should</a:t>
            </a:r>
            <a:r>
              <a:rPr sz="1800" spc="-25" dirty="0">
                <a:latin typeface="Corbel"/>
                <a:cs typeface="Corbel"/>
              </a:rPr>
              <a:t> </a:t>
            </a:r>
            <a:r>
              <a:rPr sz="1800" dirty="0">
                <a:latin typeface="Corbel"/>
                <a:cs typeface="Corbel"/>
              </a:rPr>
              <a:t>not</a:t>
            </a:r>
            <a:r>
              <a:rPr sz="1800" spc="-20" dirty="0">
                <a:latin typeface="Corbel"/>
                <a:cs typeface="Corbel"/>
              </a:rPr>
              <a:t> </a:t>
            </a:r>
            <a:r>
              <a:rPr sz="1800" spc="-10" dirty="0">
                <a:latin typeface="Corbel"/>
                <a:cs typeface="Corbel"/>
              </a:rPr>
              <a:t>operate</a:t>
            </a:r>
            <a:r>
              <a:rPr sz="1800" spc="-70" dirty="0">
                <a:latin typeface="Corbel"/>
                <a:cs typeface="Corbel"/>
              </a:rPr>
              <a:t> </a:t>
            </a:r>
            <a:r>
              <a:rPr sz="1800" spc="-25" dirty="0">
                <a:latin typeface="Corbel"/>
                <a:cs typeface="Corbel"/>
              </a:rPr>
              <a:t>UA.</a:t>
            </a:r>
            <a:endParaRPr sz="1800" dirty="0">
              <a:latin typeface="Corbel"/>
              <a:cs typeface="Corbel"/>
            </a:endParaRPr>
          </a:p>
          <a:p>
            <a:pPr>
              <a:lnSpc>
                <a:spcPct val="100000"/>
              </a:lnSpc>
              <a:spcBef>
                <a:spcPts val="185"/>
              </a:spcBef>
              <a:buFont typeface="Arial MT"/>
              <a:buChar char="•"/>
            </a:pPr>
            <a:endParaRPr sz="1800" dirty="0">
              <a:latin typeface="Corbel"/>
              <a:cs typeface="Corbel"/>
            </a:endParaRPr>
          </a:p>
          <a:p>
            <a:pPr marL="298450" marR="5080" indent="-285750">
              <a:lnSpc>
                <a:spcPts val="2090"/>
              </a:lnSpc>
              <a:buFont typeface="Arial MT"/>
              <a:buChar char="•"/>
              <a:tabLst>
                <a:tab pos="298450" algn="l"/>
              </a:tabLst>
            </a:pPr>
            <a:r>
              <a:rPr sz="1800" dirty="0">
                <a:latin typeface="Corbel"/>
                <a:cs typeface="Corbel"/>
              </a:rPr>
              <a:t>If</a:t>
            </a:r>
            <a:r>
              <a:rPr sz="1800" spc="-35" dirty="0">
                <a:latin typeface="Corbel"/>
                <a:cs typeface="Corbel"/>
              </a:rPr>
              <a:t> </a:t>
            </a:r>
            <a:r>
              <a:rPr sz="1800" dirty="0">
                <a:latin typeface="Corbel"/>
                <a:cs typeface="Corbel"/>
              </a:rPr>
              <a:t>fatigue</a:t>
            </a:r>
            <a:r>
              <a:rPr sz="1800" spc="-25" dirty="0">
                <a:latin typeface="Corbel"/>
                <a:cs typeface="Corbel"/>
              </a:rPr>
              <a:t> </a:t>
            </a:r>
            <a:r>
              <a:rPr sz="1800" dirty="0">
                <a:latin typeface="Corbel"/>
                <a:cs typeface="Corbel"/>
              </a:rPr>
              <a:t>occurs</a:t>
            </a:r>
            <a:r>
              <a:rPr sz="1800" spc="-35" dirty="0">
                <a:latin typeface="Corbel"/>
                <a:cs typeface="Corbel"/>
              </a:rPr>
              <a:t> </a:t>
            </a:r>
            <a:r>
              <a:rPr sz="1800" dirty="0">
                <a:latin typeface="Corbel"/>
                <a:cs typeface="Corbel"/>
              </a:rPr>
              <a:t>during</a:t>
            </a:r>
            <a:r>
              <a:rPr sz="1800" spc="-35" dirty="0">
                <a:latin typeface="Corbel"/>
                <a:cs typeface="Corbel"/>
              </a:rPr>
              <a:t> </a:t>
            </a:r>
            <a:r>
              <a:rPr sz="1800" dirty="0">
                <a:latin typeface="Corbel"/>
                <a:cs typeface="Corbel"/>
              </a:rPr>
              <a:t>the</a:t>
            </a:r>
            <a:r>
              <a:rPr sz="1800" spc="-25" dirty="0">
                <a:latin typeface="Corbel"/>
                <a:cs typeface="Corbel"/>
              </a:rPr>
              <a:t> </a:t>
            </a:r>
            <a:r>
              <a:rPr sz="1800" dirty="0">
                <a:latin typeface="Corbel"/>
                <a:cs typeface="Corbel"/>
              </a:rPr>
              <a:t>operation</a:t>
            </a:r>
            <a:r>
              <a:rPr sz="1800" spc="-30" dirty="0">
                <a:latin typeface="Corbel"/>
                <a:cs typeface="Corbel"/>
              </a:rPr>
              <a:t> </a:t>
            </a:r>
            <a:r>
              <a:rPr sz="1800" dirty="0">
                <a:latin typeface="Corbel"/>
                <a:cs typeface="Corbel"/>
              </a:rPr>
              <a:t>of</a:t>
            </a:r>
            <a:r>
              <a:rPr sz="1800" spc="-75" dirty="0">
                <a:latin typeface="Corbel"/>
                <a:cs typeface="Corbel"/>
              </a:rPr>
              <a:t> </a:t>
            </a:r>
            <a:r>
              <a:rPr sz="1800" dirty="0">
                <a:latin typeface="Corbel"/>
                <a:cs typeface="Corbel"/>
              </a:rPr>
              <a:t>UA,</a:t>
            </a:r>
            <a:r>
              <a:rPr sz="1800" spc="-30" dirty="0">
                <a:latin typeface="Corbel"/>
                <a:cs typeface="Corbel"/>
              </a:rPr>
              <a:t> </a:t>
            </a:r>
            <a:r>
              <a:rPr sz="1800" dirty="0">
                <a:latin typeface="Corbel"/>
                <a:cs typeface="Corbel"/>
              </a:rPr>
              <a:t>no</a:t>
            </a:r>
            <a:r>
              <a:rPr sz="1800" spc="-25" dirty="0">
                <a:latin typeface="Corbel"/>
                <a:cs typeface="Corbel"/>
              </a:rPr>
              <a:t> </a:t>
            </a:r>
            <a:r>
              <a:rPr sz="1800" dirty="0">
                <a:latin typeface="Corbel"/>
                <a:cs typeface="Corbel"/>
              </a:rPr>
              <a:t>amount</a:t>
            </a:r>
            <a:r>
              <a:rPr sz="1800" spc="-35" dirty="0">
                <a:latin typeface="Corbel"/>
                <a:cs typeface="Corbel"/>
              </a:rPr>
              <a:t> </a:t>
            </a:r>
            <a:r>
              <a:rPr sz="1800" dirty="0">
                <a:latin typeface="Corbel"/>
                <a:cs typeface="Corbel"/>
              </a:rPr>
              <a:t>of</a:t>
            </a:r>
            <a:r>
              <a:rPr sz="1800" spc="-30" dirty="0">
                <a:latin typeface="Corbel"/>
                <a:cs typeface="Corbel"/>
              </a:rPr>
              <a:t> </a:t>
            </a:r>
            <a:r>
              <a:rPr sz="1800" dirty="0">
                <a:latin typeface="Corbel"/>
                <a:cs typeface="Corbel"/>
              </a:rPr>
              <a:t>training</a:t>
            </a:r>
            <a:r>
              <a:rPr sz="1800" spc="-35" dirty="0">
                <a:latin typeface="Corbel"/>
                <a:cs typeface="Corbel"/>
              </a:rPr>
              <a:t> </a:t>
            </a:r>
            <a:r>
              <a:rPr sz="1800" dirty="0">
                <a:latin typeface="Corbel"/>
                <a:cs typeface="Corbel"/>
              </a:rPr>
              <a:t>or</a:t>
            </a:r>
            <a:r>
              <a:rPr sz="1800" spc="-35" dirty="0">
                <a:latin typeface="Corbel"/>
                <a:cs typeface="Corbel"/>
              </a:rPr>
              <a:t> </a:t>
            </a:r>
            <a:r>
              <a:rPr sz="1800" dirty="0">
                <a:latin typeface="Corbel"/>
                <a:cs typeface="Corbel"/>
              </a:rPr>
              <a:t>experience</a:t>
            </a:r>
            <a:r>
              <a:rPr sz="1800" spc="-25" dirty="0">
                <a:latin typeface="Corbel"/>
                <a:cs typeface="Corbel"/>
              </a:rPr>
              <a:t> </a:t>
            </a:r>
            <a:r>
              <a:rPr sz="1800" dirty="0">
                <a:latin typeface="Corbel"/>
                <a:cs typeface="Corbel"/>
              </a:rPr>
              <a:t>can</a:t>
            </a:r>
            <a:r>
              <a:rPr sz="1800" spc="-30" dirty="0">
                <a:latin typeface="Corbel"/>
                <a:cs typeface="Corbel"/>
              </a:rPr>
              <a:t> </a:t>
            </a:r>
            <a:r>
              <a:rPr sz="1800" dirty="0">
                <a:latin typeface="Corbel"/>
                <a:cs typeface="Corbel"/>
              </a:rPr>
              <a:t>overcome</a:t>
            </a:r>
            <a:r>
              <a:rPr sz="1800" spc="-25" dirty="0">
                <a:latin typeface="Corbel"/>
                <a:cs typeface="Corbel"/>
              </a:rPr>
              <a:t> the </a:t>
            </a:r>
            <a:r>
              <a:rPr sz="1800" dirty="0">
                <a:latin typeface="Corbel"/>
                <a:cs typeface="Corbel"/>
              </a:rPr>
              <a:t>detrimental</a:t>
            </a:r>
            <a:r>
              <a:rPr sz="1800" spc="-50" dirty="0">
                <a:latin typeface="Corbel"/>
                <a:cs typeface="Corbel"/>
              </a:rPr>
              <a:t> </a:t>
            </a:r>
            <a:r>
              <a:rPr sz="1800" spc="-10" dirty="0">
                <a:latin typeface="Corbel"/>
                <a:cs typeface="Corbel"/>
              </a:rPr>
              <a:t>effects.</a:t>
            </a:r>
            <a:r>
              <a:rPr sz="1800" spc="-80" dirty="0">
                <a:latin typeface="Corbel"/>
                <a:cs typeface="Corbel"/>
              </a:rPr>
              <a:t> </a:t>
            </a:r>
            <a:r>
              <a:rPr sz="1800" dirty="0">
                <a:latin typeface="Corbel"/>
                <a:cs typeface="Corbel"/>
              </a:rPr>
              <a:t>Getting</a:t>
            </a:r>
            <a:r>
              <a:rPr sz="1800" spc="-35" dirty="0">
                <a:latin typeface="Corbel"/>
                <a:cs typeface="Corbel"/>
              </a:rPr>
              <a:t> </a:t>
            </a:r>
            <a:r>
              <a:rPr sz="1800" dirty="0">
                <a:latin typeface="Corbel"/>
                <a:cs typeface="Corbel"/>
              </a:rPr>
              <a:t>adequate</a:t>
            </a:r>
            <a:r>
              <a:rPr sz="1800" spc="-25" dirty="0">
                <a:latin typeface="Corbel"/>
                <a:cs typeface="Corbel"/>
              </a:rPr>
              <a:t> </a:t>
            </a:r>
            <a:r>
              <a:rPr sz="1800" dirty="0">
                <a:latin typeface="Corbel"/>
                <a:cs typeface="Corbel"/>
              </a:rPr>
              <a:t>rest</a:t>
            </a:r>
            <a:r>
              <a:rPr sz="1800" spc="-25" dirty="0">
                <a:latin typeface="Corbel"/>
                <a:cs typeface="Corbel"/>
              </a:rPr>
              <a:t> </a:t>
            </a:r>
            <a:r>
              <a:rPr sz="1800" dirty="0">
                <a:latin typeface="Corbel"/>
                <a:cs typeface="Corbel"/>
              </a:rPr>
              <a:t>is</a:t>
            </a:r>
            <a:r>
              <a:rPr sz="1800" spc="-35" dirty="0">
                <a:latin typeface="Corbel"/>
                <a:cs typeface="Corbel"/>
              </a:rPr>
              <a:t> </a:t>
            </a:r>
            <a:r>
              <a:rPr sz="1800" dirty="0">
                <a:latin typeface="Corbel"/>
                <a:cs typeface="Corbel"/>
              </a:rPr>
              <a:t>the</a:t>
            </a:r>
            <a:r>
              <a:rPr sz="1800" spc="-20" dirty="0">
                <a:latin typeface="Corbel"/>
                <a:cs typeface="Corbel"/>
              </a:rPr>
              <a:t> </a:t>
            </a:r>
            <a:r>
              <a:rPr sz="1800" dirty="0">
                <a:latin typeface="Corbel"/>
                <a:cs typeface="Corbel"/>
              </a:rPr>
              <a:t>only</a:t>
            </a:r>
            <a:r>
              <a:rPr sz="1800" spc="-30" dirty="0">
                <a:latin typeface="Corbel"/>
                <a:cs typeface="Corbel"/>
              </a:rPr>
              <a:t> </a:t>
            </a:r>
            <a:r>
              <a:rPr sz="1800" dirty="0">
                <a:latin typeface="Corbel"/>
                <a:cs typeface="Corbel"/>
              </a:rPr>
              <a:t>way</a:t>
            </a:r>
            <a:r>
              <a:rPr sz="1800" spc="-30" dirty="0">
                <a:latin typeface="Corbel"/>
                <a:cs typeface="Corbel"/>
              </a:rPr>
              <a:t> </a:t>
            </a:r>
            <a:r>
              <a:rPr sz="1800" dirty="0">
                <a:latin typeface="Corbel"/>
                <a:cs typeface="Corbel"/>
              </a:rPr>
              <a:t>to</a:t>
            </a:r>
            <a:r>
              <a:rPr sz="1800" spc="-20" dirty="0">
                <a:latin typeface="Corbel"/>
                <a:cs typeface="Corbel"/>
              </a:rPr>
              <a:t> </a:t>
            </a:r>
            <a:r>
              <a:rPr sz="1800" dirty="0">
                <a:latin typeface="Corbel"/>
                <a:cs typeface="Corbel"/>
              </a:rPr>
              <a:t>prevent</a:t>
            </a:r>
            <a:r>
              <a:rPr sz="1800" spc="-30" dirty="0">
                <a:latin typeface="Corbel"/>
                <a:cs typeface="Corbel"/>
              </a:rPr>
              <a:t> </a:t>
            </a:r>
            <a:r>
              <a:rPr sz="1800" dirty="0">
                <a:latin typeface="Corbel"/>
                <a:cs typeface="Corbel"/>
              </a:rPr>
              <a:t>fatigue</a:t>
            </a:r>
            <a:r>
              <a:rPr sz="1800" spc="-20" dirty="0">
                <a:latin typeface="Corbel"/>
                <a:cs typeface="Corbel"/>
              </a:rPr>
              <a:t> </a:t>
            </a:r>
            <a:r>
              <a:rPr sz="1800" dirty="0">
                <a:latin typeface="Corbel"/>
                <a:cs typeface="Corbel"/>
              </a:rPr>
              <a:t>from</a:t>
            </a:r>
            <a:r>
              <a:rPr sz="1800" spc="-35" dirty="0">
                <a:latin typeface="Corbel"/>
                <a:cs typeface="Corbel"/>
              </a:rPr>
              <a:t> </a:t>
            </a:r>
            <a:r>
              <a:rPr sz="1800" spc="-10" dirty="0">
                <a:latin typeface="Corbel"/>
                <a:cs typeface="Corbel"/>
              </a:rPr>
              <a:t>occurring</a:t>
            </a:r>
            <a:endParaRPr sz="1800" dirty="0">
              <a:latin typeface="Corbel"/>
              <a:cs typeface="Corbel"/>
            </a:endParaRPr>
          </a:p>
          <a:p>
            <a:pPr marL="298450" marR="511809" indent="-285750">
              <a:lnSpc>
                <a:spcPct val="102200"/>
              </a:lnSpc>
              <a:spcBef>
                <a:spcPts val="2030"/>
              </a:spcBef>
              <a:buFont typeface="Arial MT"/>
              <a:buChar char="•"/>
              <a:tabLst>
                <a:tab pos="298450" algn="l"/>
              </a:tabLst>
            </a:pPr>
            <a:r>
              <a:rPr sz="1800" dirty="0">
                <a:latin typeface="Corbel"/>
                <a:cs typeface="Corbel"/>
              </a:rPr>
              <a:t>Avoid</a:t>
            </a:r>
            <a:r>
              <a:rPr sz="1800" spc="-25" dirty="0">
                <a:latin typeface="Corbel"/>
                <a:cs typeface="Corbel"/>
              </a:rPr>
              <a:t> </a:t>
            </a:r>
            <a:r>
              <a:rPr sz="1800" dirty="0">
                <a:latin typeface="Corbel"/>
                <a:cs typeface="Corbel"/>
              </a:rPr>
              <a:t>flying</a:t>
            </a:r>
            <a:r>
              <a:rPr sz="1800" spc="-85" dirty="0">
                <a:latin typeface="Corbel"/>
                <a:cs typeface="Corbel"/>
              </a:rPr>
              <a:t> </a:t>
            </a:r>
            <a:r>
              <a:rPr sz="1800" dirty="0">
                <a:latin typeface="Corbel"/>
                <a:cs typeface="Corbel"/>
              </a:rPr>
              <a:t>UA</a:t>
            </a:r>
            <a:r>
              <a:rPr sz="1800" spc="-30" dirty="0">
                <a:latin typeface="Corbel"/>
                <a:cs typeface="Corbel"/>
              </a:rPr>
              <a:t> </a:t>
            </a:r>
            <a:r>
              <a:rPr sz="1800" dirty="0">
                <a:latin typeface="Corbel"/>
                <a:cs typeface="Corbel"/>
              </a:rPr>
              <a:t>without</a:t>
            </a:r>
            <a:r>
              <a:rPr sz="1800" spc="-25" dirty="0">
                <a:latin typeface="Corbel"/>
                <a:cs typeface="Corbel"/>
              </a:rPr>
              <a:t> </a:t>
            </a:r>
            <a:r>
              <a:rPr sz="1800" dirty="0">
                <a:latin typeface="Corbel"/>
                <a:cs typeface="Corbel"/>
              </a:rPr>
              <a:t>a</a:t>
            </a:r>
            <a:r>
              <a:rPr sz="1800" spc="-20" dirty="0">
                <a:latin typeface="Corbel"/>
                <a:cs typeface="Corbel"/>
              </a:rPr>
              <a:t> </a:t>
            </a:r>
            <a:r>
              <a:rPr sz="1800" dirty="0">
                <a:latin typeface="Corbel"/>
                <a:cs typeface="Corbel"/>
              </a:rPr>
              <a:t>full</a:t>
            </a:r>
            <a:r>
              <a:rPr sz="1800" spc="-30" dirty="0">
                <a:latin typeface="Corbel"/>
                <a:cs typeface="Corbel"/>
              </a:rPr>
              <a:t> </a:t>
            </a:r>
            <a:r>
              <a:rPr sz="1800" spc="-10" dirty="0">
                <a:latin typeface="Corbel"/>
                <a:cs typeface="Corbel"/>
              </a:rPr>
              <a:t>night’s</a:t>
            </a:r>
            <a:r>
              <a:rPr sz="1800" spc="-25" dirty="0">
                <a:latin typeface="Corbel"/>
                <a:cs typeface="Corbel"/>
              </a:rPr>
              <a:t> </a:t>
            </a:r>
            <a:r>
              <a:rPr sz="1800" dirty="0">
                <a:latin typeface="Corbel"/>
                <a:cs typeface="Corbel"/>
              </a:rPr>
              <a:t>rest,</a:t>
            </a:r>
            <a:r>
              <a:rPr sz="1800" spc="-25" dirty="0">
                <a:latin typeface="Corbel"/>
                <a:cs typeface="Corbel"/>
              </a:rPr>
              <a:t> </a:t>
            </a:r>
            <a:r>
              <a:rPr sz="1800" dirty="0">
                <a:latin typeface="Corbel"/>
                <a:cs typeface="Corbel"/>
              </a:rPr>
              <a:t>after</a:t>
            </a:r>
            <a:r>
              <a:rPr sz="1800" spc="-30" dirty="0">
                <a:latin typeface="Corbel"/>
                <a:cs typeface="Corbel"/>
              </a:rPr>
              <a:t> </a:t>
            </a:r>
            <a:r>
              <a:rPr sz="1800" dirty="0">
                <a:latin typeface="Corbel"/>
                <a:cs typeface="Corbel"/>
              </a:rPr>
              <a:t>working</a:t>
            </a:r>
            <a:r>
              <a:rPr sz="1800" spc="-30" dirty="0">
                <a:latin typeface="Corbel"/>
                <a:cs typeface="Corbel"/>
              </a:rPr>
              <a:t> </a:t>
            </a:r>
            <a:r>
              <a:rPr sz="1800" dirty="0">
                <a:latin typeface="Corbel"/>
                <a:cs typeface="Corbel"/>
              </a:rPr>
              <a:t>excessive</a:t>
            </a:r>
            <a:r>
              <a:rPr sz="1800" spc="-20" dirty="0">
                <a:latin typeface="Corbel"/>
                <a:cs typeface="Corbel"/>
              </a:rPr>
              <a:t> </a:t>
            </a:r>
            <a:r>
              <a:rPr sz="1800" dirty="0">
                <a:latin typeface="Corbel"/>
                <a:cs typeface="Corbel"/>
              </a:rPr>
              <a:t>hours,</a:t>
            </a:r>
            <a:r>
              <a:rPr sz="1800" spc="-25" dirty="0">
                <a:latin typeface="Corbel"/>
                <a:cs typeface="Corbel"/>
              </a:rPr>
              <a:t> </a:t>
            </a:r>
            <a:r>
              <a:rPr sz="1800" dirty="0">
                <a:latin typeface="Corbel"/>
                <a:cs typeface="Corbel"/>
              </a:rPr>
              <a:t>or</a:t>
            </a:r>
            <a:r>
              <a:rPr sz="1800" spc="-30" dirty="0">
                <a:latin typeface="Corbel"/>
                <a:cs typeface="Corbel"/>
              </a:rPr>
              <a:t> </a:t>
            </a:r>
            <a:r>
              <a:rPr sz="1800" dirty="0">
                <a:latin typeface="Corbel"/>
                <a:cs typeface="Corbel"/>
              </a:rPr>
              <a:t>after</a:t>
            </a:r>
            <a:r>
              <a:rPr sz="1800" spc="-30" dirty="0">
                <a:latin typeface="Corbel"/>
                <a:cs typeface="Corbel"/>
              </a:rPr>
              <a:t> </a:t>
            </a:r>
            <a:r>
              <a:rPr sz="1800" dirty="0">
                <a:latin typeface="Corbel"/>
                <a:cs typeface="Corbel"/>
              </a:rPr>
              <a:t>an</a:t>
            </a:r>
            <a:r>
              <a:rPr sz="1800" spc="-25" dirty="0">
                <a:latin typeface="Corbel"/>
                <a:cs typeface="Corbel"/>
              </a:rPr>
              <a:t> </a:t>
            </a:r>
            <a:r>
              <a:rPr sz="1800" spc="-10" dirty="0">
                <a:latin typeface="Corbel"/>
                <a:cs typeface="Corbel"/>
              </a:rPr>
              <a:t>especially </a:t>
            </a:r>
            <a:r>
              <a:rPr sz="1800" dirty="0">
                <a:latin typeface="Corbel"/>
                <a:cs typeface="Corbel"/>
              </a:rPr>
              <a:t>exhausting</a:t>
            </a:r>
            <a:r>
              <a:rPr sz="1800" spc="-45" dirty="0">
                <a:latin typeface="Corbel"/>
                <a:cs typeface="Corbel"/>
              </a:rPr>
              <a:t> </a:t>
            </a:r>
            <a:r>
              <a:rPr sz="1800" dirty="0">
                <a:latin typeface="Corbel"/>
                <a:cs typeface="Corbel"/>
              </a:rPr>
              <a:t>or</a:t>
            </a:r>
            <a:r>
              <a:rPr sz="1800" spc="-40" dirty="0">
                <a:latin typeface="Corbel"/>
                <a:cs typeface="Corbel"/>
              </a:rPr>
              <a:t> </a:t>
            </a:r>
            <a:r>
              <a:rPr sz="1800" dirty="0">
                <a:latin typeface="Corbel"/>
                <a:cs typeface="Corbel"/>
              </a:rPr>
              <a:t>stressful</a:t>
            </a:r>
            <a:r>
              <a:rPr sz="1800" spc="-45" dirty="0">
                <a:latin typeface="Corbel"/>
                <a:cs typeface="Corbel"/>
              </a:rPr>
              <a:t> </a:t>
            </a:r>
            <a:r>
              <a:rPr sz="1800" spc="-25" dirty="0">
                <a:latin typeface="Corbel"/>
                <a:cs typeface="Corbel"/>
              </a:rPr>
              <a:t>day</a:t>
            </a:r>
            <a:endParaRPr sz="1800" dirty="0">
              <a:latin typeface="Corbel"/>
              <a:cs typeface="Corbel"/>
            </a:endParaRPr>
          </a:p>
          <a:p>
            <a:pPr marL="297815" indent="-285115">
              <a:lnSpc>
                <a:spcPct val="100000"/>
              </a:lnSpc>
              <a:spcBef>
                <a:spcPts val="2135"/>
              </a:spcBef>
              <a:buFont typeface="Arial MT"/>
              <a:buChar char="•"/>
              <a:tabLst>
                <a:tab pos="297815" algn="l"/>
              </a:tabLst>
            </a:pPr>
            <a:r>
              <a:rPr sz="1800" dirty="0">
                <a:latin typeface="Corbel"/>
                <a:cs typeface="Corbel"/>
              </a:rPr>
              <a:t>UA</a:t>
            </a:r>
            <a:r>
              <a:rPr sz="1800" spc="-40" dirty="0">
                <a:latin typeface="Corbel"/>
                <a:cs typeface="Corbel"/>
              </a:rPr>
              <a:t> </a:t>
            </a:r>
            <a:r>
              <a:rPr sz="1800" dirty="0">
                <a:latin typeface="Corbel"/>
                <a:cs typeface="Corbel"/>
              </a:rPr>
              <a:t>pilots</a:t>
            </a:r>
            <a:r>
              <a:rPr sz="1800" spc="-35" dirty="0">
                <a:latin typeface="Corbel"/>
                <a:cs typeface="Corbel"/>
              </a:rPr>
              <a:t> </a:t>
            </a:r>
            <a:r>
              <a:rPr sz="1800" dirty="0">
                <a:latin typeface="Corbel"/>
                <a:cs typeface="Corbel"/>
              </a:rPr>
              <a:t>who</a:t>
            </a:r>
            <a:r>
              <a:rPr sz="1800" spc="-30" dirty="0">
                <a:latin typeface="Corbel"/>
                <a:cs typeface="Corbel"/>
              </a:rPr>
              <a:t> </a:t>
            </a:r>
            <a:r>
              <a:rPr sz="1800" dirty="0">
                <a:latin typeface="Corbel"/>
                <a:cs typeface="Corbel"/>
              </a:rPr>
              <a:t>suspect</a:t>
            </a:r>
            <a:r>
              <a:rPr sz="1800" spc="-30" dirty="0">
                <a:latin typeface="Corbel"/>
                <a:cs typeface="Corbel"/>
              </a:rPr>
              <a:t> </a:t>
            </a:r>
            <a:r>
              <a:rPr sz="1800" dirty="0">
                <a:latin typeface="Corbel"/>
                <a:cs typeface="Corbel"/>
              </a:rPr>
              <a:t>they</a:t>
            </a:r>
            <a:r>
              <a:rPr sz="1800" spc="-35" dirty="0">
                <a:latin typeface="Corbel"/>
                <a:cs typeface="Corbel"/>
              </a:rPr>
              <a:t> </a:t>
            </a:r>
            <a:r>
              <a:rPr sz="1800" dirty="0">
                <a:latin typeface="Corbel"/>
                <a:cs typeface="Corbel"/>
              </a:rPr>
              <a:t>are</a:t>
            </a:r>
            <a:r>
              <a:rPr sz="1800" spc="-25" dirty="0">
                <a:latin typeface="Corbel"/>
                <a:cs typeface="Corbel"/>
              </a:rPr>
              <a:t> </a:t>
            </a:r>
            <a:r>
              <a:rPr sz="1800" dirty="0">
                <a:latin typeface="Corbel"/>
                <a:cs typeface="Corbel"/>
              </a:rPr>
              <a:t>suffering</a:t>
            </a:r>
            <a:r>
              <a:rPr sz="1800" spc="-40" dirty="0">
                <a:latin typeface="Corbel"/>
                <a:cs typeface="Corbel"/>
              </a:rPr>
              <a:t> </a:t>
            </a:r>
            <a:r>
              <a:rPr sz="1800" dirty="0">
                <a:latin typeface="Corbel"/>
                <a:cs typeface="Corbel"/>
              </a:rPr>
              <a:t>from</a:t>
            </a:r>
            <a:r>
              <a:rPr sz="1800" spc="-35" dirty="0">
                <a:latin typeface="Corbel"/>
                <a:cs typeface="Corbel"/>
              </a:rPr>
              <a:t> </a:t>
            </a:r>
            <a:r>
              <a:rPr sz="1800" dirty="0">
                <a:latin typeface="Corbel"/>
                <a:cs typeface="Corbel"/>
              </a:rPr>
              <a:t>chronic</a:t>
            </a:r>
            <a:r>
              <a:rPr sz="1800" spc="-35" dirty="0">
                <a:latin typeface="Corbel"/>
                <a:cs typeface="Corbel"/>
              </a:rPr>
              <a:t> </a:t>
            </a:r>
            <a:r>
              <a:rPr sz="1800" dirty="0">
                <a:latin typeface="Corbel"/>
                <a:cs typeface="Corbel"/>
              </a:rPr>
              <a:t>fatigue</a:t>
            </a:r>
            <a:r>
              <a:rPr sz="1800" spc="-25" dirty="0">
                <a:latin typeface="Corbel"/>
                <a:cs typeface="Corbel"/>
              </a:rPr>
              <a:t> </a:t>
            </a:r>
            <a:r>
              <a:rPr sz="1800" dirty="0">
                <a:latin typeface="Corbel"/>
                <a:cs typeface="Corbel"/>
              </a:rPr>
              <a:t>should</a:t>
            </a:r>
            <a:r>
              <a:rPr sz="1800" spc="-35" dirty="0">
                <a:latin typeface="Corbel"/>
                <a:cs typeface="Corbel"/>
              </a:rPr>
              <a:t> </a:t>
            </a:r>
            <a:r>
              <a:rPr sz="1800" dirty="0">
                <a:latin typeface="Corbel"/>
                <a:cs typeface="Corbel"/>
              </a:rPr>
              <a:t>consult</a:t>
            </a:r>
            <a:r>
              <a:rPr sz="1800" spc="-30" dirty="0">
                <a:latin typeface="Corbel"/>
                <a:cs typeface="Corbel"/>
              </a:rPr>
              <a:t> </a:t>
            </a:r>
            <a:r>
              <a:rPr sz="1800" dirty="0">
                <a:latin typeface="Corbel"/>
                <a:cs typeface="Corbel"/>
              </a:rPr>
              <a:t>a</a:t>
            </a:r>
            <a:r>
              <a:rPr sz="1800" spc="-30" dirty="0">
                <a:latin typeface="Corbel"/>
                <a:cs typeface="Corbel"/>
              </a:rPr>
              <a:t> </a:t>
            </a:r>
            <a:r>
              <a:rPr sz="1800" spc="-10" dirty="0">
                <a:latin typeface="Corbel"/>
                <a:cs typeface="Corbel"/>
              </a:rPr>
              <a:t>physician.</a:t>
            </a:r>
            <a:endParaRPr sz="1800" dirty="0">
              <a:latin typeface="Corbel"/>
              <a:cs typeface="Corbe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2" cstate="print"/>
          <a:stretch>
            <a:fillRect/>
          </a:stretch>
        </p:blipFill>
        <p:spPr>
          <a:xfrm>
            <a:off x="1417319" y="566927"/>
            <a:ext cx="4901183" cy="573024"/>
          </a:xfrm>
          <a:prstGeom prst="rect">
            <a:avLst/>
          </a:prstGeom>
        </p:spPr>
      </p:pic>
      <p:sp>
        <p:nvSpPr>
          <p:cNvPr id="4" name="object 4"/>
          <p:cNvSpPr txBox="1">
            <a:spLocks noGrp="1"/>
          </p:cNvSpPr>
          <p:nvPr>
            <p:ph type="title"/>
          </p:nvPr>
        </p:nvSpPr>
        <p:spPr>
          <a:prstGeom prst="rect">
            <a:avLst/>
          </a:prstGeom>
        </p:spPr>
        <p:txBody>
          <a:bodyPr vert="horz" wrap="square" lIns="0" tIns="329691" rIns="0" bIns="0" rtlCol="0">
            <a:spAutoFit/>
          </a:bodyPr>
          <a:lstStyle/>
          <a:p>
            <a:pPr marL="640715">
              <a:lnSpc>
                <a:spcPct val="100000"/>
              </a:lnSpc>
              <a:spcBef>
                <a:spcPts val="100"/>
              </a:spcBef>
            </a:pPr>
            <a:r>
              <a:rPr dirty="0"/>
              <a:t>050</a:t>
            </a:r>
            <a:r>
              <a:rPr spc="-60" dirty="0"/>
              <a:t> </a:t>
            </a:r>
            <a:r>
              <a:rPr dirty="0"/>
              <a:t>04</a:t>
            </a:r>
            <a:r>
              <a:rPr spc="-50" dirty="0"/>
              <a:t> </a:t>
            </a:r>
            <a:r>
              <a:rPr dirty="0"/>
              <a:t>03:</a:t>
            </a:r>
            <a:r>
              <a:rPr spc="-55" dirty="0"/>
              <a:t> </a:t>
            </a:r>
            <a:r>
              <a:rPr dirty="0"/>
              <a:t>Fatigue</a:t>
            </a:r>
            <a:r>
              <a:rPr spc="-50" dirty="0"/>
              <a:t> </a:t>
            </a:r>
            <a:r>
              <a:rPr dirty="0"/>
              <a:t>management</a:t>
            </a:r>
            <a:r>
              <a:rPr spc="-45" dirty="0"/>
              <a:t> </a:t>
            </a:r>
            <a:r>
              <a:rPr spc="-10" dirty="0"/>
              <a:t>techniques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48</a:t>
            </a:fld>
            <a:endParaRPr spc="-25" dirty="0"/>
          </a:p>
        </p:txBody>
      </p:sp>
      <p:sp>
        <p:nvSpPr>
          <p:cNvPr id="5" name="object 5"/>
          <p:cNvSpPr txBox="1"/>
          <p:nvPr/>
        </p:nvSpPr>
        <p:spPr>
          <a:xfrm>
            <a:off x="1563049" y="1249481"/>
            <a:ext cx="9227820" cy="2745105"/>
          </a:xfrm>
          <a:prstGeom prst="rect">
            <a:avLst/>
          </a:prstGeom>
        </p:spPr>
        <p:txBody>
          <a:bodyPr vert="horz" wrap="square" lIns="0" tIns="37465" rIns="0" bIns="0" rtlCol="0">
            <a:spAutoFit/>
          </a:bodyPr>
          <a:lstStyle/>
          <a:p>
            <a:pPr marL="12700">
              <a:lnSpc>
                <a:spcPct val="100000"/>
              </a:lnSpc>
              <a:spcBef>
                <a:spcPts val="295"/>
              </a:spcBef>
            </a:pPr>
            <a:r>
              <a:rPr sz="1600" dirty="0">
                <a:latin typeface="Corbel"/>
                <a:cs typeface="Corbel"/>
              </a:rPr>
              <a:t>Acute</a:t>
            </a:r>
            <a:r>
              <a:rPr sz="1600" spc="-35" dirty="0">
                <a:latin typeface="Corbel"/>
                <a:cs typeface="Corbel"/>
              </a:rPr>
              <a:t> </a:t>
            </a:r>
            <a:r>
              <a:rPr sz="1600" dirty="0">
                <a:latin typeface="Corbel"/>
                <a:cs typeface="Corbel"/>
              </a:rPr>
              <a:t>fatigue</a:t>
            </a:r>
            <a:r>
              <a:rPr sz="1600" spc="-35" dirty="0">
                <a:latin typeface="Corbel"/>
                <a:cs typeface="Corbel"/>
              </a:rPr>
              <a:t> </a:t>
            </a:r>
            <a:r>
              <a:rPr sz="1600" dirty="0">
                <a:latin typeface="Corbel"/>
                <a:cs typeface="Corbel"/>
              </a:rPr>
              <a:t>can</a:t>
            </a:r>
            <a:r>
              <a:rPr sz="1600" spc="-35" dirty="0">
                <a:latin typeface="Corbel"/>
                <a:cs typeface="Corbel"/>
              </a:rPr>
              <a:t> </a:t>
            </a:r>
            <a:r>
              <a:rPr sz="1600" dirty="0">
                <a:latin typeface="Corbel"/>
                <a:cs typeface="Corbel"/>
              </a:rPr>
              <a:t>be</a:t>
            </a:r>
            <a:r>
              <a:rPr sz="1600" spc="-35" dirty="0">
                <a:latin typeface="Corbel"/>
                <a:cs typeface="Corbel"/>
              </a:rPr>
              <a:t> </a:t>
            </a:r>
            <a:r>
              <a:rPr sz="1600" dirty="0">
                <a:latin typeface="Corbel"/>
                <a:cs typeface="Corbel"/>
              </a:rPr>
              <a:t>prevented</a:t>
            </a:r>
            <a:r>
              <a:rPr sz="1600" spc="-35" dirty="0">
                <a:latin typeface="Corbel"/>
                <a:cs typeface="Corbel"/>
              </a:rPr>
              <a:t> </a:t>
            </a:r>
            <a:r>
              <a:rPr sz="1600" spc="-25" dirty="0">
                <a:latin typeface="Corbel"/>
                <a:cs typeface="Corbel"/>
              </a:rPr>
              <a:t>by:</a:t>
            </a:r>
            <a:endParaRPr sz="1600">
              <a:latin typeface="Corbel"/>
              <a:cs typeface="Corbel"/>
            </a:endParaRPr>
          </a:p>
          <a:p>
            <a:pPr marL="297815" indent="-285115">
              <a:lnSpc>
                <a:spcPct val="100000"/>
              </a:lnSpc>
              <a:spcBef>
                <a:spcPts val="285"/>
              </a:spcBef>
              <a:buClr>
                <a:srgbClr val="1482AC"/>
              </a:buClr>
              <a:buSzPct val="143750"/>
              <a:buChar char="-"/>
              <a:tabLst>
                <a:tab pos="297815" algn="l"/>
              </a:tabLst>
            </a:pPr>
            <a:r>
              <a:rPr sz="1600" dirty="0">
                <a:latin typeface="Corbel"/>
                <a:cs typeface="Corbel"/>
              </a:rPr>
              <a:t>proper</a:t>
            </a:r>
            <a:r>
              <a:rPr sz="1600" spc="-40" dirty="0">
                <a:latin typeface="Corbel"/>
                <a:cs typeface="Corbel"/>
              </a:rPr>
              <a:t> </a:t>
            </a:r>
            <a:r>
              <a:rPr sz="1600" spc="-20" dirty="0">
                <a:latin typeface="Corbel"/>
                <a:cs typeface="Corbel"/>
              </a:rPr>
              <a:t>diet</a:t>
            </a:r>
            <a:endParaRPr sz="1600">
              <a:latin typeface="Corbel"/>
              <a:cs typeface="Corbel"/>
            </a:endParaRPr>
          </a:p>
          <a:p>
            <a:pPr marL="297815" indent="-285115">
              <a:lnSpc>
                <a:spcPct val="100000"/>
              </a:lnSpc>
              <a:spcBef>
                <a:spcPts val="145"/>
              </a:spcBef>
              <a:buClr>
                <a:srgbClr val="1482AC"/>
              </a:buClr>
              <a:buSzPct val="143750"/>
              <a:buChar char="-"/>
              <a:tabLst>
                <a:tab pos="297815" algn="l"/>
              </a:tabLst>
            </a:pPr>
            <a:r>
              <a:rPr sz="1600" dirty="0">
                <a:latin typeface="Corbel"/>
                <a:cs typeface="Corbel"/>
              </a:rPr>
              <a:t>adequate</a:t>
            </a:r>
            <a:r>
              <a:rPr sz="1600" spc="-30" dirty="0">
                <a:latin typeface="Corbel"/>
                <a:cs typeface="Corbel"/>
              </a:rPr>
              <a:t> </a:t>
            </a:r>
            <a:r>
              <a:rPr sz="1600" dirty="0">
                <a:latin typeface="Corbel"/>
                <a:cs typeface="Corbel"/>
              </a:rPr>
              <a:t>rest</a:t>
            </a:r>
            <a:r>
              <a:rPr sz="1600" spc="-35" dirty="0">
                <a:latin typeface="Corbel"/>
                <a:cs typeface="Corbel"/>
              </a:rPr>
              <a:t> </a:t>
            </a:r>
            <a:r>
              <a:rPr sz="1600" dirty="0">
                <a:latin typeface="Corbel"/>
                <a:cs typeface="Corbel"/>
              </a:rPr>
              <a:t>and</a:t>
            </a:r>
            <a:r>
              <a:rPr sz="1600" spc="-25" dirty="0">
                <a:latin typeface="Corbel"/>
                <a:cs typeface="Corbel"/>
              </a:rPr>
              <a:t> </a:t>
            </a:r>
            <a:r>
              <a:rPr sz="1600" spc="-20" dirty="0">
                <a:latin typeface="Corbel"/>
                <a:cs typeface="Corbel"/>
              </a:rPr>
              <a:t>sleep</a:t>
            </a:r>
            <a:endParaRPr sz="1600">
              <a:latin typeface="Corbel"/>
              <a:cs typeface="Corbel"/>
            </a:endParaRPr>
          </a:p>
          <a:p>
            <a:pPr marL="297815" indent="-285115">
              <a:lnSpc>
                <a:spcPct val="100000"/>
              </a:lnSpc>
              <a:spcBef>
                <a:spcPts val="120"/>
              </a:spcBef>
              <a:buClr>
                <a:srgbClr val="1482AC"/>
              </a:buClr>
              <a:buSzPct val="143750"/>
              <a:buChar char="-"/>
              <a:tabLst>
                <a:tab pos="297815" algn="l"/>
              </a:tabLst>
            </a:pPr>
            <a:r>
              <a:rPr sz="1600" dirty="0">
                <a:latin typeface="Corbel"/>
                <a:cs typeface="Corbel"/>
              </a:rPr>
              <a:t>A</a:t>
            </a:r>
            <a:r>
              <a:rPr sz="1600" spc="-30" dirty="0">
                <a:latin typeface="Corbel"/>
                <a:cs typeface="Corbel"/>
              </a:rPr>
              <a:t> </a:t>
            </a:r>
            <a:r>
              <a:rPr sz="1600" spc="-10" dirty="0">
                <a:latin typeface="Corbel"/>
                <a:cs typeface="Corbel"/>
              </a:rPr>
              <a:t>well-</a:t>
            </a:r>
            <a:r>
              <a:rPr sz="1600" dirty="0">
                <a:latin typeface="Corbel"/>
                <a:cs typeface="Corbel"/>
              </a:rPr>
              <a:t>balanced</a:t>
            </a:r>
            <a:r>
              <a:rPr sz="1600" spc="-15" dirty="0">
                <a:latin typeface="Corbel"/>
                <a:cs typeface="Corbel"/>
              </a:rPr>
              <a:t> </a:t>
            </a:r>
            <a:r>
              <a:rPr sz="1600" dirty="0">
                <a:latin typeface="Corbel"/>
                <a:cs typeface="Corbel"/>
              </a:rPr>
              <a:t>diet</a:t>
            </a:r>
            <a:r>
              <a:rPr sz="1600" spc="-30" dirty="0">
                <a:latin typeface="Corbel"/>
                <a:cs typeface="Corbel"/>
              </a:rPr>
              <a:t> </a:t>
            </a:r>
            <a:r>
              <a:rPr sz="1600" dirty="0">
                <a:latin typeface="Corbel"/>
                <a:cs typeface="Corbel"/>
              </a:rPr>
              <a:t>prevents</a:t>
            </a:r>
            <a:r>
              <a:rPr sz="1600" spc="-20" dirty="0">
                <a:latin typeface="Corbel"/>
                <a:cs typeface="Corbel"/>
              </a:rPr>
              <a:t> </a:t>
            </a:r>
            <a:r>
              <a:rPr sz="1600" dirty="0">
                <a:latin typeface="Corbel"/>
                <a:cs typeface="Corbel"/>
              </a:rPr>
              <a:t>the</a:t>
            </a:r>
            <a:r>
              <a:rPr sz="1600" spc="-20" dirty="0">
                <a:latin typeface="Corbel"/>
                <a:cs typeface="Corbel"/>
              </a:rPr>
              <a:t> </a:t>
            </a:r>
            <a:r>
              <a:rPr sz="1600" dirty="0">
                <a:latin typeface="Corbel"/>
                <a:cs typeface="Corbel"/>
              </a:rPr>
              <a:t>body</a:t>
            </a:r>
            <a:r>
              <a:rPr sz="1600" spc="-30" dirty="0">
                <a:latin typeface="Corbel"/>
                <a:cs typeface="Corbel"/>
              </a:rPr>
              <a:t> </a:t>
            </a:r>
            <a:r>
              <a:rPr sz="1600" dirty="0">
                <a:latin typeface="Corbel"/>
                <a:cs typeface="Corbel"/>
              </a:rPr>
              <a:t>from</a:t>
            </a:r>
            <a:r>
              <a:rPr sz="1600" spc="-25" dirty="0">
                <a:latin typeface="Corbel"/>
                <a:cs typeface="Corbel"/>
              </a:rPr>
              <a:t> </a:t>
            </a:r>
            <a:r>
              <a:rPr sz="1600" dirty="0">
                <a:latin typeface="Corbel"/>
                <a:cs typeface="Corbel"/>
              </a:rPr>
              <a:t>needing</a:t>
            </a:r>
            <a:r>
              <a:rPr sz="1600" spc="-20" dirty="0">
                <a:latin typeface="Corbel"/>
                <a:cs typeface="Corbel"/>
              </a:rPr>
              <a:t> </a:t>
            </a:r>
            <a:r>
              <a:rPr sz="1600" dirty="0">
                <a:latin typeface="Corbel"/>
                <a:cs typeface="Corbel"/>
              </a:rPr>
              <a:t>to</a:t>
            </a:r>
            <a:r>
              <a:rPr sz="1600" spc="-25" dirty="0">
                <a:latin typeface="Corbel"/>
                <a:cs typeface="Corbel"/>
              </a:rPr>
              <a:t> </a:t>
            </a:r>
            <a:r>
              <a:rPr sz="1600" dirty="0">
                <a:latin typeface="Corbel"/>
                <a:cs typeface="Corbel"/>
              </a:rPr>
              <a:t>consume</a:t>
            </a:r>
            <a:r>
              <a:rPr sz="1600" spc="-20" dirty="0">
                <a:latin typeface="Corbel"/>
                <a:cs typeface="Corbel"/>
              </a:rPr>
              <a:t> </a:t>
            </a:r>
            <a:r>
              <a:rPr sz="1600" dirty="0">
                <a:latin typeface="Corbel"/>
                <a:cs typeface="Corbel"/>
              </a:rPr>
              <a:t>its</a:t>
            </a:r>
            <a:r>
              <a:rPr sz="1600" spc="-20" dirty="0">
                <a:latin typeface="Corbel"/>
                <a:cs typeface="Corbel"/>
              </a:rPr>
              <a:t> </a:t>
            </a:r>
            <a:r>
              <a:rPr sz="1600" dirty="0">
                <a:latin typeface="Corbel"/>
                <a:cs typeface="Corbel"/>
              </a:rPr>
              <a:t>own</a:t>
            </a:r>
            <a:r>
              <a:rPr sz="1600" spc="-15" dirty="0">
                <a:latin typeface="Corbel"/>
                <a:cs typeface="Corbel"/>
              </a:rPr>
              <a:t> </a:t>
            </a:r>
            <a:r>
              <a:rPr sz="1600" dirty="0">
                <a:latin typeface="Corbel"/>
                <a:cs typeface="Corbel"/>
              </a:rPr>
              <a:t>tissues</a:t>
            </a:r>
            <a:r>
              <a:rPr sz="1600" spc="-25" dirty="0">
                <a:latin typeface="Corbel"/>
                <a:cs typeface="Corbel"/>
              </a:rPr>
              <a:t> </a:t>
            </a:r>
            <a:r>
              <a:rPr sz="1600" dirty="0">
                <a:latin typeface="Corbel"/>
                <a:cs typeface="Corbel"/>
              </a:rPr>
              <a:t>as</a:t>
            </a:r>
            <a:r>
              <a:rPr sz="1600" spc="-20" dirty="0">
                <a:latin typeface="Corbel"/>
                <a:cs typeface="Corbel"/>
              </a:rPr>
              <a:t> </a:t>
            </a:r>
            <a:r>
              <a:rPr sz="1600" dirty="0">
                <a:latin typeface="Corbel"/>
                <a:cs typeface="Corbel"/>
              </a:rPr>
              <a:t>an</a:t>
            </a:r>
            <a:r>
              <a:rPr sz="1600" spc="-15" dirty="0">
                <a:latin typeface="Corbel"/>
                <a:cs typeface="Corbel"/>
              </a:rPr>
              <a:t> </a:t>
            </a:r>
            <a:r>
              <a:rPr sz="1600" dirty="0">
                <a:latin typeface="Corbel"/>
                <a:cs typeface="Corbel"/>
              </a:rPr>
              <a:t>energy</a:t>
            </a:r>
            <a:r>
              <a:rPr sz="1600" spc="-30" dirty="0">
                <a:latin typeface="Corbel"/>
                <a:cs typeface="Corbel"/>
              </a:rPr>
              <a:t> </a:t>
            </a:r>
            <a:r>
              <a:rPr sz="1600" spc="-10" dirty="0">
                <a:latin typeface="Corbel"/>
                <a:cs typeface="Corbel"/>
              </a:rPr>
              <a:t>source.</a:t>
            </a:r>
            <a:endParaRPr sz="1600">
              <a:latin typeface="Corbel"/>
              <a:cs typeface="Corbel"/>
            </a:endParaRPr>
          </a:p>
          <a:p>
            <a:pPr marL="297815" indent="-285115">
              <a:lnSpc>
                <a:spcPct val="100000"/>
              </a:lnSpc>
              <a:spcBef>
                <a:spcPts val="145"/>
              </a:spcBef>
              <a:buClr>
                <a:srgbClr val="1482AC"/>
              </a:buClr>
              <a:buSzPct val="143750"/>
              <a:buChar char="-"/>
              <a:tabLst>
                <a:tab pos="297815" algn="l"/>
              </a:tabLst>
            </a:pPr>
            <a:r>
              <a:rPr sz="1600" dirty="0">
                <a:latin typeface="Corbel"/>
                <a:cs typeface="Corbel"/>
              </a:rPr>
              <a:t>Adequate</a:t>
            </a:r>
            <a:r>
              <a:rPr sz="1600" spc="-40" dirty="0">
                <a:latin typeface="Corbel"/>
                <a:cs typeface="Corbel"/>
              </a:rPr>
              <a:t> </a:t>
            </a:r>
            <a:r>
              <a:rPr sz="1600" dirty="0">
                <a:latin typeface="Corbel"/>
                <a:cs typeface="Corbel"/>
              </a:rPr>
              <a:t>rest</a:t>
            </a:r>
            <a:r>
              <a:rPr sz="1600" spc="-45" dirty="0">
                <a:latin typeface="Corbel"/>
                <a:cs typeface="Corbel"/>
              </a:rPr>
              <a:t> </a:t>
            </a:r>
            <a:r>
              <a:rPr sz="1600" dirty="0">
                <a:latin typeface="Corbel"/>
                <a:cs typeface="Corbel"/>
              </a:rPr>
              <a:t>maintains</a:t>
            </a:r>
            <a:r>
              <a:rPr sz="1600" spc="-35" dirty="0">
                <a:latin typeface="Corbel"/>
                <a:cs typeface="Corbel"/>
              </a:rPr>
              <a:t> </a:t>
            </a:r>
            <a:r>
              <a:rPr sz="1600" dirty="0">
                <a:latin typeface="Corbel"/>
                <a:cs typeface="Corbel"/>
              </a:rPr>
              <a:t>the</a:t>
            </a:r>
            <a:r>
              <a:rPr sz="1600" spc="-35" dirty="0">
                <a:latin typeface="Corbel"/>
                <a:cs typeface="Corbel"/>
              </a:rPr>
              <a:t> </a:t>
            </a:r>
            <a:r>
              <a:rPr sz="1600" dirty="0">
                <a:latin typeface="Corbel"/>
                <a:cs typeface="Corbel"/>
              </a:rPr>
              <a:t>body’s</a:t>
            </a:r>
            <a:r>
              <a:rPr sz="1600" spc="-35" dirty="0">
                <a:latin typeface="Corbel"/>
                <a:cs typeface="Corbel"/>
              </a:rPr>
              <a:t> </a:t>
            </a:r>
            <a:r>
              <a:rPr sz="1600" dirty="0">
                <a:latin typeface="Corbel"/>
                <a:cs typeface="Corbel"/>
              </a:rPr>
              <a:t>store</a:t>
            </a:r>
            <a:r>
              <a:rPr sz="1600" spc="-40" dirty="0">
                <a:latin typeface="Corbel"/>
                <a:cs typeface="Corbel"/>
              </a:rPr>
              <a:t> </a:t>
            </a:r>
            <a:r>
              <a:rPr sz="1600" dirty="0">
                <a:latin typeface="Corbel"/>
                <a:cs typeface="Corbel"/>
              </a:rPr>
              <a:t>of</a:t>
            </a:r>
            <a:r>
              <a:rPr sz="1600" spc="-35" dirty="0">
                <a:latin typeface="Corbel"/>
                <a:cs typeface="Corbel"/>
              </a:rPr>
              <a:t> </a:t>
            </a:r>
            <a:r>
              <a:rPr sz="1600" dirty="0">
                <a:latin typeface="Corbel"/>
                <a:cs typeface="Corbel"/>
              </a:rPr>
              <a:t>vital</a:t>
            </a:r>
            <a:r>
              <a:rPr sz="1600" spc="-35" dirty="0">
                <a:latin typeface="Corbel"/>
                <a:cs typeface="Corbel"/>
              </a:rPr>
              <a:t> </a:t>
            </a:r>
            <a:r>
              <a:rPr sz="1600" spc="-10" dirty="0">
                <a:latin typeface="Corbel"/>
                <a:cs typeface="Corbel"/>
              </a:rPr>
              <a:t>energy.</a:t>
            </a:r>
            <a:endParaRPr sz="1600">
              <a:latin typeface="Corbel"/>
              <a:cs typeface="Corbel"/>
            </a:endParaRPr>
          </a:p>
          <a:p>
            <a:pPr>
              <a:lnSpc>
                <a:spcPct val="100000"/>
              </a:lnSpc>
              <a:spcBef>
                <a:spcPts val="1870"/>
              </a:spcBef>
            </a:pPr>
            <a:endParaRPr sz="1600">
              <a:latin typeface="Corbel"/>
              <a:cs typeface="Corbel"/>
            </a:endParaRPr>
          </a:p>
          <a:p>
            <a:pPr marL="12700" marR="5080">
              <a:lnSpc>
                <a:spcPts val="1900"/>
              </a:lnSpc>
              <a:spcBef>
                <a:spcPts val="5"/>
              </a:spcBef>
            </a:pPr>
            <a:r>
              <a:rPr sz="1600" dirty="0">
                <a:latin typeface="Corbel"/>
                <a:cs typeface="Corbel"/>
              </a:rPr>
              <a:t>Chronic</a:t>
            </a:r>
            <a:r>
              <a:rPr sz="1600" spc="-30" dirty="0">
                <a:latin typeface="Corbel"/>
                <a:cs typeface="Corbel"/>
              </a:rPr>
              <a:t> </a:t>
            </a:r>
            <a:r>
              <a:rPr sz="1600" dirty="0">
                <a:latin typeface="Corbel"/>
                <a:cs typeface="Corbel"/>
              </a:rPr>
              <a:t>fatigue</a:t>
            </a:r>
            <a:r>
              <a:rPr sz="1600" spc="-30" dirty="0">
                <a:latin typeface="Corbel"/>
                <a:cs typeface="Corbel"/>
              </a:rPr>
              <a:t> </a:t>
            </a:r>
            <a:r>
              <a:rPr sz="1600" dirty="0">
                <a:latin typeface="Corbel"/>
                <a:cs typeface="Corbel"/>
              </a:rPr>
              <a:t>is</a:t>
            </a:r>
            <a:r>
              <a:rPr sz="1600" spc="-25" dirty="0">
                <a:latin typeface="Corbel"/>
                <a:cs typeface="Corbel"/>
              </a:rPr>
              <a:t> </a:t>
            </a:r>
            <a:r>
              <a:rPr sz="1600" dirty="0">
                <a:latin typeface="Corbel"/>
                <a:cs typeface="Corbel"/>
              </a:rPr>
              <a:t>not</a:t>
            </a:r>
            <a:r>
              <a:rPr sz="1600" spc="-35" dirty="0">
                <a:latin typeface="Corbel"/>
                <a:cs typeface="Corbel"/>
              </a:rPr>
              <a:t> </a:t>
            </a:r>
            <a:r>
              <a:rPr sz="1600" dirty="0">
                <a:latin typeface="Corbel"/>
                <a:cs typeface="Corbel"/>
              </a:rPr>
              <a:t>relieved</a:t>
            </a:r>
            <a:r>
              <a:rPr sz="1600" spc="-25" dirty="0">
                <a:latin typeface="Corbel"/>
                <a:cs typeface="Corbel"/>
              </a:rPr>
              <a:t> </a:t>
            </a:r>
            <a:r>
              <a:rPr sz="1600" dirty="0">
                <a:latin typeface="Corbel"/>
                <a:cs typeface="Corbel"/>
              </a:rPr>
              <a:t>by</a:t>
            </a:r>
            <a:r>
              <a:rPr sz="1600" spc="-30" dirty="0">
                <a:latin typeface="Corbel"/>
                <a:cs typeface="Corbel"/>
              </a:rPr>
              <a:t> </a:t>
            </a:r>
            <a:r>
              <a:rPr sz="1600" dirty="0">
                <a:latin typeface="Corbel"/>
                <a:cs typeface="Corbel"/>
              </a:rPr>
              <a:t>proper</a:t>
            </a:r>
            <a:r>
              <a:rPr sz="1600" spc="-25" dirty="0">
                <a:latin typeface="Corbel"/>
                <a:cs typeface="Corbel"/>
              </a:rPr>
              <a:t> </a:t>
            </a:r>
            <a:r>
              <a:rPr sz="1600" dirty="0">
                <a:latin typeface="Corbel"/>
                <a:cs typeface="Corbel"/>
              </a:rPr>
              <a:t>diet</a:t>
            </a:r>
            <a:r>
              <a:rPr sz="1600" spc="-35" dirty="0">
                <a:latin typeface="Corbel"/>
                <a:cs typeface="Corbel"/>
              </a:rPr>
              <a:t> </a:t>
            </a:r>
            <a:r>
              <a:rPr sz="1600" dirty="0">
                <a:latin typeface="Corbel"/>
                <a:cs typeface="Corbel"/>
              </a:rPr>
              <a:t>and</a:t>
            </a:r>
            <a:r>
              <a:rPr sz="1600" spc="-25" dirty="0">
                <a:latin typeface="Corbel"/>
                <a:cs typeface="Corbel"/>
              </a:rPr>
              <a:t> </a:t>
            </a:r>
            <a:r>
              <a:rPr sz="1600" dirty="0">
                <a:latin typeface="Corbel"/>
                <a:cs typeface="Corbel"/>
              </a:rPr>
              <a:t>adequate</a:t>
            </a:r>
            <a:r>
              <a:rPr sz="1600" spc="-25" dirty="0">
                <a:latin typeface="Corbel"/>
                <a:cs typeface="Corbel"/>
              </a:rPr>
              <a:t> </a:t>
            </a:r>
            <a:r>
              <a:rPr sz="1600" dirty="0">
                <a:latin typeface="Corbel"/>
                <a:cs typeface="Corbel"/>
              </a:rPr>
              <a:t>rest</a:t>
            </a:r>
            <a:r>
              <a:rPr sz="1600" spc="-35" dirty="0">
                <a:latin typeface="Corbel"/>
                <a:cs typeface="Corbel"/>
              </a:rPr>
              <a:t> </a:t>
            </a:r>
            <a:r>
              <a:rPr sz="1600" dirty="0">
                <a:latin typeface="Corbel"/>
                <a:cs typeface="Corbel"/>
              </a:rPr>
              <a:t>and</a:t>
            </a:r>
            <a:r>
              <a:rPr sz="1600" spc="-25" dirty="0">
                <a:latin typeface="Corbel"/>
                <a:cs typeface="Corbel"/>
              </a:rPr>
              <a:t> </a:t>
            </a:r>
            <a:r>
              <a:rPr sz="1600" dirty="0">
                <a:latin typeface="Corbel"/>
                <a:cs typeface="Corbel"/>
              </a:rPr>
              <a:t>sleep</a:t>
            </a:r>
            <a:r>
              <a:rPr sz="1600" spc="-30" dirty="0">
                <a:latin typeface="Corbel"/>
                <a:cs typeface="Corbel"/>
              </a:rPr>
              <a:t> </a:t>
            </a:r>
            <a:r>
              <a:rPr sz="1600" dirty="0">
                <a:latin typeface="Corbel"/>
                <a:cs typeface="Corbel"/>
              </a:rPr>
              <a:t>and</a:t>
            </a:r>
            <a:r>
              <a:rPr sz="1600" spc="-25" dirty="0">
                <a:latin typeface="Corbel"/>
                <a:cs typeface="Corbel"/>
              </a:rPr>
              <a:t> </a:t>
            </a:r>
            <a:r>
              <a:rPr sz="1600" dirty="0">
                <a:latin typeface="Corbel"/>
                <a:cs typeface="Corbel"/>
              </a:rPr>
              <a:t>usually</a:t>
            </a:r>
            <a:r>
              <a:rPr sz="1600" spc="-25" dirty="0">
                <a:latin typeface="Corbel"/>
                <a:cs typeface="Corbel"/>
              </a:rPr>
              <a:t> </a:t>
            </a:r>
            <a:r>
              <a:rPr sz="1600" b="1" dirty="0">
                <a:latin typeface="Corbel"/>
                <a:cs typeface="Corbel"/>
              </a:rPr>
              <a:t>requires</a:t>
            </a:r>
            <a:r>
              <a:rPr sz="1600" b="1" spc="-40" dirty="0">
                <a:latin typeface="Corbel"/>
                <a:cs typeface="Corbel"/>
              </a:rPr>
              <a:t> </a:t>
            </a:r>
            <a:r>
              <a:rPr sz="1600" b="1" dirty="0">
                <a:latin typeface="Corbel"/>
                <a:cs typeface="Corbel"/>
              </a:rPr>
              <a:t>treatment</a:t>
            </a:r>
            <a:r>
              <a:rPr sz="1600" b="1" spc="-35" dirty="0">
                <a:latin typeface="Corbel"/>
                <a:cs typeface="Corbel"/>
              </a:rPr>
              <a:t> </a:t>
            </a:r>
            <a:r>
              <a:rPr sz="1600" b="1" dirty="0">
                <a:latin typeface="Corbel"/>
                <a:cs typeface="Corbel"/>
              </a:rPr>
              <a:t>by</a:t>
            </a:r>
            <a:r>
              <a:rPr sz="1600" b="1" spc="-30" dirty="0">
                <a:latin typeface="Corbel"/>
                <a:cs typeface="Corbel"/>
              </a:rPr>
              <a:t> </a:t>
            </a:r>
            <a:r>
              <a:rPr sz="1600" b="1" spc="-50" dirty="0">
                <a:latin typeface="Corbel"/>
                <a:cs typeface="Corbel"/>
              </a:rPr>
              <a:t>a </a:t>
            </a:r>
            <a:r>
              <a:rPr sz="1600" b="1" spc="-10" dirty="0">
                <a:latin typeface="Corbel"/>
                <a:cs typeface="Corbel"/>
              </a:rPr>
              <a:t>physician.</a:t>
            </a:r>
            <a:endParaRPr sz="1600">
              <a:latin typeface="Corbel"/>
              <a:cs typeface="Corbe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3630295" cy="878205"/>
            <a:chOff x="1417319" y="414527"/>
            <a:chExt cx="3630295" cy="878205"/>
          </a:xfrm>
        </p:grpSpPr>
        <p:pic>
          <p:nvPicPr>
            <p:cNvPr id="4" name="object 4"/>
            <p:cNvPicPr/>
            <p:nvPr/>
          </p:nvPicPr>
          <p:blipFill>
            <a:blip r:embed="rId3" cstate="print"/>
            <a:stretch>
              <a:fillRect/>
            </a:stretch>
          </p:blipFill>
          <p:spPr>
            <a:xfrm>
              <a:off x="1417319" y="414527"/>
              <a:ext cx="1341120" cy="573024"/>
            </a:xfrm>
            <a:prstGeom prst="rect">
              <a:avLst/>
            </a:prstGeom>
          </p:spPr>
        </p:pic>
        <p:pic>
          <p:nvPicPr>
            <p:cNvPr id="5" name="object 5"/>
            <p:cNvPicPr/>
            <p:nvPr/>
          </p:nvPicPr>
          <p:blipFill>
            <a:blip r:embed="rId4" cstate="print"/>
            <a:stretch>
              <a:fillRect/>
            </a:stretch>
          </p:blipFill>
          <p:spPr>
            <a:xfrm>
              <a:off x="2414016" y="414527"/>
              <a:ext cx="420624" cy="573024"/>
            </a:xfrm>
            <a:prstGeom prst="rect">
              <a:avLst/>
            </a:prstGeom>
          </p:spPr>
        </p:pic>
        <p:pic>
          <p:nvPicPr>
            <p:cNvPr id="6" name="object 6"/>
            <p:cNvPicPr/>
            <p:nvPr/>
          </p:nvPicPr>
          <p:blipFill>
            <a:blip r:embed="rId5" cstate="print"/>
            <a:stretch>
              <a:fillRect/>
            </a:stretch>
          </p:blipFill>
          <p:spPr>
            <a:xfrm>
              <a:off x="2542031" y="414527"/>
              <a:ext cx="1658112" cy="573024"/>
            </a:xfrm>
            <a:prstGeom prst="rect">
              <a:avLst/>
            </a:prstGeom>
          </p:spPr>
        </p:pic>
        <p:pic>
          <p:nvPicPr>
            <p:cNvPr id="7" name="object 7"/>
            <p:cNvPicPr/>
            <p:nvPr/>
          </p:nvPicPr>
          <p:blipFill>
            <a:blip r:embed="rId6" cstate="print"/>
            <a:stretch>
              <a:fillRect/>
            </a:stretch>
          </p:blipFill>
          <p:spPr>
            <a:xfrm>
              <a:off x="3855719" y="414527"/>
              <a:ext cx="469391" cy="573024"/>
            </a:xfrm>
            <a:prstGeom prst="rect">
              <a:avLst/>
            </a:prstGeom>
          </p:spPr>
        </p:pic>
        <p:pic>
          <p:nvPicPr>
            <p:cNvPr id="8" name="object 8"/>
            <p:cNvPicPr/>
            <p:nvPr/>
          </p:nvPicPr>
          <p:blipFill>
            <a:blip r:embed="rId7" cstate="print"/>
            <a:stretch>
              <a:fillRect/>
            </a:stretch>
          </p:blipFill>
          <p:spPr>
            <a:xfrm>
              <a:off x="4026408" y="414527"/>
              <a:ext cx="1021080" cy="573024"/>
            </a:xfrm>
            <a:prstGeom prst="rect">
              <a:avLst/>
            </a:prstGeom>
          </p:spPr>
        </p:pic>
        <p:pic>
          <p:nvPicPr>
            <p:cNvPr id="9" name="object 9"/>
            <p:cNvPicPr/>
            <p:nvPr/>
          </p:nvPicPr>
          <p:blipFill>
            <a:blip r:embed="rId8" cstate="print"/>
            <a:stretch>
              <a:fillRect/>
            </a:stretch>
          </p:blipFill>
          <p:spPr>
            <a:xfrm>
              <a:off x="1417319" y="719327"/>
              <a:ext cx="3093720" cy="573024"/>
            </a:xfrm>
            <a:prstGeom prst="rect">
              <a:avLst/>
            </a:prstGeom>
          </p:spPr>
        </p:pic>
      </p:grpSp>
      <p:sp>
        <p:nvSpPr>
          <p:cNvPr id="10" name="object 10"/>
          <p:cNvSpPr txBox="1">
            <a:spLocks noGrp="1"/>
          </p:cNvSpPr>
          <p:nvPr>
            <p:ph type="title"/>
          </p:nvPr>
        </p:nvSpPr>
        <p:spPr>
          <a:prstGeom prst="rect">
            <a:avLst/>
          </a:prstGeom>
        </p:spPr>
        <p:txBody>
          <a:bodyPr vert="horz" wrap="square" lIns="0" tIns="177291" rIns="0" bIns="0" rtlCol="0">
            <a:spAutoFit/>
          </a:bodyPr>
          <a:lstStyle/>
          <a:p>
            <a:pPr marL="640715">
              <a:lnSpc>
                <a:spcPct val="100000"/>
              </a:lnSpc>
              <a:spcBef>
                <a:spcPts val="100"/>
              </a:spcBef>
            </a:pPr>
            <a:r>
              <a:rPr b="1" dirty="0">
                <a:latin typeface="Corbel"/>
                <a:cs typeface="Corbel"/>
              </a:rPr>
              <a:t>050</a:t>
            </a:r>
            <a:r>
              <a:rPr b="1" spc="-35" dirty="0">
                <a:latin typeface="Corbel"/>
                <a:cs typeface="Corbel"/>
              </a:rPr>
              <a:t> </a:t>
            </a:r>
            <a:r>
              <a:rPr b="1" dirty="0">
                <a:latin typeface="Corbel"/>
                <a:cs typeface="Corbel"/>
              </a:rPr>
              <a:t>05</a:t>
            </a:r>
            <a:r>
              <a:rPr b="1" spc="-30" dirty="0">
                <a:latin typeface="Corbel"/>
                <a:cs typeface="Corbel"/>
              </a:rPr>
              <a:t> </a:t>
            </a:r>
            <a:r>
              <a:rPr b="1" dirty="0">
                <a:latin typeface="Corbel"/>
                <a:cs typeface="Corbel"/>
              </a:rPr>
              <a:t>00:</a:t>
            </a:r>
            <a:r>
              <a:rPr b="1" spc="-30" dirty="0">
                <a:latin typeface="Corbel"/>
                <a:cs typeface="Corbel"/>
              </a:rPr>
              <a:t> </a:t>
            </a:r>
            <a:r>
              <a:rPr b="1" dirty="0">
                <a:latin typeface="Corbel"/>
                <a:cs typeface="Corbel"/>
              </a:rPr>
              <a:t>Psychology</a:t>
            </a:r>
            <a:r>
              <a:rPr b="1" spc="-30" dirty="0">
                <a:latin typeface="Corbel"/>
                <a:cs typeface="Corbel"/>
              </a:rPr>
              <a:t> </a:t>
            </a:r>
            <a:r>
              <a:rPr b="1" dirty="0">
                <a:latin typeface="Corbel"/>
                <a:cs typeface="Corbel"/>
              </a:rPr>
              <a:t>–</a:t>
            </a:r>
            <a:r>
              <a:rPr b="1" spc="-80" dirty="0">
                <a:latin typeface="Corbel"/>
                <a:cs typeface="Corbel"/>
              </a:rPr>
              <a:t> </a:t>
            </a:r>
            <a:r>
              <a:rPr b="1" spc="-10" dirty="0">
                <a:latin typeface="Corbel"/>
                <a:cs typeface="Corbel"/>
              </a:rPr>
              <a:t>Stress</a:t>
            </a:r>
          </a:p>
          <a:p>
            <a:pPr marL="640715">
              <a:lnSpc>
                <a:spcPct val="100000"/>
              </a:lnSpc>
            </a:pPr>
            <a:r>
              <a:rPr dirty="0"/>
              <a:t>050</a:t>
            </a:r>
            <a:r>
              <a:rPr spc="-45" dirty="0"/>
              <a:t> </a:t>
            </a:r>
            <a:r>
              <a:rPr dirty="0"/>
              <a:t>05</a:t>
            </a:r>
            <a:r>
              <a:rPr spc="-30" dirty="0"/>
              <a:t> </a:t>
            </a:r>
            <a:r>
              <a:rPr dirty="0"/>
              <a:t>01:</a:t>
            </a:r>
            <a:r>
              <a:rPr spc="-100" dirty="0"/>
              <a:t> </a:t>
            </a:r>
            <a:r>
              <a:rPr dirty="0"/>
              <a:t>Causes</a:t>
            </a:r>
            <a:r>
              <a:rPr spc="-30" dirty="0"/>
              <a:t> </a:t>
            </a:r>
            <a:r>
              <a:rPr dirty="0"/>
              <a:t>of</a:t>
            </a:r>
            <a:r>
              <a:rPr spc="-30" dirty="0"/>
              <a:t> </a:t>
            </a:r>
            <a:r>
              <a:rPr spc="-10" dirty="0"/>
              <a:t>stress</a:t>
            </a:r>
          </a:p>
        </p:txBody>
      </p:sp>
      <p:grpSp>
        <p:nvGrpSpPr>
          <p:cNvPr id="11" name="object 11"/>
          <p:cNvGrpSpPr/>
          <p:nvPr/>
        </p:nvGrpSpPr>
        <p:grpSpPr>
          <a:xfrm>
            <a:off x="78377" y="6432684"/>
            <a:ext cx="360045" cy="360045"/>
            <a:chOff x="78377" y="6432684"/>
            <a:chExt cx="360045" cy="360045"/>
          </a:xfrm>
        </p:grpSpPr>
        <p:sp>
          <p:nvSpPr>
            <p:cNvPr id="12" name="object 12"/>
            <p:cNvSpPr/>
            <p:nvPr/>
          </p:nvSpPr>
          <p:spPr>
            <a:xfrm>
              <a:off x="78377" y="6432684"/>
              <a:ext cx="360045" cy="360045"/>
            </a:xfrm>
            <a:custGeom>
              <a:avLst/>
              <a:gdLst/>
              <a:ahLst/>
              <a:cxnLst/>
              <a:rect l="l" t="t" r="r" b="b"/>
              <a:pathLst>
                <a:path w="360045" h="360045">
                  <a:moveTo>
                    <a:pt x="359999" y="0"/>
                  </a:moveTo>
                  <a:lnTo>
                    <a:pt x="0" y="0"/>
                  </a:lnTo>
                  <a:lnTo>
                    <a:pt x="0" y="360000"/>
                  </a:lnTo>
                  <a:lnTo>
                    <a:pt x="359999" y="360000"/>
                  </a:lnTo>
                  <a:lnTo>
                    <a:pt x="359999" y="315000"/>
                  </a:lnTo>
                  <a:lnTo>
                    <a:pt x="179999" y="315000"/>
                  </a:lnTo>
                  <a:lnTo>
                    <a:pt x="137329" y="308117"/>
                  </a:lnTo>
                  <a:lnTo>
                    <a:pt x="100270" y="288952"/>
                  </a:lnTo>
                  <a:lnTo>
                    <a:pt x="71047" y="259729"/>
                  </a:lnTo>
                  <a:lnTo>
                    <a:pt x="51882" y="222670"/>
                  </a:lnTo>
                  <a:lnTo>
                    <a:pt x="44999" y="180000"/>
                  </a:lnTo>
                  <a:lnTo>
                    <a:pt x="51882" y="137329"/>
                  </a:lnTo>
                  <a:lnTo>
                    <a:pt x="71047" y="100270"/>
                  </a:lnTo>
                  <a:lnTo>
                    <a:pt x="100270" y="71047"/>
                  </a:lnTo>
                  <a:lnTo>
                    <a:pt x="137329" y="51882"/>
                  </a:lnTo>
                  <a:lnTo>
                    <a:pt x="179999" y="45000"/>
                  </a:lnTo>
                  <a:lnTo>
                    <a:pt x="359999" y="45000"/>
                  </a:lnTo>
                  <a:lnTo>
                    <a:pt x="359999" y="0"/>
                  </a:lnTo>
                  <a:close/>
                </a:path>
                <a:path w="360045" h="360045">
                  <a:moveTo>
                    <a:pt x="359999" y="45000"/>
                  </a:moveTo>
                  <a:lnTo>
                    <a:pt x="179999" y="45000"/>
                  </a:lnTo>
                  <a:lnTo>
                    <a:pt x="222670" y="51882"/>
                  </a:lnTo>
                  <a:lnTo>
                    <a:pt x="259729" y="71047"/>
                  </a:lnTo>
                  <a:lnTo>
                    <a:pt x="288952" y="100270"/>
                  </a:lnTo>
                  <a:lnTo>
                    <a:pt x="308117" y="137329"/>
                  </a:lnTo>
                  <a:lnTo>
                    <a:pt x="314999" y="180000"/>
                  </a:lnTo>
                  <a:lnTo>
                    <a:pt x="308117" y="222670"/>
                  </a:lnTo>
                  <a:lnTo>
                    <a:pt x="288952" y="259729"/>
                  </a:lnTo>
                  <a:lnTo>
                    <a:pt x="259729" y="288952"/>
                  </a:lnTo>
                  <a:lnTo>
                    <a:pt x="222670" y="308117"/>
                  </a:lnTo>
                  <a:lnTo>
                    <a:pt x="179999" y="315000"/>
                  </a:lnTo>
                  <a:lnTo>
                    <a:pt x="359999" y="315000"/>
                  </a:lnTo>
                  <a:lnTo>
                    <a:pt x="359999" y="45000"/>
                  </a:lnTo>
                  <a:close/>
                </a:path>
              </a:pathLst>
            </a:custGeom>
            <a:solidFill>
              <a:srgbClr val="1CADE4"/>
            </a:solidFill>
          </p:spPr>
          <p:txBody>
            <a:bodyPr wrap="square" lIns="0" tIns="0" rIns="0" bIns="0" rtlCol="0"/>
            <a:lstStyle/>
            <a:p>
              <a:endParaRPr/>
            </a:p>
          </p:txBody>
        </p:sp>
        <p:sp>
          <p:nvSpPr>
            <p:cNvPr id="13" name="object 13"/>
            <p:cNvSpPr/>
            <p:nvPr/>
          </p:nvSpPr>
          <p:spPr>
            <a:xfrm>
              <a:off x="123377" y="6477684"/>
              <a:ext cx="270510" cy="270510"/>
            </a:xfrm>
            <a:custGeom>
              <a:avLst/>
              <a:gdLst/>
              <a:ahLst/>
              <a:cxnLst/>
              <a:rect l="l" t="t" r="r" b="b"/>
              <a:pathLst>
                <a:path w="270510"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69999"/>
                  </a:lnTo>
                  <a:lnTo>
                    <a:pt x="177670" y="263117"/>
                  </a:lnTo>
                  <a:lnTo>
                    <a:pt x="214729" y="243952"/>
                  </a:lnTo>
                  <a:lnTo>
                    <a:pt x="222432" y="236249"/>
                  </a:lnTo>
                  <a:lnTo>
                    <a:pt x="84375" y="236249"/>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10" h="270509">
                  <a:moveTo>
                    <a:pt x="259004" y="84375"/>
                  </a:moveTo>
                  <a:lnTo>
                    <a:pt x="160312" y="84375"/>
                  </a:lnTo>
                  <a:lnTo>
                    <a:pt x="160312" y="219375"/>
                  </a:lnTo>
                  <a:lnTo>
                    <a:pt x="185625" y="219375"/>
                  </a:lnTo>
                  <a:lnTo>
                    <a:pt x="185625" y="236249"/>
                  </a:lnTo>
                  <a:lnTo>
                    <a:pt x="222432" y="236249"/>
                  </a:lnTo>
                  <a:lnTo>
                    <a:pt x="243952" y="214729"/>
                  </a:lnTo>
                  <a:lnTo>
                    <a:pt x="263117" y="177670"/>
                  </a:lnTo>
                  <a:lnTo>
                    <a:pt x="269999" y="134999"/>
                  </a:lnTo>
                  <a:lnTo>
                    <a:pt x="263117" y="92329"/>
                  </a:lnTo>
                  <a:lnTo>
                    <a:pt x="259004" y="84375"/>
                  </a:lnTo>
                  <a:close/>
                </a:path>
                <a:path w="270510"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14" name="object 14"/>
            <p:cNvPicPr/>
            <p:nvPr/>
          </p:nvPicPr>
          <p:blipFill>
            <a:blip r:embed="rId9" cstate="print"/>
            <a:stretch>
              <a:fillRect/>
            </a:stretch>
          </p:blipFill>
          <p:spPr>
            <a:xfrm>
              <a:off x="207753" y="6486122"/>
              <a:ext cx="101249" cy="227812"/>
            </a:xfrm>
            <a:prstGeom prst="rect">
              <a:avLst/>
            </a:prstGeom>
          </p:spPr>
        </p:pic>
      </p:grpSp>
      <p:grpSp>
        <p:nvGrpSpPr>
          <p:cNvPr id="15" name="object 15"/>
          <p:cNvGrpSpPr/>
          <p:nvPr/>
        </p:nvGrpSpPr>
        <p:grpSpPr>
          <a:xfrm>
            <a:off x="503693" y="6432684"/>
            <a:ext cx="360045" cy="360045"/>
            <a:chOff x="503693" y="6432684"/>
            <a:chExt cx="360045" cy="360045"/>
          </a:xfrm>
        </p:grpSpPr>
        <p:sp>
          <p:nvSpPr>
            <p:cNvPr id="16" name="object 16"/>
            <p:cNvSpPr/>
            <p:nvPr/>
          </p:nvSpPr>
          <p:spPr>
            <a:xfrm>
              <a:off x="503693" y="6432684"/>
              <a:ext cx="360045" cy="360045"/>
            </a:xfrm>
            <a:custGeom>
              <a:avLst/>
              <a:gdLst/>
              <a:ahLst/>
              <a:cxnLst/>
              <a:rect l="l" t="t" r="r" b="b"/>
              <a:pathLst>
                <a:path w="360044" h="360045">
                  <a:moveTo>
                    <a:pt x="359999" y="0"/>
                  </a:moveTo>
                  <a:lnTo>
                    <a:pt x="0" y="0"/>
                  </a:lnTo>
                  <a:lnTo>
                    <a:pt x="0" y="360000"/>
                  </a:lnTo>
                  <a:lnTo>
                    <a:pt x="359999" y="360000"/>
                  </a:lnTo>
                  <a:lnTo>
                    <a:pt x="359999" y="315000"/>
                  </a:lnTo>
                  <a:lnTo>
                    <a:pt x="179999" y="315000"/>
                  </a:lnTo>
                  <a:lnTo>
                    <a:pt x="137329" y="308117"/>
                  </a:lnTo>
                  <a:lnTo>
                    <a:pt x="100270" y="288952"/>
                  </a:lnTo>
                  <a:lnTo>
                    <a:pt x="71047" y="259729"/>
                  </a:lnTo>
                  <a:lnTo>
                    <a:pt x="51882" y="222670"/>
                  </a:lnTo>
                  <a:lnTo>
                    <a:pt x="44999" y="180000"/>
                  </a:lnTo>
                  <a:lnTo>
                    <a:pt x="51882" y="137329"/>
                  </a:lnTo>
                  <a:lnTo>
                    <a:pt x="71047" y="100270"/>
                  </a:lnTo>
                  <a:lnTo>
                    <a:pt x="100270" y="71047"/>
                  </a:lnTo>
                  <a:lnTo>
                    <a:pt x="137329" y="51882"/>
                  </a:lnTo>
                  <a:lnTo>
                    <a:pt x="179999" y="45000"/>
                  </a:lnTo>
                  <a:lnTo>
                    <a:pt x="359999" y="45000"/>
                  </a:lnTo>
                  <a:lnTo>
                    <a:pt x="359999" y="0"/>
                  </a:lnTo>
                  <a:close/>
                </a:path>
                <a:path w="360044" h="360045">
                  <a:moveTo>
                    <a:pt x="359999" y="45000"/>
                  </a:moveTo>
                  <a:lnTo>
                    <a:pt x="179999" y="45000"/>
                  </a:lnTo>
                  <a:lnTo>
                    <a:pt x="222670" y="51882"/>
                  </a:lnTo>
                  <a:lnTo>
                    <a:pt x="259729" y="71047"/>
                  </a:lnTo>
                  <a:lnTo>
                    <a:pt x="288952" y="100270"/>
                  </a:lnTo>
                  <a:lnTo>
                    <a:pt x="308117" y="137329"/>
                  </a:lnTo>
                  <a:lnTo>
                    <a:pt x="315000" y="180000"/>
                  </a:lnTo>
                  <a:lnTo>
                    <a:pt x="308117" y="222670"/>
                  </a:lnTo>
                  <a:lnTo>
                    <a:pt x="288952" y="259729"/>
                  </a:lnTo>
                  <a:lnTo>
                    <a:pt x="259729" y="288952"/>
                  </a:lnTo>
                  <a:lnTo>
                    <a:pt x="222670" y="308117"/>
                  </a:lnTo>
                  <a:lnTo>
                    <a:pt x="179999" y="315000"/>
                  </a:lnTo>
                  <a:lnTo>
                    <a:pt x="359999" y="315000"/>
                  </a:lnTo>
                  <a:lnTo>
                    <a:pt x="359999" y="45000"/>
                  </a:lnTo>
                  <a:close/>
                </a:path>
              </a:pathLst>
            </a:custGeom>
            <a:solidFill>
              <a:srgbClr val="1CADE4"/>
            </a:solidFill>
          </p:spPr>
          <p:txBody>
            <a:bodyPr wrap="square" lIns="0" tIns="0" rIns="0" bIns="0" rtlCol="0"/>
            <a:lstStyle/>
            <a:p>
              <a:endParaRPr/>
            </a:p>
          </p:txBody>
        </p:sp>
        <p:sp>
          <p:nvSpPr>
            <p:cNvPr id="17" name="object 17"/>
            <p:cNvSpPr/>
            <p:nvPr/>
          </p:nvSpPr>
          <p:spPr>
            <a:xfrm>
              <a:off x="548692" y="6477684"/>
              <a:ext cx="270510" cy="270510"/>
            </a:xfrm>
            <a:custGeom>
              <a:avLst/>
              <a:gdLst/>
              <a:ahLst/>
              <a:cxnLst/>
              <a:rect l="l" t="t" r="r" b="b"/>
              <a:pathLst>
                <a:path w="270509"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69999"/>
                  </a:lnTo>
                  <a:lnTo>
                    <a:pt x="177670" y="263117"/>
                  </a:lnTo>
                  <a:lnTo>
                    <a:pt x="214729" y="243952"/>
                  </a:lnTo>
                  <a:lnTo>
                    <a:pt x="222432" y="236249"/>
                  </a:lnTo>
                  <a:lnTo>
                    <a:pt x="84375" y="236249"/>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09" h="270509">
                  <a:moveTo>
                    <a:pt x="259004" y="84375"/>
                  </a:moveTo>
                  <a:lnTo>
                    <a:pt x="160312" y="84375"/>
                  </a:lnTo>
                  <a:lnTo>
                    <a:pt x="160312" y="219375"/>
                  </a:lnTo>
                  <a:lnTo>
                    <a:pt x="185625" y="219375"/>
                  </a:lnTo>
                  <a:lnTo>
                    <a:pt x="185625" y="236249"/>
                  </a:lnTo>
                  <a:lnTo>
                    <a:pt x="222432" y="236249"/>
                  </a:lnTo>
                  <a:lnTo>
                    <a:pt x="243952" y="214729"/>
                  </a:lnTo>
                  <a:lnTo>
                    <a:pt x="263117" y="177670"/>
                  </a:lnTo>
                  <a:lnTo>
                    <a:pt x="270000" y="134999"/>
                  </a:lnTo>
                  <a:lnTo>
                    <a:pt x="263117" y="92329"/>
                  </a:lnTo>
                  <a:lnTo>
                    <a:pt x="259004" y="84375"/>
                  </a:lnTo>
                  <a:close/>
                </a:path>
                <a:path w="270509"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18" name="object 18"/>
            <p:cNvPicPr/>
            <p:nvPr/>
          </p:nvPicPr>
          <p:blipFill>
            <a:blip r:embed="rId9" cstate="print"/>
            <a:stretch>
              <a:fillRect/>
            </a:stretch>
          </p:blipFill>
          <p:spPr>
            <a:xfrm>
              <a:off x="633068" y="6486122"/>
              <a:ext cx="101249" cy="227812"/>
            </a:xfrm>
            <a:prstGeom prst="rect">
              <a:avLst/>
            </a:prstGeom>
          </p:spPr>
        </p:pic>
      </p:grpSp>
      <p:sp>
        <p:nvSpPr>
          <p:cNvPr id="19" name="object 19"/>
          <p:cNvSpPr txBox="1"/>
          <p:nvPr/>
        </p:nvSpPr>
        <p:spPr>
          <a:xfrm>
            <a:off x="1563048" y="1250188"/>
            <a:ext cx="9860915" cy="5417820"/>
          </a:xfrm>
          <a:prstGeom prst="rect">
            <a:avLst/>
          </a:prstGeom>
        </p:spPr>
        <p:txBody>
          <a:bodyPr vert="horz" wrap="square" lIns="0" tIns="36830" rIns="0" bIns="0" rtlCol="0">
            <a:spAutoFit/>
          </a:bodyPr>
          <a:lstStyle/>
          <a:p>
            <a:pPr marL="12700" marR="5080" algn="just">
              <a:lnSpc>
                <a:spcPct val="90000"/>
              </a:lnSpc>
              <a:spcBef>
                <a:spcPts val="290"/>
              </a:spcBef>
            </a:pPr>
            <a:r>
              <a:rPr sz="1600" dirty="0">
                <a:latin typeface="Corbel"/>
                <a:cs typeface="Corbel"/>
              </a:rPr>
              <a:t>Every</a:t>
            </a:r>
            <a:r>
              <a:rPr sz="1600" spc="10" dirty="0">
                <a:latin typeface="Corbel"/>
                <a:cs typeface="Corbel"/>
              </a:rPr>
              <a:t> </a:t>
            </a:r>
            <a:r>
              <a:rPr sz="1600" dirty="0">
                <a:latin typeface="Corbel"/>
                <a:cs typeface="Corbel"/>
              </a:rPr>
              <a:t>person</a:t>
            </a:r>
            <a:r>
              <a:rPr sz="1600" spc="25" dirty="0">
                <a:latin typeface="Corbel"/>
                <a:cs typeface="Corbel"/>
              </a:rPr>
              <a:t> </a:t>
            </a:r>
            <a:r>
              <a:rPr sz="1600" dirty="0">
                <a:latin typeface="Corbel"/>
                <a:cs typeface="Corbel"/>
              </a:rPr>
              <a:t>has</a:t>
            </a:r>
            <a:r>
              <a:rPr sz="1600" spc="25" dirty="0">
                <a:latin typeface="Corbel"/>
                <a:cs typeface="Corbel"/>
              </a:rPr>
              <a:t> </a:t>
            </a:r>
            <a:r>
              <a:rPr sz="1600" dirty="0">
                <a:latin typeface="Corbel"/>
                <a:cs typeface="Corbel"/>
              </a:rPr>
              <a:t>experienced</a:t>
            </a:r>
            <a:r>
              <a:rPr sz="1600" spc="30" dirty="0">
                <a:latin typeface="Corbel"/>
                <a:cs typeface="Corbel"/>
              </a:rPr>
              <a:t> </a:t>
            </a:r>
            <a:r>
              <a:rPr sz="1600" dirty="0">
                <a:latin typeface="Corbel"/>
                <a:cs typeface="Corbel"/>
              </a:rPr>
              <a:t>some</a:t>
            </a:r>
            <a:r>
              <a:rPr sz="1600" spc="25" dirty="0">
                <a:latin typeface="Corbel"/>
                <a:cs typeface="Corbel"/>
              </a:rPr>
              <a:t> </a:t>
            </a:r>
            <a:r>
              <a:rPr sz="1600" dirty="0">
                <a:latin typeface="Corbel"/>
                <a:cs typeface="Corbel"/>
              </a:rPr>
              <a:t>form</a:t>
            </a:r>
            <a:r>
              <a:rPr sz="1600" spc="20" dirty="0">
                <a:latin typeface="Corbel"/>
                <a:cs typeface="Corbel"/>
              </a:rPr>
              <a:t> </a:t>
            </a:r>
            <a:r>
              <a:rPr sz="1600" dirty="0">
                <a:latin typeface="Corbel"/>
                <a:cs typeface="Corbel"/>
              </a:rPr>
              <a:t>of</a:t>
            </a:r>
            <a:r>
              <a:rPr sz="1600" spc="20" dirty="0">
                <a:latin typeface="Corbel"/>
                <a:cs typeface="Corbel"/>
              </a:rPr>
              <a:t> </a:t>
            </a:r>
            <a:r>
              <a:rPr sz="1600" dirty="0">
                <a:latin typeface="Corbel"/>
                <a:cs typeface="Corbel"/>
              </a:rPr>
              <a:t>stress</a:t>
            </a:r>
            <a:r>
              <a:rPr sz="1600" spc="25" dirty="0">
                <a:latin typeface="Corbel"/>
                <a:cs typeface="Corbel"/>
              </a:rPr>
              <a:t> </a:t>
            </a:r>
            <a:r>
              <a:rPr sz="1600" dirty="0">
                <a:latin typeface="Corbel"/>
                <a:cs typeface="Corbel"/>
              </a:rPr>
              <a:t>in</a:t>
            </a:r>
            <a:r>
              <a:rPr sz="1600" spc="25" dirty="0">
                <a:latin typeface="Corbel"/>
                <a:cs typeface="Corbel"/>
              </a:rPr>
              <a:t> </a:t>
            </a:r>
            <a:r>
              <a:rPr sz="1600" dirty="0">
                <a:latin typeface="Corbel"/>
                <a:cs typeface="Corbel"/>
              </a:rPr>
              <a:t>his</a:t>
            </a:r>
            <a:r>
              <a:rPr sz="1600" spc="25" dirty="0">
                <a:latin typeface="Corbel"/>
                <a:cs typeface="Corbel"/>
              </a:rPr>
              <a:t> </a:t>
            </a:r>
            <a:r>
              <a:rPr sz="1600" dirty="0">
                <a:latin typeface="Corbel"/>
                <a:cs typeface="Corbel"/>
              </a:rPr>
              <a:t>or</a:t>
            </a:r>
            <a:r>
              <a:rPr sz="1600" spc="20" dirty="0">
                <a:latin typeface="Corbel"/>
                <a:cs typeface="Corbel"/>
              </a:rPr>
              <a:t> </a:t>
            </a:r>
            <a:r>
              <a:rPr sz="1600" dirty="0">
                <a:latin typeface="Corbel"/>
                <a:cs typeface="Corbel"/>
              </a:rPr>
              <a:t>her</a:t>
            </a:r>
            <a:r>
              <a:rPr sz="1600" spc="20" dirty="0">
                <a:latin typeface="Corbel"/>
                <a:cs typeface="Corbel"/>
              </a:rPr>
              <a:t> </a:t>
            </a:r>
            <a:r>
              <a:rPr sz="1600" dirty="0">
                <a:latin typeface="Corbel"/>
                <a:cs typeface="Corbel"/>
              </a:rPr>
              <a:t>life,</a:t>
            </a:r>
            <a:r>
              <a:rPr sz="1600" spc="15" dirty="0">
                <a:latin typeface="Corbel"/>
                <a:cs typeface="Corbel"/>
              </a:rPr>
              <a:t> </a:t>
            </a:r>
            <a:r>
              <a:rPr sz="1600" dirty="0">
                <a:latin typeface="Corbel"/>
                <a:cs typeface="Corbel"/>
              </a:rPr>
              <a:t>but</a:t>
            </a:r>
            <a:r>
              <a:rPr sz="1600" spc="15" dirty="0">
                <a:latin typeface="Corbel"/>
                <a:cs typeface="Corbel"/>
              </a:rPr>
              <a:t> </a:t>
            </a:r>
            <a:r>
              <a:rPr sz="1600" dirty="0">
                <a:latin typeface="Corbel"/>
                <a:cs typeface="Corbel"/>
              </a:rPr>
              <a:t>understanding</a:t>
            </a:r>
            <a:r>
              <a:rPr sz="1600" spc="20" dirty="0">
                <a:latin typeface="Corbel"/>
                <a:cs typeface="Corbel"/>
              </a:rPr>
              <a:t> </a:t>
            </a:r>
            <a:r>
              <a:rPr sz="1600" dirty="0">
                <a:latin typeface="Corbel"/>
                <a:cs typeface="Corbel"/>
              </a:rPr>
              <a:t>exactly</a:t>
            </a:r>
            <a:r>
              <a:rPr sz="1600" spc="20" dirty="0">
                <a:latin typeface="Corbel"/>
                <a:cs typeface="Corbel"/>
              </a:rPr>
              <a:t> </a:t>
            </a:r>
            <a:r>
              <a:rPr sz="1600" dirty="0">
                <a:latin typeface="Corbel"/>
                <a:cs typeface="Corbel"/>
              </a:rPr>
              <a:t>what</a:t>
            </a:r>
            <a:r>
              <a:rPr sz="1600" spc="15" dirty="0">
                <a:latin typeface="Corbel"/>
                <a:cs typeface="Corbel"/>
              </a:rPr>
              <a:t> </a:t>
            </a:r>
            <a:r>
              <a:rPr sz="1600" dirty="0">
                <a:latin typeface="Corbel"/>
                <a:cs typeface="Corbel"/>
              </a:rPr>
              <a:t>stress</a:t>
            </a:r>
            <a:r>
              <a:rPr sz="1600" spc="25" dirty="0">
                <a:latin typeface="Corbel"/>
                <a:cs typeface="Corbel"/>
              </a:rPr>
              <a:t> </a:t>
            </a:r>
            <a:r>
              <a:rPr sz="1600" dirty="0">
                <a:latin typeface="Corbel"/>
                <a:cs typeface="Corbel"/>
              </a:rPr>
              <a:t>is</a:t>
            </a:r>
            <a:r>
              <a:rPr sz="1600" spc="25" dirty="0">
                <a:latin typeface="Corbel"/>
                <a:cs typeface="Corbel"/>
              </a:rPr>
              <a:t> </a:t>
            </a:r>
            <a:r>
              <a:rPr sz="1600" dirty="0">
                <a:latin typeface="Corbel"/>
                <a:cs typeface="Corbel"/>
              </a:rPr>
              <a:t>and</a:t>
            </a:r>
            <a:r>
              <a:rPr sz="1600" spc="25" dirty="0">
                <a:latin typeface="Corbel"/>
                <a:cs typeface="Corbel"/>
              </a:rPr>
              <a:t> </a:t>
            </a:r>
            <a:r>
              <a:rPr sz="1600" spc="-25" dirty="0">
                <a:latin typeface="Corbel"/>
                <a:cs typeface="Corbel"/>
              </a:rPr>
              <a:t>how </a:t>
            </a:r>
            <a:r>
              <a:rPr sz="1600" dirty="0">
                <a:latin typeface="Corbel"/>
                <a:cs typeface="Corbel"/>
              </a:rPr>
              <a:t>it</a:t>
            </a:r>
            <a:r>
              <a:rPr sz="1600" spc="30" dirty="0">
                <a:latin typeface="Corbel"/>
                <a:cs typeface="Corbel"/>
              </a:rPr>
              <a:t> </a:t>
            </a:r>
            <a:r>
              <a:rPr sz="1600" dirty="0">
                <a:latin typeface="Corbel"/>
                <a:cs typeface="Corbel"/>
              </a:rPr>
              <a:t>affects</a:t>
            </a:r>
            <a:r>
              <a:rPr sz="1600" spc="45" dirty="0">
                <a:latin typeface="Corbel"/>
                <a:cs typeface="Corbel"/>
              </a:rPr>
              <a:t> </a:t>
            </a:r>
            <a:r>
              <a:rPr sz="1600" dirty="0">
                <a:latin typeface="Corbel"/>
                <a:cs typeface="Corbel"/>
              </a:rPr>
              <a:t>an</a:t>
            </a:r>
            <a:r>
              <a:rPr sz="1600" spc="50" dirty="0">
                <a:latin typeface="Corbel"/>
                <a:cs typeface="Corbel"/>
              </a:rPr>
              <a:t> </a:t>
            </a:r>
            <a:r>
              <a:rPr sz="1600" dirty="0">
                <a:latin typeface="Corbel"/>
                <a:cs typeface="Corbel"/>
              </a:rPr>
              <a:t>individual’s</a:t>
            </a:r>
            <a:r>
              <a:rPr sz="1600" spc="40" dirty="0">
                <a:latin typeface="Corbel"/>
                <a:cs typeface="Corbel"/>
              </a:rPr>
              <a:t> </a:t>
            </a:r>
            <a:r>
              <a:rPr sz="1600" dirty="0">
                <a:latin typeface="Corbel"/>
                <a:cs typeface="Corbel"/>
              </a:rPr>
              <a:t>performance</a:t>
            </a:r>
            <a:r>
              <a:rPr sz="1600" spc="40" dirty="0">
                <a:latin typeface="Corbel"/>
                <a:cs typeface="Corbel"/>
              </a:rPr>
              <a:t> </a:t>
            </a:r>
            <a:r>
              <a:rPr sz="1600" dirty="0">
                <a:latin typeface="Corbel"/>
                <a:cs typeface="Corbel"/>
              </a:rPr>
              <a:t>can</a:t>
            </a:r>
            <a:r>
              <a:rPr sz="1600" spc="45" dirty="0">
                <a:latin typeface="Corbel"/>
                <a:cs typeface="Corbel"/>
              </a:rPr>
              <a:t> </a:t>
            </a:r>
            <a:r>
              <a:rPr sz="1600" dirty="0">
                <a:latin typeface="Corbel"/>
                <a:cs typeface="Corbel"/>
              </a:rPr>
              <a:t>be</a:t>
            </a:r>
            <a:r>
              <a:rPr sz="1600" spc="40" dirty="0">
                <a:latin typeface="Corbel"/>
                <a:cs typeface="Corbel"/>
              </a:rPr>
              <a:t> </a:t>
            </a:r>
            <a:r>
              <a:rPr sz="1600" dirty="0">
                <a:latin typeface="Corbel"/>
                <a:cs typeface="Corbel"/>
              </a:rPr>
              <a:t>difficult.</a:t>
            </a:r>
            <a:r>
              <a:rPr sz="1600" spc="45" dirty="0">
                <a:latin typeface="Corbel"/>
                <a:cs typeface="Corbel"/>
              </a:rPr>
              <a:t> </a:t>
            </a:r>
            <a:r>
              <a:rPr sz="1600" dirty="0">
                <a:latin typeface="Corbel"/>
                <a:cs typeface="Corbel"/>
              </a:rPr>
              <a:t>A</a:t>
            </a:r>
            <a:r>
              <a:rPr sz="1600" spc="35" dirty="0">
                <a:latin typeface="Corbel"/>
                <a:cs typeface="Corbel"/>
              </a:rPr>
              <a:t> </a:t>
            </a:r>
            <a:r>
              <a:rPr sz="1600" dirty="0">
                <a:latin typeface="Corbel"/>
                <a:cs typeface="Corbel"/>
              </a:rPr>
              <a:t>situation</a:t>
            </a:r>
            <a:r>
              <a:rPr sz="1600" spc="45" dirty="0">
                <a:latin typeface="Corbel"/>
                <a:cs typeface="Corbel"/>
              </a:rPr>
              <a:t> </a:t>
            </a:r>
            <a:r>
              <a:rPr sz="1600" dirty="0">
                <a:latin typeface="Corbel"/>
                <a:cs typeface="Corbel"/>
              </a:rPr>
              <a:t>that</a:t>
            </a:r>
            <a:r>
              <a:rPr sz="1600" spc="40" dirty="0">
                <a:latin typeface="Corbel"/>
                <a:cs typeface="Corbel"/>
              </a:rPr>
              <a:t> </a:t>
            </a:r>
            <a:r>
              <a:rPr sz="1600" dirty="0">
                <a:latin typeface="Corbel"/>
                <a:cs typeface="Corbel"/>
              </a:rPr>
              <a:t>is</a:t>
            </a:r>
            <a:r>
              <a:rPr sz="1600" spc="40" dirty="0">
                <a:latin typeface="Corbel"/>
                <a:cs typeface="Corbel"/>
              </a:rPr>
              <a:t> </a:t>
            </a:r>
            <a:r>
              <a:rPr sz="1600" dirty="0">
                <a:latin typeface="Corbel"/>
                <a:cs typeface="Corbel"/>
              </a:rPr>
              <a:t>stressful</a:t>
            </a:r>
            <a:r>
              <a:rPr sz="1600" spc="40" dirty="0">
                <a:latin typeface="Corbel"/>
                <a:cs typeface="Corbel"/>
              </a:rPr>
              <a:t> </a:t>
            </a:r>
            <a:r>
              <a:rPr sz="1600" dirty="0">
                <a:latin typeface="Corbel"/>
                <a:cs typeface="Corbel"/>
              </a:rPr>
              <a:t>for</a:t>
            </a:r>
            <a:r>
              <a:rPr sz="1600" spc="45" dirty="0">
                <a:latin typeface="Corbel"/>
                <a:cs typeface="Corbel"/>
              </a:rPr>
              <a:t> </a:t>
            </a:r>
            <a:r>
              <a:rPr sz="1600" dirty="0">
                <a:latin typeface="Corbel"/>
                <a:cs typeface="Corbel"/>
              </a:rPr>
              <a:t>one</a:t>
            </a:r>
            <a:r>
              <a:rPr sz="1600" spc="40" dirty="0">
                <a:latin typeface="Corbel"/>
                <a:cs typeface="Corbel"/>
              </a:rPr>
              <a:t> </a:t>
            </a:r>
            <a:r>
              <a:rPr sz="1600" dirty="0">
                <a:latin typeface="Corbel"/>
                <a:cs typeface="Corbel"/>
              </a:rPr>
              <a:t>person</a:t>
            </a:r>
            <a:r>
              <a:rPr sz="1600" spc="50" dirty="0">
                <a:latin typeface="Corbel"/>
                <a:cs typeface="Corbel"/>
              </a:rPr>
              <a:t> </a:t>
            </a:r>
            <a:r>
              <a:rPr sz="1600" dirty="0">
                <a:latin typeface="Corbel"/>
                <a:cs typeface="Corbel"/>
              </a:rPr>
              <a:t>may</a:t>
            </a:r>
            <a:r>
              <a:rPr sz="1600" spc="35" dirty="0">
                <a:latin typeface="Corbel"/>
                <a:cs typeface="Corbel"/>
              </a:rPr>
              <a:t> </a:t>
            </a:r>
            <a:r>
              <a:rPr sz="1600" dirty="0">
                <a:latin typeface="Corbel"/>
                <a:cs typeface="Corbel"/>
              </a:rPr>
              <a:t>not</a:t>
            </a:r>
            <a:r>
              <a:rPr sz="1600" spc="35" dirty="0">
                <a:latin typeface="Corbel"/>
                <a:cs typeface="Corbel"/>
              </a:rPr>
              <a:t> </a:t>
            </a:r>
            <a:r>
              <a:rPr sz="1600" dirty="0">
                <a:latin typeface="Corbel"/>
                <a:cs typeface="Corbel"/>
              </a:rPr>
              <a:t>be</a:t>
            </a:r>
            <a:r>
              <a:rPr sz="1600" spc="40" dirty="0">
                <a:latin typeface="Corbel"/>
                <a:cs typeface="Corbel"/>
              </a:rPr>
              <a:t> </a:t>
            </a:r>
            <a:r>
              <a:rPr sz="1600" spc="-10" dirty="0">
                <a:latin typeface="Corbel"/>
                <a:cs typeface="Corbel"/>
              </a:rPr>
              <a:t>stressful </a:t>
            </a:r>
            <a:r>
              <a:rPr sz="1600" dirty="0">
                <a:latin typeface="Corbel"/>
                <a:cs typeface="Corbel"/>
              </a:rPr>
              <a:t>for</a:t>
            </a:r>
            <a:r>
              <a:rPr sz="1600" spc="225" dirty="0">
                <a:latin typeface="Corbel"/>
                <a:cs typeface="Corbel"/>
              </a:rPr>
              <a:t> </a:t>
            </a:r>
            <a:r>
              <a:rPr sz="1600" dirty="0">
                <a:latin typeface="Corbel"/>
                <a:cs typeface="Corbel"/>
              </a:rPr>
              <a:t>another.</a:t>
            </a:r>
            <a:r>
              <a:rPr sz="1600" spc="225" dirty="0">
                <a:latin typeface="Corbel"/>
                <a:cs typeface="Corbel"/>
              </a:rPr>
              <a:t> </a:t>
            </a:r>
            <a:r>
              <a:rPr sz="1600" dirty="0">
                <a:latin typeface="Corbel"/>
                <a:cs typeface="Corbel"/>
              </a:rPr>
              <a:t>Sometimes</a:t>
            </a:r>
            <a:r>
              <a:rPr sz="1600" spc="229" dirty="0">
                <a:latin typeface="Corbel"/>
                <a:cs typeface="Corbel"/>
              </a:rPr>
              <a:t> </a:t>
            </a:r>
            <a:r>
              <a:rPr sz="1600" dirty="0">
                <a:latin typeface="Corbel"/>
                <a:cs typeface="Corbel"/>
              </a:rPr>
              <a:t>stress</a:t>
            </a:r>
            <a:r>
              <a:rPr sz="1600" spc="225" dirty="0">
                <a:latin typeface="Corbel"/>
                <a:cs typeface="Corbel"/>
              </a:rPr>
              <a:t> </a:t>
            </a:r>
            <a:r>
              <a:rPr sz="1600" dirty="0">
                <a:latin typeface="Corbel"/>
                <a:cs typeface="Corbel"/>
              </a:rPr>
              <a:t>can</a:t>
            </a:r>
            <a:r>
              <a:rPr sz="1600" spc="229" dirty="0">
                <a:latin typeface="Corbel"/>
                <a:cs typeface="Corbel"/>
              </a:rPr>
              <a:t> </a:t>
            </a:r>
            <a:r>
              <a:rPr sz="1600" dirty="0">
                <a:latin typeface="Corbel"/>
                <a:cs typeface="Corbel"/>
              </a:rPr>
              <a:t>enhance</a:t>
            </a:r>
            <a:r>
              <a:rPr sz="1600" spc="235" dirty="0">
                <a:latin typeface="Corbel"/>
                <a:cs typeface="Corbel"/>
              </a:rPr>
              <a:t> </a:t>
            </a:r>
            <a:r>
              <a:rPr sz="1600" dirty="0">
                <a:latin typeface="Corbel"/>
                <a:cs typeface="Corbel"/>
              </a:rPr>
              <a:t>performance,</a:t>
            </a:r>
            <a:r>
              <a:rPr sz="1600" spc="225" dirty="0">
                <a:latin typeface="Corbel"/>
                <a:cs typeface="Corbel"/>
              </a:rPr>
              <a:t> </a:t>
            </a:r>
            <a:r>
              <a:rPr sz="1600" dirty="0">
                <a:latin typeface="Corbel"/>
                <a:cs typeface="Corbel"/>
              </a:rPr>
              <a:t>but</a:t>
            </a:r>
            <a:r>
              <a:rPr sz="1600" spc="220" dirty="0">
                <a:latin typeface="Corbel"/>
                <a:cs typeface="Corbel"/>
              </a:rPr>
              <a:t> </a:t>
            </a:r>
            <a:r>
              <a:rPr sz="1600" dirty="0">
                <a:latin typeface="Corbel"/>
                <a:cs typeface="Corbel"/>
              </a:rPr>
              <a:t>many</a:t>
            </a:r>
            <a:r>
              <a:rPr sz="1600" spc="220" dirty="0">
                <a:latin typeface="Corbel"/>
                <a:cs typeface="Corbel"/>
              </a:rPr>
              <a:t> </a:t>
            </a:r>
            <a:r>
              <a:rPr sz="1600" dirty="0">
                <a:latin typeface="Corbel"/>
                <a:cs typeface="Corbel"/>
              </a:rPr>
              <a:t>times</a:t>
            </a:r>
            <a:r>
              <a:rPr sz="1600" spc="229" dirty="0">
                <a:latin typeface="Corbel"/>
                <a:cs typeface="Corbel"/>
              </a:rPr>
              <a:t> </a:t>
            </a:r>
            <a:r>
              <a:rPr sz="1600" dirty="0">
                <a:latin typeface="Corbel"/>
                <a:cs typeface="Corbel"/>
              </a:rPr>
              <a:t>it</a:t>
            </a:r>
            <a:r>
              <a:rPr sz="1600" spc="220" dirty="0">
                <a:latin typeface="Corbel"/>
                <a:cs typeface="Corbel"/>
              </a:rPr>
              <a:t> </a:t>
            </a:r>
            <a:r>
              <a:rPr sz="1600" dirty="0">
                <a:latin typeface="Corbel"/>
                <a:cs typeface="Corbel"/>
              </a:rPr>
              <a:t>negatively</a:t>
            </a:r>
            <a:r>
              <a:rPr sz="1600" spc="220" dirty="0">
                <a:latin typeface="Corbel"/>
                <a:cs typeface="Corbel"/>
              </a:rPr>
              <a:t> </a:t>
            </a:r>
            <a:r>
              <a:rPr sz="1600" dirty="0">
                <a:latin typeface="Corbel"/>
                <a:cs typeface="Corbel"/>
              </a:rPr>
              <a:t>affects</a:t>
            </a:r>
            <a:r>
              <a:rPr sz="1600" spc="229" dirty="0">
                <a:latin typeface="Corbel"/>
                <a:cs typeface="Corbel"/>
              </a:rPr>
              <a:t> </a:t>
            </a:r>
            <a:r>
              <a:rPr sz="1600" dirty="0">
                <a:latin typeface="Corbel"/>
                <a:cs typeface="Corbel"/>
              </a:rPr>
              <a:t>how</a:t>
            </a:r>
            <a:r>
              <a:rPr sz="1600" spc="225" dirty="0">
                <a:latin typeface="Corbel"/>
                <a:cs typeface="Corbel"/>
              </a:rPr>
              <a:t> </a:t>
            </a:r>
            <a:r>
              <a:rPr sz="1600" dirty="0">
                <a:latin typeface="Corbel"/>
                <a:cs typeface="Corbel"/>
              </a:rPr>
              <a:t>a</a:t>
            </a:r>
            <a:r>
              <a:rPr sz="1600" spc="229" dirty="0">
                <a:latin typeface="Corbel"/>
                <a:cs typeface="Corbel"/>
              </a:rPr>
              <a:t> </a:t>
            </a:r>
            <a:r>
              <a:rPr sz="1600" dirty="0">
                <a:latin typeface="Corbel"/>
                <a:cs typeface="Corbel"/>
              </a:rPr>
              <a:t>flight</a:t>
            </a:r>
            <a:r>
              <a:rPr sz="1600" spc="220" dirty="0">
                <a:latin typeface="Corbel"/>
                <a:cs typeface="Corbel"/>
              </a:rPr>
              <a:t> </a:t>
            </a:r>
            <a:r>
              <a:rPr sz="1600" spc="-20" dirty="0">
                <a:latin typeface="Corbel"/>
                <a:cs typeface="Corbel"/>
              </a:rPr>
              <a:t>crew </a:t>
            </a:r>
            <a:r>
              <a:rPr sz="1600" dirty="0">
                <a:latin typeface="Corbel"/>
                <a:cs typeface="Corbel"/>
              </a:rPr>
              <a:t>member</a:t>
            </a:r>
            <a:r>
              <a:rPr sz="1600" spc="-35" dirty="0">
                <a:latin typeface="Corbel"/>
                <a:cs typeface="Corbel"/>
              </a:rPr>
              <a:t> </a:t>
            </a:r>
            <a:r>
              <a:rPr sz="1600" dirty="0">
                <a:latin typeface="Corbel"/>
                <a:cs typeface="Corbel"/>
              </a:rPr>
              <a:t>performs</a:t>
            </a:r>
            <a:r>
              <a:rPr sz="1600" spc="-35" dirty="0">
                <a:latin typeface="Corbel"/>
                <a:cs typeface="Corbel"/>
              </a:rPr>
              <a:t> </a:t>
            </a:r>
            <a:r>
              <a:rPr sz="1600" dirty="0">
                <a:latin typeface="Corbel"/>
                <a:cs typeface="Corbel"/>
              </a:rPr>
              <a:t>a</a:t>
            </a:r>
            <a:r>
              <a:rPr sz="1600" spc="-35" dirty="0">
                <a:latin typeface="Corbel"/>
                <a:cs typeface="Corbel"/>
              </a:rPr>
              <a:t> </a:t>
            </a:r>
            <a:r>
              <a:rPr sz="1600" spc="-20" dirty="0">
                <a:latin typeface="Corbel"/>
                <a:cs typeface="Corbel"/>
              </a:rPr>
              <a:t>task.</a:t>
            </a:r>
            <a:endParaRPr sz="1600" dirty="0">
              <a:latin typeface="Corbel"/>
              <a:cs typeface="Corbel"/>
            </a:endParaRPr>
          </a:p>
          <a:p>
            <a:pPr marL="298450" marR="5715" indent="-285750" algn="just">
              <a:lnSpc>
                <a:spcPts val="1700"/>
              </a:lnSpc>
              <a:spcBef>
                <a:spcPts val="1030"/>
              </a:spcBef>
              <a:buFont typeface="Arial MT"/>
              <a:buChar char="•"/>
              <a:tabLst>
                <a:tab pos="298450" algn="l"/>
                <a:tab pos="300990" algn="l"/>
              </a:tabLst>
            </a:pPr>
            <a:r>
              <a:rPr sz="1600" u="sng" dirty="0">
                <a:uFill>
                  <a:solidFill>
                    <a:srgbClr val="000000"/>
                  </a:solidFill>
                </a:uFill>
                <a:latin typeface="Corbel"/>
                <a:cs typeface="Corbel"/>
              </a:rPr>
              <a:t>	</a:t>
            </a:r>
            <a:r>
              <a:rPr sz="1600" b="1" u="sng" dirty="0">
                <a:uFill>
                  <a:solidFill>
                    <a:srgbClr val="000000"/>
                  </a:solidFill>
                </a:uFill>
                <a:latin typeface="Corbel"/>
                <a:cs typeface="Corbel"/>
              </a:rPr>
              <a:t>Physical</a:t>
            </a:r>
            <a:r>
              <a:rPr sz="1600" b="1" u="sng" spc="-25" dirty="0">
                <a:uFill>
                  <a:solidFill>
                    <a:srgbClr val="000000"/>
                  </a:solidFill>
                </a:uFill>
                <a:latin typeface="Corbel"/>
                <a:cs typeface="Corbel"/>
              </a:rPr>
              <a:t> </a:t>
            </a:r>
            <a:r>
              <a:rPr sz="1600" b="1" u="sng" dirty="0">
                <a:uFill>
                  <a:solidFill>
                    <a:srgbClr val="000000"/>
                  </a:solidFill>
                </a:uFill>
                <a:latin typeface="Corbel"/>
                <a:cs typeface="Corbel"/>
              </a:rPr>
              <a:t>stress</a:t>
            </a:r>
            <a:r>
              <a:rPr sz="1600" b="1" spc="-20" dirty="0">
                <a:latin typeface="Corbel"/>
                <a:cs typeface="Corbel"/>
              </a:rPr>
              <a:t> </a:t>
            </a:r>
            <a:r>
              <a:rPr sz="1600" dirty="0">
                <a:latin typeface="Corbel"/>
                <a:cs typeface="Corbel"/>
              </a:rPr>
              <a:t>-</a:t>
            </a:r>
            <a:r>
              <a:rPr sz="1600" spc="-10" dirty="0">
                <a:latin typeface="Corbel"/>
                <a:cs typeface="Corbel"/>
              </a:rPr>
              <a:t> </a:t>
            </a:r>
            <a:r>
              <a:rPr sz="1600" dirty="0">
                <a:latin typeface="Corbel"/>
                <a:cs typeface="Corbel"/>
              </a:rPr>
              <a:t>Conditions</a:t>
            </a:r>
            <a:r>
              <a:rPr sz="1600" spc="-10" dirty="0">
                <a:latin typeface="Corbel"/>
                <a:cs typeface="Corbel"/>
              </a:rPr>
              <a:t> </a:t>
            </a:r>
            <a:r>
              <a:rPr sz="1600" dirty="0">
                <a:latin typeface="Corbel"/>
                <a:cs typeface="Corbel"/>
              </a:rPr>
              <a:t>associated</a:t>
            </a:r>
            <a:r>
              <a:rPr sz="1600" spc="-5" dirty="0">
                <a:latin typeface="Corbel"/>
                <a:cs typeface="Corbel"/>
              </a:rPr>
              <a:t> </a:t>
            </a:r>
            <a:r>
              <a:rPr sz="1600" dirty="0">
                <a:latin typeface="Corbel"/>
                <a:cs typeface="Corbel"/>
              </a:rPr>
              <a:t>with</a:t>
            </a:r>
            <a:r>
              <a:rPr sz="1600" spc="-15" dirty="0">
                <a:latin typeface="Corbel"/>
                <a:cs typeface="Corbel"/>
              </a:rPr>
              <a:t> </a:t>
            </a:r>
            <a:r>
              <a:rPr sz="1600" dirty="0">
                <a:latin typeface="Corbel"/>
                <a:cs typeface="Corbel"/>
              </a:rPr>
              <a:t>the</a:t>
            </a:r>
            <a:r>
              <a:rPr sz="1600" spc="-10" dirty="0">
                <a:latin typeface="Corbel"/>
                <a:cs typeface="Corbel"/>
              </a:rPr>
              <a:t> </a:t>
            </a:r>
            <a:r>
              <a:rPr sz="1600" dirty="0">
                <a:latin typeface="Corbel"/>
                <a:cs typeface="Corbel"/>
              </a:rPr>
              <a:t>environment,</a:t>
            </a:r>
            <a:r>
              <a:rPr sz="1600" spc="-10" dirty="0">
                <a:latin typeface="Corbel"/>
                <a:cs typeface="Corbel"/>
              </a:rPr>
              <a:t> </a:t>
            </a:r>
            <a:r>
              <a:rPr sz="1600" dirty="0">
                <a:latin typeface="Corbel"/>
                <a:cs typeface="Corbel"/>
              </a:rPr>
              <a:t>such</a:t>
            </a:r>
            <a:r>
              <a:rPr sz="1600" spc="-15" dirty="0">
                <a:latin typeface="Corbel"/>
                <a:cs typeface="Corbel"/>
              </a:rPr>
              <a:t> </a:t>
            </a:r>
            <a:r>
              <a:rPr sz="1600" dirty="0">
                <a:latin typeface="Corbel"/>
                <a:cs typeface="Corbel"/>
              </a:rPr>
              <a:t>as</a:t>
            </a:r>
            <a:r>
              <a:rPr sz="1600" spc="-10" dirty="0">
                <a:latin typeface="Corbel"/>
                <a:cs typeface="Corbel"/>
              </a:rPr>
              <a:t> </a:t>
            </a:r>
            <a:r>
              <a:rPr sz="1600" dirty="0">
                <a:latin typeface="Corbel"/>
                <a:cs typeface="Corbel"/>
              </a:rPr>
              <a:t>temperature</a:t>
            </a:r>
            <a:r>
              <a:rPr sz="1600" spc="-10" dirty="0">
                <a:latin typeface="Corbel"/>
                <a:cs typeface="Corbel"/>
              </a:rPr>
              <a:t> </a:t>
            </a:r>
            <a:r>
              <a:rPr sz="1600" dirty="0">
                <a:latin typeface="Corbel"/>
                <a:cs typeface="Corbel"/>
              </a:rPr>
              <a:t>and</a:t>
            </a:r>
            <a:r>
              <a:rPr sz="1600" spc="-5" dirty="0">
                <a:latin typeface="Corbel"/>
                <a:cs typeface="Corbel"/>
              </a:rPr>
              <a:t> </a:t>
            </a:r>
            <a:r>
              <a:rPr sz="1600" dirty="0">
                <a:latin typeface="Corbel"/>
                <a:cs typeface="Corbel"/>
              </a:rPr>
              <a:t>humidity</a:t>
            </a:r>
            <a:r>
              <a:rPr sz="1600" spc="-20" dirty="0">
                <a:latin typeface="Corbel"/>
                <a:cs typeface="Corbel"/>
              </a:rPr>
              <a:t> </a:t>
            </a:r>
            <a:r>
              <a:rPr sz="1600" dirty="0">
                <a:latin typeface="Corbel"/>
                <a:cs typeface="Corbel"/>
              </a:rPr>
              <a:t>extremes,</a:t>
            </a:r>
            <a:r>
              <a:rPr sz="1600" spc="-10" dirty="0">
                <a:latin typeface="Corbel"/>
                <a:cs typeface="Corbel"/>
              </a:rPr>
              <a:t> noise, </a:t>
            </a:r>
            <a:r>
              <a:rPr sz="1600" dirty="0">
                <a:latin typeface="Corbel"/>
                <a:cs typeface="Corbel"/>
              </a:rPr>
              <a:t>vibration,</a:t>
            </a:r>
            <a:r>
              <a:rPr sz="1600" spc="-30" dirty="0">
                <a:latin typeface="Corbel"/>
                <a:cs typeface="Corbel"/>
              </a:rPr>
              <a:t> </a:t>
            </a:r>
            <a:r>
              <a:rPr sz="1600" dirty="0">
                <a:latin typeface="Corbel"/>
                <a:cs typeface="Corbel"/>
              </a:rPr>
              <a:t>and</a:t>
            </a:r>
            <a:r>
              <a:rPr sz="1600" spc="-20" dirty="0">
                <a:latin typeface="Corbel"/>
                <a:cs typeface="Corbel"/>
              </a:rPr>
              <a:t> </a:t>
            </a:r>
            <a:r>
              <a:rPr sz="1600" dirty="0">
                <a:latin typeface="Corbel"/>
                <a:cs typeface="Corbel"/>
              </a:rPr>
              <a:t>lack</a:t>
            </a:r>
            <a:r>
              <a:rPr sz="1600" spc="-30" dirty="0">
                <a:latin typeface="Corbel"/>
                <a:cs typeface="Corbel"/>
              </a:rPr>
              <a:t> </a:t>
            </a:r>
            <a:r>
              <a:rPr sz="1600" dirty="0">
                <a:latin typeface="Corbel"/>
                <a:cs typeface="Corbel"/>
              </a:rPr>
              <a:t>of</a:t>
            </a:r>
            <a:r>
              <a:rPr sz="1600" spc="-30" dirty="0">
                <a:latin typeface="Corbel"/>
                <a:cs typeface="Corbel"/>
              </a:rPr>
              <a:t> </a:t>
            </a:r>
            <a:r>
              <a:rPr sz="1600" spc="-10" dirty="0">
                <a:latin typeface="Corbel"/>
                <a:cs typeface="Corbel"/>
              </a:rPr>
              <a:t>oxygen.</a:t>
            </a:r>
            <a:endParaRPr sz="1600" dirty="0">
              <a:latin typeface="Corbel"/>
              <a:cs typeface="Corbel"/>
            </a:endParaRPr>
          </a:p>
          <a:p>
            <a:pPr marL="298450" marR="5715" indent="-285750" algn="just">
              <a:lnSpc>
                <a:spcPts val="1800"/>
              </a:lnSpc>
              <a:spcBef>
                <a:spcPts val="915"/>
              </a:spcBef>
              <a:buFont typeface="Arial MT"/>
              <a:buChar char="•"/>
              <a:tabLst>
                <a:tab pos="298450" algn="l"/>
                <a:tab pos="300990" algn="l"/>
              </a:tabLst>
            </a:pPr>
            <a:r>
              <a:rPr sz="1600" u="sng" dirty="0">
                <a:uFill>
                  <a:solidFill>
                    <a:srgbClr val="000000"/>
                  </a:solidFill>
                </a:uFill>
                <a:latin typeface="Corbel"/>
                <a:cs typeface="Corbel"/>
              </a:rPr>
              <a:t>	</a:t>
            </a:r>
            <a:r>
              <a:rPr sz="1600" b="1" u="sng" dirty="0">
                <a:uFill>
                  <a:solidFill>
                    <a:srgbClr val="000000"/>
                  </a:solidFill>
                </a:uFill>
                <a:latin typeface="Corbel"/>
                <a:cs typeface="Corbel"/>
              </a:rPr>
              <a:t>Physiological</a:t>
            </a:r>
            <a:r>
              <a:rPr sz="1600" b="1" u="sng" spc="290" dirty="0">
                <a:uFill>
                  <a:solidFill>
                    <a:srgbClr val="000000"/>
                  </a:solidFill>
                </a:uFill>
                <a:latin typeface="Corbel"/>
                <a:cs typeface="Corbel"/>
              </a:rPr>
              <a:t> </a:t>
            </a:r>
            <a:r>
              <a:rPr sz="1600" b="1" u="sng" dirty="0">
                <a:uFill>
                  <a:solidFill>
                    <a:srgbClr val="000000"/>
                  </a:solidFill>
                </a:uFill>
                <a:latin typeface="Corbel"/>
                <a:cs typeface="Corbel"/>
              </a:rPr>
              <a:t>stress</a:t>
            </a:r>
            <a:r>
              <a:rPr sz="1600" b="1" spc="290" dirty="0">
                <a:latin typeface="Corbel"/>
                <a:cs typeface="Corbel"/>
              </a:rPr>
              <a:t> </a:t>
            </a:r>
            <a:r>
              <a:rPr sz="1600" dirty="0">
                <a:latin typeface="Corbel"/>
                <a:cs typeface="Corbel"/>
              </a:rPr>
              <a:t>-</a:t>
            </a:r>
            <a:r>
              <a:rPr sz="1600" spc="310" dirty="0">
                <a:latin typeface="Corbel"/>
                <a:cs typeface="Corbel"/>
              </a:rPr>
              <a:t> </a:t>
            </a:r>
            <a:r>
              <a:rPr sz="1600" dirty="0">
                <a:latin typeface="Corbel"/>
                <a:cs typeface="Corbel"/>
              </a:rPr>
              <a:t>Physical</a:t>
            </a:r>
            <a:r>
              <a:rPr sz="1600" spc="315" dirty="0">
                <a:latin typeface="Corbel"/>
                <a:cs typeface="Corbel"/>
              </a:rPr>
              <a:t> </a:t>
            </a:r>
            <a:r>
              <a:rPr sz="1600" dirty="0">
                <a:latin typeface="Corbel"/>
                <a:cs typeface="Corbel"/>
              </a:rPr>
              <a:t>conditions,</a:t>
            </a:r>
            <a:r>
              <a:rPr sz="1600" spc="305" dirty="0">
                <a:latin typeface="Corbel"/>
                <a:cs typeface="Corbel"/>
              </a:rPr>
              <a:t> </a:t>
            </a:r>
            <a:r>
              <a:rPr sz="1600" dirty="0">
                <a:latin typeface="Corbel"/>
                <a:cs typeface="Corbel"/>
              </a:rPr>
              <a:t>such</a:t>
            </a:r>
            <a:r>
              <a:rPr sz="1600" spc="310" dirty="0">
                <a:latin typeface="Corbel"/>
                <a:cs typeface="Corbel"/>
              </a:rPr>
              <a:t> </a:t>
            </a:r>
            <a:r>
              <a:rPr sz="1600" dirty="0">
                <a:latin typeface="Corbel"/>
                <a:cs typeface="Corbel"/>
              </a:rPr>
              <a:t>as</a:t>
            </a:r>
            <a:r>
              <a:rPr sz="1600" spc="310" dirty="0">
                <a:latin typeface="Corbel"/>
                <a:cs typeface="Corbel"/>
              </a:rPr>
              <a:t> </a:t>
            </a:r>
            <a:r>
              <a:rPr sz="1600" dirty="0">
                <a:latin typeface="Corbel"/>
                <a:cs typeface="Corbel"/>
              </a:rPr>
              <a:t>fatigue,</a:t>
            </a:r>
            <a:r>
              <a:rPr sz="1600" spc="315" dirty="0">
                <a:latin typeface="Corbel"/>
                <a:cs typeface="Corbel"/>
              </a:rPr>
              <a:t> </a:t>
            </a:r>
            <a:r>
              <a:rPr sz="1600" dirty="0">
                <a:latin typeface="Corbel"/>
                <a:cs typeface="Corbel"/>
              </a:rPr>
              <a:t>lack</a:t>
            </a:r>
            <a:r>
              <a:rPr sz="1600" spc="305" dirty="0">
                <a:latin typeface="Corbel"/>
                <a:cs typeface="Corbel"/>
              </a:rPr>
              <a:t> </a:t>
            </a:r>
            <a:r>
              <a:rPr sz="1600" dirty="0">
                <a:latin typeface="Corbel"/>
                <a:cs typeface="Corbel"/>
              </a:rPr>
              <a:t>of</a:t>
            </a:r>
            <a:r>
              <a:rPr sz="1600" spc="315" dirty="0">
                <a:latin typeface="Corbel"/>
                <a:cs typeface="Corbel"/>
              </a:rPr>
              <a:t> </a:t>
            </a:r>
            <a:r>
              <a:rPr sz="1600" dirty="0">
                <a:latin typeface="Corbel"/>
                <a:cs typeface="Corbel"/>
              </a:rPr>
              <a:t>physical</a:t>
            </a:r>
            <a:r>
              <a:rPr sz="1600" spc="315" dirty="0">
                <a:latin typeface="Corbel"/>
                <a:cs typeface="Corbel"/>
              </a:rPr>
              <a:t> </a:t>
            </a:r>
            <a:r>
              <a:rPr sz="1600" dirty="0">
                <a:latin typeface="Corbel"/>
                <a:cs typeface="Corbel"/>
              </a:rPr>
              <a:t>fitness,</a:t>
            </a:r>
            <a:r>
              <a:rPr sz="1600" spc="315" dirty="0">
                <a:latin typeface="Corbel"/>
                <a:cs typeface="Corbel"/>
              </a:rPr>
              <a:t> </a:t>
            </a:r>
            <a:r>
              <a:rPr sz="1600" dirty="0">
                <a:latin typeface="Corbel"/>
                <a:cs typeface="Corbel"/>
              </a:rPr>
              <a:t>sleep</a:t>
            </a:r>
            <a:r>
              <a:rPr sz="1600" spc="305" dirty="0">
                <a:latin typeface="Corbel"/>
                <a:cs typeface="Corbel"/>
              </a:rPr>
              <a:t> </a:t>
            </a:r>
            <a:r>
              <a:rPr sz="1600" dirty="0">
                <a:latin typeface="Corbel"/>
                <a:cs typeface="Corbel"/>
              </a:rPr>
              <a:t>loss,</a:t>
            </a:r>
            <a:r>
              <a:rPr sz="1600" spc="310" dirty="0">
                <a:latin typeface="Corbel"/>
                <a:cs typeface="Corbel"/>
              </a:rPr>
              <a:t> </a:t>
            </a:r>
            <a:r>
              <a:rPr sz="1600" dirty="0">
                <a:latin typeface="Corbel"/>
                <a:cs typeface="Corbel"/>
              </a:rPr>
              <a:t>missed</a:t>
            </a:r>
            <a:r>
              <a:rPr sz="1600" spc="315" dirty="0">
                <a:latin typeface="Corbel"/>
                <a:cs typeface="Corbel"/>
              </a:rPr>
              <a:t> </a:t>
            </a:r>
            <a:r>
              <a:rPr sz="1600" spc="-10" dirty="0">
                <a:latin typeface="Corbel"/>
                <a:cs typeface="Corbel"/>
              </a:rPr>
              <a:t>meals </a:t>
            </a:r>
            <a:r>
              <a:rPr sz="1600" dirty="0">
                <a:latin typeface="Corbel"/>
                <a:cs typeface="Corbel"/>
              </a:rPr>
              <a:t>(leading</a:t>
            </a:r>
            <a:r>
              <a:rPr sz="1600" spc="-25" dirty="0">
                <a:latin typeface="Corbel"/>
                <a:cs typeface="Corbel"/>
              </a:rPr>
              <a:t> </a:t>
            </a:r>
            <a:r>
              <a:rPr sz="1600" dirty="0">
                <a:latin typeface="Corbel"/>
                <a:cs typeface="Corbel"/>
              </a:rPr>
              <a:t>to</a:t>
            </a:r>
            <a:r>
              <a:rPr sz="1600" spc="-30" dirty="0">
                <a:latin typeface="Corbel"/>
                <a:cs typeface="Corbel"/>
              </a:rPr>
              <a:t> </a:t>
            </a:r>
            <a:r>
              <a:rPr sz="1600" dirty="0">
                <a:latin typeface="Corbel"/>
                <a:cs typeface="Corbel"/>
              </a:rPr>
              <a:t>low</a:t>
            </a:r>
            <a:r>
              <a:rPr sz="1600" spc="-30" dirty="0">
                <a:latin typeface="Corbel"/>
                <a:cs typeface="Corbel"/>
              </a:rPr>
              <a:t> </a:t>
            </a:r>
            <a:r>
              <a:rPr sz="1600" dirty="0">
                <a:latin typeface="Corbel"/>
                <a:cs typeface="Corbel"/>
              </a:rPr>
              <a:t>blood</a:t>
            </a:r>
            <a:r>
              <a:rPr sz="1600" spc="-20" dirty="0">
                <a:latin typeface="Corbel"/>
                <a:cs typeface="Corbel"/>
              </a:rPr>
              <a:t> </a:t>
            </a:r>
            <a:r>
              <a:rPr sz="1600" dirty="0">
                <a:latin typeface="Corbel"/>
                <a:cs typeface="Corbel"/>
              </a:rPr>
              <a:t>sugar</a:t>
            </a:r>
            <a:r>
              <a:rPr sz="1600" spc="-20" dirty="0">
                <a:latin typeface="Corbel"/>
                <a:cs typeface="Corbel"/>
              </a:rPr>
              <a:t> </a:t>
            </a:r>
            <a:r>
              <a:rPr sz="1600" dirty="0">
                <a:latin typeface="Corbel"/>
                <a:cs typeface="Corbel"/>
              </a:rPr>
              <a:t>levels),</a:t>
            </a:r>
            <a:r>
              <a:rPr sz="1600" spc="-25" dirty="0">
                <a:latin typeface="Corbel"/>
                <a:cs typeface="Corbel"/>
              </a:rPr>
              <a:t> </a:t>
            </a:r>
            <a:r>
              <a:rPr sz="1600" dirty="0">
                <a:latin typeface="Corbel"/>
                <a:cs typeface="Corbel"/>
              </a:rPr>
              <a:t>and</a:t>
            </a:r>
            <a:r>
              <a:rPr sz="1600" spc="-20" dirty="0">
                <a:latin typeface="Corbel"/>
                <a:cs typeface="Corbel"/>
              </a:rPr>
              <a:t> </a:t>
            </a:r>
            <a:r>
              <a:rPr sz="1600" spc="-10" dirty="0">
                <a:latin typeface="Corbel"/>
                <a:cs typeface="Corbel"/>
              </a:rPr>
              <a:t>illness.</a:t>
            </a:r>
            <a:endParaRPr sz="1600" dirty="0">
              <a:latin typeface="Corbel"/>
              <a:cs typeface="Corbel"/>
            </a:endParaRPr>
          </a:p>
          <a:p>
            <a:pPr marL="298450" marR="5715" indent="-285750" algn="just">
              <a:lnSpc>
                <a:spcPct val="88100"/>
              </a:lnSpc>
              <a:spcBef>
                <a:spcPts val="980"/>
              </a:spcBef>
              <a:buFont typeface="Arial MT"/>
              <a:buChar char="•"/>
              <a:tabLst>
                <a:tab pos="298450" algn="l"/>
                <a:tab pos="300990" algn="l"/>
              </a:tabLst>
            </a:pPr>
            <a:r>
              <a:rPr sz="1600" u="sng" dirty="0">
                <a:uFill>
                  <a:solidFill>
                    <a:srgbClr val="000000"/>
                  </a:solidFill>
                </a:uFill>
                <a:latin typeface="Corbel"/>
                <a:cs typeface="Corbel"/>
              </a:rPr>
              <a:t>	</a:t>
            </a:r>
            <a:r>
              <a:rPr sz="1600" b="1" u="sng" dirty="0">
                <a:uFill>
                  <a:solidFill>
                    <a:srgbClr val="000000"/>
                  </a:solidFill>
                </a:uFill>
                <a:latin typeface="Corbel"/>
                <a:cs typeface="Corbel"/>
              </a:rPr>
              <a:t>Psychological</a:t>
            </a:r>
            <a:r>
              <a:rPr sz="1600" b="1" u="sng" spc="229" dirty="0">
                <a:uFill>
                  <a:solidFill>
                    <a:srgbClr val="000000"/>
                  </a:solidFill>
                </a:uFill>
                <a:latin typeface="Corbel"/>
                <a:cs typeface="Corbel"/>
              </a:rPr>
              <a:t> </a:t>
            </a:r>
            <a:r>
              <a:rPr sz="1600" b="1" u="sng" dirty="0">
                <a:uFill>
                  <a:solidFill>
                    <a:srgbClr val="000000"/>
                  </a:solidFill>
                </a:uFill>
                <a:latin typeface="Corbel"/>
                <a:cs typeface="Corbel"/>
              </a:rPr>
              <a:t>stress</a:t>
            </a:r>
            <a:r>
              <a:rPr sz="1600" b="1" spc="225" dirty="0">
                <a:latin typeface="Corbel"/>
                <a:cs typeface="Corbel"/>
              </a:rPr>
              <a:t> </a:t>
            </a:r>
            <a:r>
              <a:rPr sz="1600" dirty="0">
                <a:latin typeface="Corbel"/>
                <a:cs typeface="Corbel"/>
              </a:rPr>
              <a:t>-</a:t>
            </a:r>
            <a:r>
              <a:rPr sz="1600" spc="245" dirty="0">
                <a:latin typeface="Corbel"/>
                <a:cs typeface="Corbel"/>
              </a:rPr>
              <a:t> </a:t>
            </a:r>
            <a:r>
              <a:rPr sz="1600" dirty="0">
                <a:latin typeface="Corbel"/>
                <a:cs typeface="Corbel"/>
              </a:rPr>
              <a:t>Social</a:t>
            </a:r>
            <a:r>
              <a:rPr sz="1600" spc="250" dirty="0">
                <a:latin typeface="Corbel"/>
                <a:cs typeface="Corbel"/>
              </a:rPr>
              <a:t> </a:t>
            </a:r>
            <a:r>
              <a:rPr sz="1600" dirty="0">
                <a:latin typeface="Corbel"/>
                <a:cs typeface="Corbel"/>
              </a:rPr>
              <a:t>or</a:t>
            </a:r>
            <a:r>
              <a:rPr sz="1600" spc="250" dirty="0">
                <a:latin typeface="Corbel"/>
                <a:cs typeface="Corbel"/>
              </a:rPr>
              <a:t> </a:t>
            </a:r>
            <a:r>
              <a:rPr sz="1600" dirty="0">
                <a:latin typeface="Corbel"/>
                <a:cs typeface="Corbel"/>
              </a:rPr>
              <a:t>emotional</a:t>
            </a:r>
            <a:r>
              <a:rPr sz="1600" spc="254" dirty="0">
                <a:latin typeface="Corbel"/>
                <a:cs typeface="Corbel"/>
              </a:rPr>
              <a:t> </a:t>
            </a:r>
            <a:r>
              <a:rPr sz="1600" dirty="0">
                <a:latin typeface="Corbel"/>
                <a:cs typeface="Corbel"/>
              </a:rPr>
              <a:t>factors,</a:t>
            </a:r>
            <a:r>
              <a:rPr sz="1600" spc="250" dirty="0">
                <a:latin typeface="Corbel"/>
                <a:cs typeface="Corbel"/>
              </a:rPr>
              <a:t> </a:t>
            </a:r>
            <a:r>
              <a:rPr sz="1600" dirty="0">
                <a:latin typeface="Corbel"/>
                <a:cs typeface="Corbel"/>
              </a:rPr>
              <a:t>such</a:t>
            </a:r>
            <a:r>
              <a:rPr sz="1600" spc="245" dirty="0">
                <a:latin typeface="Corbel"/>
                <a:cs typeface="Corbel"/>
              </a:rPr>
              <a:t> </a:t>
            </a:r>
            <a:r>
              <a:rPr sz="1600" dirty="0">
                <a:latin typeface="Corbel"/>
                <a:cs typeface="Corbel"/>
              </a:rPr>
              <a:t>as</a:t>
            </a:r>
            <a:r>
              <a:rPr sz="1600" spc="245" dirty="0">
                <a:latin typeface="Corbel"/>
                <a:cs typeface="Corbel"/>
              </a:rPr>
              <a:t> </a:t>
            </a:r>
            <a:r>
              <a:rPr sz="1600" dirty="0">
                <a:latin typeface="Corbel"/>
                <a:cs typeface="Corbel"/>
              </a:rPr>
              <a:t>a</a:t>
            </a:r>
            <a:r>
              <a:rPr sz="1600" spc="250" dirty="0">
                <a:latin typeface="Corbel"/>
                <a:cs typeface="Corbel"/>
              </a:rPr>
              <a:t> </a:t>
            </a:r>
            <a:r>
              <a:rPr sz="1600" dirty="0">
                <a:latin typeface="Corbel"/>
                <a:cs typeface="Corbel"/>
              </a:rPr>
              <a:t>death</a:t>
            </a:r>
            <a:r>
              <a:rPr sz="1600" spc="245" dirty="0">
                <a:latin typeface="Corbel"/>
                <a:cs typeface="Corbel"/>
              </a:rPr>
              <a:t> </a:t>
            </a:r>
            <a:r>
              <a:rPr sz="1600" dirty="0">
                <a:latin typeface="Corbel"/>
                <a:cs typeface="Corbel"/>
              </a:rPr>
              <a:t>in</a:t>
            </a:r>
            <a:r>
              <a:rPr sz="1600" spc="254" dirty="0">
                <a:latin typeface="Corbel"/>
                <a:cs typeface="Corbel"/>
              </a:rPr>
              <a:t> </a:t>
            </a:r>
            <a:r>
              <a:rPr sz="1600" dirty="0">
                <a:latin typeface="Corbel"/>
                <a:cs typeface="Corbel"/>
              </a:rPr>
              <a:t>the</a:t>
            </a:r>
            <a:r>
              <a:rPr sz="1600" spc="250" dirty="0">
                <a:latin typeface="Corbel"/>
                <a:cs typeface="Corbel"/>
              </a:rPr>
              <a:t> </a:t>
            </a:r>
            <a:r>
              <a:rPr sz="1600" dirty="0">
                <a:latin typeface="Corbel"/>
                <a:cs typeface="Corbel"/>
              </a:rPr>
              <a:t>family,</a:t>
            </a:r>
            <a:r>
              <a:rPr sz="1600" spc="250" dirty="0">
                <a:latin typeface="Corbel"/>
                <a:cs typeface="Corbel"/>
              </a:rPr>
              <a:t> </a:t>
            </a:r>
            <a:r>
              <a:rPr sz="1600" dirty="0">
                <a:latin typeface="Corbel"/>
                <a:cs typeface="Corbel"/>
              </a:rPr>
              <a:t>a</a:t>
            </a:r>
            <a:r>
              <a:rPr sz="1600" spc="245" dirty="0">
                <a:latin typeface="Corbel"/>
                <a:cs typeface="Corbel"/>
              </a:rPr>
              <a:t> </a:t>
            </a:r>
            <a:r>
              <a:rPr sz="1600" dirty="0">
                <a:latin typeface="Corbel"/>
                <a:cs typeface="Corbel"/>
              </a:rPr>
              <a:t>divorce,</a:t>
            </a:r>
            <a:r>
              <a:rPr sz="1600" spc="250" dirty="0">
                <a:latin typeface="Corbel"/>
                <a:cs typeface="Corbel"/>
              </a:rPr>
              <a:t> </a:t>
            </a:r>
            <a:r>
              <a:rPr sz="1600" dirty="0">
                <a:latin typeface="Corbel"/>
                <a:cs typeface="Corbel"/>
              </a:rPr>
              <a:t>a</a:t>
            </a:r>
            <a:r>
              <a:rPr sz="1600" spc="250" dirty="0">
                <a:latin typeface="Corbel"/>
                <a:cs typeface="Corbel"/>
              </a:rPr>
              <a:t> </a:t>
            </a:r>
            <a:r>
              <a:rPr sz="1600" dirty="0">
                <a:latin typeface="Corbel"/>
                <a:cs typeface="Corbel"/>
              </a:rPr>
              <a:t>sick</a:t>
            </a:r>
            <a:r>
              <a:rPr sz="1600" spc="245" dirty="0">
                <a:latin typeface="Corbel"/>
                <a:cs typeface="Corbel"/>
              </a:rPr>
              <a:t> </a:t>
            </a:r>
            <a:r>
              <a:rPr sz="1600" dirty="0">
                <a:latin typeface="Corbel"/>
                <a:cs typeface="Corbel"/>
              </a:rPr>
              <a:t>child,</a:t>
            </a:r>
            <a:r>
              <a:rPr sz="1600" spc="245" dirty="0">
                <a:latin typeface="Corbel"/>
                <a:cs typeface="Corbel"/>
              </a:rPr>
              <a:t> </a:t>
            </a:r>
            <a:r>
              <a:rPr sz="1600" dirty="0">
                <a:latin typeface="Corbel"/>
                <a:cs typeface="Corbel"/>
              </a:rPr>
              <a:t>or</a:t>
            </a:r>
            <a:r>
              <a:rPr sz="1600" spc="250" dirty="0">
                <a:latin typeface="Corbel"/>
                <a:cs typeface="Corbel"/>
              </a:rPr>
              <a:t> </a:t>
            </a:r>
            <a:r>
              <a:rPr sz="1600" spc="-50" dirty="0">
                <a:latin typeface="Corbel"/>
                <a:cs typeface="Corbel"/>
              </a:rPr>
              <a:t>a </a:t>
            </a:r>
            <a:r>
              <a:rPr sz="1600" dirty="0">
                <a:latin typeface="Corbel"/>
                <a:cs typeface="Corbel"/>
              </a:rPr>
              <a:t>demotion</a:t>
            </a:r>
            <a:r>
              <a:rPr sz="1600" spc="204" dirty="0">
                <a:latin typeface="Corbel"/>
                <a:cs typeface="Corbel"/>
              </a:rPr>
              <a:t> </a:t>
            </a:r>
            <a:r>
              <a:rPr sz="1600" dirty="0">
                <a:latin typeface="Corbel"/>
                <a:cs typeface="Corbel"/>
              </a:rPr>
              <a:t>at</a:t>
            </a:r>
            <a:r>
              <a:rPr sz="1600" spc="195" dirty="0">
                <a:latin typeface="Corbel"/>
                <a:cs typeface="Corbel"/>
              </a:rPr>
              <a:t> </a:t>
            </a:r>
            <a:r>
              <a:rPr sz="1600" dirty="0">
                <a:latin typeface="Corbel"/>
                <a:cs typeface="Corbel"/>
              </a:rPr>
              <a:t>work.</a:t>
            </a:r>
            <a:r>
              <a:rPr sz="1600" spc="204" dirty="0">
                <a:latin typeface="Corbel"/>
                <a:cs typeface="Corbel"/>
              </a:rPr>
              <a:t> </a:t>
            </a:r>
            <a:r>
              <a:rPr sz="1600" dirty="0">
                <a:latin typeface="Corbel"/>
                <a:cs typeface="Corbel"/>
              </a:rPr>
              <a:t>This</a:t>
            </a:r>
            <a:r>
              <a:rPr sz="1600" spc="204" dirty="0">
                <a:latin typeface="Corbel"/>
                <a:cs typeface="Corbel"/>
              </a:rPr>
              <a:t> </a:t>
            </a:r>
            <a:r>
              <a:rPr sz="1600" dirty="0">
                <a:latin typeface="Corbel"/>
                <a:cs typeface="Corbel"/>
              </a:rPr>
              <a:t>type</a:t>
            </a:r>
            <a:r>
              <a:rPr sz="1600" spc="204" dirty="0">
                <a:latin typeface="Corbel"/>
                <a:cs typeface="Corbel"/>
              </a:rPr>
              <a:t> </a:t>
            </a:r>
            <a:r>
              <a:rPr sz="1600" dirty="0">
                <a:latin typeface="Corbel"/>
                <a:cs typeface="Corbel"/>
              </a:rPr>
              <a:t>of</a:t>
            </a:r>
            <a:r>
              <a:rPr sz="1600" spc="210" dirty="0">
                <a:latin typeface="Corbel"/>
                <a:cs typeface="Corbel"/>
              </a:rPr>
              <a:t> </a:t>
            </a:r>
            <a:r>
              <a:rPr sz="1600" dirty="0">
                <a:latin typeface="Corbel"/>
                <a:cs typeface="Corbel"/>
              </a:rPr>
              <a:t>stress</a:t>
            </a:r>
            <a:r>
              <a:rPr sz="1600" spc="204" dirty="0">
                <a:latin typeface="Corbel"/>
                <a:cs typeface="Corbel"/>
              </a:rPr>
              <a:t> </a:t>
            </a:r>
            <a:r>
              <a:rPr sz="1600" dirty="0">
                <a:latin typeface="Corbel"/>
                <a:cs typeface="Corbel"/>
              </a:rPr>
              <a:t>may</a:t>
            </a:r>
            <a:r>
              <a:rPr sz="1600" spc="195" dirty="0">
                <a:latin typeface="Corbel"/>
                <a:cs typeface="Corbel"/>
              </a:rPr>
              <a:t> </a:t>
            </a:r>
            <a:r>
              <a:rPr sz="1600" dirty="0">
                <a:latin typeface="Corbel"/>
                <a:cs typeface="Corbel"/>
              </a:rPr>
              <a:t>also</a:t>
            </a:r>
            <a:r>
              <a:rPr sz="1600" spc="204" dirty="0">
                <a:latin typeface="Corbel"/>
                <a:cs typeface="Corbel"/>
              </a:rPr>
              <a:t> </a:t>
            </a:r>
            <a:r>
              <a:rPr sz="1600" dirty="0">
                <a:latin typeface="Corbel"/>
                <a:cs typeface="Corbel"/>
              </a:rPr>
              <a:t>be</a:t>
            </a:r>
            <a:r>
              <a:rPr sz="1600" spc="204" dirty="0">
                <a:latin typeface="Corbel"/>
                <a:cs typeface="Corbel"/>
              </a:rPr>
              <a:t> </a:t>
            </a:r>
            <a:r>
              <a:rPr sz="1600" dirty="0">
                <a:latin typeface="Corbel"/>
                <a:cs typeface="Corbel"/>
              </a:rPr>
              <a:t>related</a:t>
            </a:r>
            <a:r>
              <a:rPr sz="1600" spc="204" dirty="0">
                <a:latin typeface="Corbel"/>
                <a:cs typeface="Corbel"/>
              </a:rPr>
              <a:t> </a:t>
            </a:r>
            <a:r>
              <a:rPr sz="1600" dirty="0">
                <a:latin typeface="Corbel"/>
                <a:cs typeface="Corbel"/>
              </a:rPr>
              <a:t>to</a:t>
            </a:r>
            <a:r>
              <a:rPr sz="1600" spc="200" dirty="0">
                <a:latin typeface="Corbel"/>
                <a:cs typeface="Corbel"/>
              </a:rPr>
              <a:t> </a:t>
            </a:r>
            <a:r>
              <a:rPr sz="1600" dirty="0">
                <a:latin typeface="Corbel"/>
                <a:cs typeface="Corbel"/>
              </a:rPr>
              <a:t>mental</a:t>
            </a:r>
            <a:r>
              <a:rPr sz="1600" spc="204" dirty="0">
                <a:latin typeface="Corbel"/>
                <a:cs typeface="Corbel"/>
              </a:rPr>
              <a:t> </a:t>
            </a:r>
            <a:r>
              <a:rPr sz="1600" dirty="0">
                <a:latin typeface="Corbel"/>
                <a:cs typeface="Corbel"/>
              </a:rPr>
              <a:t>workloads,</a:t>
            </a:r>
            <a:r>
              <a:rPr sz="1600" spc="204" dirty="0">
                <a:latin typeface="Corbel"/>
                <a:cs typeface="Corbel"/>
              </a:rPr>
              <a:t> </a:t>
            </a:r>
            <a:r>
              <a:rPr sz="1600" dirty="0">
                <a:latin typeface="Corbel"/>
                <a:cs typeface="Corbel"/>
              </a:rPr>
              <a:t>such</a:t>
            </a:r>
            <a:r>
              <a:rPr sz="1600" spc="204" dirty="0">
                <a:latin typeface="Corbel"/>
                <a:cs typeface="Corbel"/>
              </a:rPr>
              <a:t> </a:t>
            </a:r>
            <a:r>
              <a:rPr sz="1600" dirty="0">
                <a:latin typeface="Corbel"/>
                <a:cs typeface="Corbel"/>
              </a:rPr>
              <a:t>as</a:t>
            </a:r>
            <a:r>
              <a:rPr sz="1600" spc="204" dirty="0">
                <a:latin typeface="Corbel"/>
                <a:cs typeface="Corbel"/>
              </a:rPr>
              <a:t> </a:t>
            </a:r>
            <a:r>
              <a:rPr sz="1600" dirty="0">
                <a:latin typeface="Corbel"/>
                <a:cs typeface="Corbel"/>
              </a:rPr>
              <a:t>analyzing</a:t>
            </a:r>
            <a:r>
              <a:rPr sz="1600" spc="204" dirty="0">
                <a:latin typeface="Corbel"/>
                <a:cs typeface="Corbel"/>
              </a:rPr>
              <a:t> </a:t>
            </a:r>
            <a:r>
              <a:rPr sz="1600" dirty="0">
                <a:latin typeface="Corbel"/>
                <a:cs typeface="Corbel"/>
              </a:rPr>
              <a:t>a</a:t>
            </a:r>
            <a:r>
              <a:rPr sz="1600" spc="210" dirty="0">
                <a:latin typeface="Corbel"/>
                <a:cs typeface="Corbel"/>
              </a:rPr>
              <a:t> </a:t>
            </a:r>
            <a:r>
              <a:rPr sz="1600" spc="-10" dirty="0">
                <a:latin typeface="Corbel"/>
                <a:cs typeface="Corbel"/>
              </a:rPr>
              <a:t>problem, </a:t>
            </a:r>
            <a:r>
              <a:rPr sz="1600" dirty="0">
                <a:latin typeface="Corbel"/>
                <a:cs typeface="Corbel"/>
              </a:rPr>
              <a:t>navigating</a:t>
            </a:r>
            <a:r>
              <a:rPr sz="1600" spc="-40" dirty="0">
                <a:latin typeface="Corbel"/>
                <a:cs typeface="Corbel"/>
              </a:rPr>
              <a:t> </a:t>
            </a:r>
            <a:r>
              <a:rPr sz="1600" dirty="0">
                <a:latin typeface="Corbel"/>
                <a:cs typeface="Corbel"/>
              </a:rPr>
              <a:t>an</a:t>
            </a:r>
            <a:r>
              <a:rPr sz="1600" spc="-30" dirty="0">
                <a:latin typeface="Corbel"/>
                <a:cs typeface="Corbel"/>
              </a:rPr>
              <a:t> </a:t>
            </a:r>
            <a:r>
              <a:rPr sz="1600" dirty="0">
                <a:latin typeface="Corbel"/>
                <a:cs typeface="Corbel"/>
              </a:rPr>
              <a:t>aircraft,</a:t>
            </a:r>
            <a:r>
              <a:rPr sz="1600" spc="-35" dirty="0">
                <a:latin typeface="Corbel"/>
                <a:cs typeface="Corbel"/>
              </a:rPr>
              <a:t> </a:t>
            </a:r>
            <a:r>
              <a:rPr sz="1600" dirty="0">
                <a:latin typeface="Corbel"/>
                <a:cs typeface="Corbel"/>
              </a:rPr>
              <a:t>or</a:t>
            </a:r>
            <a:r>
              <a:rPr sz="1600" spc="-30" dirty="0">
                <a:latin typeface="Corbel"/>
                <a:cs typeface="Corbel"/>
              </a:rPr>
              <a:t> </a:t>
            </a:r>
            <a:r>
              <a:rPr sz="1600" dirty="0">
                <a:latin typeface="Corbel"/>
                <a:cs typeface="Corbel"/>
              </a:rPr>
              <a:t>making</a:t>
            </a:r>
            <a:r>
              <a:rPr sz="1600" spc="-35" dirty="0">
                <a:latin typeface="Corbel"/>
                <a:cs typeface="Corbel"/>
              </a:rPr>
              <a:t> </a:t>
            </a:r>
            <a:r>
              <a:rPr sz="1600" spc="-10" dirty="0">
                <a:latin typeface="Corbel"/>
                <a:cs typeface="Corbel"/>
              </a:rPr>
              <a:t>decisions.</a:t>
            </a:r>
            <a:endParaRPr sz="1600" dirty="0">
              <a:latin typeface="Corbel"/>
              <a:cs typeface="Corbel"/>
            </a:endParaRPr>
          </a:p>
          <a:p>
            <a:pPr marL="12700" marR="5715" algn="just">
              <a:lnSpc>
                <a:spcPts val="1900"/>
              </a:lnSpc>
              <a:spcBef>
                <a:spcPts val="1210"/>
              </a:spcBef>
            </a:pPr>
            <a:r>
              <a:rPr sz="1600" dirty="0">
                <a:latin typeface="Corbel"/>
                <a:cs typeface="Corbel"/>
              </a:rPr>
              <a:t>The</a:t>
            </a:r>
            <a:r>
              <a:rPr sz="1600" spc="-10" dirty="0">
                <a:latin typeface="Corbel"/>
                <a:cs typeface="Corbel"/>
              </a:rPr>
              <a:t> </a:t>
            </a:r>
            <a:r>
              <a:rPr sz="1600" dirty="0">
                <a:latin typeface="Corbel"/>
                <a:cs typeface="Corbel"/>
              </a:rPr>
              <a:t>persistence</a:t>
            </a:r>
            <a:r>
              <a:rPr sz="1600" spc="-10" dirty="0">
                <a:latin typeface="Corbel"/>
                <a:cs typeface="Corbel"/>
              </a:rPr>
              <a:t> </a:t>
            </a:r>
            <a:r>
              <a:rPr sz="1600" dirty="0">
                <a:latin typeface="Corbel"/>
                <a:cs typeface="Corbel"/>
              </a:rPr>
              <a:t>and/or</a:t>
            </a:r>
            <a:r>
              <a:rPr sz="1600" spc="-10" dirty="0">
                <a:latin typeface="Corbel"/>
                <a:cs typeface="Corbel"/>
              </a:rPr>
              <a:t> </a:t>
            </a:r>
            <a:r>
              <a:rPr sz="1600" dirty="0">
                <a:latin typeface="Corbel"/>
                <a:cs typeface="Corbel"/>
              </a:rPr>
              <a:t>duration</a:t>
            </a:r>
            <a:r>
              <a:rPr sz="1600" spc="-5" dirty="0">
                <a:latin typeface="Corbel"/>
                <a:cs typeface="Corbel"/>
              </a:rPr>
              <a:t> </a:t>
            </a:r>
            <a:r>
              <a:rPr sz="1600" dirty="0">
                <a:latin typeface="Corbel"/>
                <a:cs typeface="Corbel"/>
              </a:rPr>
              <a:t>of</a:t>
            </a:r>
            <a:r>
              <a:rPr sz="1600" spc="-10" dirty="0">
                <a:latin typeface="Corbel"/>
                <a:cs typeface="Corbel"/>
              </a:rPr>
              <a:t> </a:t>
            </a:r>
            <a:r>
              <a:rPr sz="1600" dirty="0">
                <a:latin typeface="Corbel"/>
                <a:cs typeface="Corbel"/>
              </a:rPr>
              <a:t>a</a:t>
            </a:r>
            <a:r>
              <a:rPr sz="1600" spc="-10" dirty="0">
                <a:latin typeface="Corbel"/>
                <a:cs typeface="Corbel"/>
              </a:rPr>
              <a:t> </a:t>
            </a:r>
            <a:r>
              <a:rPr sz="1600" dirty="0">
                <a:latin typeface="Corbel"/>
                <a:cs typeface="Corbel"/>
              </a:rPr>
              <a:t>stressful</a:t>
            </a:r>
            <a:r>
              <a:rPr sz="1600" spc="-10" dirty="0">
                <a:latin typeface="Corbel"/>
                <a:cs typeface="Corbel"/>
              </a:rPr>
              <a:t> </a:t>
            </a:r>
            <a:r>
              <a:rPr sz="1600" dirty="0">
                <a:latin typeface="Corbel"/>
                <a:cs typeface="Corbel"/>
              </a:rPr>
              <a:t>event</a:t>
            </a:r>
            <a:r>
              <a:rPr sz="1600" spc="-10" dirty="0">
                <a:latin typeface="Corbel"/>
                <a:cs typeface="Corbel"/>
              </a:rPr>
              <a:t> </a:t>
            </a:r>
            <a:r>
              <a:rPr sz="1600" dirty="0">
                <a:latin typeface="Corbel"/>
                <a:cs typeface="Corbel"/>
              </a:rPr>
              <a:t>or</a:t>
            </a:r>
            <a:r>
              <a:rPr sz="1600" spc="-10" dirty="0">
                <a:latin typeface="Corbel"/>
                <a:cs typeface="Corbel"/>
              </a:rPr>
              <a:t> </a:t>
            </a:r>
            <a:r>
              <a:rPr sz="1600" dirty="0">
                <a:latin typeface="Corbel"/>
                <a:cs typeface="Corbel"/>
              </a:rPr>
              <a:t>situation</a:t>
            </a:r>
            <a:r>
              <a:rPr sz="1600" spc="-5" dirty="0">
                <a:latin typeface="Corbel"/>
                <a:cs typeface="Corbel"/>
              </a:rPr>
              <a:t> </a:t>
            </a:r>
            <a:r>
              <a:rPr sz="1600" dirty="0">
                <a:latin typeface="Corbel"/>
                <a:cs typeface="Corbel"/>
              </a:rPr>
              <a:t>define</a:t>
            </a:r>
            <a:r>
              <a:rPr sz="1600" spc="-10" dirty="0">
                <a:latin typeface="Corbel"/>
                <a:cs typeface="Corbel"/>
              </a:rPr>
              <a:t> </a:t>
            </a:r>
            <a:r>
              <a:rPr sz="1600" dirty="0">
                <a:latin typeface="Corbel"/>
                <a:cs typeface="Corbel"/>
              </a:rPr>
              <a:t>whether</a:t>
            </a:r>
            <a:r>
              <a:rPr sz="1600" spc="-15" dirty="0">
                <a:latin typeface="Corbel"/>
                <a:cs typeface="Corbel"/>
              </a:rPr>
              <a:t> </a:t>
            </a:r>
            <a:r>
              <a:rPr sz="1600" dirty="0">
                <a:latin typeface="Corbel"/>
                <a:cs typeface="Corbel"/>
              </a:rPr>
              <a:t>the</a:t>
            </a:r>
            <a:r>
              <a:rPr sz="1600" spc="-10" dirty="0">
                <a:latin typeface="Corbel"/>
                <a:cs typeface="Corbel"/>
              </a:rPr>
              <a:t> </a:t>
            </a:r>
            <a:r>
              <a:rPr sz="1600" dirty="0">
                <a:latin typeface="Corbel"/>
                <a:cs typeface="Corbel"/>
              </a:rPr>
              <a:t>stress</a:t>
            </a:r>
            <a:r>
              <a:rPr sz="1600" spc="-5" dirty="0">
                <a:latin typeface="Corbel"/>
                <a:cs typeface="Corbel"/>
              </a:rPr>
              <a:t> </a:t>
            </a:r>
            <a:r>
              <a:rPr sz="1600" dirty="0">
                <a:latin typeface="Corbel"/>
                <a:cs typeface="Corbel"/>
              </a:rPr>
              <a:t>is</a:t>
            </a:r>
            <a:r>
              <a:rPr sz="1600" spc="-10" dirty="0">
                <a:latin typeface="Corbel"/>
                <a:cs typeface="Corbel"/>
              </a:rPr>
              <a:t> </a:t>
            </a:r>
            <a:r>
              <a:rPr sz="1600" dirty="0">
                <a:latin typeface="Corbel"/>
                <a:cs typeface="Corbel"/>
              </a:rPr>
              <a:t>acute</a:t>
            </a:r>
            <a:r>
              <a:rPr sz="1600" spc="-5" dirty="0">
                <a:latin typeface="Corbel"/>
                <a:cs typeface="Corbel"/>
              </a:rPr>
              <a:t> </a:t>
            </a:r>
            <a:r>
              <a:rPr sz="1600" dirty="0">
                <a:latin typeface="Corbel"/>
                <a:cs typeface="Corbel"/>
              </a:rPr>
              <a:t>or</a:t>
            </a:r>
            <a:r>
              <a:rPr sz="1600" spc="-10" dirty="0">
                <a:latin typeface="Corbel"/>
                <a:cs typeface="Corbel"/>
              </a:rPr>
              <a:t> </a:t>
            </a:r>
            <a:r>
              <a:rPr sz="1600" dirty="0">
                <a:latin typeface="Corbel"/>
                <a:cs typeface="Corbel"/>
              </a:rPr>
              <a:t>chronic.</a:t>
            </a:r>
            <a:r>
              <a:rPr sz="1600" spc="-10" dirty="0">
                <a:latin typeface="Corbel"/>
                <a:cs typeface="Corbel"/>
              </a:rPr>
              <a:t> Physical </a:t>
            </a:r>
            <a:r>
              <a:rPr sz="1600" dirty="0">
                <a:latin typeface="Corbel"/>
                <a:cs typeface="Corbel"/>
              </a:rPr>
              <a:t>and</a:t>
            </a:r>
            <a:r>
              <a:rPr sz="1600" spc="-25" dirty="0">
                <a:latin typeface="Corbel"/>
                <a:cs typeface="Corbel"/>
              </a:rPr>
              <a:t> </a:t>
            </a:r>
            <a:r>
              <a:rPr sz="1600" dirty="0">
                <a:latin typeface="Corbel"/>
                <a:cs typeface="Corbel"/>
              </a:rPr>
              <a:t>mental</a:t>
            </a:r>
            <a:r>
              <a:rPr sz="1600" spc="-25" dirty="0">
                <a:latin typeface="Corbel"/>
                <a:cs typeface="Corbel"/>
              </a:rPr>
              <a:t> </a:t>
            </a:r>
            <a:r>
              <a:rPr sz="1600" dirty="0">
                <a:latin typeface="Corbel"/>
                <a:cs typeface="Corbel"/>
              </a:rPr>
              <a:t>reactions</a:t>
            </a:r>
            <a:r>
              <a:rPr sz="1600" spc="-25" dirty="0">
                <a:latin typeface="Corbel"/>
                <a:cs typeface="Corbel"/>
              </a:rPr>
              <a:t> </a:t>
            </a:r>
            <a:r>
              <a:rPr sz="1600" dirty="0">
                <a:latin typeface="Corbel"/>
                <a:cs typeface="Corbel"/>
              </a:rPr>
              <a:t>to</a:t>
            </a:r>
            <a:r>
              <a:rPr sz="1600" spc="-30" dirty="0">
                <a:latin typeface="Corbel"/>
                <a:cs typeface="Corbel"/>
              </a:rPr>
              <a:t> </a:t>
            </a:r>
            <a:r>
              <a:rPr sz="1600" dirty="0">
                <a:latin typeface="Corbel"/>
                <a:cs typeface="Corbel"/>
              </a:rPr>
              <a:t>these</a:t>
            </a:r>
            <a:r>
              <a:rPr sz="1600" spc="-20" dirty="0">
                <a:latin typeface="Corbel"/>
                <a:cs typeface="Corbel"/>
              </a:rPr>
              <a:t> </a:t>
            </a:r>
            <a:r>
              <a:rPr sz="1600" dirty="0">
                <a:latin typeface="Corbel"/>
                <a:cs typeface="Corbel"/>
              </a:rPr>
              <a:t>types</a:t>
            </a:r>
            <a:r>
              <a:rPr sz="1600" spc="-25" dirty="0">
                <a:latin typeface="Corbel"/>
                <a:cs typeface="Corbel"/>
              </a:rPr>
              <a:t> </a:t>
            </a:r>
            <a:r>
              <a:rPr sz="1600" dirty="0">
                <a:latin typeface="Corbel"/>
                <a:cs typeface="Corbel"/>
              </a:rPr>
              <a:t>of</a:t>
            </a:r>
            <a:r>
              <a:rPr sz="1600" spc="-25" dirty="0">
                <a:latin typeface="Corbel"/>
                <a:cs typeface="Corbel"/>
              </a:rPr>
              <a:t> </a:t>
            </a:r>
            <a:r>
              <a:rPr sz="1600" dirty="0">
                <a:latin typeface="Corbel"/>
                <a:cs typeface="Corbel"/>
              </a:rPr>
              <a:t>stress</a:t>
            </a:r>
            <a:r>
              <a:rPr sz="1600" spc="-25" dirty="0">
                <a:latin typeface="Corbel"/>
                <a:cs typeface="Corbel"/>
              </a:rPr>
              <a:t> </a:t>
            </a:r>
            <a:r>
              <a:rPr sz="1600" dirty="0">
                <a:latin typeface="Corbel"/>
                <a:cs typeface="Corbel"/>
              </a:rPr>
              <a:t>can</a:t>
            </a:r>
            <a:r>
              <a:rPr sz="1600" spc="-25" dirty="0">
                <a:latin typeface="Corbel"/>
                <a:cs typeface="Corbel"/>
              </a:rPr>
              <a:t> </a:t>
            </a:r>
            <a:r>
              <a:rPr sz="1600" dirty="0">
                <a:latin typeface="Corbel"/>
                <a:cs typeface="Corbel"/>
              </a:rPr>
              <a:t>be</a:t>
            </a:r>
            <a:r>
              <a:rPr sz="1600" spc="-25" dirty="0">
                <a:latin typeface="Corbel"/>
                <a:cs typeface="Corbel"/>
              </a:rPr>
              <a:t> </a:t>
            </a:r>
            <a:r>
              <a:rPr sz="1600" dirty="0">
                <a:latin typeface="Corbel"/>
                <a:cs typeface="Corbel"/>
              </a:rPr>
              <a:t>very</a:t>
            </a:r>
            <a:r>
              <a:rPr sz="1600" spc="-35" dirty="0">
                <a:latin typeface="Corbel"/>
                <a:cs typeface="Corbel"/>
              </a:rPr>
              <a:t> </a:t>
            </a:r>
            <a:r>
              <a:rPr sz="1600" spc="-10" dirty="0">
                <a:latin typeface="Corbel"/>
                <a:cs typeface="Corbel"/>
              </a:rPr>
              <a:t>different.</a:t>
            </a:r>
            <a:endParaRPr sz="1600" dirty="0">
              <a:latin typeface="Corbel"/>
              <a:cs typeface="Corbel"/>
            </a:endParaRPr>
          </a:p>
          <a:p>
            <a:pPr marL="298450" marR="5080" indent="-285750" algn="just">
              <a:lnSpc>
                <a:spcPct val="101299"/>
              </a:lnSpc>
              <a:spcBef>
                <a:spcPts val="895"/>
              </a:spcBef>
              <a:buFont typeface="Arial MT"/>
              <a:buChar char="•"/>
              <a:tabLst>
                <a:tab pos="298450" algn="l"/>
                <a:tab pos="300990" algn="l"/>
              </a:tabLst>
            </a:pPr>
            <a:r>
              <a:rPr sz="1600" dirty="0">
                <a:latin typeface="Corbel"/>
                <a:cs typeface="Corbel"/>
              </a:rPr>
              <a:t>	</a:t>
            </a:r>
            <a:r>
              <a:rPr sz="1600" b="1" dirty="0">
                <a:latin typeface="Corbel"/>
                <a:cs typeface="Corbel"/>
              </a:rPr>
              <a:t>Acute</a:t>
            </a:r>
            <a:r>
              <a:rPr sz="1600" b="1" spc="90" dirty="0">
                <a:latin typeface="Corbel"/>
                <a:cs typeface="Corbel"/>
              </a:rPr>
              <a:t> </a:t>
            </a:r>
            <a:r>
              <a:rPr sz="1600" b="1" dirty="0">
                <a:latin typeface="Corbel"/>
                <a:cs typeface="Corbel"/>
              </a:rPr>
              <a:t>Stress</a:t>
            </a:r>
            <a:r>
              <a:rPr sz="1600" b="1" spc="80" dirty="0">
                <a:latin typeface="Corbel"/>
                <a:cs typeface="Corbel"/>
              </a:rPr>
              <a:t> </a:t>
            </a:r>
            <a:r>
              <a:rPr sz="1600" dirty="0">
                <a:latin typeface="Corbel"/>
                <a:cs typeface="Corbel"/>
              </a:rPr>
              <a:t>is</a:t>
            </a:r>
            <a:r>
              <a:rPr sz="1600" spc="100" dirty="0">
                <a:latin typeface="Corbel"/>
                <a:cs typeface="Corbel"/>
              </a:rPr>
              <a:t> </a:t>
            </a:r>
            <a:r>
              <a:rPr sz="1600" dirty="0">
                <a:latin typeface="Corbel"/>
                <a:cs typeface="Corbel"/>
              </a:rPr>
              <a:t>the</a:t>
            </a:r>
            <a:r>
              <a:rPr sz="1600" spc="100" dirty="0">
                <a:latin typeface="Corbel"/>
                <a:cs typeface="Corbel"/>
              </a:rPr>
              <a:t> </a:t>
            </a:r>
            <a:r>
              <a:rPr sz="1600" dirty="0">
                <a:latin typeface="Corbel"/>
                <a:cs typeface="Corbel"/>
              </a:rPr>
              <a:t>type</a:t>
            </a:r>
            <a:r>
              <a:rPr sz="1600" spc="100" dirty="0">
                <a:latin typeface="Corbel"/>
                <a:cs typeface="Corbel"/>
              </a:rPr>
              <a:t> </a:t>
            </a:r>
            <a:r>
              <a:rPr sz="1600" dirty="0">
                <a:latin typeface="Corbel"/>
                <a:cs typeface="Corbel"/>
              </a:rPr>
              <a:t>of</a:t>
            </a:r>
            <a:r>
              <a:rPr sz="1600" spc="100" dirty="0">
                <a:latin typeface="Corbel"/>
                <a:cs typeface="Corbel"/>
              </a:rPr>
              <a:t> </a:t>
            </a:r>
            <a:r>
              <a:rPr sz="1600" dirty="0">
                <a:latin typeface="Corbel"/>
                <a:cs typeface="Corbel"/>
              </a:rPr>
              <a:t>stress</a:t>
            </a:r>
            <a:r>
              <a:rPr sz="1600" spc="95" dirty="0">
                <a:latin typeface="Corbel"/>
                <a:cs typeface="Corbel"/>
              </a:rPr>
              <a:t> </a:t>
            </a:r>
            <a:r>
              <a:rPr sz="1600" dirty="0">
                <a:latin typeface="Corbel"/>
                <a:cs typeface="Corbel"/>
              </a:rPr>
              <a:t>that</a:t>
            </a:r>
            <a:r>
              <a:rPr sz="1600" spc="95" dirty="0">
                <a:latin typeface="Corbel"/>
                <a:cs typeface="Corbel"/>
              </a:rPr>
              <a:t> </a:t>
            </a:r>
            <a:r>
              <a:rPr sz="1600" dirty="0">
                <a:latin typeface="Corbel"/>
                <a:cs typeface="Corbel"/>
              </a:rPr>
              <a:t>triggers</a:t>
            </a:r>
            <a:r>
              <a:rPr sz="1600" spc="95" dirty="0">
                <a:latin typeface="Corbel"/>
                <a:cs typeface="Corbel"/>
              </a:rPr>
              <a:t> </a:t>
            </a:r>
            <a:r>
              <a:rPr sz="1600" dirty="0">
                <a:latin typeface="Corbel"/>
                <a:cs typeface="Corbel"/>
              </a:rPr>
              <a:t>a</a:t>
            </a:r>
            <a:r>
              <a:rPr sz="1600" spc="100" dirty="0">
                <a:latin typeface="Corbel"/>
                <a:cs typeface="Corbel"/>
              </a:rPr>
              <a:t> </a:t>
            </a:r>
            <a:r>
              <a:rPr sz="1600" dirty="0">
                <a:latin typeface="Corbel"/>
                <a:cs typeface="Corbel"/>
              </a:rPr>
              <a:t>“fight</a:t>
            </a:r>
            <a:r>
              <a:rPr sz="1600" spc="90" dirty="0">
                <a:latin typeface="Corbel"/>
                <a:cs typeface="Corbel"/>
              </a:rPr>
              <a:t> </a:t>
            </a:r>
            <a:r>
              <a:rPr sz="1600" dirty="0">
                <a:latin typeface="Corbel"/>
                <a:cs typeface="Corbel"/>
              </a:rPr>
              <a:t>or</a:t>
            </a:r>
            <a:r>
              <a:rPr sz="1600" spc="95" dirty="0">
                <a:latin typeface="Corbel"/>
                <a:cs typeface="Corbel"/>
              </a:rPr>
              <a:t> </a:t>
            </a:r>
            <a:r>
              <a:rPr sz="1600" dirty="0">
                <a:latin typeface="Corbel"/>
                <a:cs typeface="Corbel"/>
              </a:rPr>
              <a:t>flight”</a:t>
            </a:r>
            <a:r>
              <a:rPr sz="1600" spc="100" dirty="0">
                <a:latin typeface="Corbel"/>
                <a:cs typeface="Corbel"/>
              </a:rPr>
              <a:t> </a:t>
            </a:r>
            <a:r>
              <a:rPr sz="1600" dirty="0">
                <a:latin typeface="Corbel"/>
                <a:cs typeface="Corbel"/>
              </a:rPr>
              <a:t>response</a:t>
            </a:r>
            <a:r>
              <a:rPr sz="1600" spc="100" dirty="0">
                <a:latin typeface="Corbel"/>
                <a:cs typeface="Corbel"/>
              </a:rPr>
              <a:t> </a:t>
            </a:r>
            <a:r>
              <a:rPr sz="1600" dirty="0">
                <a:latin typeface="Corbel"/>
                <a:cs typeface="Corbel"/>
              </a:rPr>
              <a:t>in</a:t>
            </a:r>
            <a:r>
              <a:rPr sz="1600" spc="100" dirty="0">
                <a:latin typeface="Corbel"/>
                <a:cs typeface="Corbel"/>
              </a:rPr>
              <a:t> </a:t>
            </a:r>
            <a:r>
              <a:rPr sz="1600" dirty="0">
                <a:latin typeface="Corbel"/>
                <a:cs typeface="Corbel"/>
              </a:rPr>
              <a:t>an</a:t>
            </a:r>
            <a:r>
              <a:rPr sz="1600" spc="100" dirty="0">
                <a:latin typeface="Corbel"/>
                <a:cs typeface="Corbel"/>
              </a:rPr>
              <a:t> </a:t>
            </a:r>
            <a:r>
              <a:rPr sz="1600" dirty="0">
                <a:latin typeface="Corbel"/>
                <a:cs typeface="Corbel"/>
              </a:rPr>
              <a:t>individual,</a:t>
            </a:r>
            <a:r>
              <a:rPr sz="1600" spc="95" dirty="0">
                <a:latin typeface="Corbel"/>
                <a:cs typeface="Corbel"/>
              </a:rPr>
              <a:t> </a:t>
            </a:r>
            <a:r>
              <a:rPr sz="1600" dirty="0">
                <a:latin typeface="Corbel"/>
                <a:cs typeface="Corbel"/>
              </a:rPr>
              <a:t>whether</a:t>
            </a:r>
            <a:r>
              <a:rPr sz="1600" spc="95" dirty="0">
                <a:latin typeface="Corbel"/>
                <a:cs typeface="Corbel"/>
              </a:rPr>
              <a:t> </a:t>
            </a:r>
            <a:r>
              <a:rPr sz="1600" dirty="0">
                <a:latin typeface="Corbel"/>
                <a:cs typeface="Corbel"/>
              </a:rPr>
              <a:t>the</a:t>
            </a:r>
            <a:r>
              <a:rPr sz="1600" spc="100" dirty="0">
                <a:latin typeface="Corbel"/>
                <a:cs typeface="Corbel"/>
              </a:rPr>
              <a:t> </a:t>
            </a:r>
            <a:r>
              <a:rPr sz="1600" dirty="0">
                <a:latin typeface="Corbel"/>
                <a:cs typeface="Corbel"/>
              </a:rPr>
              <a:t>threat</a:t>
            </a:r>
            <a:r>
              <a:rPr sz="1600" spc="90" dirty="0">
                <a:latin typeface="Corbel"/>
                <a:cs typeface="Corbel"/>
              </a:rPr>
              <a:t> </a:t>
            </a:r>
            <a:r>
              <a:rPr sz="1600" spc="-25" dirty="0">
                <a:latin typeface="Corbel"/>
                <a:cs typeface="Corbel"/>
              </a:rPr>
              <a:t>is </a:t>
            </a:r>
            <a:r>
              <a:rPr sz="1600" dirty="0">
                <a:latin typeface="Corbel"/>
                <a:cs typeface="Corbel"/>
              </a:rPr>
              <a:t>real</a:t>
            </a:r>
            <a:r>
              <a:rPr sz="1600" spc="140" dirty="0">
                <a:latin typeface="Corbel"/>
                <a:cs typeface="Corbel"/>
              </a:rPr>
              <a:t> </a:t>
            </a:r>
            <a:r>
              <a:rPr sz="1600" dirty="0">
                <a:latin typeface="Corbel"/>
                <a:cs typeface="Corbel"/>
              </a:rPr>
              <a:t>or</a:t>
            </a:r>
            <a:r>
              <a:rPr sz="1600" spc="145" dirty="0">
                <a:latin typeface="Corbel"/>
                <a:cs typeface="Corbel"/>
              </a:rPr>
              <a:t> </a:t>
            </a:r>
            <a:r>
              <a:rPr sz="1600" dirty="0">
                <a:latin typeface="Corbel"/>
                <a:cs typeface="Corbel"/>
              </a:rPr>
              <a:t>imagined.</a:t>
            </a:r>
            <a:r>
              <a:rPr sz="1600" spc="140" dirty="0">
                <a:latin typeface="Corbel"/>
                <a:cs typeface="Corbel"/>
              </a:rPr>
              <a:t> </a:t>
            </a:r>
            <a:r>
              <a:rPr sz="1600" dirty="0">
                <a:latin typeface="Corbel"/>
                <a:cs typeface="Corbel"/>
              </a:rPr>
              <a:t>Normally,</a:t>
            </a:r>
            <a:r>
              <a:rPr sz="1600" spc="140" dirty="0">
                <a:latin typeface="Corbel"/>
                <a:cs typeface="Corbel"/>
              </a:rPr>
              <a:t> </a:t>
            </a:r>
            <a:r>
              <a:rPr sz="1600" dirty="0">
                <a:latin typeface="Corbel"/>
                <a:cs typeface="Corbel"/>
              </a:rPr>
              <a:t>a</a:t>
            </a:r>
            <a:r>
              <a:rPr sz="1600" spc="145" dirty="0">
                <a:latin typeface="Corbel"/>
                <a:cs typeface="Corbel"/>
              </a:rPr>
              <a:t> </a:t>
            </a:r>
            <a:r>
              <a:rPr sz="1600" dirty="0">
                <a:latin typeface="Corbel"/>
                <a:cs typeface="Corbel"/>
              </a:rPr>
              <a:t>healthy</a:t>
            </a:r>
            <a:r>
              <a:rPr sz="1600" spc="135" dirty="0">
                <a:latin typeface="Corbel"/>
                <a:cs typeface="Corbel"/>
              </a:rPr>
              <a:t> </a:t>
            </a:r>
            <a:r>
              <a:rPr sz="1600" dirty="0">
                <a:latin typeface="Corbel"/>
                <a:cs typeface="Corbel"/>
              </a:rPr>
              <a:t>person</a:t>
            </a:r>
            <a:r>
              <a:rPr sz="1600" spc="145" dirty="0">
                <a:latin typeface="Corbel"/>
                <a:cs typeface="Corbel"/>
              </a:rPr>
              <a:t> </a:t>
            </a:r>
            <a:r>
              <a:rPr sz="1600" dirty="0">
                <a:latin typeface="Corbel"/>
                <a:cs typeface="Corbel"/>
              </a:rPr>
              <a:t>can</a:t>
            </a:r>
            <a:r>
              <a:rPr sz="1600" spc="145" dirty="0">
                <a:latin typeface="Corbel"/>
                <a:cs typeface="Corbel"/>
              </a:rPr>
              <a:t> </a:t>
            </a:r>
            <a:r>
              <a:rPr sz="1600" dirty="0">
                <a:latin typeface="Corbel"/>
                <a:cs typeface="Corbel"/>
              </a:rPr>
              <a:t>cope</a:t>
            </a:r>
            <a:r>
              <a:rPr sz="1600" spc="140" dirty="0">
                <a:latin typeface="Corbel"/>
                <a:cs typeface="Corbel"/>
              </a:rPr>
              <a:t> </a:t>
            </a:r>
            <a:r>
              <a:rPr sz="1600" dirty="0">
                <a:latin typeface="Corbel"/>
                <a:cs typeface="Corbel"/>
              </a:rPr>
              <a:t>with</a:t>
            </a:r>
            <a:r>
              <a:rPr sz="1600" spc="135" dirty="0">
                <a:latin typeface="Corbel"/>
                <a:cs typeface="Corbel"/>
              </a:rPr>
              <a:t> </a:t>
            </a:r>
            <a:r>
              <a:rPr sz="1600" dirty="0">
                <a:latin typeface="Corbel"/>
                <a:cs typeface="Corbel"/>
              </a:rPr>
              <a:t>acute</a:t>
            </a:r>
            <a:r>
              <a:rPr sz="1600" spc="145" dirty="0">
                <a:latin typeface="Corbel"/>
                <a:cs typeface="Corbel"/>
              </a:rPr>
              <a:t> </a:t>
            </a:r>
            <a:r>
              <a:rPr sz="1600" dirty="0">
                <a:latin typeface="Corbel"/>
                <a:cs typeface="Corbel"/>
              </a:rPr>
              <a:t>stress</a:t>
            </a:r>
            <a:r>
              <a:rPr sz="1600" spc="140" dirty="0">
                <a:latin typeface="Corbel"/>
                <a:cs typeface="Corbel"/>
              </a:rPr>
              <a:t> </a:t>
            </a:r>
            <a:r>
              <a:rPr sz="1600" dirty="0">
                <a:latin typeface="Corbel"/>
                <a:cs typeface="Corbel"/>
              </a:rPr>
              <a:t>and</a:t>
            </a:r>
            <a:r>
              <a:rPr sz="1600" spc="145" dirty="0">
                <a:latin typeface="Corbel"/>
                <a:cs typeface="Corbel"/>
              </a:rPr>
              <a:t> </a:t>
            </a:r>
            <a:r>
              <a:rPr sz="1600" dirty="0">
                <a:latin typeface="Corbel"/>
                <a:cs typeface="Corbel"/>
              </a:rPr>
              <a:t>prevent</a:t>
            </a:r>
            <a:r>
              <a:rPr sz="1600" spc="135" dirty="0">
                <a:latin typeface="Corbel"/>
                <a:cs typeface="Corbel"/>
              </a:rPr>
              <a:t> </a:t>
            </a:r>
            <a:r>
              <a:rPr sz="1600" dirty="0">
                <a:latin typeface="Corbel"/>
                <a:cs typeface="Corbel"/>
              </a:rPr>
              <a:t>stress</a:t>
            </a:r>
            <a:r>
              <a:rPr sz="1600" spc="145" dirty="0">
                <a:latin typeface="Corbel"/>
                <a:cs typeface="Corbel"/>
              </a:rPr>
              <a:t> </a:t>
            </a:r>
            <a:r>
              <a:rPr sz="1600" dirty="0">
                <a:latin typeface="Corbel"/>
                <a:cs typeface="Corbel"/>
              </a:rPr>
              <a:t>overload.</a:t>
            </a:r>
            <a:r>
              <a:rPr sz="1600" spc="140" dirty="0">
                <a:latin typeface="Corbel"/>
                <a:cs typeface="Corbel"/>
              </a:rPr>
              <a:t> </a:t>
            </a:r>
            <a:r>
              <a:rPr sz="1600" spc="-10" dirty="0">
                <a:latin typeface="Corbel"/>
                <a:cs typeface="Corbel"/>
              </a:rPr>
              <a:t>However, </a:t>
            </a:r>
            <a:r>
              <a:rPr sz="1600" dirty="0">
                <a:latin typeface="Corbel"/>
                <a:cs typeface="Corbel"/>
              </a:rPr>
              <a:t>ongoing</a:t>
            </a:r>
            <a:r>
              <a:rPr sz="1600" spc="-35" dirty="0">
                <a:latin typeface="Corbel"/>
                <a:cs typeface="Corbel"/>
              </a:rPr>
              <a:t> </a:t>
            </a:r>
            <a:r>
              <a:rPr sz="1600" dirty="0">
                <a:latin typeface="Corbel"/>
                <a:cs typeface="Corbel"/>
              </a:rPr>
              <a:t>acute</a:t>
            </a:r>
            <a:r>
              <a:rPr sz="1600" spc="-25" dirty="0">
                <a:latin typeface="Corbel"/>
                <a:cs typeface="Corbel"/>
              </a:rPr>
              <a:t> </a:t>
            </a:r>
            <a:r>
              <a:rPr sz="1600" dirty="0">
                <a:latin typeface="Corbel"/>
                <a:cs typeface="Corbel"/>
              </a:rPr>
              <a:t>stress</a:t>
            </a:r>
            <a:r>
              <a:rPr sz="1600" spc="-30" dirty="0">
                <a:latin typeface="Corbel"/>
                <a:cs typeface="Corbel"/>
              </a:rPr>
              <a:t> </a:t>
            </a:r>
            <a:r>
              <a:rPr sz="1600" dirty="0">
                <a:latin typeface="Corbel"/>
                <a:cs typeface="Corbel"/>
              </a:rPr>
              <a:t>can</a:t>
            </a:r>
            <a:r>
              <a:rPr sz="1600" spc="-30" dirty="0">
                <a:latin typeface="Corbel"/>
                <a:cs typeface="Corbel"/>
              </a:rPr>
              <a:t> </a:t>
            </a:r>
            <a:r>
              <a:rPr sz="1600" dirty="0">
                <a:latin typeface="Corbel"/>
                <a:cs typeface="Corbel"/>
              </a:rPr>
              <a:t>develop</a:t>
            </a:r>
            <a:r>
              <a:rPr sz="1600" spc="-35" dirty="0">
                <a:latin typeface="Corbel"/>
                <a:cs typeface="Corbel"/>
              </a:rPr>
              <a:t> </a:t>
            </a:r>
            <a:r>
              <a:rPr sz="1600" dirty="0">
                <a:latin typeface="Corbel"/>
                <a:cs typeface="Corbel"/>
              </a:rPr>
              <a:t>into</a:t>
            </a:r>
            <a:r>
              <a:rPr sz="1600" spc="-35" dirty="0">
                <a:latin typeface="Corbel"/>
                <a:cs typeface="Corbel"/>
              </a:rPr>
              <a:t> </a:t>
            </a:r>
            <a:r>
              <a:rPr sz="1600" dirty="0">
                <a:latin typeface="Corbel"/>
                <a:cs typeface="Corbel"/>
              </a:rPr>
              <a:t>chronic</a:t>
            </a:r>
            <a:r>
              <a:rPr sz="1600" spc="-35" dirty="0">
                <a:latin typeface="Corbel"/>
                <a:cs typeface="Corbel"/>
              </a:rPr>
              <a:t> </a:t>
            </a:r>
            <a:r>
              <a:rPr sz="1600" spc="-10" dirty="0">
                <a:latin typeface="Corbel"/>
                <a:cs typeface="Corbel"/>
              </a:rPr>
              <a:t>stress.</a:t>
            </a:r>
            <a:endParaRPr sz="1600" dirty="0">
              <a:latin typeface="Corbel"/>
              <a:cs typeface="Corbel"/>
            </a:endParaRPr>
          </a:p>
          <a:p>
            <a:pPr marL="298450" marR="5080" indent="-285750" algn="just">
              <a:lnSpc>
                <a:spcPct val="99200"/>
              </a:lnSpc>
              <a:spcBef>
                <a:spcPts val="994"/>
              </a:spcBef>
              <a:buFont typeface="Arial MT"/>
              <a:buChar char="•"/>
              <a:tabLst>
                <a:tab pos="298450" algn="l"/>
                <a:tab pos="300990" algn="l"/>
              </a:tabLst>
            </a:pPr>
            <a:r>
              <a:rPr sz="1600" dirty="0">
                <a:latin typeface="Corbel"/>
                <a:cs typeface="Corbel"/>
              </a:rPr>
              <a:t>	</a:t>
            </a:r>
            <a:r>
              <a:rPr sz="1600" b="1" dirty="0">
                <a:latin typeface="Corbel"/>
                <a:cs typeface="Corbel"/>
              </a:rPr>
              <a:t>Chronic</a:t>
            </a:r>
            <a:r>
              <a:rPr sz="1600" b="1" spc="105" dirty="0">
                <a:latin typeface="Corbel"/>
                <a:cs typeface="Corbel"/>
              </a:rPr>
              <a:t> </a:t>
            </a:r>
            <a:r>
              <a:rPr sz="1600" b="1" dirty="0">
                <a:latin typeface="Corbel"/>
                <a:cs typeface="Corbel"/>
              </a:rPr>
              <a:t>Stress</a:t>
            </a:r>
            <a:r>
              <a:rPr sz="1600" b="1" spc="110" dirty="0">
                <a:latin typeface="Corbel"/>
                <a:cs typeface="Corbel"/>
              </a:rPr>
              <a:t> </a:t>
            </a:r>
            <a:r>
              <a:rPr sz="1600" dirty="0">
                <a:latin typeface="Corbel"/>
                <a:cs typeface="Corbel"/>
              </a:rPr>
              <a:t>can</a:t>
            </a:r>
            <a:r>
              <a:rPr sz="1600" spc="135" dirty="0">
                <a:latin typeface="Corbel"/>
                <a:cs typeface="Corbel"/>
              </a:rPr>
              <a:t> </a:t>
            </a:r>
            <a:r>
              <a:rPr sz="1600" dirty="0">
                <a:latin typeface="Corbel"/>
                <a:cs typeface="Corbel"/>
              </a:rPr>
              <a:t>be</a:t>
            </a:r>
            <a:r>
              <a:rPr sz="1600" spc="125" dirty="0">
                <a:latin typeface="Corbel"/>
                <a:cs typeface="Corbel"/>
              </a:rPr>
              <a:t> </a:t>
            </a:r>
            <a:r>
              <a:rPr sz="1600" dirty="0">
                <a:latin typeface="Corbel"/>
                <a:cs typeface="Corbel"/>
              </a:rPr>
              <a:t>defined</a:t>
            </a:r>
            <a:r>
              <a:rPr sz="1600" spc="135" dirty="0">
                <a:latin typeface="Corbel"/>
                <a:cs typeface="Corbel"/>
              </a:rPr>
              <a:t> </a:t>
            </a:r>
            <a:r>
              <a:rPr sz="1600" dirty="0">
                <a:latin typeface="Corbel"/>
                <a:cs typeface="Corbel"/>
              </a:rPr>
              <a:t>as</a:t>
            </a:r>
            <a:r>
              <a:rPr sz="1600" spc="130" dirty="0">
                <a:latin typeface="Corbel"/>
                <a:cs typeface="Corbel"/>
              </a:rPr>
              <a:t> </a:t>
            </a:r>
            <a:r>
              <a:rPr sz="1600" dirty="0">
                <a:latin typeface="Corbel"/>
                <a:cs typeface="Corbel"/>
              </a:rPr>
              <a:t>a</a:t>
            </a:r>
            <a:r>
              <a:rPr sz="1600" spc="130" dirty="0">
                <a:latin typeface="Corbel"/>
                <a:cs typeface="Corbel"/>
              </a:rPr>
              <a:t> </a:t>
            </a:r>
            <a:r>
              <a:rPr sz="1600" dirty="0">
                <a:latin typeface="Corbel"/>
                <a:cs typeface="Corbel"/>
              </a:rPr>
              <a:t>level</a:t>
            </a:r>
            <a:r>
              <a:rPr sz="1600" spc="125" dirty="0">
                <a:latin typeface="Corbel"/>
                <a:cs typeface="Corbel"/>
              </a:rPr>
              <a:t> </a:t>
            </a:r>
            <a:r>
              <a:rPr sz="1600" dirty="0">
                <a:latin typeface="Corbel"/>
                <a:cs typeface="Corbel"/>
              </a:rPr>
              <a:t>of</a:t>
            </a:r>
            <a:r>
              <a:rPr sz="1600" spc="125" dirty="0">
                <a:latin typeface="Corbel"/>
                <a:cs typeface="Corbel"/>
              </a:rPr>
              <a:t> </a:t>
            </a:r>
            <a:r>
              <a:rPr sz="1600" dirty="0">
                <a:latin typeface="Corbel"/>
                <a:cs typeface="Corbel"/>
              </a:rPr>
              <a:t>stress</a:t>
            </a:r>
            <a:r>
              <a:rPr sz="1600" spc="125" dirty="0">
                <a:latin typeface="Corbel"/>
                <a:cs typeface="Corbel"/>
              </a:rPr>
              <a:t> </a:t>
            </a:r>
            <a:r>
              <a:rPr sz="1600" dirty="0">
                <a:latin typeface="Corbel"/>
                <a:cs typeface="Corbel"/>
              </a:rPr>
              <a:t>that</a:t>
            </a:r>
            <a:r>
              <a:rPr sz="1600" spc="120" dirty="0">
                <a:latin typeface="Corbel"/>
                <a:cs typeface="Corbel"/>
              </a:rPr>
              <a:t> </a:t>
            </a:r>
            <a:r>
              <a:rPr sz="1600" dirty="0">
                <a:latin typeface="Corbel"/>
                <a:cs typeface="Corbel"/>
              </a:rPr>
              <a:t>presents</a:t>
            </a:r>
            <a:r>
              <a:rPr sz="1600" spc="125" dirty="0">
                <a:latin typeface="Corbel"/>
                <a:cs typeface="Corbel"/>
              </a:rPr>
              <a:t> </a:t>
            </a:r>
            <a:r>
              <a:rPr sz="1600" dirty="0">
                <a:latin typeface="Corbel"/>
                <a:cs typeface="Corbel"/>
              </a:rPr>
              <a:t>an</a:t>
            </a:r>
            <a:r>
              <a:rPr sz="1600" spc="135" dirty="0">
                <a:latin typeface="Corbel"/>
                <a:cs typeface="Corbel"/>
              </a:rPr>
              <a:t> </a:t>
            </a:r>
            <a:r>
              <a:rPr sz="1600" dirty="0">
                <a:latin typeface="Corbel"/>
                <a:cs typeface="Corbel"/>
              </a:rPr>
              <a:t>intolerable</a:t>
            </a:r>
            <a:r>
              <a:rPr sz="1600" spc="135" dirty="0">
                <a:latin typeface="Corbel"/>
                <a:cs typeface="Corbel"/>
              </a:rPr>
              <a:t> </a:t>
            </a:r>
            <a:r>
              <a:rPr sz="1600" dirty="0">
                <a:latin typeface="Corbel"/>
                <a:cs typeface="Corbel"/>
              </a:rPr>
              <a:t>burden,</a:t>
            </a:r>
            <a:r>
              <a:rPr sz="1600" spc="130" dirty="0">
                <a:latin typeface="Corbel"/>
                <a:cs typeface="Corbel"/>
              </a:rPr>
              <a:t> </a:t>
            </a:r>
            <a:r>
              <a:rPr sz="1600" dirty="0">
                <a:latin typeface="Corbel"/>
                <a:cs typeface="Corbel"/>
              </a:rPr>
              <a:t>exceeds</a:t>
            </a:r>
            <a:r>
              <a:rPr sz="1600" spc="135" dirty="0">
                <a:latin typeface="Corbel"/>
                <a:cs typeface="Corbel"/>
              </a:rPr>
              <a:t> </a:t>
            </a:r>
            <a:r>
              <a:rPr sz="1600" dirty="0">
                <a:latin typeface="Corbel"/>
                <a:cs typeface="Corbel"/>
              </a:rPr>
              <a:t>the</a:t>
            </a:r>
            <a:r>
              <a:rPr sz="1600" spc="135" dirty="0">
                <a:latin typeface="Corbel"/>
                <a:cs typeface="Corbel"/>
              </a:rPr>
              <a:t> </a:t>
            </a:r>
            <a:r>
              <a:rPr sz="1600" dirty="0">
                <a:latin typeface="Corbel"/>
                <a:cs typeface="Corbel"/>
              </a:rPr>
              <a:t>ability</a:t>
            </a:r>
            <a:r>
              <a:rPr sz="1600" spc="120" dirty="0">
                <a:latin typeface="Corbel"/>
                <a:cs typeface="Corbel"/>
              </a:rPr>
              <a:t> </a:t>
            </a:r>
            <a:r>
              <a:rPr sz="1600" dirty="0">
                <a:latin typeface="Corbel"/>
                <a:cs typeface="Corbel"/>
              </a:rPr>
              <a:t>of</a:t>
            </a:r>
            <a:r>
              <a:rPr sz="1600" spc="130" dirty="0">
                <a:latin typeface="Corbel"/>
                <a:cs typeface="Corbel"/>
              </a:rPr>
              <a:t> </a:t>
            </a:r>
            <a:r>
              <a:rPr sz="1600" spc="-25" dirty="0">
                <a:latin typeface="Corbel"/>
                <a:cs typeface="Corbel"/>
              </a:rPr>
              <a:t>an </a:t>
            </a:r>
            <a:r>
              <a:rPr sz="1600" dirty="0">
                <a:latin typeface="Corbel"/>
                <a:cs typeface="Corbel"/>
              </a:rPr>
              <a:t>individual to</a:t>
            </a:r>
            <a:r>
              <a:rPr sz="1600" spc="-5" dirty="0">
                <a:latin typeface="Corbel"/>
                <a:cs typeface="Corbel"/>
              </a:rPr>
              <a:t> </a:t>
            </a:r>
            <a:r>
              <a:rPr sz="1600" dirty="0">
                <a:latin typeface="Corbel"/>
                <a:cs typeface="Corbel"/>
              </a:rPr>
              <a:t>cope, and</a:t>
            </a:r>
            <a:r>
              <a:rPr sz="1600" spc="5" dirty="0">
                <a:latin typeface="Corbel"/>
                <a:cs typeface="Corbel"/>
              </a:rPr>
              <a:t> </a:t>
            </a:r>
            <a:r>
              <a:rPr sz="1600" dirty="0">
                <a:latin typeface="Corbel"/>
                <a:cs typeface="Corbel"/>
              </a:rPr>
              <a:t>causes</a:t>
            </a:r>
            <a:r>
              <a:rPr sz="1600" spc="-5" dirty="0">
                <a:latin typeface="Corbel"/>
                <a:cs typeface="Corbel"/>
              </a:rPr>
              <a:t> </a:t>
            </a:r>
            <a:r>
              <a:rPr sz="1600" dirty="0">
                <a:latin typeface="Corbel"/>
                <a:cs typeface="Corbel"/>
              </a:rPr>
              <a:t>individual</a:t>
            </a:r>
            <a:r>
              <a:rPr sz="1600" spc="5" dirty="0">
                <a:latin typeface="Corbel"/>
                <a:cs typeface="Corbel"/>
              </a:rPr>
              <a:t> </a:t>
            </a:r>
            <a:r>
              <a:rPr sz="1600" dirty="0">
                <a:latin typeface="Corbel"/>
                <a:cs typeface="Corbel"/>
              </a:rPr>
              <a:t>performance to</a:t>
            </a:r>
            <a:r>
              <a:rPr sz="1600" spc="-5" dirty="0">
                <a:latin typeface="Corbel"/>
                <a:cs typeface="Corbel"/>
              </a:rPr>
              <a:t> </a:t>
            </a:r>
            <a:r>
              <a:rPr sz="1600" dirty="0">
                <a:latin typeface="Corbel"/>
                <a:cs typeface="Corbel"/>
              </a:rPr>
              <a:t>fall</a:t>
            </a:r>
            <a:r>
              <a:rPr sz="1600" spc="5" dirty="0">
                <a:latin typeface="Corbel"/>
                <a:cs typeface="Corbel"/>
              </a:rPr>
              <a:t> </a:t>
            </a:r>
            <a:r>
              <a:rPr sz="1600" dirty="0">
                <a:latin typeface="Corbel"/>
                <a:cs typeface="Corbel"/>
              </a:rPr>
              <a:t>sharply. Unrelenting</a:t>
            </a:r>
            <a:r>
              <a:rPr sz="1600" spc="-5" dirty="0">
                <a:latin typeface="Corbel"/>
                <a:cs typeface="Corbel"/>
              </a:rPr>
              <a:t> </a:t>
            </a:r>
            <a:r>
              <a:rPr sz="1600" dirty="0">
                <a:latin typeface="Corbel"/>
                <a:cs typeface="Corbel"/>
              </a:rPr>
              <a:t>psychological</a:t>
            </a:r>
            <a:r>
              <a:rPr sz="1600" spc="5" dirty="0">
                <a:latin typeface="Corbel"/>
                <a:cs typeface="Corbel"/>
              </a:rPr>
              <a:t> </a:t>
            </a:r>
            <a:r>
              <a:rPr sz="1600" dirty="0">
                <a:latin typeface="Corbel"/>
                <a:cs typeface="Corbel"/>
              </a:rPr>
              <a:t>pressures,</a:t>
            </a:r>
            <a:r>
              <a:rPr sz="1600" spc="5" dirty="0">
                <a:latin typeface="Corbel"/>
                <a:cs typeface="Corbel"/>
              </a:rPr>
              <a:t> </a:t>
            </a:r>
            <a:r>
              <a:rPr sz="1600" dirty="0">
                <a:latin typeface="Corbel"/>
                <a:cs typeface="Corbel"/>
              </a:rPr>
              <a:t>such</a:t>
            </a:r>
            <a:r>
              <a:rPr sz="1600" spc="-5" dirty="0">
                <a:latin typeface="Corbel"/>
                <a:cs typeface="Corbel"/>
              </a:rPr>
              <a:t> </a:t>
            </a:r>
            <a:r>
              <a:rPr sz="1600" spc="-25" dirty="0">
                <a:latin typeface="Corbel"/>
                <a:cs typeface="Corbel"/>
              </a:rPr>
              <a:t>as </a:t>
            </a:r>
            <a:r>
              <a:rPr sz="1600" dirty="0">
                <a:latin typeface="Corbel"/>
                <a:cs typeface="Corbel"/>
              </a:rPr>
              <a:t>loneliness,</a:t>
            </a:r>
            <a:r>
              <a:rPr sz="1600" spc="250" dirty="0">
                <a:latin typeface="Corbel"/>
                <a:cs typeface="Corbel"/>
              </a:rPr>
              <a:t> </a:t>
            </a:r>
            <a:r>
              <a:rPr sz="1600" dirty="0">
                <a:latin typeface="Corbel"/>
                <a:cs typeface="Corbel"/>
              </a:rPr>
              <a:t>financial</a:t>
            </a:r>
            <a:r>
              <a:rPr sz="1600" spc="260" dirty="0">
                <a:latin typeface="Corbel"/>
                <a:cs typeface="Corbel"/>
              </a:rPr>
              <a:t> </a:t>
            </a:r>
            <a:r>
              <a:rPr sz="1600" dirty="0">
                <a:latin typeface="Corbel"/>
                <a:cs typeface="Corbel"/>
              </a:rPr>
              <a:t>worries,</a:t>
            </a:r>
            <a:r>
              <a:rPr sz="1600" spc="254" dirty="0">
                <a:latin typeface="Corbel"/>
                <a:cs typeface="Corbel"/>
              </a:rPr>
              <a:t> </a:t>
            </a:r>
            <a:r>
              <a:rPr sz="1600" dirty="0">
                <a:latin typeface="Corbel"/>
                <a:cs typeface="Corbel"/>
              </a:rPr>
              <a:t>and</a:t>
            </a:r>
            <a:r>
              <a:rPr sz="1600" spc="260" dirty="0">
                <a:latin typeface="Corbel"/>
                <a:cs typeface="Corbel"/>
              </a:rPr>
              <a:t> </a:t>
            </a:r>
            <a:r>
              <a:rPr sz="1600" dirty="0">
                <a:latin typeface="Corbel"/>
                <a:cs typeface="Corbel"/>
              </a:rPr>
              <a:t>relationship</a:t>
            </a:r>
            <a:r>
              <a:rPr sz="1600" spc="254" dirty="0">
                <a:latin typeface="Corbel"/>
                <a:cs typeface="Corbel"/>
              </a:rPr>
              <a:t> </a:t>
            </a:r>
            <a:r>
              <a:rPr sz="1600" dirty="0">
                <a:latin typeface="Corbel"/>
                <a:cs typeface="Corbel"/>
              </a:rPr>
              <a:t>or</a:t>
            </a:r>
            <a:r>
              <a:rPr sz="1600" spc="250" dirty="0">
                <a:latin typeface="Corbel"/>
                <a:cs typeface="Corbel"/>
              </a:rPr>
              <a:t> </a:t>
            </a:r>
            <a:r>
              <a:rPr sz="1600" dirty="0">
                <a:latin typeface="Corbel"/>
                <a:cs typeface="Corbel"/>
              </a:rPr>
              <a:t>work</a:t>
            </a:r>
            <a:r>
              <a:rPr sz="1600" spc="250" dirty="0">
                <a:latin typeface="Corbel"/>
                <a:cs typeface="Corbel"/>
              </a:rPr>
              <a:t> </a:t>
            </a:r>
            <a:r>
              <a:rPr sz="1600" dirty="0">
                <a:latin typeface="Corbel"/>
                <a:cs typeface="Corbel"/>
              </a:rPr>
              <a:t>problems</a:t>
            </a:r>
            <a:r>
              <a:rPr sz="1600" spc="250" dirty="0">
                <a:latin typeface="Corbel"/>
                <a:cs typeface="Corbel"/>
              </a:rPr>
              <a:t> </a:t>
            </a:r>
            <a:r>
              <a:rPr sz="1600" dirty="0">
                <a:latin typeface="Corbel"/>
                <a:cs typeface="Corbel"/>
              </a:rPr>
              <a:t>can</a:t>
            </a:r>
            <a:r>
              <a:rPr sz="1600" spc="260" dirty="0">
                <a:latin typeface="Corbel"/>
                <a:cs typeface="Corbel"/>
              </a:rPr>
              <a:t> </a:t>
            </a:r>
            <a:r>
              <a:rPr sz="1600" dirty="0">
                <a:latin typeface="Corbel"/>
                <a:cs typeface="Corbel"/>
              </a:rPr>
              <a:t>produce</a:t>
            </a:r>
            <a:r>
              <a:rPr sz="1600" spc="260" dirty="0">
                <a:latin typeface="Corbel"/>
                <a:cs typeface="Corbel"/>
              </a:rPr>
              <a:t> </a:t>
            </a:r>
            <a:r>
              <a:rPr sz="1600" dirty="0">
                <a:latin typeface="Corbel"/>
                <a:cs typeface="Corbel"/>
              </a:rPr>
              <a:t>a</a:t>
            </a:r>
            <a:r>
              <a:rPr sz="1600" spc="254" dirty="0">
                <a:latin typeface="Corbel"/>
                <a:cs typeface="Corbel"/>
              </a:rPr>
              <a:t> </a:t>
            </a:r>
            <a:r>
              <a:rPr sz="1600" dirty="0">
                <a:latin typeface="Corbel"/>
                <a:cs typeface="Corbel"/>
              </a:rPr>
              <a:t>cumulative</a:t>
            </a:r>
            <a:r>
              <a:rPr sz="1600" spc="254" dirty="0">
                <a:latin typeface="Corbel"/>
                <a:cs typeface="Corbel"/>
              </a:rPr>
              <a:t> </a:t>
            </a:r>
            <a:r>
              <a:rPr sz="1600" dirty="0">
                <a:latin typeface="Corbel"/>
                <a:cs typeface="Corbel"/>
              </a:rPr>
              <a:t>level</a:t>
            </a:r>
            <a:r>
              <a:rPr sz="1600" spc="254" dirty="0">
                <a:latin typeface="Corbel"/>
                <a:cs typeface="Corbel"/>
              </a:rPr>
              <a:t> </a:t>
            </a:r>
            <a:r>
              <a:rPr sz="1600" dirty="0">
                <a:latin typeface="Corbel"/>
                <a:cs typeface="Corbel"/>
              </a:rPr>
              <a:t>of</a:t>
            </a:r>
            <a:r>
              <a:rPr sz="1600" spc="260" dirty="0">
                <a:latin typeface="Corbel"/>
                <a:cs typeface="Corbel"/>
              </a:rPr>
              <a:t> </a:t>
            </a:r>
            <a:r>
              <a:rPr sz="1600" dirty="0">
                <a:latin typeface="Corbel"/>
                <a:cs typeface="Corbel"/>
              </a:rPr>
              <a:t>stress</a:t>
            </a:r>
            <a:r>
              <a:rPr sz="1600" spc="254" dirty="0">
                <a:latin typeface="Corbel"/>
                <a:cs typeface="Corbel"/>
              </a:rPr>
              <a:t> </a:t>
            </a:r>
            <a:r>
              <a:rPr sz="1600" spc="-20" dirty="0">
                <a:latin typeface="Corbel"/>
                <a:cs typeface="Corbel"/>
              </a:rPr>
              <a:t>that </a:t>
            </a:r>
            <a:r>
              <a:rPr sz="1600" dirty="0">
                <a:latin typeface="Corbel"/>
                <a:cs typeface="Corbel"/>
              </a:rPr>
              <a:t>exceeds</a:t>
            </a:r>
            <a:r>
              <a:rPr sz="1600" spc="-15" dirty="0">
                <a:latin typeface="Corbel"/>
                <a:cs typeface="Corbel"/>
              </a:rPr>
              <a:t> </a:t>
            </a:r>
            <a:r>
              <a:rPr sz="1600" dirty="0">
                <a:latin typeface="Corbel"/>
                <a:cs typeface="Corbel"/>
              </a:rPr>
              <a:t>a</a:t>
            </a:r>
            <a:r>
              <a:rPr sz="1600" spc="-20" dirty="0">
                <a:latin typeface="Corbel"/>
                <a:cs typeface="Corbel"/>
              </a:rPr>
              <a:t> </a:t>
            </a:r>
            <a:r>
              <a:rPr sz="1600" spc="-10" dirty="0">
                <a:latin typeface="Corbel"/>
                <a:cs typeface="Corbel"/>
              </a:rPr>
              <a:t>person’s</a:t>
            </a:r>
            <a:r>
              <a:rPr sz="1600" spc="-20" dirty="0">
                <a:latin typeface="Corbel"/>
                <a:cs typeface="Corbel"/>
              </a:rPr>
              <a:t> </a:t>
            </a:r>
            <a:r>
              <a:rPr sz="1600" dirty="0">
                <a:latin typeface="Corbel"/>
                <a:cs typeface="Corbel"/>
              </a:rPr>
              <a:t>ability</a:t>
            </a:r>
            <a:r>
              <a:rPr sz="1600" spc="-25" dirty="0">
                <a:latin typeface="Corbel"/>
                <a:cs typeface="Corbel"/>
              </a:rPr>
              <a:t> </a:t>
            </a:r>
            <a:r>
              <a:rPr sz="1600" dirty="0">
                <a:latin typeface="Corbel"/>
                <a:cs typeface="Corbel"/>
              </a:rPr>
              <a:t>to</a:t>
            </a:r>
            <a:r>
              <a:rPr sz="1600" spc="-25" dirty="0">
                <a:latin typeface="Corbel"/>
                <a:cs typeface="Corbel"/>
              </a:rPr>
              <a:t> </a:t>
            </a:r>
            <a:r>
              <a:rPr sz="1600" dirty="0">
                <a:latin typeface="Corbel"/>
                <a:cs typeface="Corbel"/>
              </a:rPr>
              <a:t>cope</a:t>
            </a:r>
            <a:r>
              <a:rPr sz="1600" spc="-20" dirty="0">
                <a:latin typeface="Corbel"/>
                <a:cs typeface="Corbel"/>
              </a:rPr>
              <a:t> </a:t>
            </a:r>
            <a:r>
              <a:rPr sz="1600" dirty="0">
                <a:latin typeface="Corbel"/>
                <a:cs typeface="Corbel"/>
              </a:rPr>
              <a:t>with</a:t>
            </a:r>
            <a:r>
              <a:rPr sz="1600" spc="-25" dirty="0">
                <a:latin typeface="Corbel"/>
                <a:cs typeface="Corbel"/>
              </a:rPr>
              <a:t> </a:t>
            </a:r>
            <a:r>
              <a:rPr sz="1600" dirty="0">
                <a:latin typeface="Corbel"/>
                <a:cs typeface="Corbel"/>
              </a:rPr>
              <a:t>the</a:t>
            </a:r>
            <a:r>
              <a:rPr sz="1600" spc="-20" dirty="0">
                <a:latin typeface="Corbel"/>
                <a:cs typeface="Corbel"/>
              </a:rPr>
              <a:t> </a:t>
            </a:r>
            <a:r>
              <a:rPr sz="1600" spc="-10" dirty="0">
                <a:latin typeface="Corbel"/>
                <a:cs typeface="Corbel"/>
              </a:rPr>
              <a:t>situation.</a:t>
            </a:r>
            <a:endParaRPr sz="1600" dirty="0">
              <a:latin typeface="Corbel"/>
              <a:cs typeface="Corbel"/>
            </a:endParaRPr>
          </a:p>
        </p:txBody>
      </p:sp>
      <p:sp>
        <p:nvSpPr>
          <p:cNvPr id="20" name="object 20"/>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49</a:t>
            </a:fld>
            <a:endParaRPr spc="-25"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2" cstate="print"/>
          <a:stretch>
            <a:fillRect/>
          </a:stretch>
        </p:blipFill>
        <p:spPr>
          <a:xfrm>
            <a:off x="1417319" y="566927"/>
            <a:ext cx="5169408" cy="573024"/>
          </a:xfrm>
          <a:prstGeom prst="rect">
            <a:avLst/>
          </a:prstGeom>
        </p:spPr>
      </p:pic>
      <p:sp>
        <p:nvSpPr>
          <p:cNvPr id="4" name="object 4"/>
          <p:cNvSpPr txBox="1">
            <a:spLocks noGrp="1"/>
          </p:cNvSpPr>
          <p:nvPr>
            <p:ph type="title"/>
          </p:nvPr>
        </p:nvSpPr>
        <p:spPr>
          <a:prstGeom prst="rect">
            <a:avLst/>
          </a:prstGeom>
        </p:spPr>
        <p:txBody>
          <a:bodyPr vert="horz" wrap="square" lIns="0" tIns="329691" rIns="0" bIns="0" rtlCol="0">
            <a:spAutoFit/>
          </a:bodyPr>
          <a:lstStyle/>
          <a:p>
            <a:pPr marL="640715">
              <a:lnSpc>
                <a:spcPct val="100000"/>
              </a:lnSpc>
              <a:spcBef>
                <a:spcPts val="100"/>
              </a:spcBef>
            </a:pPr>
            <a:r>
              <a:rPr dirty="0"/>
              <a:t>050</a:t>
            </a:r>
            <a:r>
              <a:rPr spc="-40" dirty="0"/>
              <a:t> </a:t>
            </a:r>
            <a:r>
              <a:rPr dirty="0"/>
              <a:t>05</a:t>
            </a:r>
            <a:r>
              <a:rPr spc="-30" dirty="0"/>
              <a:t> </a:t>
            </a:r>
            <a:r>
              <a:rPr dirty="0"/>
              <a:t>02:</a:t>
            </a:r>
            <a:r>
              <a:rPr spc="-35" dirty="0"/>
              <a:t> </a:t>
            </a:r>
            <a:r>
              <a:rPr dirty="0"/>
              <a:t>Effects</a:t>
            </a:r>
            <a:r>
              <a:rPr spc="-30" dirty="0"/>
              <a:t> </a:t>
            </a:r>
            <a:r>
              <a:rPr dirty="0"/>
              <a:t>of</a:t>
            </a:r>
            <a:r>
              <a:rPr spc="-30" dirty="0"/>
              <a:t> </a:t>
            </a:r>
            <a:r>
              <a:rPr dirty="0"/>
              <a:t>stress</a:t>
            </a:r>
            <a:r>
              <a:rPr spc="-30" dirty="0"/>
              <a:t> </a:t>
            </a:r>
            <a:r>
              <a:rPr dirty="0"/>
              <a:t>on</a:t>
            </a:r>
            <a:r>
              <a:rPr spc="-90" dirty="0"/>
              <a:t> </a:t>
            </a:r>
            <a:r>
              <a:rPr dirty="0"/>
              <a:t>UAS</a:t>
            </a:r>
            <a:r>
              <a:rPr spc="-35" dirty="0"/>
              <a:t> </a:t>
            </a:r>
            <a:r>
              <a:rPr spc="-10" dirty="0"/>
              <a:t>operations</a:t>
            </a:r>
          </a:p>
        </p:txBody>
      </p:sp>
      <p:grpSp>
        <p:nvGrpSpPr>
          <p:cNvPr id="5" name="object 5"/>
          <p:cNvGrpSpPr/>
          <p:nvPr/>
        </p:nvGrpSpPr>
        <p:grpSpPr>
          <a:xfrm>
            <a:off x="78377" y="6432684"/>
            <a:ext cx="360045" cy="360045"/>
            <a:chOff x="78377" y="6432684"/>
            <a:chExt cx="360045" cy="360045"/>
          </a:xfrm>
        </p:grpSpPr>
        <p:sp>
          <p:nvSpPr>
            <p:cNvPr id="6" name="object 6"/>
            <p:cNvSpPr/>
            <p:nvPr/>
          </p:nvSpPr>
          <p:spPr>
            <a:xfrm>
              <a:off x="78377" y="6432684"/>
              <a:ext cx="360045" cy="360045"/>
            </a:xfrm>
            <a:custGeom>
              <a:avLst/>
              <a:gdLst/>
              <a:ahLst/>
              <a:cxnLst/>
              <a:rect l="l" t="t" r="r" b="b"/>
              <a:pathLst>
                <a:path w="360045" h="360045">
                  <a:moveTo>
                    <a:pt x="359999" y="0"/>
                  </a:moveTo>
                  <a:lnTo>
                    <a:pt x="0" y="0"/>
                  </a:lnTo>
                  <a:lnTo>
                    <a:pt x="0" y="360000"/>
                  </a:lnTo>
                  <a:lnTo>
                    <a:pt x="359999" y="360000"/>
                  </a:lnTo>
                  <a:lnTo>
                    <a:pt x="359999" y="315000"/>
                  </a:lnTo>
                  <a:lnTo>
                    <a:pt x="179999" y="315000"/>
                  </a:lnTo>
                  <a:lnTo>
                    <a:pt x="137329" y="308117"/>
                  </a:lnTo>
                  <a:lnTo>
                    <a:pt x="100270" y="288952"/>
                  </a:lnTo>
                  <a:lnTo>
                    <a:pt x="71047" y="259729"/>
                  </a:lnTo>
                  <a:lnTo>
                    <a:pt x="51882" y="222670"/>
                  </a:lnTo>
                  <a:lnTo>
                    <a:pt x="44999" y="180000"/>
                  </a:lnTo>
                  <a:lnTo>
                    <a:pt x="51882" y="137329"/>
                  </a:lnTo>
                  <a:lnTo>
                    <a:pt x="71047" y="100270"/>
                  </a:lnTo>
                  <a:lnTo>
                    <a:pt x="100270" y="71047"/>
                  </a:lnTo>
                  <a:lnTo>
                    <a:pt x="137329" y="51882"/>
                  </a:lnTo>
                  <a:lnTo>
                    <a:pt x="179999" y="45000"/>
                  </a:lnTo>
                  <a:lnTo>
                    <a:pt x="359999" y="45000"/>
                  </a:lnTo>
                  <a:lnTo>
                    <a:pt x="359999" y="0"/>
                  </a:lnTo>
                  <a:close/>
                </a:path>
                <a:path w="360045" h="360045">
                  <a:moveTo>
                    <a:pt x="359999" y="45000"/>
                  </a:moveTo>
                  <a:lnTo>
                    <a:pt x="179999" y="45000"/>
                  </a:lnTo>
                  <a:lnTo>
                    <a:pt x="222670" y="51882"/>
                  </a:lnTo>
                  <a:lnTo>
                    <a:pt x="259729" y="71047"/>
                  </a:lnTo>
                  <a:lnTo>
                    <a:pt x="288952" y="100270"/>
                  </a:lnTo>
                  <a:lnTo>
                    <a:pt x="308117" y="137329"/>
                  </a:lnTo>
                  <a:lnTo>
                    <a:pt x="314999" y="180000"/>
                  </a:lnTo>
                  <a:lnTo>
                    <a:pt x="308117" y="222670"/>
                  </a:lnTo>
                  <a:lnTo>
                    <a:pt x="288952" y="259729"/>
                  </a:lnTo>
                  <a:lnTo>
                    <a:pt x="259729" y="288952"/>
                  </a:lnTo>
                  <a:lnTo>
                    <a:pt x="222670" y="308117"/>
                  </a:lnTo>
                  <a:lnTo>
                    <a:pt x="179999" y="315000"/>
                  </a:lnTo>
                  <a:lnTo>
                    <a:pt x="359999" y="315000"/>
                  </a:lnTo>
                  <a:lnTo>
                    <a:pt x="359999" y="45000"/>
                  </a:lnTo>
                  <a:close/>
                </a:path>
              </a:pathLst>
            </a:custGeom>
            <a:solidFill>
              <a:srgbClr val="1CADE4"/>
            </a:solidFill>
          </p:spPr>
          <p:txBody>
            <a:bodyPr wrap="square" lIns="0" tIns="0" rIns="0" bIns="0" rtlCol="0"/>
            <a:lstStyle/>
            <a:p>
              <a:endParaRPr/>
            </a:p>
          </p:txBody>
        </p:sp>
        <p:sp>
          <p:nvSpPr>
            <p:cNvPr id="7" name="object 7"/>
            <p:cNvSpPr/>
            <p:nvPr/>
          </p:nvSpPr>
          <p:spPr>
            <a:xfrm>
              <a:off x="123377" y="6477684"/>
              <a:ext cx="270510" cy="270510"/>
            </a:xfrm>
            <a:custGeom>
              <a:avLst/>
              <a:gdLst/>
              <a:ahLst/>
              <a:cxnLst/>
              <a:rect l="l" t="t" r="r" b="b"/>
              <a:pathLst>
                <a:path w="270510"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69999"/>
                  </a:lnTo>
                  <a:lnTo>
                    <a:pt x="177670" y="263117"/>
                  </a:lnTo>
                  <a:lnTo>
                    <a:pt x="214729" y="243952"/>
                  </a:lnTo>
                  <a:lnTo>
                    <a:pt x="222432" y="236249"/>
                  </a:lnTo>
                  <a:lnTo>
                    <a:pt x="84375" y="236249"/>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10" h="270509">
                  <a:moveTo>
                    <a:pt x="259004" y="84375"/>
                  </a:moveTo>
                  <a:lnTo>
                    <a:pt x="160312" y="84375"/>
                  </a:lnTo>
                  <a:lnTo>
                    <a:pt x="160312" y="219375"/>
                  </a:lnTo>
                  <a:lnTo>
                    <a:pt x="185625" y="219375"/>
                  </a:lnTo>
                  <a:lnTo>
                    <a:pt x="185625" y="236249"/>
                  </a:lnTo>
                  <a:lnTo>
                    <a:pt x="222432" y="236249"/>
                  </a:lnTo>
                  <a:lnTo>
                    <a:pt x="243952" y="214729"/>
                  </a:lnTo>
                  <a:lnTo>
                    <a:pt x="263117" y="177670"/>
                  </a:lnTo>
                  <a:lnTo>
                    <a:pt x="269999" y="134999"/>
                  </a:lnTo>
                  <a:lnTo>
                    <a:pt x="263117" y="92329"/>
                  </a:lnTo>
                  <a:lnTo>
                    <a:pt x="259004" y="84375"/>
                  </a:lnTo>
                  <a:close/>
                </a:path>
                <a:path w="270510"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8" name="object 8"/>
            <p:cNvPicPr/>
            <p:nvPr/>
          </p:nvPicPr>
          <p:blipFill>
            <a:blip r:embed="rId3" cstate="print"/>
            <a:stretch>
              <a:fillRect/>
            </a:stretch>
          </p:blipFill>
          <p:spPr>
            <a:xfrm>
              <a:off x="207753" y="6486122"/>
              <a:ext cx="101249" cy="227812"/>
            </a:xfrm>
            <a:prstGeom prst="rect">
              <a:avLst/>
            </a:prstGeom>
          </p:spPr>
        </p:pic>
      </p:grpSp>
      <p:sp>
        <p:nvSpPr>
          <p:cNvPr id="9" name="object 9"/>
          <p:cNvSpPr txBox="1"/>
          <p:nvPr/>
        </p:nvSpPr>
        <p:spPr>
          <a:xfrm>
            <a:off x="1563048" y="1274571"/>
            <a:ext cx="9665970" cy="4210685"/>
          </a:xfrm>
          <a:prstGeom prst="rect">
            <a:avLst/>
          </a:prstGeom>
        </p:spPr>
        <p:txBody>
          <a:bodyPr vert="horz" wrap="square" lIns="0" tIns="22860" rIns="0" bIns="0" rtlCol="0">
            <a:spAutoFit/>
          </a:bodyPr>
          <a:lstStyle/>
          <a:p>
            <a:pPr marL="12700" marR="181610">
              <a:lnSpc>
                <a:spcPts val="1900"/>
              </a:lnSpc>
              <a:spcBef>
                <a:spcPts val="180"/>
              </a:spcBef>
            </a:pPr>
            <a:r>
              <a:rPr sz="1600" dirty="0">
                <a:latin typeface="Corbel"/>
                <a:cs typeface="Corbel"/>
              </a:rPr>
              <a:t>Excessive</a:t>
            </a:r>
            <a:r>
              <a:rPr sz="1600" spc="-45" dirty="0">
                <a:latin typeface="Corbel"/>
                <a:cs typeface="Corbel"/>
              </a:rPr>
              <a:t> </a:t>
            </a:r>
            <a:r>
              <a:rPr sz="1600" dirty="0">
                <a:latin typeface="Corbel"/>
                <a:cs typeface="Corbel"/>
              </a:rPr>
              <a:t>stress</a:t>
            </a:r>
            <a:r>
              <a:rPr sz="1600" spc="-40" dirty="0">
                <a:latin typeface="Corbel"/>
                <a:cs typeface="Corbel"/>
              </a:rPr>
              <a:t> </a:t>
            </a:r>
            <a:r>
              <a:rPr sz="1600" dirty="0">
                <a:latin typeface="Corbel"/>
                <a:cs typeface="Corbel"/>
              </a:rPr>
              <a:t>levels</a:t>
            </a:r>
            <a:r>
              <a:rPr sz="1600" spc="-40" dirty="0">
                <a:latin typeface="Corbel"/>
                <a:cs typeface="Corbel"/>
              </a:rPr>
              <a:t> </a:t>
            </a:r>
            <a:r>
              <a:rPr sz="1600" dirty="0">
                <a:latin typeface="Corbel"/>
                <a:cs typeface="Corbel"/>
              </a:rPr>
              <a:t>reduce</a:t>
            </a:r>
            <a:r>
              <a:rPr sz="1600" spc="-40" dirty="0">
                <a:latin typeface="Corbel"/>
                <a:cs typeface="Corbel"/>
              </a:rPr>
              <a:t> </a:t>
            </a:r>
            <a:r>
              <a:rPr sz="1600" dirty="0">
                <a:latin typeface="Corbel"/>
                <a:cs typeface="Corbel"/>
              </a:rPr>
              <a:t>performance.</a:t>
            </a:r>
            <a:r>
              <a:rPr sz="1600" spc="-40" dirty="0">
                <a:latin typeface="Corbel"/>
                <a:cs typeface="Corbel"/>
              </a:rPr>
              <a:t> </a:t>
            </a:r>
            <a:r>
              <a:rPr sz="1600" dirty="0">
                <a:latin typeface="Corbel"/>
                <a:cs typeface="Corbel"/>
              </a:rPr>
              <a:t>Increases</a:t>
            </a:r>
            <a:r>
              <a:rPr sz="1600" spc="-40" dirty="0">
                <a:latin typeface="Corbel"/>
                <a:cs typeface="Corbel"/>
              </a:rPr>
              <a:t> </a:t>
            </a:r>
            <a:r>
              <a:rPr sz="1600" dirty="0">
                <a:latin typeface="Corbel"/>
                <a:cs typeface="Corbel"/>
              </a:rPr>
              <a:t>in</a:t>
            </a:r>
            <a:r>
              <a:rPr sz="1600" spc="-35" dirty="0">
                <a:latin typeface="Corbel"/>
                <a:cs typeface="Corbel"/>
              </a:rPr>
              <a:t> </a:t>
            </a:r>
            <a:r>
              <a:rPr sz="1600" spc="-30" dirty="0">
                <a:latin typeface="Corbel"/>
                <a:cs typeface="Corbel"/>
              </a:rPr>
              <a:t>over-</a:t>
            </a:r>
            <a:r>
              <a:rPr sz="1600" dirty="0">
                <a:latin typeface="Corbel"/>
                <a:cs typeface="Corbel"/>
              </a:rPr>
              <a:t>stimulation</a:t>
            </a:r>
            <a:r>
              <a:rPr sz="1600" spc="-35" dirty="0">
                <a:latin typeface="Corbel"/>
                <a:cs typeface="Corbel"/>
              </a:rPr>
              <a:t> </a:t>
            </a:r>
            <a:r>
              <a:rPr sz="1600" dirty="0">
                <a:latin typeface="Corbel"/>
                <a:cs typeface="Corbel"/>
              </a:rPr>
              <a:t>is</a:t>
            </a:r>
            <a:r>
              <a:rPr sz="1600" spc="-40" dirty="0">
                <a:latin typeface="Corbel"/>
                <a:cs typeface="Corbel"/>
              </a:rPr>
              <a:t> </a:t>
            </a:r>
            <a:r>
              <a:rPr sz="1600" dirty="0">
                <a:latin typeface="Corbel"/>
                <a:cs typeface="Corbel"/>
              </a:rPr>
              <a:t>generally</a:t>
            </a:r>
            <a:r>
              <a:rPr sz="1600" spc="-50" dirty="0">
                <a:latin typeface="Corbel"/>
                <a:cs typeface="Corbel"/>
              </a:rPr>
              <a:t> </a:t>
            </a:r>
            <a:r>
              <a:rPr sz="1600" dirty="0">
                <a:latin typeface="Corbel"/>
                <a:cs typeface="Corbel"/>
              </a:rPr>
              <a:t>proportional</a:t>
            </a:r>
            <a:r>
              <a:rPr sz="1600" spc="-40" dirty="0">
                <a:latin typeface="Corbel"/>
                <a:cs typeface="Corbel"/>
              </a:rPr>
              <a:t> </a:t>
            </a:r>
            <a:r>
              <a:rPr sz="1600" dirty="0">
                <a:latin typeface="Corbel"/>
                <a:cs typeface="Corbel"/>
              </a:rPr>
              <a:t>to</a:t>
            </a:r>
            <a:r>
              <a:rPr sz="1600" spc="-45" dirty="0">
                <a:latin typeface="Corbel"/>
                <a:cs typeface="Corbel"/>
              </a:rPr>
              <a:t> </a:t>
            </a:r>
            <a:r>
              <a:rPr sz="1600" dirty="0">
                <a:latin typeface="Corbel"/>
                <a:cs typeface="Corbel"/>
              </a:rPr>
              <a:t>decreases</a:t>
            </a:r>
            <a:r>
              <a:rPr sz="1600" spc="-40" dirty="0">
                <a:latin typeface="Corbel"/>
                <a:cs typeface="Corbel"/>
              </a:rPr>
              <a:t> </a:t>
            </a:r>
            <a:r>
              <a:rPr sz="1600" spc="-25" dirty="0">
                <a:latin typeface="Corbel"/>
                <a:cs typeface="Corbel"/>
              </a:rPr>
              <a:t>in </a:t>
            </a:r>
            <a:r>
              <a:rPr sz="1600" spc="-10" dirty="0">
                <a:latin typeface="Corbel"/>
                <a:cs typeface="Corbel"/>
              </a:rPr>
              <a:t>performance.</a:t>
            </a:r>
            <a:r>
              <a:rPr sz="1600" spc="-65" dirty="0">
                <a:latin typeface="Corbel"/>
                <a:cs typeface="Corbel"/>
              </a:rPr>
              <a:t> </a:t>
            </a:r>
            <a:r>
              <a:rPr sz="1600" dirty="0">
                <a:latin typeface="Corbel"/>
                <a:cs typeface="Corbel"/>
              </a:rPr>
              <a:t>Some</a:t>
            </a:r>
            <a:r>
              <a:rPr sz="1600" spc="-20" dirty="0">
                <a:latin typeface="Corbel"/>
                <a:cs typeface="Corbel"/>
              </a:rPr>
              <a:t> </a:t>
            </a:r>
            <a:r>
              <a:rPr sz="1600" dirty="0">
                <a:latin typeface="Corbel"/>
                <a:cs typeface="Corbel"/>
              </a:rPr>
              <a:t>of</a:t>
            </a:r>
            <a:r>
              <a:rPr sz="1600" spc="-25"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typical</a:t>
            </a:r>
            <a:r>
              <a:rPr sz="1600" spc="-20" dirty="0">
                <a:latin typeface="Corbel"/>
                <a:cs typeface="Corbel"/>
              </a:rPr>
              <a:t> </a:t>
            </a:r>
            <a:r>
              <a:rPr sz="1600" dirty="0">
                <a:latin typeface="Corbel"/>
                <a:cs typeface="Corbel"/>
              </a:rPr>
              <a:t>effects</a:t>
            </a:r>
            <a:r>
              <a:rPr sz="1600" spc="-25" dirty="0">
                <a:latin typeface="Corbel"/>
                <a:cs typeface="Corbel"/>
              </a:rPr>
              <a:t> </a:t>
            </a:r>
            <a:r>
              <a:rPr sz="1600" dirty="0">
                <a:latin typeface="Corbel"/>
                <a:cs typeface="Corbel"/>
              </a:rPr>
              <a:t>that</a:t>
            </a:r>
            <a:r>
              <a:rPr sz="1600" spc="-35" dirty="0">
                <a:latin typeface="Corbel"/>
                <a:cs typeface="Corbel"/>
              </a:rPr>
              <a:t> </a:t>
            </a:r>
            <a:r>
              <a:rPr sz="1600" dirty="0">
                <a:latin typeface="Corbel"/>
                <a:cs typeface="Corbel"/>
              </a:rPr>
              <a:t>occur</a:t>
            </a:r>
            <a:r>
              <a:rPr sz="1600" spc="-20" dirty="0">
                <a:latin typeface="Corbel"/>
                <a:cs typeface="Corbel"/>
              </a:rPr>
              <a:t> </a:t>
            </a:r>
            <a:r>
              <a:rPr sz="1600" dirty="0">
                <a:latin typeface="Corbel"/>
                <a:cs typeface="Corbel"/>
              </a:rPr>
              <a:t>in</a:t>
            </a:r>
            <a:r>
              <a:rPr sz="1600" spc="-20" dirty="0">
                <a:latin typeface="Corbel"/>
                <a:cs typeface="Corbel"/>
              </a:rPr>
              <a:t> </a:t>
            </a:r>
            <a:r>
              <a:rPr sz="1600" dirty="0">
                <a:latin typeface="Corbel"/>
                <a:cs typeface="Corbel"/>
              </a:rPr>
              <a:t>stressful</a:t>
            </a:r>
            <a:r>
              <a:rPr sz="1600" spc="-25" dirty="0">
                <a:latin typeface="Corbel"/>
                <a:cs typeface="Corbel"/>
              </a:rPr>
              <a:t> </a:t>
            </a:r>
            <a:r>
              <a:rPr sz="1600" dirty="0">
                <a:latin typeface="Corbel"/>
                <a:cs typeface="Corbel"/>
              </a:rPr>
              <a:t>situations</a:t>
            </a:r>
            <a:r>
              <a:rPr sz="1600" spc="-25" dirty="0">
                <a:latin typeface="Corbel"/>
                <a:cs typeface="Corbel"/>
              </a:rPr>
              <a:t> </a:t>
            </a:r>
            <a:r>
              <a:rPr sz="1600" spc="-10" dirty="0">
                <a:latin typeface="Corbel"/>
                <a:cs typeface="Corbel"/>
              </a:rPr>
              <a:t>include:</a:t>
            </a:r>
            <a:endParaRPr sz="1600">
              <a:latin typeface="Corbel"/>
              <a:cs typeface="Corbel"/>
            </a:endParaRPr>
          </a:p>
          <a:p>
            <a:pPr>
              <a:lnSpc>
                <a:spcPct val="100000"/>
              </a:lnSpc>
              <a:spcBef>
                <a:spcPts val="90"/>
              </a:spcBef>
            </a:pPr>
            <a:endParaRPr sz="1600">
              <a:latin typeface="Corbel"/>
              <a:cs typeface="Corbel"/>
            </a:endParaRPr>
          </a:p>
          <a:p>
            <a:pPr marL="297815" indent="-285115">
              <a:lnSpc>
                <a:spcPct val="100000"/>
              </a:lnSpc>
              <a:spcBef>
                <a:spcPts val="5"/>
              </a:spcBef>
              <a:buFont typeface="Arial MT"/>
              <a:buChar char="•"/>
              <a:tabLst>
                <a:tab pos="297815" algn="l"/>
              </a:tabLst>
            </a:pPr>
            <a:r>
              <a:rPr sz="1600" dirty="0">
                <a:latin typeface="Corbel"/>
                <a:cs typeface="Corbel"/>
              </a:rPr>
              <a:t>Difficulty</a:t>
            </a:r>
            <a:r>
              <a:rPr sz="1600" spc="-30" dirty="0">
                <a:latin typeface="Corbel"/>
                <a:cs typeface="Corbel"/>
              </a:rPr>
              <a:t> </a:t>
            </a:r>
            <a:r>
              <a:rPr sz="1600" spc="-10" dirty="0">
                <a:latin typeface="Corbel"/>
                <a:cs typeface="Corbel"/>
              </a:rPr>
              <a:t>concentrating</a:t>
            </a:r>
            <a:r>
              <a:rPr sz="1600" spc="-25" dirty="0">
                <a:latin typeface="Corbel"/>
                <a:cs typeface="Corbel"/>
              </a:rPr>
              <a:t> </a:t>
            </a:r>
            <a:r>
              <a:rPr sz="1600" dirty="0">
                <a:latin typeface="Corbel"/>
                <a:cs typeface="Corbel"/>
              </a:rPr>
              <a:t>and</a:t>
            </a:r>
            <a:r>
              <a:rPr sz="1600" spc="-20" dirty="0">
                <a:latin typeface="Corbel"/>
                <a:cs typeface="Corbel"/>
              </a:rPr>
              <a:t> </a:t>
            </a:r>
            <a:r>
              <a:rPr sz="1600" dirty="0">
                <a:latin typeface="Corbel"/>
                <a:cs typeface="Corbel"/>
              </a:rPr>
              <a:t>reduced</a:t>
            </a:r>
            <a:r>
              <a:rPr sz="1600" spc="-25" dirty="0">
                <a:latin typeface="Corbel"/>
                <a:cs typeface="Corbel"/>
              </a:rPr>
              <a:t> </a:t>
            </a:r>
            <a:r>
              <a:rPr sz="1600" dirty="0">
                <a:latin typeface="Corbel"/>
                <a:cs typeface="Corbel"/>
              </a:rPr>
              <a:t>vigilance</a:t>
            </a:r>
            <a:r>
              <a:rPr sz="1600" spc="-20" dirty="0">
                <a:latin typeface="Corbel"/>
                <a:cs typeface="Corbel"/>
              </a:rPr>
              <a:t> </a:t>
            </a:r>
            <a:r>
              <a:rPr sz="1600" dirty="0">
                <a:latin typeface="Corbel"/>
                <a:cs typeface="Corbel"/>
              </a:rPr>
              <a:t>-</a:t>
            </a:r>
            <a:r>
              <a:rPr sz="1600" spc="-15" dirty="0">
                <a:latin typeface="Corbel"/>
                <a:cs typeface="Corbel"/>
              </a:rPr>
              <a:t> </a:t>
            </a:r>
            <a:r>
              <a:rPr sz="1600" dirty="0">
                <a:latin typeface="Corbel"/>
                <a:cs typeface="Corbel"/>
              </a:rPr>
              <a:t>easily</a:t>
            </a:r>
            <a:r>
              <a:rPr sz="1600" spc="-25" dirty="0">
                <a:latin typeface="Corbel"/>
                <a:cs typeface="Corbel"/>
              </a:rPr>
              <a:t> </a:t>
            </a:r>
            <a:r>
              <a:rPr sz="1600" spc="-10" dirty="0">
                <a:latin typeface="Corbel"/>
                <a:cs typeface="Corbel"/>
              </a:rPr>
              <a:t>distracted</a:t>
            </a:r>
            <a:endParaRPr sz="1600">
              <a:latin typeface="Corbel"/>
              <a:cs typeface="Corbel"/>
            </a:endParaRPr>
          </a:p>
          <a:p>
            <a:pPr marL="297815" indent="-285115">
              <a:lnSpc>
                <a:spcPct val="100000"/>
              </a:lnSpc>
              <a:spcBef>
                <a:spcPts val="980"/>
              </a:spcBef>
              <a:buFont typeface="Arial MT"/>
              <a:buChar char="•"/>
              <a:tabLst>
                <a:tab pos="297815" algn="l"/>
              </a:tabLst>
            </a:pPr>
            <a:r>
              <a:rPr sz="1600" dirty="0">
                <a:latin typeface="Corbel"/>
                <a:cs typeface="Corbel"/>
              </a:rPr>
              <a:t>performance</a:t>
            </a:r>
            <a:r>
              <a:rPr sz="1600" spc="-35" dirty="0">
                <a:latin typeface="Corbel"/>
                <a:cs typeface="Corbel"/>
              </a:rPr>
              <a:t> </a:t>
            </a:r>
            <a:r>
              <a:rPr sz="1600" dirty="0">
                <a:latin typeface="Corbel"/>
                <a:cs typeface="Corbel"/>
              </a:rPr>
              <a:t>falls</a:t>
            </a:r>
            <a:r>
              <a:rPr sz="1600" spc="-35" dirty="0">
                <a:latin typeface="Corbel"/>
                <a:cs typeface="Corbel"/>
              </a:rPr>
              <a:t> </a:t>
            </a:r>
            <a:r>
              <a:rPr sz="1600" dirty="0">
                <a:latin typeface="Corbel"/>
                <a:cs typeface="Corbel"/>
              </a:rPr>
              <a:t>off</a:t>
            </a:r>
            <a:r>
              <a:rPr sz="1600" spc="-35" dirty="0">
                <a:latin typeface="Corbel"/>
                <a:cs typeface="Corbel"/>
              </a:rPr>
              <a:t> </a:t>
            </a:r>
            <a:r>
              <a:rPr sz="1600" spc="-10" dirty="0">
                <a:latin typeface="Corbel"/>
                <a:cs typeface="Corbel"/>
              </a:rPr>
              <a:t>rapidly</a:t>
            </a:r>
            <a:endParaRPr sz="1600">
              <a:latin typeface="Corbel"/>
              <a:cs typeface="Corbel"/>
            </a:endParaRPr>
          </a:p>
          <a:p>
            <a:pPr marL="297815" indent="-285115">
              <a:lnSpc>
                <a:spcPct val="100000"/>
              </a:lnSpc>
              <a:spcBef>
                <a:spcPts val="985"/>
              </a:spcBef>
              <a:buFont typeface="Arial MT"/>
              <a:buChar char="•"/>
              <a:tabLst>
                <a:tab pos="297815" algn="l"/>
              </a:tabLst>
            </a:pPr>
            <a:r>
              <a:rPr sz="1600" spc="-10" dirty="0">
                <a:latin typeface="Corbel"/>
                <a:cs typeface="Corbel"/>
              </a:rPr>
              <a:t>Tendency</a:t>
            </a:r>
            <a:r>
              <a:rPr sz="1600" spc="-35" dirty="0">
                <a:latin typeface="Corbel"/>
                <a:cs typeface="Corbel"/>
              </a:rPr>
              <a:t> </a:t>
            </a:r>
            <a:r>
              <a:rPr sz="1600" dirty="0">
                <a:latin typeface="Corbel"/>
                <a:cs typeface="Corbel"/>
              </a:rPr>
              <a:t>to</a:t>
            </a:r>
            <a:r>
              <a:rPr sz="1600" spc="-25" dirty="0">
                <a:latin typeface="Corbel"/>
                <a:cs typeface="Corbel"/>
              </a:rPr>
              <a:t> </a:t>
            </a:r>
            <a:r>
              <a:rPr sz="1600" dirty="0">
                <a:latin typeface="Corbel"/>
                <a:cs typeface="Corbel"/>
              </a:rPr>
              <a:t>cut</a:t>
            </a:r>
            <a:r>
              <a:rPr sz="1600" spc="-25" dirty="0">
                <a:latin typeface="Corbel"/>
                <a:cs typeface="Corbel"/>
              </a:rPr>
              <a:t> </a:t>
            </a:r>
            <a:r>
              <a:rPr sz="1600" dirty="0">
                <a:latin typeface="Corbel"/>
                <a:cs typeface="Corbel"/>
              </a:rPr>
              <a:t>corners,</a:t>
            </a:r>
            <a:r>
              <a:rPr sz="1600" spc="-20" dirty="0">
                <a:latin typeface="Corbel"/>
                <a:cs typeface="Corbel"/>
              </a:rPr>
              <a:t> </a:t>
            </a:r>
            <a:r>
              <a:rPr sz="1600" dirty="0">
                <a:latin typeface="Corbel"/>
                <a:cs typeface="Corbel"/>
              </a:rPr>
              <a:t>skip</a:t>
            </a:r>
            <a:r>
              <a:rPr sz="1600" spc="-20" dirty="0">
                <a:latin typeface="Corbel"/>
                <a:cs typeface="Corbel"/>
              </a:rPr>
              <a:t> </a:t>
            </a:r>
            <a:r>
              <a:rPr sz="1600" dirty="0">
                <a:latin typeface="Corbel"/>
                <a:cs typeface="Corbel"/>
              </a:rPr>
              <a:t>items</a:t>
            </a:r>
            <a:r>
              <a:rPr sz="1600" spc="-25" dirty="0">
                <a:latin typeface="Corbel"/>
                <a:cs typeface="Corbel"/>
              </a:rPr>
              <a:t> </a:t>
            </a:r>
            <a:r>
              <a:rPr sz="1600" dirty="0">
                <a:latin typeface="Corbel"/>
                <a:cs typeface="Corbel"/>
              </a:rPr>
              <a:t>and</a:t>
            </a:r>
            <a:r>
              <a:rPr sz="1600" spc="-15" dirty="0">
                <a:latin typeface="Corbel"/>
                <a:cs typeface="Corbel"/>
              </a:rPr>
              <a:t> </a:t>
            </a:r>
            <a:r>
              <a:rPr sz="1600" dirty="0">
                <a:latin typeface="Corbel"/>
                <a:cs typeface="Corbel"/>
              </a:rPr>
              <a:t>look</a:t>
            </a:r>
            <a:r>
              <a:rPr sz="1600" spc="-25" dirty="0">
                <a:latin typeface="Corbel"/>
                <a:cs typeface="Corbel"/>
              </a:rPr>
              <a:t> </a:t>
            </a:r>
            <a:r>
              <a:rPr sz="1600" dirty="0">
                <a:latin typeface="Corbel"/>
                <a:cs typeface="Corbel"/>
              </a:rPr>
              <a:t>for</a:t>
            </a:r>
            <a:r>
              <a:rPr sz="1600" spc="-20"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easiest</a:t>
            </a:r>
            <a:r>
              <a:rPr sz="1600" spc="-25" dirty="0">
                <a:latin typeface="Corbel"/>
                <a:cs typeface="Corbel"/>
              </a:rPr>
              <a:t> </a:t>
            </a:r>
            <a:r>
              <a:rPr sz="1600" dirty="0">
                <a:latin typeface="Corbel"/>
                <a:cs typeface="Corbel"/>
              </a:rPr>
              <a:t>way</a:t>
            </a:r>
            <a:r>
              <a:rPr sz="1600" spc="-30" dirty="0">
                <a:latin typeface="Corbel"/>
                <a:cs typeface="Corbel"/>
              </a:rPr>
              <a:t> </a:t>
            </a:r>
            <a:r>
              <a:rPr sz="1600" spc="-25" dirty="0">
                <a:latin typeface="Corbel"/>
                <a:cs typeface="Corbel"/>
              </a:rPr>
              <a:t>out</a:t>
            </a:r>
            <a:endParaRPr sz="1600">
              <a:latin typeface="Corbel"/>
              <a:cs typeface="Corbel"/>
            </a:endParaRPr>
          </a:p>
          <a:p>
            <a:pPr marL="297815" indent="-285115">
              <a:lnSpc>
                <a:spcPct val="100000"/>
              </a:lnSpc>
              <a:spcBef>
                <a:spcPts val="985"/>
              </a:spcBef>
              <a:buFont typeface="Arial MT"/>
              <a:buChar char="•"/>
              <a:tabLst>
                <a:tab pos="297815" algn="l"/>
              </a:tabLst>
            </a:pPr>
            <a:r>
              <a:rPr sz="1600" dirty="0">
                <a:latin typeface="Corbel"/>
                <a:cs typeface="Corbel"/>
              </a:rPr>
              <a:t>Either</a:t>
            </a:r>
            <a:r>
              <a:rPr sz="1600" spc="-25" dirty="0">
                <a:latin typeface="Corbel"/>
                <a:cs typeface="Corbel"/>
              </a:rPr>
              <a:t> </a:t>
            </a:r>
            <a:r>
              <a:rPr sz="1600" dirty="0">
                <a:latin typeface="Corbel"/>
                <a:cs typeface="Corbel"/>
              </a:rPr>
              <a:t>slowness</a:t>
            </a:r>
            <a:r>
              <a:rPr sz="1600" spc="-20" dirty="0">
                <a:latin typeface="Corbel"/>
                <a:cs typeface="Corbel"/>
              </a:rPr>
              <a:t> </a:t>
            </a:r>
            <a:r>
              <a:rPr sz="1600" dirty="0">
                <a:latin typeface="Corbel"/>
                <a:cs typeface="Corbel"/>
              </a:rPr>
              <a:t>(due</a:t>
            </a:r>
            <a:r>
              <a:rPr sz="1600" spc="-20" dirty="0">
                <a:latin typeface="Corbel"/>
                <a:cs typeface="Corbel"/>
              </a:rPr>
              <a:t> </a:t>
            </a:r>
            <a:r>
              <a:rPr sz="1600" dirty="0">
                <a:latin typeface="Corbel"/>
                <a:cs typeface="Corbel"/>
              </a:rPr>
              <a:t>to</a:t>
            </a:r>
            <a:r>
              <a:rPr sz="1600" spc="-30" dirty="0">
                <a:latin typeface="Corbel"/>
                <a:cs typeface="Corbel"/>
              </a:rPr>
              <a:t> </a:t>
            </a:r>
            <a:r>
              <a:rPr sz="1600" dirty="0">
                <a:latin typeface="Corbel"/>
                <a:cs typeface="Corbel"/>
              </a:rPr>
              <a:t>lack</a:t>
            </a:r>
            <a:r>
              <a:rPr sz="1600" spc="-25" dirty="0">
                <a:latin typeface="Corbel"/>
                <a:cs typeface="Corbel"/>
              </a:rPr>
              <a:t> </a:t>
            </a:r>
            <a:r>
              <a:rPr sz="1600" dirty="0">
                <a:latin typeface="Corbel"/>
                <a:cs typeface="Corbel"/>
              </a:rPr>
              <a:t>of</a:t>
            </a:r>
            <a:r>
              <a:rPr sz="1600" spc="-20" dirty="0">
                <a:latin typeface="Corbel"/>
                <a:cs typeface="Corbel"/>
              </a:rPr>
              <a:t> </a:t>
            </a:r>
            <a:r>
              <a:rPr sz="1600" dirty="0">
                <a:latin typeface="Corbel"/>
                <a:cs typeface="Corbel"/>
              </a:rPr>
              <a:t>interest)</a:t>
            </a:r>
            <a:r>
              <a:rPr sz="1600" spc="-30" dirty="0">
                <a:latin typeface="Corbel"/>
                <a:cs typeface="Corbel"/>
              </a:rPr>
              <a:t> </a:t>
            </a:r>
            <a:r>
              <a:rPr sz="1600" dirty="0">
                <a:latin typeface="Corbel"/>
                <a:cs typeface="Corbel"/>
              </a:rPr>
              <a:t>or</a:t>
            </a:r>
            <a:r>
              <a:rPr sz="1600" spc="-20" dirty="0">
                <a:latin typeface="Corbel"/>
                <a:cs typeface="Corbel"/>
              </a:rPr>
              <a:t> </a:t>
            </a:r>
            <a:r>
              <a:rPr sz="1600" spc="-10" dirty="0">
                <a:latin typeface="Corbel"/>
                <a:cs typeface="Corbel"/>
              </a:rPr>
              <a:t>hyperactivity</a:t>
            </a:r>
            <a:r>
              <a:rPr sz="1600" spc="-30" dirty="0">
                <a:latin typeface="Corbel"/>
                <a:cs typeface="Corbel"/>
              </a:rPr>
              <a:t> </a:t>
            </a:r>
            <a:r>
              <a:rPr sz="1600" dirty="0">
                <a:latin typeface="Corbel"/>
                <a:cs typeface="Corbel"/>
              </a:rPr>
              <a:t>(due</a:t>
            </a:r>
            <a:r>
              <a:rPr sz="1600" spc="-25" dirty="0">
                <a:latin typeface="Corbel"/>
                <a:cs typeface="Corbel"/>
              </a:rPr>
              <a:t> </a:t>
            </a:r>
            <a:r>
              <a:rPr sz="1600" dirty="0">
                <a:latin typeface="Corbel"/>
                <a:cs typeface="Corbel"/>
              </a:rPr>
              <a:t>to</a:t>
            </a:r>
            <a:r>
              <a:rPr sz="1600" spc="-25" dirty="0">
                <a:latin typeface="Corbel"/>
                <a:cs typeface="Corbel"/>
              </a:rPr>
              <a:t> </a:t>
            </a:r>
            <a:r>
              <a:rPr sz="1600" spc="-10" dirty="0">
                <a:latin typeface="Corbel"/>
                <a:cs typeface="Corbel"/>
              </a:rPr>
              <a:t>adrenaline)</a:t>
            </a:r>
            <a:endParaRPr sz="1600">
              <a:latin typeface="Corbel"/>
              <a:cs typeface="Corbel"/>
            </a:endParaRPr>
          </a:p>
          <a:p>
            <a:pPr marL="297815" indent="-285115">
              <a:lnSpc>
                <a:spcPct val="100000"/>
              </a:lnSpc>
              <a:spcBef>
                <a:spcPts val="960"/>
              </a:spcBef>
              <a:buFont typeface="Arial MT"/>
              <a:buChar char="•"/>
              <a:tabLst>
                <a:tab pos="297815" algn="l"/>
              </a:tabLst>
            </a:pPr>
            <a:r>
              <a:rPr sz="1600" dirty="0">
                <a:latin typeface="Corbel"/>
                <a:cs typeface="Corbel"/>
              </a:rPr>
              <a:t>Focusing</a:t>
            </a:r>
            <a:r>
              <a:rPr sz="1600" spc="-45" dirty="0">
                <a:latin typeface="Corbel"/>
                <a:cs typeface="Corbel"/>
              </a:rPr>
              <a:t> </a:t>
            </a:r>
            <a:r>
              <a:rPr sz="1600" dirty="0">
                <a:latin typeface="Corbel"/>
                <a:cs typeface="Corbel"/>
              </a:rPr>
              <a:t>on</a:t>
            </a:r>
            <a:r>
              <a:rPr sz="1600" spc="-40" dirty="0">
                <a:latin typeface="Corbel"/>
                <a:cs typeface="Corbel"/>
              </a:rPr>
              <a:t> </a:t>
            </a:r>
            <a:r>
              <a:rPr sz="1600" dirty="0">
                <a:latin typeface="Corbel"/>
                <a:cs typeface="Corbel"/>
              </a:rPr>
              <a:t>easily</a:t>
            </a:r>
            <a:r>
              <a:rPr sz="1600" spc="-50" dirty="0">
                <a:latin typeface="Corbel"/>
                <a:cs typeface="Corbel"/>
              </a:rPr>
              <a:t> </a:t>
            </a:r>
            <a:r>
              <a:rPr sz="1600" dirty="0">
                <a:latin typeface="Corbel"/>
                <a:cs typeface="Corbel"/>
              </a:rPr>
              <a:t>manageable</a:t>
            </a:r>
            <a:r>
              <a:rPr sz="1600" spc="-40" dirty="0">
                <a:latin typeface="Corbel"/>
                <a:cs typeface="Corbel"/>
              </a:rPr>
              <a:t> </a:t>
            </a:r>
            <a:r>
              <a:rPr sz="1600" dirty="0">
                <a:latin typeface="Corbel"/>
                <a:cs typeface="Corbel"/>
              </a:rPr>
              <a:t>details</a:t>
            </a:r>
            <a:r>
              <a:rPr sz="1600" spc="-40" dirty="0">
                <a:latin typeface="Corbel"/>
                <a:cs typeface="Corbel"/>
              </a:rPr>
              <a:t> </a:t>
            </a:r>
            <a:r>
              <a:rPr sz="1600" dirty="0">
                <a:latin typeface="Corbel"/>
                <a:cs typeface="Corbel"/>
              </a:rPr>
              <a:t>while</a:t>
            </a:r>
            <a:r>
              <a:rPr sz="1600" spc="-40" dirty="0">
                <a:latin typeface="Corbel"/>
                <a:cs typeface="Corbel"/>
              </a:rPr>
              <a:t> </a:t>
            </a:r>
            <a:r>
              <a:rPr sz="1600" dirty="0">
                <a:latin typeface="Corbel"/>
                <a:cs typeface="Corbel"/>
              </a:rPr>
              <a:t>ignoring</a:t>
            </a:r>
            <a:r>
              <a:rPr sz="1600" spc="-45" dirty="0">
                <a:latin typeface="Corbel"/>
                <a:cs typeface="Corbel"/>
              </a:rPr>
              <a:t> </a:t>
            </a:r>
            <a:r>
              <a:rPr sz="1600" dirty="0">
                <a:latin typeface="Corbel"/>
                <a:cs typeface="Corbel"/>
              </a:rPr>
              <a:t>serious</a:t>
            </a:r>
            <a:r>
              <a:rPr sz="1600" spc="-40" dirty="0">
                <a:latin typeface="Corbel"/>
                <a:cs typeface="Corbel"/>
              </a:rPr>
              <a:t> </a:t>
            </a:r>
            <a:r>
              <a:rPr sz="1600" spc="-10" dirty="0">
                <a:latin typeface="Corbel"/>
                <a:cs typeface="Corbel"/>
              </a:rPr>
              <a:t>threats</a:t>
            </a:r>
            <a:endParaRPr sz="1600">
              <a:latin typeface="Corbel"/>
              <a:cs typeface="Corbel"/>
            </a:endParaRPr>
          </a:p>
          <a:p>
            <a:pPr marL="297815" indent="-285115">
              <a:lnSpc>
                <a:spcPct val="100000"/>
              </a:lnSpc>
              <a:spcBef>
                <a:spcPts val="985"/>
              </a:spcBef>
              <a:buFont typeface="Arial MT"/>
              <a:buChar char="•"/>
              <a:tabLst>
                <a:tab pos="297815" algn="l"/>
              </a:tabLst>
            </a:pPr>
            <a:r>
              <a:rPr sz="1600" spc="-10" dirty="0">
                <a:latin typeface="Corbel"/>
                <a:cs typeface="Corbel"/>
              </a:rPr>
              <a:t>Tendency</a:t>
            </a:r>
            <a:r>
              <a:rPr sz="1600" spc="-20" dirty="0">
                <a:latin typeface="Corbel"/>
                <a:cs typeface="Corbel"/>
              </a:rPr>
              <a:t> </a:t>
            </a:r>
            <a:r>
              <a:rPr sz="1600" dirty="0">
                <a:latin typeface="Corbel"/>
                <a:cs typeface="Corbel"/>
              </a:rPr>
              <a:t>to</a:t>
            </a:r>
            <a:r>
              <a:rPr sz="1600" spc="-10" dirty="0">
                <a:latin typeface="Corbel"/>
                <a:cs typeface="Corbel"/>
              </a:rPr>
              <a:t> </a:t>
            </a:r>
            <a:r>
              <a:rPr sz="1600" dirty="0">
                <a:latin typeface="Corbel"/>
                <a:cs typeface="Corbel"/>
              </a:rPr>
              <a:t>pass</a:t>
            </a:r>
            <a:r>
              <a:rPr sz="1600" spc="-5" dirty="0">
                <a:latin typeface="Corbel"/>
                <a:cs typeface="Corbel"/>
              </a:rPr>
              <a:t> </a:t>
            </a:r>
            <a:r>
              <a:rPr sz="1600" dirty="0">
                <a:latin typeface="Corbel"/>
                <a:cs typeface="Corbel"/>
              </a:rPr>
              <a:t>the</a:t>
            </a:r>
            <a:r>
              <a:rPr sz="1600" spc="-5" dirty="0">
                <a:latin typeface="Corbel"/>
                <a:cs typeface="Corbel"/>
              </a:rPr>
              <a:t> </a:t>
            </a:r>
            <a:r>
              <a:rPr sz="1600" spc="-10" dirty="0">
                <a:latin typeface="Corbel"/>
                <a:cs typeface="Corbel"/>
              </a:rPr>
              <a:t>responsibility</a:t>
            </a:r>
            <a:r>
              <a:rPr sz="1600" spc="-20" dirty="0">
                <a:latin typeface="Corbel"/>
                <a:cs typeface="Corbel"/>
              </a:rPr>
              <a:t> </a:t>
            </a:r>
            <a:r>
              <a:rPr sz="1600" dirty="0">
                <a:latin typeface="Corbel"/>
                <a:cs typeface="Corbel"/>
              </a:rPr>
              <a:t>on to</a:t>
            </a:r>
            <a:r>
              <a:rPr sz="1600" spc="-10" dirty="0">
                <a:latin typeface="Corbel"/>
                <a:cs typeface="Corbel"/>
              </a:rPr>
              <a:t> others</a:t>
            </a:r>
            <a:endParaRPr sz="1600">
              <a:latin typeface="Corbel"/>
              <a:cs typeface="Corbel"/>
            </a:endParaRPr>
          </a:p>
          <a:p>
            <a:pPr marL="297815" indent="-285115">
              <a:lnSpc>
                <a:spcPct val="100000"/>
              </a:lnSpc>
              <a:spcBef>
                <a:spcPts val="985"/>
              </a:spcBef>
              <a:buFont typeface="Arial MT"/>
              <a:buChar char="•"/>
              <a:tabLst>
                <a:tab pos="297815" algn="l"/>
              </a:tabLst>
            </a:pPr>
            <a:r>
              <a:rPr sz="1600" dirty="0">
                <a:latin typeface="Corbel"/>
                <a:cs typeface="Corbel"/>
              </a:rPr>
              <a:t>Fixation</a:t>
            </a:r>
            <a:r>
              <a:rPr sz="1600" spc="-30" dirty="0">
                <a:latin typeface="Corbel"/>
                <a:cs typeface="Corbel"/>
              </a:rPr>
              <a:t> </a:t>
            </a:r>
            <a:r>
              <a:rPr sz="1600" dirty="0">
                <a:latin typeface="Corbel"/>
                <a:cs typeface="Corbel"/>
              </a:rPr>
              <a:t>on</a:t>
            </a:r>
            <a:r>
              <a:rPr sz="1600" spc="-25" dirty="0">
                <a:latin typeface="Corbel"/>
                <a:cs typeface="Corbel"/>
              </a:rPr>
              <a:t> </a:t>
            </a:r>
            <a:r>
              <a:rPr sz="1600" dirty="0">
                <a:latin typeface="Corbel"/>
                <a:cs typeface="Corbel"/>
              </a:rPr>
              <a:t>single</a:t>
            </a:r>
            <a:r>
              <a:rPr sz="1600" spc="-25" dirty="0">
                <a:latin typeface="Corbel"/>
                <a:cs typeface="Corbel"/>
              </a:rPr>
              <a:t> </a:t>
            </a:r>
            <a:r>
              <a:rPr sz="1600" dirty="0">
                <a:latin typeface="Corbel"/>
                <a:cs typeface="Corbel"/>
              </a:rPr>
              <a:t>issues</a:t>
            </a:r>
            <a:r>
              <a:rPr sz="1600" spc="-25" dirty="0">
                <a:latin typeface="Corbel"/>
                <a:cs typeface="Corbel"/>
              </a:rPr>
              <a:t> </a:t>
            </a:r>
            <a:r>
              <a:rPr sz="1600" dirty="0">
                <a:latin typeface="Corbel"/>
                <a:cs typeface="Corbel"/>
              </a:rPr>
              <a:t>or</a:t>
            </a:r>
            <a:r>
              <a:rPr sz="1600" spc="-25" dirty="0">
                <a:latin typeface="Corbel"/>
                <a:cs typeface="Corbel"/>
              </a:rPr>
              <a:t> </a:t>
            </a:r>
            <a:r>
              <a:rPr sz="1600" dirty="0">
                <a:latin typeface="Corbel"/>
                <a:cs typeface="Corbel"/>
              </a:rPr>
              <a:t>even</a:t>
            </a:r>
            <a:r>
              <a:rPr sz="1600" spc="-20" dirty="0">
                <a:latin typeface="Corbel"/>
                <a:cs typeface="Corbel"/>
              </a:rPr>
              <a:t> </a:t>
            </a:r>
            <a:r>
              <a:rPr sz="1600" dirty="0">
                <a:latin typeface="Corbel"/>
                <a:cs typeface="Corbel"/>
              </a:rPr>
              <a:t>a</a:t>
            </a:r>
            <a:r>
              <a:rPr sz="1600" spc="-30" dirty="0">
                <a:latin typeface="Corbel"/>
                <a:cs typeface="Corbel"/>
              </a:rPr>
              <a:t> </a:t>
            </a:r>
            <a:r>
              <a:rPr sz="1600" dirty="0">
                <a:latin typeface="Corbel"/>
                <a:cs typeface="Corbel"/>
              </a:rPr>
              <a:t>mental</a:t>
            </a:r>
            <a:r>
              <a:rPr sz="1600" spc="-25" dirty="0">
                <a:latin typeface="Corbel"/>
                <a:cs typeface="Corbel"/>
              </a:rPr>
              <a:t> </a:t>
            </a:r>
            <a:r>
              <a:rPr sz="1600" spc="-10" dirty="0">
                <a:latin typeface="Corbel"/>
                <a:cs typeface="Corbel"/>
              </a:rPr>
              <a:t>block</a:t>
            </a:r>
            <a:endParaRPr sz="1600">
              <a:latin typeface="Corbel"/>
              <a:cs typeface="Corbel"/>
            </a:endParaRPr>
          </a:p>
          <a:p>
            <a:pPr marL="297815" indent="-285115">
              <a:lnSpc>
                <a:spcPct val="100000"/>
              </a:lnSpc>
              <a:spcBef>
                <a:spcPts val="980"/>
              </a:spcBef>
              <a:buFont typeface="Arial MT"/>
              <a:buChar char="•"/>
              <a:tabLst>
                <a:tab pos="297815" algn="l"/>
              </a:tabLst>
            </a:pPr>
            <a:r>
              <a:rPr sz="1600" dirty="0">
                <a:latin typeface="Corbel"/>
                <a:cs typeface="Corbel"/>
              </a:rPr>
              <a:t>Increase</a:t>
            </a:r>
            <a:r>
              <a:rPr sz="1600" spc="-30" dirty="0">
                <a:latin typeface="Corbel"/>
                <a:cs typeface="Corbel"/>
              </a:rPr>
              <a:t> </a:t>
            </a:r>
            <a:r>
              <a:rPr sz="1600" dirty="0">
                <a:latin typeface="Corbel"/>
                <a:cs typeface="Corbel"/>
              </a:rPr>
              <a:t>in</a:t>
            </a:r>
            <a:r>
              <a:rPr sz="1600" spc="-20" dirty="0">
                <a:latin typeface="Corbel"/>
                <a:cs typeface="Corbel"/>
              </a:rPr>
              <a:t> </a:t>
            </a:r>
            <a:r>
              <a:rPr sz="1600" spc="-30" dirty="0">
                <a:latin typeface="Corbel"/>
                <a:cs typeface="Corbel"/>
              </a:rPr>
              <a:t>risk-</a:t>
            </a:r>
            <a:r>
              <a:rPr sz="1600" dirty="0">
                <a:latin typeface="Corbel"/>
                <a:cs typeface="Corbel"/>
              </a:rPr>
              <a:t>taking</a:t>
            </a:r>
            <a:r>
              <a:rPr sz="1600" spc="-30" dirty="0">
                <a:latin typeface="Corbel"/>
                <a:cs typeface="Corbel"/>
              </a:rPr>
              <a:t> </a:t>
            </a:r>
            <a:r>
              <a:rPr sz="1600" dirty="0">
                <a:latin typeface="Corbel"/>
                <a:cs typeface="Corbel"/>
              </a:rPr>
              <a:t>leading</a:t>
            </a:r>
            <a:r>
              <a:rPr sz="1600" spc="-30" dirty="0">
                <a:latin typeface="Corbel"/>
                <a:cs typeface="Corbel"/>
              </a:rPr>
              <a:t> </a:t>
            </a:r>
            <a:r>
              <a:rPr sz="1600" dirty="0">
                <a:latin typeface="Corbel"/>
                <a:cs typeface="Corbel"/>
              </a:rPr>
              <a:t>to</a:t>
            </a:r>
            <a:r>
              <a:rPr sz="1600" spc="-35" dirty="0">
                <a:latin typeface="Corbel"/>
                <a:cs typeface="Corbel"/>
              </a:rPr>
              <a:t> </a:t>
            </a:r>
            <a:r>
              <a:rPr sz="1600" dirty="0">
                <a:latin typeface="Corbel"/>
                <a:cs typeface="Corbel"/>
              </a:rPr>
              <a:t>an</a:t>
            </a:r>
            <a:r>
              <a:rPr sz="1600" spc="-25" dirty="0">
                <a:latin typeface="Corbel"/>
                <a:cs typeface="Corbel"/>
              </a:rPr>
              <a:t> </a:t>
            </a:r>
            <a:r>
              <a:rPr sz="1600" dirty="0">
                <a:latin typeface="Corbel"/>
                <a:cs typeface="Corbel"/>
              </a:rPr>
              <a:t>increase</a:t>
            </a:r>
            <a:r>
              <a:rPr sz="1600" spc="-25" dirty="0">
                <a:latin typeface="Corbel"/>
                <a:cs typeface="Corbel"/>
              </a:rPr>
              <a:t> </a:t>
            </a:r>
            <a:r>
              <a:rPr sz="1600" dirty="0">
                <a:latin typeface="Corbel"/>
                <a:cs typeface="Corbel"/>
              </a:rPr>
              <a:t>in</a:t>
            </a:r>
            <a:r>
              <a:rPr sz="1600" spc="-20" dirty="0">
                <a:latin typeface="Corbel"/>
                <a:cs typeface="Corbel"/>
              </a:rPr>
              <a:t> </a:t>
            </a:r>
            <a:r>
              <a:rPr sz="1600" dirty="0">
                <a:latin typeface="Corbel"/>
                <a:cs typeface="Corbel"/>
              </a:rPr>
              <a:t>the</a:t>
            </a:r>
            <a:r>
              <a:rPr sz="1600" spc="-30" dirty="0">
                <a:latin typeface="Corbel"/>
                <a:cs typeface="Corbel"/>
              </a:rPr>
              <a:t> </a:t>
            </a:r>
            <a:r>
              <a:rPr sz="1600" dirty="0">
                <a:latin typeface="Corbel"/>
                <a:cs typeface="Corbel"/>
              </a:rPr>
              <a:t>number</a:t>
            </a:r>
            <a:r>
              <a:rPr sz="1600" spc="-25" dirty="0">
                <a:latin typeface="Corbel"/>
                <a:cs typeface="Corbel"/>
              </a:rPr>
              <a:t> </a:t>
            </a:r>
            <a:r>
              <a:rPr sz="1600" dirty="0">
                <a:latin typeface="Corbel"/>
                <a:cs typeface="Corbel"/>
              </a:rPr>
              <a:t>of</a:t>
            </a:r>
            <a:r>
              <a:rPr sz="1600" spc="-25" dirty="0">
                <a:latin typeface="Corbel"/>
                <a:cs typeface="Corbel"/>
              </a:rPr>
              <a:t> </a:t>
            </a:r>
            <a:r>
              <a:rPr sz="1600" dirty="0">
                <a:latin typeface="Corbel"/>
                <a:cs typeface="Corbel"/>
              </a:rPr>
              <a:t>violations,</a:t>
            </a:r>
            <a:r>
              <a:rPr sz="1600" spc="-30" dirty="0">
                <a:latin typeface="Corbel"/>
                <a:cs typeface="Corbel"/>
              </a:rPr>
              <a:t> </a:t>
            </a:r>
            <a:r>
              <a:rPr sz="1600" dirty="0">
                <a:latin typeface="Corbel"/>
                <a:cs typeface="Corbel"/>
              </a:rPr>
              <a:t>especially</a:t>
            </a:r>
            <a:r>
              <a:rPr sz="1600" spc="-35" dirty="0">
                <a:latin typeface="Corbel"/>
                <a:cs typeface="Corbel"/>
              </a:rPr>
              <a:t> </a:t>
            </a:r>
            <a:r>
              <a:rPr sz="1600" dirty="0">
                <a:latin typeface="Corbel"/>
                <a:cs typeface="Corbel"/>
              </a:rPr>
              <a:t>when</a:t>
            </a:r>
            <a:r>
              <a:rPr sz="1600" spc="-25" dirty="0">
                <a:latin typeface="Corbel"/>
                <a:cs typeface="Corbel"/>
              </a:rPr>
              <a:t> </a:t>
            </a:r>
            <a:r>
              <a:rPr sz="1600" dirty="0">
                <a:latin typeface="Corbel"/>
                <a:cs typeface="Corbel"/>
              </a:rPr>
              <a:t>frustrated</a:t>
            </a:r>
            <a:r>
              <a:rPr sz="1600" spc="-25" dirty="0">
                <a:latin typeface="Corbel"/>
                <a:cs typeface="Corbel"/>
              </a:rPr>
              <a:t> </a:t>
            </a:r>
            <a:r>
              <a:rPr sz="1600" dirty="0">
                <a:latin typeface="Corbel"/>
                <a:cs typeface="Corbel"/>
              </a:rPr>
              <a:t>with</a:t>
            </a:r>
            <a:r>
              <a:rPr sz="1600" spc="-30" dirty="0">
                <a:latin typeface="Corbel"/>
                <a:cs typeface="Corbel"/>
              </a:rPr>
              <a:t> </a:t>
            </a:r>
            <a:r>
              <a:rPr sz="1600" spc="-10" dirty="0">
                <a:latin typeface="Corbel"/>
                <a:cs typeface="Corbel"/>
              </a:rPr>
              <a:t>failures</a:t>
            </a:r>
            <a:endParaRPr sz="1600">
              <a:latin typeface="Corbel"/>
              <a:cs typeface="Corbel"/>
            </a:endParaRPr>
          </a:p>
          <a:p>
            <a:pPr marL="298450" marR="196215" indent="-285750">
              <a:lnSpc>
                <a:spcPts val="1900"/>
              </a:lnSpc>
              <a:spcBef>
                <a:spcPts val="1065"/>
              </a:spcBef>
              <a:buFont typeface="Arial MT"/>
              <a:buChar char="•"/>
              <a:tabLst>
                <a:tab pos="298450" algn="l"/>
              </a:tabLst>
            </a:pPr>
            <a:r>
              <a:rPr sz="1600" dirty="0">
                <a:latin typeface="Corbel"/>
                <a:cs typeface="Corbel"/>
              </a:rPr>
              <a:t>Excessively</a:t>
            </a:r>
            <a:r>
              <a:rPr sz="1600" spc="-35" dirty="0">
                <a:latin typeface="Corbel"/>
                <a:cs typeface="Corbel"/>
              </a:rPr>
              <a:t> </a:t>
            </a:r>
            <a:r>
              <a:rPr sz="1600" dirty="0">
                <a:latin typeface="Corbel"/>
                <a:cs typeface="Corbel"/>
              </a:rPr>
              <a:t>hurried</a:t>
            </a:r>
            <a:r>
              <a:rPr sz="1600" spc="-30" dirty="0">
                <a:latin typeface="Corbel"/>
                <a:cs typeface="Corbel"/>
              </a:rPr>
              <a:t> </a:t>
            </a:r>
            <a:r>
              <a:rPr sz="1600" dirty="0">
                <a:latin typeface="Corbel"/>
                <a:cs typeface="Corbel"/>
              </a:rPr>
              <a:t>actions</a:t>
            </a:r>
            <a:r>
              <a:rPr sz="1600" spc="-20" dirty="0">
                <a:latin typeface="Corbel"/>
                <a:cs typeface="Corbel"/>
              </a:rPr>
              <a:t> </a:t>
            </a:r>
            <a:r>
              <a:rPr sz="1600" dirty="0">
                <a:latin typeface="Corbel"/>
                <a:cs typeface="Corbel"/>
              </a:rPr>
              <a:t>-</a:t>
            </a:r>
            <a:r>
              <a:rPr sz="1600" spc="-20" dirty="0">
                <a:latin typeface="Corbel"/>
                <a:cs typeface="Corbel"/>
              </a:rPr>
              <a:t> </a:t>
            </a:r>
            <a:r>
              <a:rPr sz="1600" dirty="0">
                <a:latin typeface="Corbel"/>
                <a:cs typeface="Corbel"/>
              </a:rPr>
              <a:t>Due</a:t>
            </a:r>
            <a:r>
              <a:rPr sz="1600" spc="-25" dirty="0">
                <a:latin typeface="Corbel"/>
                <a:cs typeface="Corbel"/>
              </a:rPr>
              <a:t> </a:t>
            </a:r>
            <a:r>
              <a:rPr sz="1600" dirty="0">
                <a:latin typeface="Corbel"/>
                <a:cs typeface="Corbel"/>
              </a:rPr>
              <a:t>to</a:t>
            </a:r>
            <a:r>
              <a:rPr sz="1600" spc="-30" dirty="0">
                <a:latin typeface="Corbel"/>
                <a:cs typeface="Corbel"/>
              </a:rPr>
              <a:t> </a:t>
            </a:r>
            <a:r>
              <a:rPr sz="1600" dirty="0">
                <a:latin typeface="Corbel"/>
                <a:cs typeface="Corbel"/>
              </a:rPr>
              <a:t>adrenaline</a:t>
            </a:r>
            <a:r>
              <a:rPr sz="1600" spc="-25" dirty="0">
                <a:latin typeface="Corbel"/>
                <a:cs typeface="Corbel"/>
              </a:rPr>
              <a:t> </a:t>
            </a:r>
            <a:r>
              <a:rPr sz="1600" dirty="0">
                <a:latin typeface="Corbel"/>
                <a:cs typeface="Corbel"/>
              </a:rPr>
              <a:t>and</a:t>
            </a:r>
            <a:r>
              <a:rPr sz="1600" spc="-30" dirty="0">
                <a:latin typeface="Corbel"/>
                <a:cs typeface="Corbel"/>
              </a:rPr>
              <a:t> </a:t>
            </a:r>
            <a:r>
              <a:rPr sz="1600" dirty="0">
                <a:latin typeface="Corbel"/>
                <a:cs typeface="Corbel"/>
              </a:rPr>
              <a:t>alertness</a:t>
            </a:r>
            <a:r>
              <a:rPr sz="1600" spc="-25" dirty="0">
                <a:latin typeface="Corbel"/>
                <a:cs typeface="Corbel"/>
              </a:rPr>
              <a:t> </a:t>
            </a:r>
            <a:r>
              <a:rPr sz="1600" dirty="0">
                <a:latin typeface="Corbel"/>
                <a:cs typeface="Corbel"/>
              </a:rPr>
              <a:t>level,</a:t>
            </a:r>
            <a:r>
              <a:rPr sz="1600" spc="-25" dirty="0">
                <a:latin typeface="Corbel"/>
                <a:cs typeface="Corbel"/>
              </a:rPr>
              <a:t> </a:t>
            </a:r>
            <a:r>
              <a:rPr sz="1600" dirty="0">
                <a:latin typeface="Corbel"/>
                <a:cs typeface="Corbel"/>
              </a:rPr>
              <a:t>there</a:t>
            </a:r>
            <a:r>
              <a:rPr sz="1600" spc="-25" dirty="0">
                <a:latin typeface="Corbel"/>
                <a:cs typeface="Corbel"/>
              </a:rPr>
              <a:t> </a:t>
            </a:r>
            <a:r>
              <a:rPr sz="1600" dirty="0">
                <a:latin typeface="Corbel"/>
                <a:cs typeface="Corbel"/>
              </a:rPr>
              <a:t>is</a:t>
            </a:r>
            <a:r>
              <a:rPr sz="1600" spc="-25" dirty="0">
                <a:latin typeface="Corbel"/>
                <a:cs typeface="Corbel"/>
              </a:rPr>
              <a:t> </a:t>
            </a:r>
            <a:r>
              <a:rPr sz="1600" dirty="0">
                <a:latin typeface="Corbel"/>
                <a:cs typeface="Corbel"/>
              </a:rPr>
              <a:t>a</a:t>
            </a:r>
            <a:r>
              <a:rPr sz="1600" spc="-25" dirty="0">
                <a:latin typeface="Corbel"/>
                <a:cs typeface="Corbel"/>
              </a:rPr>
              <a:t> </a:t>
            </a:r>
            <a:r>
              <a:rPr sz="1600" dirty="0">
                <a:latin typeface="Corbel"/>
                <a:cs typeface="Corbel"/>
              </a:rPr>
              <a:t>tendency</a:t>
            </a:r>
            <a:r>
              <a:rPr sz="1600" spc="-30" dirty="0">
                <a:latin typeface="Corbel"/>
                <a:cs typeface="Corbel"/>
              </a:rPr>
              <a:t> </a:t>
            </a:r>
            <a:r>
              <a:rPr sz="1600" dirty="0">
                <a:latin typeface="Corbel"/>
                <a:cs typeface="Corbel"/>
              </a:rPr>
              <a:t>to</a:t>
            </a:r>
            <a:r>
              <a:rPr sz="1600" spc="-35" dirty="0">
                <a:latin typeface="Corbel"/>
                <a:cs typeface="Corbel"/>
              </a:rPr>
              <a:t> </a:t>
            </a:r>
            <a:r>
              <a:rPr sz="1600" dirty="0">
                <a:latin typeface="Corbel"/>
                <a:cs typeface="Corbel"/>
              </a:rPr>
              <a:t>act</a:t>
            </a:r>
            <a:r>
              <a:rPr sz="1600" spc="-35" dirty="0">
                <a:latin typeface="Corbel"/>
                <a:cs typeface="Corbel"/>
              </a:rPr>
              <a:t> </a:t>
            </a:r>
            <a:r>
              <a:rPr sz="1600" dirty="0">
                <a:latin typeface="Corbel"/>
                <a:cs typeface="Corbel"/>
              </a:rPr>
              <a:t>very</a:t>
            </a:r>
            <a:r>
              <a:rPr sz="1600" spc="-30" dirty="0">
                <a:latin typeface="Corbel"/>
                <a:cs typeface="Corbel"/>
              </a:rPr>
              <a:t> </a:t>
            </a:r>
            <a:r>
              <a:rPr sz="1600" dirty="0">
                <a:latin typeface="Corbel"/>
                <a:cs typeface="Corbel"/>
              </a:rPr>
              <a:t>quickly</a:t>
            </a:r>
            <a:r>
              <a:rPr sz="1600" spc="-30" dirty="0">
                <a:latin typeface="Corbel"/>
                <a:cs typeface="Corbel"/>
              </a:rPr>
              <a:t> </a:t>
            </a:r>
            <a:r>
              <a:rPr sz="1600" spc="-20" dirty="0">
                <a:latin typeface="Corbel"/>
                <a:cs typeface="Corbel"/>
              </a:rPr>
              <a:t>even </a:t>
            </a:r>
            <a:r>
              <a:rPr sz="1600" dirty="0">
                <a:latin typeface="Corbel"/>
                <a:cs typeface="Corbel"/>
              </a:rPr>
              <a:t>when</a:t>
            </a:r>
            <a:r>
              <a:rPr sz="1600" spc="-30" dirty="0">
                <a:latin typeface="Corbel"/>
                <a:cs typeface="Corbel"/>
              </a:rPr>
              <a:t> </a:t>
            </a:r>
            <a:r>
              <a:rPr sz="1600" dirty="0">
                <a:latin typeface="Corbel"/>
                <a:cs typeface="Corbel"/>
              </a:rPr>
              <a:t>there</a:t>
            </a:r>
            <a:r>
              <a:rPr sz="1600" spc="-30" dirty="0">
                <a:latin typeface="Corbel"/>
                <a:cs typeface="Corbel"/>
              </a:rPr>
              <a:t> </a:t>
            </a:r>
            <a:r>
              <a:rPr sz="1600" dirty="0">
                <a:latin typeface="Corbel"/>
                <a:cs typeface="Corbel"/>
              </a:rPr>
              <a:t>is</a:t>
            </a:r>
            <a:r>
              <a:rPr sz="1600" spc="-35" dirty="0">
                <a:latin typeface="Corbel"/>
                <a:cs typeface="Corbel"/>
              </a:rPr>
              <a:t> </a:t>
            </a:r>
            <a:r>
              <a:rPr sz="1600" dirty="0">
                <a:latin typeface="Corbel"/>
                <a:cs typeface="Corbel"/>
              </a:rPr>
              <a:t>no</a:t>
            </a:r>
            <a:r>
              <a:rPr sz="1600" spc="-35" dirty="0">
                <a:latin typeface="Corbel"/>
                <a:cs typeface="Corbel"/>
              </a:rPr>
              <a:t> </a:t>
            </a:r>
            <a:r>
              <a:rPr sz="1600" dirty="0">
                <a:latin typeface="Corbel"/>
                <a:cs typeface="Corbel"/>
              </a:rPr>
              <a:t>time</a:t>
            </a:r>
            <a:r>
              <a:rPr sz="1600" spc="-30" dirty="0">
                <a:latin typeface="Corbel"/>
                <a:cs typeface="Corbel"/>
              </a:rPr>
              <a:t> </a:t>
            </a:r>
            <a:r>
              <a:rPr sz="1600" dirty="0">
                <a:latin typeface="Corbel"/>
                <a:cs typeface="Corbel"/>
              </a:rPr>
              <a:t>pressure.</a:t>
            </a:r>
            <a:r>
              <a:rPr sz="1600" spc="-35" dirty="0">
                <a:latin typeface="Corbel"/>
                <a:cs typeface="Corbel"/>
              </a:rPr>
              <a:t> </a:t>
            </a:r>
            <a:r>
              <a:rPr sz="1600" dirty="0">
                <a:latin typeface="Corbel"/>
                <a:cs typeface="Corbel"/>
              </a:rPr>
              <a:t>Hurried</a:t>
            </a:r>
            <a:r>
              <a:rPr sz="1600" spc="-30" dirty="0">
                <a:latin typeface="Corbel"/>
                <a:cs typeface="Corbel"/>
              </a:rPr>
              <a:t> </a:t>
            </a:r>
            <a:r>
              <a:rPr sz="1600" dirty="0">
                <a:latin typeface="Corbel"/>
                <a:cs typeface="Corbel"/>
              </a:rPr>
              <a:t>actions</a:t>
            </a:r>
            <a:r>
              <a:rPr sz="1600" spc="-30" dirty="0">
                <a:latin typeface="Corbel"/>
                <a:cs typeface="Corbel"/>
              </a:rPr>
              <a:t> </a:t>
            </a:r>
            <a:r>
              <a:rPr sz="1600" dirty="0">
                <a:latin typeface="Corbel"/>
                <a:cs typeface="Corbel"/>
              </a:rPr>
              <a:t>increase</a:t>
            </a:r>
            <a:r>
              <a:rPr sz="1600" spc="-35" dirty="0">
                <a:latin typeface="Corbel"/>
                <a:cs typeface="Corbel"/>
              </a:rPr>
              <a:t> </a:t>
            </a:r>
            <a:r>
              <a:rPr sz="1600" dirty="0">
                <a:latin typeface="Corbel"/>
                <a:cs typeface="Corbel"/>
              </a:rPr>
              <a:t>the</a:t>
            </a:r>
            <a:r>
              <a:rPr sz="1600" spc="-30" dirty="0">
                <a:latin typeface="Corbel"/>
                <a:cs typeface="Corbel"/>
              </a:rPr>
              <a:t> </a:t>
            </a:r>
            <a:r>
              <a:rPr sz="1600" dirty="0">
                <a:latin typeface="Corbel"/>
                <a:cs typeface="Corbel"/>
              </a:rPr>
              <a:t>chance</a:t>
            </a:r>
            <a:r>
              <a:rPr sz="1600" spc="-30" dirty="0">
                <a:latin typeface="Corbel"/>
                <a:cs typeface="Corbel"/>
              </a:rPr>
              <a:t> </a:t>
            </a:r>
            <a:r>
              <a:rPr sz="1600" dirty="0">
                <a:latin typeface="Corbel"/>
                <a:cs typeface="Corbel"/>
              </a:rPr>
              <a:t>of</a:t>
            </a:r>
            <a:r>
              <a:rPr sz="1600" spc="-35" dirty="0">
                <a:latin typeface="Corbel"/>
                <a:cs typeface="Corbel"/>
              </a:rPr>
              <a:t> </a:t>
            </a:r>
            <a:r>
              <a:rPr sz="1600" spc="-10" dirty="0">
                <a:latin typeface="Corbel"/>
                <a:cs typeface="Corbel"/>
              </a:rPr>
              <a:t>errors.</a:t>
            </a:r>
            <a:endParaRPr sz="1600">
              <a:latin typeface="Corbel"/>
              <a:cs typeface="Corbel"/>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50</a:t>
            </a:fld>
            <a:endParaRPr spc="-25"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2" cstate="print"/>
          <a:stretch>
            <a:fillRect/>
          </a:stretch>
        </p:blipFill>
        <p:spPr>
          <a:xfrm>
            <a:off x="1417319" y="566927"/>
            <a:ext cx="4791456" cy="573024"/>
          </a:xfrm>
          <a:prstGeom prst="rect">
            <a:avLst/>
          </a:prstGeom>
        </p:spPr>
      </p:pic>
      <p:sp>
        <p:nvSpPr>
          <p:cNvPr id="4" name="object 4"/>
          <p:cNvSpPr txBox="1">
            <a:spLocks noGrp="1"/>
          </p:cNvSpPr>
          <p:nvPr>
            <p:ph type="title"/>
          </p:nvPr>
        </p:nvSpPr>
        <p:spPr>
          <a:prstGeom prst="rect">
            <a:avLst/>
          </a:prstGeom>
        </p:spPr>
        <p:txBody>
          <a:bodyPr vert="horz" wrap="square" lIns="0" tIns="329691" rIns="0" bIns="0" rtlCol="0">
            <a:spAutoFit/>
          </a:bodyPr>
          <a:lstStyle/>
          <a:p>
            <a:pPr marL="640715">
              <a:lnSpc>
                <a:spcPct val="100000"/>
              </a:lnSpc>
              <a:spcBef>
                <a:spcPts val="100"/>
              </a:spcBef>
            </a:pPr>
            <a:r>
              <a:rPr dirty="0"/>
              <a:t>050</a:t>
            </a:r>
            <a:r>
              <a:rPr spc="-50" dirty="0"/>
              <a:t> </a:t>
            </a:r>
            <a:r>
              <a:rPr dirty="0"/>
              <a:t>05</a:t>
            </a:r>
            <a:r>
              <a:rPr spc="-40" dirty="0"/>
              <a:t> </a:t>
            </a:r>
            <a:r>
              <a:rPr spc="-10" dirty="0"/>
              <a:t>03:</a:t>
            </a:r>
            <a:r>
              <a:rPr spc="-90" dirty="0"/>
              <a:t> </a:t>
            </a:r>
            <a:r>
              <a:rPr dirty="0"/>
              <a:t>Stress</a:t>
            </a:r>
            <a:r>
              <a:rPr spc="-45" dirty="0"/>
              <a:t> </a:t>
            </a:r>
            <a:r>
              <a:rPr dirty="0"/>
              <a:t>management</a:t>
            </a:r>
            <a:r>
              <a:rPr spc="-35" dirty="0"/>
              <a:t> </a:t>
            </a:r>
            <a:r>
              <a:rPr spc="-10" dirty="0"/>
              <a:t>techniques</a:t>
            </a:r>
          </a:p>
        </p:txBody>
      </p:sp>
      <p:sp>
        <p:nvSpPr>
          <p:cNvPr id="5" name="object 5"/>
          <p:cNvSpPr txBox="1"/>
          <p:nvPr/>
        </p:nvSpPr>
        <p:spPr>
          <a:xfrm>
            <a:off x="1563049" y="1251047"/>
            <a:ext cx="5375910" cy="2363470"/>
          </a:xfrm>
          <a:prstGeom prst="rect">
            <a:avLst/>
          </a:prstGeom>
        </p:spPr>
        <p:txBody>
          <a:bodyPr vert="horz" wrap="square" lIns="0" tIns="34925" rIns="0" bIns="0" rtlCol="0">
            <a:spAutoFit/>
          </a:bodyPr>
          <a:lstStyle/>
          <a:p>
            <a:pPr marL="12700">
              <a:lnSpc>
                <a:spcPct val="100000"/>
              </a:lnSpc>
              <a:spcBef>
                <a:spcPts val="275"/>
              </a:spcBef>
            </a:pPr>
            <a:r>
              <a:rPr sz="1800" dirty="0">
                <a:latin typeface="Corbel"/>
                <a:cs typeface="Corbel"/>
              </a:rPr>
              <a:t>stress</a:t>
            </a:r>
            <a:r>
              <a:rPr sz="1800" spc="-35" dirty="0">
                <a:latin typeface="Corbel"/>
                <a:cs typeface="Corbel"/>
              </a:rPr>
              <a:t> </a:t>
            </a:r>
            <a:r>
              <a:rPr sz="1800" dirty="0">
                <a:latin typeface="Corbel"/>
                <a:cs typeface="Corbel"/>
              </a:rPr>
              <a:t>can</a:t>
            </a:r>
            <a:r>
              <a:rPr sz="1800" spc="-30" dirty="0">
                <a:latin typeface="Corbel"/>
                <a:cs typeface="Corbel"/>
              </a:rPr>
              <a:t> </a:t>
            </a:r>
            <a:r>
              <a:rPr sz="1800" dirty="0">
                <a:latin typeface="Corbel"/>
                <a:cs typeface="Corbel"/>
              </a:rPr>
              <a:t>be</a:t>
            </a:r>
            <a:r>
              <a:rPr sz="1800" spc="-25" dirty="0">
                <a:latin typeface="Corbel"/>
                <a:cs typeface="Corbel"/>
              </a:rPr>
              <a:t> </a:t>
            </a:r>
            <a:r>
              <a:rPr sz="1800" dirty="0">
                <a:latin typeface="Corbel"/>
                <a:cs typeface="Corbel"/>
              </a:rPr>
              <a:t>managed</a:t>
            </a:r>
            <a:r>
              <a:rPr sz="1800" spc="-30" dirty="0">
                <a:latin typeface="Corbel"/>
                <a:cs typeface="Corbel"/>
              </a:rPr>
              <a:t> </a:t>
            </a:r>
            <a:r>
              <a:rPr sz="1800" dirty="0">
                <a:latin typeface="Corbel"/>
                <a:cs typeface="Corbel"/>
              </a:rPr>
              <a:t>by</a:t>
            </a:r>
            <a:r>
              <a:rPr sz="1800" spc="-30" dirty="0">
                <a:latin typeface="Corbel"/>
                <a:cs typeface="Corbel"/>
              </a:rPr>
              <a:t> </a:t>
            </a:r>
            <a:r>
              <a:rPr sz="1800" dirty="0">
                <a:latin typeface="Corbel"/>
                <a:cs typeface="Corbel"/>
              </a:rPr>
              <a:t>strategies</a:t>
            </a:r>
            <a:r>
              <a:rPr sz="1800" spc="-30" dirty="0">
                <a:latin typeface="Corbel"/>
                <a:cs typeface="Corbel"/>
              </a:rPr>
              <a:t> </a:t>
            </a:r>
            <a:r>
              <a:rPr sz="1800" dirty="0">
                <a:latin typeface="Corbel"/>
                <a:cs typeface="Corbel"/>
              </a:rPr>
              <a:t>such</a:t>
            </a:r>
            <a:r>
              <a:rPr sz="1800" spc="-25" dirty="0">
                <a:latin typeface="Corbel"/>
                <a:cs typeface="Corbel"/>
              </a:rPr>
              <a:t> as:</a:t>
            </a:r>
            <a:endParaRPr sz="1800">
              <a:latin typeface="Corbel"/>
              <a:cs typeface="Corbel"/>
            </a:endParaRPr>
          </a:p>
          <a:p>
            <a:pPr marL="297815" indent="-285115">
              <a:lnSpc>
                <a:spcPct val="100000"/>
              </a:lnSpc>
              <a:spcBef>
                <a:spcPts val="1055"/>
              </a:spcBef>
              <a:buClr>
                <a:srgbClr val="1482AC"/>
              </a:buClr>
              <a:buSzPct val="144444"/>
              <a:buFont typeface="Arial MT"/>
              <a:buChar char="•"/>
              <a:tabLst>
                <a:tab pos="297815" algn="l"/>
              </a:tabLst>
            </a:pPr>
            <a:r>
              <a:rPr sz="1800" dirty="0">
                <a:latin typeface="Corbel"/>
                <a:cs typeface="Corbel"/>
              </a:rPr>
              <a:t>Maintaining</a:t>
            </a:r>
            <a:r>
              <a:rPr sz="1800" spc="-45" dirty="0">
                <a:latin typeface="Corbel"/>
                <a:cs typeface="Corbel"/>
              </a:rPr>
              <a:t> </a:t>
            </a:r>
            <a:r>
              <a:rPr sz="1800" dirty="0">
                <a:latin typeface="Corbel"/>
                <a:cs typeface="Corbel"/>
              </a:rPr>
              <a:t>good</a:t>
            </a:r>
            <a:r>
              <a:rPr sz="1800" spc="-40" dirty="0">
                <a:latin typeface="Corbel"/>
                <a:cs typeface="Corbel"/>
              </a:rPr>
              <a:t> </a:t>
            </a:r>
            <a:r>
              <a:rPr sz="1800" dirty="0">
                <a:latin typeface="Corbel"/>
                <a:cs typeface="Corbel"/>
              </a:rPr>
              <a:t>physical</a:t>
            </a:r>
            <a:r>
              <a:rPr sz="1800" spc="-40" dirty="0">
                <a:latin typeface="Corbel"/>
                <a:cs typeface="Corbel"/>
              </a:rPr>
              <a:t> </a:t>
            </a:r>
            <a:r>
              <a:rPr sz="1800" dirty="0">
                <a:latin typeface="Corbel"/>
                <a:cs typeface="Corbel"/>
              </a:rPr>
              <a:t>fitness</a:t>
            </a:r>
            <a:r>
              <a:rPr sz="1800" spc="-45" dirty="0">
                <a:latin typeface="Corbel"/>
                <a:cs typeface="Corbel"/>
              </a:rPr>
              <a:t> </a:t>
            </a:r>
            <a:r>
              <a:rPr sz="1800" dirty="0">
                <a:latin typeface="Corbel"/>
                <a:cs typeface="Corbel"/>
              </a:rPr>
              <a:t>and</a:t>
            </a:r>
            <a:r>
              <a:rPr sz="1800" spc="-40" dirty="0">
                <a:latin typeface="Corbel"/>
                <a:cs typeface="Corbel"/>
              </a:rPr>
              <a:t> </a:t>
            </a:r>
            <a:r>
              <a:rPr sz="1800" dirty="0">
                <a:latin typeface="Corbel"/>
                <a:cs typeface="Corbel"/>
              </a:rPr>
              <a:t>bodily</a:t>
            </a:r>
            <a:r>
              <a:rPr sz="1800" spc="-35" dirty="0">
                <a:latin typeface="Corbel"/>
                <a:cs typeface="Corbel"/>
              </a:rPr>
              <a:t> </a:t>
            </a:r>
            <a:r>
              <a:rPr sz="1800" spc="-10" dirty="0">
                <a:latin typeface="Corbel"/>
                <a:cs typeface="Corbel"/>
              </a:rPr>
              <a:t>function.</a:t>
            </a:r>
            <a:endParaRPr sz="1800">
              <a:latin typeface="Corbel"/>
              <a:cs typeface="Corbel"/>
            </a:endParaRPr>
          </a:p>
          <a:p>
            <a:pPr marL="297815" indent="-285115">
              <a:lnSpc>
                <a:spcPct val="100000"/>
              </a:lnSpc>
              <a:spcBef>
                <a:spcPts val="1035"/>
              </a:spcBef>
              <a:buClr>
                <a:srgbClr val="1482AC"/>
              </a:buClr>
              <a:buSzPct val="144444"/>
              <a:buFont typeface="Arial MT"/>
              <a:buChar char="•"/>
              <a:tabLst>
                <a:tab pos="297815" algn="l"/>
              </a:tabLst>
            </a:pPr>
            <a:r>
              <a:rPr sz="1800" dirty="0">
                <a:latin typeface="Corbel"/>
                <a:cs typeface="Corbel"/>
              </a:rPr>
              <a:t>Engaging</a:t>
            </a:r>
            <a:r>
              <a:rPr sz="1800" spc="-35" dirty="0">
                <a:latin typeface="Corbel"/>
                <a:cs typeface="Corbel"/>
              </a:rPr>
              <a:t> </a:t>
            </a:r>
            <a:r>
              <a:rPr sz="1800" dirty="0">
                <a:latin typeface="Corbel"/>
                <a:cs typeface="Corbel"/>
              </a:rPr>
              <a:t>in</a:t>
            </a:r>
            <a:r>
              <a:rPr sz="1800" spc="-25" dirty="0">
                <a:latin typeface="Corbel"/>
                <a:cs typeface="Corbel"/>
              </a:rPr>
              <a:t> </a:t>
            </a:r>
            <a:r>
              <a:rPr sz="1800" dirty="0">
                <a:latin typeface="Corbel"/>
                <a:cs typeface="Corbel"/>
              </a:rPr>
              <a:t>a</a:t>
            </a:r>
            <a:r>
              <a:rPr sz="1800" spc="-25" dirty="0">
                <a:latin typeface="Corbel"/>
                <a:cs typeface="Corbel"/>
              </a:rPr>
              <a:t> </a:t>
            </a:r>
            <a:r>
              <a:rPr sz="1800" dirty="0">
                <a:latin typeface="Corbel"/>
                <a:cs typeface="Corbel"/>
              </a:rPr>
              <a:t>program</a:t>
            </a:r>
            <a:r>
              <a:rPr sz="1800" spc="-30" dirty="0">
                <a:latin typeface="Corbel"/>
                <a:cs typeface="Corbel"/>
              </a:rPr>
              <a:t> </a:t>
            </a:r>
            <a:r>
              <a:rPr sz="1800" dirty="0">
                <a:latin typeface="Corbel"/>
                <a:cs typeface="Corbel"/>
              </a:rPr>
              <a:t>of</a:t>
            </a:r>
            <a:r>
              <a:rPr sz="1800" spc="-20" dirty="0">
                <a:latin typeface="Corbel"/>
                <a:cs typeface="Corbel"/>
              </a:rPr>
              <a:t> </a:t>
            </a:r>
            <a:r>
              <a:rPr sz="1800" dirty="0">
                <a:latin typeface="Corbel"/>
                <a:cs typeface="Corbel"/>
              </a:rPr>
              <a:t>regular</a:t>
            </a:r>
            <a:r>
              <a:rPr sz="1800" spc="-30" dirty="0">
                <a:latin typeface="Corbel"/>
                <a:cs typeface="Corbel"/>
              </a:rPr>
              <a:t> </a:t>
            </a:r>
            <a:r>
              <a:rPr sz="1800" dirty="0">
                <a:latin typeface="Corbel"/>
                <a:cs typeface="Corbel"/>
              </a:rPr>
              <a:t>physical</a:t>
            </a:r>
            <a:r>
              <a:rPr sz="1800" spc="-30" dirty="0">
                <a:latin typeface="Corbel"/>
                <a:cs typeface="Corbel"/>
              </a:rPr>
              <a:t> </a:t>
            </a:r>
            <a:r>
              <a:rPr sz="1800" spc="-10" dirty="0">
                <a:latin typeface="Corbel"/>
                <a:cs typeface="Corbel"/>
              </a:rPr>
              <a:t>exercise.</a:t>
            </a:r>
            <a:endParaRPr sz="1800">
              <a:latin typeface="Corbel"/>
              <a:cs typeface="Corbel"/>
            </a:endParaRPr>
          </a:p>
          <a:p>
            <a:pPr marL="297815" indent="-285115">
              <a:lnSpc>
                <a:spcPct val="100000"/>
              </a:lnSpc>
              <a:spcBef>
                <a:spcPts val="1030"/>
              </a:spcBef>
              <a:buClr>
                <a:srgbClr val="1482AC"/>
              </a:buClr>
              <a:buSzPct val="144444"/>
              <a:buFont typeface="Arial MT"/>
              <a:buChar char="•"/>
              <a:tabLst>
                <a:tab pos="297815" algn="l"/>
              </a:tabLst>
            </a:pPr>
            <a:r>
              <a:rPr sz="1800" dirty="0">
                <a:latin typeface="Corbel"/>
                <a:cs typeface="Corbel"/>
              </a:rPr>
              <a:t>Getting</a:t>
            </a:r>
            <a:r>
              <a:rPr sz="1800" spc="-50" dirty="0">
                <a:latin typeface="Corbel"/>
                <a:cs typeface="Corbel"/>
              </a:rPr>
              <a:t> </a:t>
            </a:r>
            <a:r>
              <a:rPr sz="1800" dirty="0">
                <a:latin typeface="Corbel"/>
                <a:cs typeface="Corbel"/>
              </a:rPr>
              <a:t>enough</a:t>
            </a:r>
            <a:r>
              <a:rPr sz="1800" spc="-40" dirty="0">
                <a:latin typeface="Corbel"/>
                <a:cs typeface="Corbel"/>
              </a:rPr>
              <a:t> </a:t>
            </a:r>
            <a:r>
              <a:rPr sz="1800" dirty="0">
                <a:latin typeface="Corbel"/>
                <a:cs typeface="Corbel"/>
              </a:rPr>
              <a:t>sleep</a:t>
            </a:r>
            <a:r>
              <a:rPr sz="1800" spc="-45" dirty="0">
                <a:latin typeface="Corbel"/>
                <a:cs typeface="Corbel"/>
              </a:rPr>
              <a:t> </a:t>
            </a:r>
            <a:r>
              <a:rPr sz="1800" dirty="0">
                <a:latin typeface="Corbel"/>
                <a:cs typeface="Corbel"/>
              </a:rPr>
              <a:t>to</a:t>
            </a:r>
            <a:r>
              <a:rPr sz="1800" spc="-40" dirty="0">
                <a:latin typeface="Corbel"/>
                <a:cs typeface="Corbel"/>
              </a:rPr>
              <a:t> </a:t>
            </a:r>
            <a:r>
              <a:rPr sz="1800" dirty="0">
                <a:latin typeface="Corbel"/>
                <a:cs typeface="Corbel"/>
              </a:rPr>
              <a:t>prevent</a:t>
            </a:r>
            <a:r>
              <a:rPr sz="1800" spc="-40" dirty="0">
                <a:latin typeface="Corbel"/>
                <a:cs typeface="Corbel"/>
              </a:rPr>
              <a:t> </a:t>
            </a:r>
            <a:r>
              <a:rPr sz="1800" spc="-10" dirty="0">
                <a:latin typeface="Corbel"/>
                <a:cs typeface="Corbel"/>
              </a:rPr>
              <a:t>fatigue.</a:t>
            </a:r>
            <a:endParaRPr sz="1800">
              <a:latin typeface="Corbel"/>
              <a:cs typeface="Corbel"/>
            </a:endParaRPr>
          </a:p>
          <a:p>
            <a:pPr marL="297815" indent="-285115">
              <a:lnSpc>
                <a:spcPct val="100000"/>
              </a:lnSpc>
              <a:spcBef>
                <a:spcPts val="1055"/>
              </a:spcBef>
              <a:buClr>
                <a:srgbClr val="1482AC"/>
              </a:buClr>
              <a:buSzPct val="144444"/>
              <a:buFont typeface="Arial MT"/>
              <a:buChar char="•"/>
              <a:tabLst>
                <a:tab pos="297815" algn="l"/>
              </a:tabLst>
            </a:pPr>
            <a:r>
              <a:rPr sz="1800" dirty="0">
                <a:latin typeface="Corbel"/>
                <a:cs typeface="Corbel"/>
              </a:rPr>
              <a:t>Eating</a:t>
            </a:r>
            <a:r>
              <a:rPr sz="1800" spc="-35" dirty="0">
                <a:latin typeface="Corbel"/>
                <a:cs typeface="Corbel"/>
              </a:rPr>
              <a:t> </a:t>
            </a:r>
            <a:r>
              <a:rPr sz="1800" dirty="0">
                <a:latin typeface="Corbel"/>
                <a:cs typeface="Corbel"/>
              </a:rPr>
              <a:t>a</a:t>
            </a:r>
            <a:r>
              <a:rPr sz="1800" spc="-25" dirty="0">
                <a:latin typeface="Corbel"/>
                <a:cs typeface="Corbel"/>
              </a:rPr>
              <a:t> </a:t>
            </a:r>
            <a:r>
              <a:rPr sz="1800" dirty="0">
                <a:latin typeface="Corbel"/>
                <a:cs typeface="Corbel"/>
              </a:rPr>
              <a:t>balanced</a:t>
            </a:r>
            <a:r>
              <a:rPr sz="1800" spc="-25" dirty="0">
                <a:latin typeface="Corbel"/>
                <a:cs typeface="Corbel"/>
              </a:rPr>
              <a:t> </a:t>
            </a:r>
            <a:r>
              <a:rPr sz="1800" spc="-20" dirty="0">
                <a:latin typeface="Corbel"/>
                <a:cs typeface="Corbel"/>
              </a:rPr>
              <a:t>diet.</a:t>
            </a:r>
            <a:endParaRPr sz="1800">
              <a:latin typeface="Corbel"/>
              <a:cs typeface="Corbel"/>
            </a:endParaRPr>
          </a:p>
          <a:p>
            <a:pPr marL="297815" indent="-285115">
              <a:lnSpc>
                <a:spcPct val="100000"/>
              </a:lnSpc>
              <a:spcBef>
                <a:spcPts val="940"/>
              </a:spcBef>
              <a:buClr>
                <a:srgbClr val="1482AC"/>
              </a:buClr>
              <a:buSzPct val="144444"/>
              <a:buFont typeface="Arial MT"/>
              <a:buChar char="•"/>
              <a:tabLst>
                <a:tab pos="297815" algn="l"/>
              </a:tabLst>
            </a:pPr>
            <a:r>
              <a:rPr sz="1800" dirty="0">
                <a:latin typeface="Corbel"/>
                <a:cs typeface="Corbel"/>
              </a:rPr>
              <a:t>Learning</a:t>
            </a:r>
            <a:r>
              <a:rPr sz="1800" spc="-55" dirty="0">
                <a:latin typeface="Corbel"/>
                <a:cs typeface="Corbel"/>
              </a:rPr>
              <a:t> </a:t>
            </a:r>
            <a:r>
              <a:rPr sz="1800" dirty="0">
                <a:latin typeface="Corbel"/>
                <a:cs typeface="Corbel"/>
              </a:rPr>
              <a:t>and</a:t>
            </a:r>
            <a:r>
              <a:rPr sz="1800" spc="-50" dirty="0">
                <a:latin typeface="Corbel"/>
                <a:cs typeface="Corbel"/>
              </a:rPr>
              <a:t> </a:t>
            </a:r>
            <a:r>
              <a:rPr sz="1800" dirty="0">
                <a:latin typeface="Corbel"/>
                <a:cs typeface="Corbel"/>
              </a:rPr>
              <a:t>practicing</a:t>
            </a:r>
            <a:r>
              <a:rPr sz="1800" spc="-55" dirty="0">
                <a:latin typeface="Corbel"/>
                <a:cs typeface="Corbel"/>
              </a:rPr>
              <a:t> </a:t>
            </a:r>
            <a:r>
              <a:rPr sz="1800" dirty="0">
                <a:latin typeface="Corbel"/>
                <a:cs typeface="Corbel"/>
              </a:rPr>
              <a:t>relaxation</a:t>
            </a:r>
            <a:r>
              <a:rPr sz="1800" spc="-45" dirty="0">
                <a:latin typeface="Corbel"/>
                <a:cs typeface="Corbel"/>
              </a:rPr>
              <a:t> </a:t>
            </a:r>
            <a:r>
              <a:rPr sz="1800" spc="-10" dirty="0">
                <a:latin typeface="Corbel"/>
                <a:cs typeface="Corbel"/>
              </a:rPr>
              <a:t>techniques.</a:t>
            </a:r>
            <a:endParaRPr sz="1800">
              <a:latin typeface="Corbel"/>
              <a:cs typeface="Corbel"/>
            </a:endParaRPr>
          </a:p>
        </p:txBody>
      </p:sp>
      <p:grpSp>
        <p:nvGrpSpPr>
          <p:cNvPr id="6" name="object 6"/>
          <p:cNvGrpSpPr/>
          <p:nvPr/>
        </p:nvGrpSpPr>
        <p:grpSpPr>
          <a:xfrm>
            <a:off x="78377" y="6432684"/>
            <a:ext cx="360045" cy="360045"/>
            <a:chOff x="78377" y="6432684"/>
            <a:chExt cx="360045" cy="360045"/>
          </a:xfrm>
        </p:grpSpPr>
        <p:sp>
          <p:nvSpPr>
            <p:cNvPr id="7" name="object 7"/>
            <p:cNvSpPr/>
            <p:nvPr/>
          </p:nvSpPr>
          <p:spPr>
            <a:xfrm>
              <a:off x="78377" y="6432684"/>
              <a:ext cx="360045" cy="360045"/>
            </a:xfrm>
            <a:custGeom>
              <a:avLst/>
              <a:gdLst/>
              <a:ahLst/>
              <a:cxnLst/>
              <a:rect l="l" t="t" r="r" b="b"/>
              <a:pathLst>
                <a:path w="360045" h="360045">
                  <a:moveTo>
                    <a:pt x="359999" y="0"/>
                  </a:moveTo>
                  <a:lnTo>
                    <a:pt x="0" y="0"/>
                  </a:lnTo>
                  <a:lnTo>
                    <a:pt x="0" y="360000"/>
                  </a:lnTo>
                  <a:lnTo>
                    <a:pt x="359999" y="360000"/>
                  </a:lnTo>
                  <a:lnTo>
                    <a:pt x="359999" y="315000"/>
                  </a:lnTo>
                  <a:lnTo>
                    <a:pt x="179999" y="315000"/>
                  </a:lnTo>
                  <a:lnTo>
                    <a:pt x="137329" y="308117"/>
                  </a:lnTo>
                  <a:lnTo>
                    <a:pt x="100270" y="288952"/>
                  </a:lnTo>
                  <a:lnTo>
                    <a:pt x="71047" y="259729"/>
                  </a:lnTo>
                  <a:lnTo>
                    <a:pt x="51882" y="222670"/>
                  </a:lnTo>
                  <a:lnTo>
                    <a:pt x="44999" y="180000"/>
                  </a:lnTo>
                  <a:lnTo>
                    <a:pt x="51882" y="137329"/>
                  </a:lnTo>
                  <a:lnTo>
                    <a:pt x="71047" y="100270"/>
                  </a:lnTo>
                  <a:lnTo>
                    <a:pt x="100270" y="71047"/>
                  </a:lnTo>
                  <a:lnTo>
                    <a:pt x="137329" y="51882"/>
                  </a:lnTo>
                  <a:lnTo>
                    <a:pt x="179999" y="45000"/>
                  </a:lnTo>
                  <a:lnTo>
                    <a:pt x="359999" y="45000"/>
                  </a:lnTo>
                  <a:lnTo>
                    <a:pt x="359999" y="0"/>
                  </a:lnTo>
                  <a:close/>
                </a:path>
                <a:path w="360045" h="360045">
                  <a:moveTo>
                    <a:pt x="359999" y="45000"/>
                  </a:moveTo>
                  <a:lnTo>
                    <a:pt x="179999" y="45000"/>
                  </a:lnTo>
                  <a:lnTo>
                    <a:pt x="222670" y="51882"/>
                  </a:lnTo>
                  <a:lnTo>
                    <a:pt x="259729" y="71047"/>
                  </a:lnTo>
                  <a:lnTo>
                    <a:pt x="288952" y="100270"/>
                  </a:lnTo>
                  <a:lnTo>
                    <a:pt x="308117" y="137329"/>
                  </a:lnTo>
                  <a:lnTo>
                    <a:pt x="314999" y="180000"/>
                  </a:lnTo>
                  <a:lnTo>
                    <a:pt x="308117" y="222670"/>
                  </a:lnTo>
                  <a:lnTo>
                    <a:pt x="288952" y="259729"/>
                  </a:lnTo>
                  <a:lnTo>
                    <a:pt x="259729" y="288952"/>
                  </a:lnTo>
                  <a:lnTo>
                    <a:pt x="222670" y="308117"/>
                  </a:lnTo>
                  <a:lnTo>
                    <a:pt x="179999" y="315000"/>
                  </a:lnTo>
                  <a:lnTo>
                    <a:pt x="359999" y="315000"/>
                  </a:lnTo>
                  <a:lnTo>
                    <a:pt x="359999" y="45000"/>
                  </a:lnTo>
                  <a:close/>
                </a:path>
              </a:pathLst>
            </a:custGeom>
            <a:solidFill>
              <a:srgbClr val="1CADE4"/>
            </a:solidFill>
          </p:spPr>
          <p:txBody>
            <a:bodyPr wrap="square" lIns="0" tIns="0" rIns="0" bIns="0" rtlCol="0"/>
            <a:lstStyle/>
            <a:p>
              <a:endParaRPr/>
            </a:p>
          </p:txBody>
        </p:sp>
        <p:sp>
          <p:nvSpPr>
            <p:cNvPr id="8" name="object 8"/>
            <p:cNvSpPr/>
            <p:nvPr/>
          </p:nvSpPr>
          <p:spPr>
            <a:xfrm>
              <a:off x="123377" y="6477684"/>
              <a:ext cx="270510" cy="270510"/>
            </a:xfrm>
            <a:custGeom>
              <a:avLst/>
              <a:gdLst/>
              <a:ahLst/>
              <a:cxnLst/>
              <a:rect l="l" t="t" r="r" b="b"/>
              <a:pathLst>
                <a:path w="270510"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69999"/>
                  </a:lnTo>
                  <a:lnTo>
                    <a:pt x="177670" y="263117"/>
                  </a:lnTo>
                  <a:lnTo>
                    <a:pt x="214729" y="243952"/>
                  </a:lnTo>
                  <a:lnTo>
                    <a:pt x="222432" y="236249"/>
                  </a:lnTo>
                  <a:lnTo>
                    <a:pt x="84375" y="236249"/>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10" h="270509">
                  <a:moveTo>
                    <a:pt x="259004" y="84375"/>
                  </a:moveTo>
                  <a:lnTo>
                    <a:pt x="160312" y="84375"/>
                  </a:lnTo>
                  <a:lnTo>
                    <a:pt x="160312" y="219375"/>
                  </a:lnTo>
                  <a:lnTo>
                    <a:pt x="185625" y="219375"/>
                  </a:lnTo>
                  <a:lnTo>
                    <a:pt x="185625" y="236249"/>
                  </a:lnTo>
                  <a:lnTo>
                    <a:pt x="222432" y="236249"/>
                  </a:lnTo>
                  <a:lnTo>
                    <a:pt x="243952" y="214729"/>
                  </a:lnTo>
                  <a:lnTo>
                    <a:pt x="263117" y="177670"/>
                  </a:lnTo>
                  <a:lnTo>
                    <a:pt x="269999" y="134999"/>
                  </a:lnTo>
                  <a:lnTo>
                    <a:pt x="263117" y="92329"/>
                  </a:lnTo>
                  <a:lnTo>
                    <a:pt x="259004" y="84375"/>
                  </a:lnTo>
                  <a:close/>
                </a:path>
                <a:path w="270510"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9" name="object 9"/>
            <p:cNvPicPr/>
            <p:nvPr/>
          </p:nvPicPr>
          <p:blipFill>
            <a:blip r:embed="rId3" cstate="print"/>
            <a:stretch>
              <a:fillRect/>
            </a:stretch>
          </p:blipFill>
          <p:spPr>
            <a:xfrm>
              <a:off x="207753" y="6486122"/>
              <a:ext cx="101249" cy="227812"/>
            </a:xfrm>
            <a:prstGeom prst="rect">
              <a:avLst/>
            </a:prstGeom>
          </p:spPr>
        </p:pic>
      </p:gr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51</a:t>
            </a:fld>
            <a:endParaRPr spc="-25"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602479" y="3959352"/>
            <a:ext cx="7159752" cy="1121664"/>
          </a:xfrm>
          <a:prstGeom prst="rect">
            <a:avLst/>
          </a:prstGeom>
        </p:spPr>
      </p:pic>
      <p:sp>
        <p:nvSpPr>
          <p:cNvPr id="3" name="object 3"/>
          <p:cNvSpPr txBox="1"/>
          <p:nvPr/>
        </p:nvSpPr>
        <p:spPr>
          <a:xfrm>
            <a:off x="4904188" y="3838955"/>
            <a:ext cx="6520180" cy="1290320"/>
          </a:xfrm>
          <a:prstGeom prst="rect">
            <a:avLst/>
          </a:prstGeom>
        </p:spPr>
        <p:txBody>
          <a:bodyPr vert="horz" wrap="square" lIns="0" tIns="246379" rIns="0" bIns="0" rtlCol="0">
            <a:spAutoFit/>
          </a:bodyPr>
          <a:lstStyle/>
          <a:p>
            <a:pPr marL="12700">
              <a:lnSpc>
                <a:spcPct val="100000"/>
              </a:lnSpc>
              <a:spcBef>
                <a:spcPts val="1939"/>
              </a:spcBef>
            </a:pPr>
            <a:r>
              <a:rPr sz="4000" dirty="0">
                <a:latin typeface="Corbel"/>
                <a:cs typeface="Corbel"/>
              </a:rPr>
              <a:t>060</a:t>
            </a:r>
            <a:r>
              <a:rPr sz="4000" spc="-35" dirty="0">
                <a:latin typeface="Corbel"/>
                <a:cs typeface="Corbel"/>
              </a:rPr>
              <a:t> </a:t>
            </a:r>
            <a:r>
              <a:rPr sz="4000" dirty="0">
                <a:latin typeface="Corbel"/>
                <a:cs typeface="Corbel"/>
              </a:rPr>
              <a:t>00</a:t>
            </a:r>
            <a:r>
              <a:rPr sz="4000" spc="-35" dirty="0">
                <a:latin typeface="Corbel"/>
                <a:cs typeface="Corbel"/>
              </a:rPr>
              <a:t> </a:t>
            </a:r>
            <a:r>
              <a:rPr sz="4000" dirty="0">
                <a:latin typeface="Corbel"/>
                <a:cs typeface="Corbel"/>
              </a:rPr>
              <a:t>00:</a:t>
            </a:r>
            <a:r>
              <a:rPr sz="4000" spc="-114" dirty="0">
                <a:latin typeface="Corbel"/>
                <a:cs typeface="Corbel"/>
              </a:rPr>
              <a:t> </a:t>
            </a:r>
            <a:r>
              <a:rPr sz="4000" dirty="0">
                <a:latin typeface="Corbel"/>
                <a:cs typeface="Corbel"/>
              </a:rPr>
              <a:t>Safety</a:t>
            </a:r>
            <a:r>
              <a:rPr sz="4000" spc="-35" dirty="0">
                <a:latin typeface="Corbel"/>
                <a:cs typeface="Corbel"/>
              </a:rPr>
              <a:t> </a:t>
            </a:r>
            <a:r>
              <a:rPr sz="4000" dirty="0">
                <a:latin typeface="Corbel"/>
                <a:cs typeface="Corbel"/>
              </a:rPr>
              <a:t>&amp;</a:t>
            </a:r>
            <a:r>
              <a:rPr sz="4000" spc="-180" dirty="0">
                <a:latin typeface="Corbel"/>
                <a:cs typeface="Corbel"/>
              </a:rPr>
              <a:t> </a:t>
            </a:r>
            <a:r>
              <a:rPr sz="4000" spc="-10" dirty="0">
                <a:latin typeface="Corbel"/>
                <a:cs typeface="Corbel"/>
              </a:rPr>
              <a:t>Operations</a:t>
            </a:r>
            <a:endParaRPr sz="4000">
              <a:latin typeface="Corbel"/>
              <a:cs typeface="Corbel"/>
            </a:endParaRPr>
          </a:p>
          <a:p>
            <a:pPr marR="5715" algn="r">
              <a:lnSpc>
                <a:spcPct val="100000"/>
              </a:lnSpc>
              <a:spcBef>
                <a:spcPts val="919"/>
              </a:spcBef>
            </a:pPr>
            <a:r>
              <a:rPr sz="2000" dirty="0">
                <a:latin typeface="Corbel"/>
                <a:cs typeface="Corbel"/>
              </a:rPr>
              <a:t>Module</a:t>
            </a:r>
            <a:r>
              <a:rPr sz="2000" spc="-55" dirty="0">
                <a:latin typeface="Corbel"/>
                <a:cs typeface="Corbel"/>
              </a:rPr>
              <a:t> </a:t>
            </a:r>
            <a:r>
              <a:rPr sz="2000" spc="-50" dirty="0">
                <a:latin typeface="Corbel"/>
                <a:cs typeface="Corbel"/>
              </a:rPr>
              <a:t>6</a:t>
            </a:r>
            <a:endParaRPr sz="2000">
              <a:latin typeface="Corbel"/>
              <a:cs typeface="Corbe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52</a:t>
            </a:fld>
            <a:endParaRPr spc="-25"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4828540" cy="878205"/>
            <a:chOff x="1417319" y="414527"/>
            <a:chExt cx="4828540" cy="878205"/>
          </a:xfrm>
        </p:grpSpPr>
        <p:pic>
          <p:nvPicPr>
            <p:cNvPr id="4" name="object 4"/>
            <p:cNvPicPr/>
            <p:nvPr/>
          </p:nvPicPr>
          <p:blipFill>
            <a:blip r:embed="rId3" cstate="print"/>
            <a:stretch>
              <a:fillRect/>
            </a:stretch>
          </p:blipFill>
          <p:spPr>
            <a:xfrm>
              <a:off x="1417319" y="414527"/>
              <a:ext cx="4828032" cy="573024"/>
            </a:xfrm>
            <a:prstGeom prst="rect">
              <a:avLst/>
            </a:prstGeom>
          </p:spPr>
        </p:pic>
        <p:pic>
          <p:nvPicPr>
            <p:cNvPr id="5" name="object 5"/>
            <p:cNvPicPr/>
            <p:nvPr/>
          </p:nvPicPr>
          <p:blipFill>
            <a:blip r:embed="rId4" cstate="print"/>
            <a:stretch>
              <a:fillRect/>
            </a:stretch>
          </p:blipFill>
          <p:spPr>
            <a:xfrm>
              <a:off x="1417319" y="719327"/>
              <a:ext cx="3776472" cy="573024"/>
            </a:xfrm>
            <a:prstGeom prst="rect">
              <a:avLst/>
            </a:prstGeom>
          </p:spPr>
        </p:pic>
      </p:grpSp>
      <p:sp>
        <p:nvSpPr>
          <p:cNvPr id="6" name="object 6"/>
          <p:cNvSpPr txBox="1">
            <a:spLocks noGrp="1"/>
          </p:cNvSpPr>
          <p:nvPr>
            <p:ph type="title"/>
          </p:nvPr>
        </p:nvSpPr>
        <p:spPr>
          <a:prstGeom prst="rect">
            <a:avLst/>
          </a:prstGeom>
        </p:spPr>
        <p:txBody>
          <a:bodyPr vert="horz" wrap="square" lIns="0" tIns="177291" rIns="0" bIns="0" rtlCol="0">
            <a:spAutoFit/>
          </a:bodyPr>
          <a:lstStyle/>
          <a:p>
            <a:pPr marL="640715">
              <a:lnSpc>
                <a:spcPct val="100000"/>
              </a:lnSpc>
              <a:spcBef>
                <a:spcPts val="100"/>
              </a:spcBef>
            </a:pPr>
            <a:r>
              <a:rPr b="1" dirty="0">
                <a:latin typeface="Corbel"/>
                <a:cs typeface="Corbel"/>
              </a:rPr>
              <a:t>060</a:t>
            </a:r>
            <a:r>
              <a:rPr b="1" spc="-35" dirty="0">
                <a:latin typeface="Corbel"/>
                <a:cs typeface="Corbel"/>
              </a:rPr>
              <a:t> </a:t>
            </a:r>
            <a:r>
              <a:rPr b="1" dirty="0">
                <a:latin typeface="Corbel"/>
                <a:cs typeface="Corbel"/>
              </a:rPr>
              <a:t>01</a:t>
            </a:r>
            <a:r>
              <a:rPr b="1" spc="-25" dirty="0">
                <a:latin typeface="Corbel"/>
                <a:cs typeface="Corbel"/>
              </a:rPr>
              <a:t> </a:t>
            </a:r>
            <a:r>
              <a:rPr b="1" spc="-10" dirty="0">
                <a:latin typeface="Corbel"/>
                <a:cs typeface="Corbel"/>
              </a:rPr>
              <a:t>00:</a:t>
            </a:r>
            <a:r>
              <a:rPr b="1" spc="-95" dirty="0">
                <a:latin typeface="Corbel"/>
                <a:cs typeface="Corbel"/>
              </a:rPr>
              <a:t> </a:t>
            </a:r>
            <a:r>
              <a:rPr b="1" dirty="0">
                <a:latin typeface="Corbel"/>
                <a:cs typeface="Corbel"/>
              </a:rPr>
              <a:t>Operational</a:t>
            </a:r>
            <a:r>
              <a:rPr b="1" spc="-25" dirty="0">
                <a:latin typeface="Corbel"/>
                <a:cs typeface="Corbel"/>
              </a:rPr>
              <a:t> </a:t>
            </a:r>
            <a:r>
              <a:rPr b="1" dirty="0">
                <a:latin typeface="Corbel"/>
                <a:cs typeface="Corbel"/>
              </a:rPr>
              <a:t>Risks</a:t>
            </a:r>
            <a:r>
              <a:rPr b="1" spc="-25" dirty="0">
                <a:latin typeface="Corbel"/>
                <a:cs typeface="Corbel"/>
              </a:rPr>
              <a:t> </a:t>
            </a:r>
            <a:r>
              <a:rPr b="1" dirty="0">
                <a:latin typeface="Corbel"/>
                <a:cs typeface="Corbel"/>
              </a:rPr>
              <a:t>and</a:t>
            </a:r>
            <a:r>
              <a:rPr b="1" spc="-25" dirty="0">
                <a:latin typeface="Corbel"/>
                <a:cs typeface="Corbel"/>
              </a:rPr>
              <a:t> </a:t>
            </a:r>
            <a:r>
              <a:rPr b="1" spc="-10" dirty="0">
                <a:latin typeface="Corbel"/>
                <a:cs typeface="Corbel"/>
              </a:rPr>
              <a:t>Hazards</a:t>
            </a:r>
          </a:p>
          <a:p>
            <a:pPr marL="640715">
              <a:lnSpc>
                <a:spcPct val="100000"/>
              </a:lnSpc>
            </a:pPr>
            <a:r>
              <a:rPr dirty="0"/>
              <a:t>060</a:t>
            </a:r>
            <a:r>
              <a:rPr spc="-30" dirty="0"/>
              <a:t> </a:t>
            </a:r>
            <a:r>
              <a:rPr dirty="0"/>
              <a:t>01</a:t>
            </a:r>
            <a:r>
              <a:rPr spc="-20" dirty="0"/>
              <a:t> </a:t>
            </a:r>
            <a:r>
              <a:rPr dirty="0"/>
              <a:t>01:</a:t>
            </a:r>
            <a:r>
              <a:rPr spc="-25" dirty="0"/>
              <a:t> </a:t>
            </a:r>
            <a:r>
              <a:rPr dirty="0"/>
              <a:t>Define</a:t>
            </a:r>
            <a:r>
              <a:rPr spc="-25" dirty="0"/>
              <a:t> </a:t>
            </a:r>
            <a:r>
              <a:rPr dirty="0"/>
              <a:t>risk</a:t>
            </a:r>
            <a:r>
              <a:rPr spc="-20" dirty="0"/>
              <a:t> </a:t>
            </a:r>
            <a:r>
              <a:rPr dirty="0"/>
              <a:t>and</a:t>
            </a:r>
            <a:r>
              <a:rPr spc="-25" dirty="0"/>
              <a:t> </a:t>
            </a:r>
            <a:r>
              <a:rPr spc="-10" dirty="0"/>
              <a:t>hazard</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53</a:t>
            </a:fld>
            <a:endParaRPr spc="-25" dirty="0"/>
          </a:p>
        </p:txBody>
      </p:sp>
      <p:sp>
        <p:nvSpPr>
          <p:cNvPr id="7" name="object 7"/>
          <p:cNvSpPr txBox="1"/>
          <p:nvPr/>
        </p:nvSpPr>
        <p:spPr>
          <a:xfrm>
            <a:off x="1563048" y="1627123"/>
            <a:ext cx="9860915" cy="1165860"/>
          </a:xfrm>
          <a:prstGeom prst="rect">
            <a:avLst/>
          </a:prstGeom>
        </p:spPr>
        <p:txBody>
          <a:bodyPr vert="horz" wrap="square" lIns="0" tIns="45720" rIns="0" bIns="0" rtlCol="0">
            <a:spAutoFit/>
          </a:bodyPr>
          <a:lstStyle/>
          <a:p>
            <a:pPr marL="12700" marR="6350">
              <a:lnSpc>
                <a:spcPts val="1920"/>
              </a:lnSpc>
              <a:spcBef>
                <a:spcPts val="360"/>
              </a:spcBef>
            </a:pPr>
            <a:r>
              <a:rPr sz="1800" dirty="0">
                <a:latin typeface="Corbel"/>
                <a:cs typeface="Corbel"/>
              </a:rPr>
              <a:t>A</a:t>
            </a:r>
            <a:r>
              <a:rPr sz="1800" spc="-35" dirty="0">
                <a:latin typeface="Corbel"/>
                <a:cs typeface="Corbel"/>
              </a:rPr>
              <a:t> </a:t>
            </a:r>
            <a:r>
              <a:rPr sz="1800" b="1" u="sng" dirty="0">
                <a:uFill>
                  <a:solidFill>
                    <a:srgbClr val="000000"/>
                  </a:solidFill>
                </a:uFill>
                <a:latin typeface="Corbel"/>
                <a:cs typeface="Corbel"/>
              </a:rPr>
              <a:t>Hazard</a:t>
            </a:r>
            <a:r>
              <a:rPr sz="1800" b="1" spc="-35" dirty="0">
                <a:latin typeface="Corbel"/>
                <a:cs typeface="Corbel"/>
              </a:rPr>
              <a:t> </a:t>
            </a:r>
            <a:r>
              <a:rPr sz="1800" dirty="0">
                <a:latin typeface="Corbel"/>
                <a:cs typeface="Corbel"/>
              </a:rPr>
              <a:t>is</a:t>
            </a:r>
            <a:r>
              <a:rPr sz="1800" spc="-25" dirty="0">
                <a:latin typeface="Corbel"/>
                <a:cs typeface="Corbel"/>
              </a:rPr>
              <a:t> </a:t>
            </a:r>
            <a:r>
              <a:rPr sz="1800" dirty="0">
                <a:latin typeface="Corbel"/>
                <a:cs typeface="Corbel"/>
              </a:rPr>
              <a:t>any</a:t>
            </a:r>
            <a:r>
              <a:rPr sz="1800" spc="-25" dirty="0">
                <a:latin typeface="Corbel"/>
                <a:cs typeface="Corbel"/>
              </a:rPr>
              <a:t> </a:t>
            </a:r>
            <a:r>
              <a:rPr sz="1800" dirty="0">
                <a:latin typeface="Corbel"/>
                <a:cs typeface="Corbel"/>
              </a:rPr>
              <a:t>existing</a:t>
            </a:r>
            <a:r>
              <a:rPr sz="1800" spc="-25" dirty="0">
                <a:latin typeface="Corbel"/>
                <a:cs typeface="Corbel"/>
              </a:rPr>
              <a:t> </a:t>
            </a:r>
            <a:r>
              <a:rPr sz="1800" dirty="0">
                <a:latin typeface="Corbel"/>
                <a:cs typeface="Corbel"/>
              </a:rPr>
              <a:t>or</a:t>
            </a:r>
            <a:r>
              <a:rPr sz="1800" spc="-30" dirty="0">
                <a:latin typeface="Corbel"/>
                <a:cs typeface="Corbel"/>
              </a:rPr>
              <a:t> </a:t>
            </a:r>
            <a:r>
              <a:rPr sz="1800" dirty="0">
                <a:latin typeface="Corbel"/>
                <a:cs typeface="Corbel"/>
              </a:rPr>
              <a:t>potential</a:t>
            </a:r>
            <a:r>
              <a:rPr sz="1800" spc="-25" dirty="0">
                <a:latin typeface="Corbel"/>
                <a:cs typeface="Corbel"/>
              </a:rPr>
              <a:t> </a:t>
            </a:r>
            <a:r>
              <a:rPr sz="1800" dirty="0">
                <a:latin typeface="Corbel"/>
                <a:cs typeface="Corbel"/>
              </a:rPr>
              <a:t>condition</a:t>
            </a:r>
            <a:r>
              <a:rPr sz="1800" spc="-25" dirty="0">
                <a:latin typeface="Corbel"/>
                <a:cs typeface="Corbel"/>
              </a:rPr>
              <a:t> </a:t>
            </a:r>
            <a:r>
              <a:rPr sz="1800" dirty="0">
                <a:latin typeface="Corbel"/>
                <a:cs typeface="Corbel"/>
              </a:rPr>
              <a:t>that</a:t>
            </a:r>
            <a:r>
              <a:rPr sz="1800" spc="-25" dirty="0">
                <a:latin typeface="Corbel"/>
                <a:cs typeface="Corbel"/>
              </a:rPr>
              <a:t> </a:t>
            </a:r>
            <a:r>
              <a:rPr sz="1800" dirty="0">
                <a:latin typeface="Corbel"/>
                <a:cs typeface="Corbel"/>
              </a:rPr>
              <a:t>can</a:t>
            </a:r>
            <a:r>
              <a:rPr sz="1800" spc="-25" dirty="0">
                <a:latin typeface="Corbel"/>
                <a:cs typeface="Corbel"/>
              </a:rPr>
              <a:t> </a:t>
            </a:r>
            <a:r>
              <a:rPr sz="1800" dirty="0">
                <a:latin typeface="Corbel"/>
                <a:cs typeface="Corbel"/>
              </a:rPr>
              <a:t>lead</a:t>
            </a:r>
            <a:r>
              <a:rPr sz="1800" spc="-30" dirty="0">
                <a:latin typeface="Corbel"/>
                <a:cs typeface="Corbel"/>
              </a:rPr>
              <a:t> </a:t>
            </a:r>
            <a:r>
              <a:rPr sz="1800" dirty="0">
                <a:latin typeface="Corbel"/>
                <a:cs typeface="Corbel"/>
              </a:rPr>
              <a:t>to</a:t>
            </a:r>
            <a:r>
              <a:rPr sz="1800" spc="-20" dirty="0">
                <a:latin typeface="Corbel"/>
                <a:cs typeface="Corbel"/>
              </a:rPr>
              <a:t> </a:t>
            </a:r>
            <a:r>
              <a:rPr sz="1800" spc="-10" dirty="0">
                <a:latin typeface="Corbel"/>
                <a:cs typeface="Corbel"/>
              </a:rPr>
              <a:t>injury,</a:t>
            </a:r>
            <a:r>
              <a:rPr sz="1800" spc="-25" dirty="0">
                <a:latin typeface="Corbel"/>
                <a:cs typeface="Corbel"/>
              </a:rPr>
              <a:t> </a:t>
            </a:r>
            <a:r>
              <a:rPr sz="1800" dirty="0">
                <a:latin typeface="Corbel"/>
                <a:cs typeface="Corbel"/>
              </a:rPr>
              <a:t>illness,</a:t>
            </a:r>
            <a:r>
              <a:rPr sz="1800" spc="-25" dirty="0">
                <a:latin typeface="Corbel"/>
                <a:cs typeface="Corbel"/>
              </a:rPr>
              <a:t> </a:t>
            </a:r>
            <a:r>
              <a:rPr sz="1800" dirty="0">
                <a:latin typeface="Corbel"/>
                <a:cs typeface="Corbel"/>
              </a:rPr>
              <a:t>or</a:t>
            </a:r>
            <a:r>
              <a:rPr sz="1800" spc="-25" dirty="0">
                <a:latin typeface="Corbel"/>
                <a:cs typeface="Corbel"/>
              </a:rPr>
              <a:t> </a:t>
            </a:r>
            <a:r>
              <a:rPr sz="1800" dirty="0">
                <a:latin typeface="Corbel"/>
                <a:cs typeface="Corbel"/>
              </a:rPr>
              <a:t>death</a:t>
            </a:r>
            <a:r>
              <a:rPr sz="1800" spc="-25" dirty="0">
                <a:latin typeface="Corbel"/>
                <a:cs typeface="Corbel"/>
              </a:rPr>
              <a:t> </a:t>
            </a:r>
            <a:r>
              <a:rPr sz="1800" dirty="0">
                <a:latin typeface="Corbel"/>
                <a:cs typeface="Corbel"/>
              </a:rPr>
              <a:t>to</a:t>
            </a:r>
            <a:r>
              <a:rPr sz="1800" spc="-20" dirty="0">
                <a:latin typeface="Corbel"/>
                <a:cs typeface="Corbel"/>
              </a:rPr>
              <a:t> </a:t>
            </a:r>
            <a:r>
              <a:rPr sz="1800" dirty="0">
                <a:latin typeface="Corbel"/>
                <a:cs typeface="Corbel"/>
              </a:rPr>
              <a:t>people;</a:t>
            </a:r>
            <a:r>
              <a:rPr sz="1800" spc="-30" dirty="0">
                <a:latin typeface="Corbel"/>
                <a:cs typeface="Corbel"/>
              </a:rPr>
              <a:t> </a:t>
            </a:r>
            <a:r>
              <a:rPr sz="1800" spc="-10" dirty="0">
                <a:latin typeface="Corbel"/>
                <a:cs typeface="Corbel"/>
              </a:rPr>
              <a:t>damage </a:t>
            </a:r>
            <a:r>
              <a:rPr sz="1800" dirty="0">
                <a:latin typeface="Corbel"/>
                <a:cs typeface="Corbel"/>
              </a:rPr>
              <a:t>to</a:t>
            </a:r>
            <a:r>
              <a:rPr sz="1800" spc="-20" dirty="0">
                <a:latin typeface="Corbel"/>
                <a:cs typeface="Corbel"/>
              </a:rPr>
              <a:t> </a:t>
            </a:r>
            <a:r>
              <a:rPr sz="1800" dirty="0">
                <a:latin typeface="Corbel"/>
                <a:cs typeface="Corbel"/>
              </a:rPr>
              <a:t>or</a:t>
            </a:r>
            <a:r>
              <a:rPr sz="1800" spc="-25" dirty="0">
                <a:latin typeface="Corbel"/>
                <a:cs typeface="Corbel"/>
              </a:rPr>
              <a:t> </a:t>
            </a:r>
            <a:r>
              <a:rPr sz="1800" dirty="0">
                <a:latin typeface="Corbel"/>
                <a:cs typeface="Corbel"/>
              </a:rPr>
              <a:t>loss</a:t>
            </a:r>
            <a:r>
              <a:rPr sz="1800" spc="-25" dirty="0">
                <a:latin typeface="Corbel"/>
                <a:cs typeface="Corbel"/>
              </a:rPr>
              <a:t> </a:t>
            </a:r>
            <a:r>
              <a:rPr sz="1800" dirty="0">
                <a:latin typeface="Corbel"/>
                <a:cs typeface="Corbel"/>
              </a:rPr>
              <a:t>of</a:t>
            </a:r>
            <a:r>
              <a:rPr sz="1800" spc="-25" dirty="0">
                <a:latin typeface="Corbel"/>
                <a:cs typeface="Corbel"/>
              </a:rPr>
              <a:t> </a:t>
            </a:r>
            <a:r>
              <a:rPr sz="1800" dirty="0">
                <a:latin typeface="Corbel"/>
                <a:cs typeface="Corbel"/>
              </a:rPr>
              <a:t>a</a:t>
            </a:r>
            <a:r>
              <a:rPr sz="1800" spc="-15" dirty="0">
                <a:latin typeface="Corbel"/>
                <a:cs typeface="Corbel"/>
              </a:rPr>
              <a:t> </a:t>
            </a:r>
            <a:r>
              <a:rPr sz="1800" dirty="0">
                <a:latin typeface="Corbel"/>
                <a:cs typeface="Corbel"/>
              </a:rPr>
              <a:t>system,</a:t>
            </a:r>
            <a:r>
              <a:rPr sz="1800" spc="-20" dirty="0">
                <a:latin typeface="Corbel"/>
                <a:cs typeface="Corbel"/>
              </a:rPr>
              <a:t> </a:t>
            </a:r>
            <a:r>
              <a:rPr sz="1800" dirty="0">
                <a:latin typeface="Corbel"/>
                <a:cs typeface="Corbel"/>
              </a:rPr>
              <a:t>equipment,</a:t>
            </a:r>
            <a:r>
              <a:rPr sz="1800" spc="-20" dirty="0">
                <a:latin typeface="Corbel"/>
                <a:cs typeface="Corbel"/>
              </a:rPr>
              <a:t> </a:t>
            </a:r>
            <a:r>
              <a:rPr sz="1800" dirty="0">
                <a:latin typeface="Corbel"/>
                <a:cs typeface="Corbel"/>
              </a:rPr>
              <a:t>or</a:t>
            </a:r>
            <a:r>
              <a:rPr sz="1800" spc="-25" dirty="0">
                <a:latin typeface="Corbel"/>
                <a:cs typeface="Corbel"/>
              </a:rPr>
              <a:t> </a:t>
            </a:r>
            <a:r>
              <a:rPr sz="1800" dirty="0">
                <a:latin typeface="Corbel"/>
                <a:cs typeface="Corbel"/>
              </a:rPr>
              <a:t>property;</a:t>
            </a:r>
            <a:r>
              <a:rPr sz="1800" spc="-25" dirty="0">
                <a:latin typeface="Corbel"/>
                <a:cs typeface="Corbel"/>
              </a:rPr>
              <a:t> </a:t>
            </a:r>
            <a:r>
              <a:rPr sz="1800" dirty="0">
                <a:latin typeface="Corbel"/>
                <a:cs typeface="Corbel"/>
              </a:rPr>
              <a:t>or</a:t>
            </a:r>
            <a:r>
              <a:rPr sz="1800" spc="-30" dirty="0">
                <a:latin typeface="Corbel"/>
                <a:cs typeface="Corbel"/>
              </a:rPr>
              <a:t> </a:t>
            </a:r>
            <a:r>
              <a:rPr sz="1800" dirty="0">
                <a:latin typeface="Corbel"/>
                <a:cs typeface="Corbel"/>
              </a:rPr>
              <a:t>damage</a:t>
            </a:r>
            <a:r>
              <a:rPr sz="1800" spc="-15" dirty="0">
                <a:latin typeface="Corbel"/>
                <a:cs typeface="Corbel"/>
              </a:rPr>
              <a:t> </a:t>
            </a:r>
            <a:r>
              <a:rPr sz="1800" dirty="0">
                <a:latin typeface="Corbel"/>
                <a:cs typeface="Corbel"/>
              </a:rPr>
              <a:t>to</a:t>
            </a:r>
            <a:r>
              <a:rPr sz="1800" spc="-15" dirty="0">
                <a:latin typeface="Corbel"/>
                <a:cs typeface="Corbel"/>
              </a:rPr>
              <a:t> </a:t>
            </a:r>
            <a:r>
              <a:rPr sz="1800" dirty="0">
                <a:latin typeface="Corbel"/>
                <a:cs typeface="Corbel"/>
              </a:rPr>
              <a:t>the</a:t>
            </a:r>
            <a:r>
              <a:rPr sz="1800" spc="-20" dirty="0">
                <a:latin typeface="Corbel"/>
                <a:cs typeface="Corbel"/>
              </a:rPr>
              <a:t> </a:t>
            </a:r>
            <a:r>
              <a:rPr sz="1800" spc="-10" dirty="0">
                <a:latin typeface="Corbel"/>
                <a:cs typeface="Corbel"/>
              </a:rPr>
              <a:t>environment.</a:t>
            </a:r>
            <a:endParaRPr sz="1800" dirty="0">
              <a:latin typeface="Corbel"/>
              <a:cs typeface="Corbel"/>
            </a:endParaRPr>
          </a:p>
          <a:p>
            <a:pPr marL="12700" marR="5080">
              <a:lnSpc>
                <a:spcPts val="1900"/>
              </a:lnSpc>
              <a:spcBef>
                <a:spcPts val="1100"/>
              </a:spcBef>
            </a:pPr>
            <a:r>
              <a:rPr sz="1800" dirty="0">
                <a:latin typeface="Corbel"/>
                <a:cs typeface="Corbel"/>
              </a:rPr>
              <a:t>The</a:t>
            </a:r>
            <a:r>
              <a:rPr sz="1800" spc="450" dirty="0">
                <a:latin typeface="Corbel"/>
                <a:cs typeface="Corbel"/>
              </a:rPr>
              <a:t> </a:t>
            </a:r>
            <a:r>
              <a:rPr sz="1800" b="1" u="sng" dirty="0">
                <a:uFill>
                  <a:solidFill>
                    <a:srgbClr val="000000"/>
                  </a:solidFill>
                </a:uFill>
                <a:latin typeface="Corbel"/>
                <a:cs typeface="Corbel"/>
              </a:rPr>
              <a:t>Risk</a:t>
            </a:r>
            <a:r>
              <a:rPr sz="1800" b="1" spc="434" dirty="0">
                <a:latin typeface="Corbel"/>
                <a:cs typeface="Corbel"/>
              </a:rPr>
              <a:t> </a:t>
            </a:r>
            <a:r>
              <a:rPr sz="1800" dirty="0">
                <a:latin typeface="Corbel"/>
                <a:cs typeface="Corbel"/>
              </a:rPr>
              <a:t>is</a:t>
            </a:r>
            <a:r>
              <a:rPr sz="1800" spc="445" dirty="0">
                <a:latin typeface="Corbel"/>
                <a:cs typeface="Corbel"/>
              </a:rPr>
              <a:t> </a:t>
            </a:r>
            <a:r>
              <a:rPr sz="1800" dirty="0">
                <a:latin typeface="Corbel"/>
                <a:cs typeface="Corbel"/>
              </a:rPr>
              <a:t>what</a:t>
            </a:r>
            <a:r>
              <a:rPr sz="1800" spc="445" dirty="0">
                <a:latin typeface="Corbel"/>
                <a:cs typeface="Corbel"/>
              </a:rPr>
              <a:t> </a:t>
            </a:r>
            <a:r>
              <a:rPr sz="1800" dirty="0">
                <a:latin typeface="Corbel"/>
                <a:cs typeface="Corbel"/>
              </a:rPr>
              <a:t>may</a:t>
            </a:r>
            <a:r>
              <a:rPr sz="1800" spc="450" dirty="0">
                <a:latin typeface="Corbel"/>
                <a:cs typeface="Corbel"/>
              </a:rPr>
              <a:t> </a:t>
            </a:r>
            <a:r>
              <a:rPr sz="1800" dirty="0">
                <a:latin typeface="Corbel"/>
                <a:cs typeface="Corbel"/>
              </a:rPr>
              <a:t>happen</a:t>
            </a:r>
            <a:r>
              <a:rPr sz="1800" spc="450" dirty="0">
                <a:latin typeface="Corbel"/>
                <a:cs typeface="Corbel"/>
              </a:rPr>
              <a:t> </a:t>
            </a:r>
            <a:r>
              <a:rPr sz="1800" dirty="0">
                <a:latin typeface="Corbel"/>
                <a:cs typeface="Corbel"/>
              </a:rPr>
              <a:t>should</a:t>
            </a:r>
            <a:r>
              <a:rPr sz="1800" spc="445" dirty="0">
                <a:latin typeface="Corbel"/>
                <a:cs typeface="Corbel"/>
              </a:rPr>
              <a:t> </a:t>
            </a:r>
            <a:r>
              <a:rPr sz="1800" dirty="0">
                <a:latin typeface="Corbel"/>
                <a:cs typeface="Corbel"/>
              </a:rPr>
              <a:t>a</a:t>
            </a:r>
            <a:r>
              <a:rPr sz="1800" spc="450" dirty="0">
                <a:latin typeface="Corbel"/>
                <a:cs typeface="Corbel"/>
              </a:rPr>
              <a:t> </a:t>
            </a:r>
            <a:r>
              <a:rPr sz="1800" dirty="0">
                <a:latin typeface="Corbel"/>
                <a:cs typeface="Corbel"/>
              </a:rPr>
              <a:t>hazard</a:t>
            </a:r>
            <a:r>
              <a:rPr sz="1800" spc="450" dirty="0">
                <a:latin typeface="Corbel"/>
                <a:cs typeface="Corbel"/>
              </a:rPr>
              <a:t> </a:t>
            </a:r>
            <a:r>
              <a:rPr sz="1800" dirty="0">
                <a:latin typeface="Corbel"/>
                <a:cs typeface="Corbel"/>
              </a:rPr>
              <a:t>manifest</a:t>
            </a:r>
            <a:r>
              <a:rPr sz="1800" spc="450" dirty="0">
                <a:latin typeface="Corbel"/>
                <a:cs typeface="Corbel"/>
              </a:rPr>
              <a:t> </a:t>
            </a:r>
            <a:r>
              <a:rPr sz="1800" dirty="0">
                <a:latin typeface="Corbel"/>
                <a:cs typeface="Corbel"/>
              </a:rPr>
              <a:t>itself,</a:t>
            </a:r>
            <a:r>
              <a:rPr sz="1800" spc="445" dirty="0">
                <a:latin typeface="Corbel"/>
                <a:cs typeface="Corbel"/>
              </a:rPr>
              <a:t> </a:t>
            </a:r>
            <a:r>
              <a:rPr sz="1800" dirty="0">
                <a:latin typeface="Corbel"/>
                <a:cs typeface="Corbel"/>
              </a:rPr>
              <a:t>that</a:t>
            </a:r>
            <a:r>
              <a:rPr sz="1800" spc="450" dirty="0">
                <a:latin typeface="Corbel"/>
                <a:cs typeface="Corbel"/>
              </a:rPr>
              <a:t> </a:t>
            </a:r>
            <a:r>
              <a:rPr sz="1800" dirty="0">
                <a:latin typeface="Corbel"/>
                <a:cs typeface="Corbel"/>
              </a:rPr>
              <a:t>is,</a:t>
            </a:r>
            <a:r>
              <a:rPr sz="1800" spc="450" dirty="0">
                <a:latin typeface="Corbel"/>
                <a:cs typeface="Corbel"/>
              </a:rPr>
              <a:t> </a:t>
            </a:r>
            <a:r>
              <a:rPr sz="1800" dirty="0">
                <a:latin typeface="Corbel"/>
                <a:cs typeface="Corbel"/>
              </a:rPr>
              <a:t>what</a:t>
            </a:r>
            <a:r>
              <a:rPr sz="1800" spc="445" dirty="0">
                <a:latin typeface="Corbel"/>
                <a:cs typeface="Corbel"/>
              </a:rPr>
              <a:t> </a:t>
            </a:r>
            <a:r>
              <a:rPr sz="1800" dirty="0">
                <a:latin typeface="Corbel"/>
                <a:cs typeface="Corbel"/>
              </a:rPr>
              <a:t>may</a:t>
            </a:r>
            <a:r>
              <a:rPr sz="1800" spc="450" dirty="0">
                <a:latin typeface="Corbel"/>
                <a:cs typeface="Corbel"/>
              </a:rPr>
              <a:t> </a:t>
            </a:r>
            <a:r>
              <a:rPr sz="1800" dirty="0">
                <a:latin typeface="Corbel"/>
                <a:cs typeface="Corbel"/>
              </a:rPr>
              <a:t>happen</a:t>
            </a:r>
            <a:r>
              <a:rPr sz="1800" spc="450" dirty="0">
                <a:latin typeface="Corbel"/>
                <a:cs typeface="Corbel"/>
              </a:rPr>
              <a:t> </a:t>
            </a:r>
            <a:r>
              <a:rPr sz="1800" dirty="0">
                <a:latin typeface="Corbel"/>
                <a:cs typeface="Corbel"/>
              </a:rPr>
              <a:t>if</a:t>
            </a:r>
            <a:r>
              <a:rPr sz="1800" spc="450" dirty="0">
                <a:latin typeface="Corbel"/>
                <a:cs typeface="Corbel"/>
              </a:rPr>
              <a:t> </a:t>
            </a:r>
            <a:r>
              <a:rPr sz="1800" spc="-20" dirty="0">
                <a:latin typeface="Corbel"/>
                <a:cs typeface="Corbel"/>
              </a:rPr>
              <a:t>your </a:t>
            </a:r>
            <a:r>
              <a:rPr sz="1800" dirty="0">
                <a:latin typeface="Corbel"/>
                <a:cs typeface="Corbel"/>
              </a:rPr>
              <a:t>operations</a:t>
            </a:r>
            <a:r>
              <a:rPr sz="1800" spc="-50" dirty="0">
                <a:latin typeface="Corbel"/>
                <a:cs typeface="Corbel"/>
              </a:rPr>
              <a:t> </a:t>
            </a:r>
            <a:r>
              <a:rPr sz="1800" dirty="0">
                <a:latin typeface="Corbel"/>
                <a:cs typeface="Corbel"/>
              </a:rPr>
              <a:t>interact</a:t>
            </a:r>
            <a:r>
              <a:rPr sz="1800" spc="-50" dirty="0">
                <a:latin typeface="Corbel"/>
                <a:cs typeface="Corbel"/>
              </a:rPr>
              <a:t> </a:t>
            </a:r>
            <a:r>
              <a:rPr sz="1800" dirty="0">
                <a:latin typeface="Corbel"/>
                <a:cs typeface="Corbel"/>
              </a:rPr>
              <a:t>with</a:t>
            </a:r>
            <a:r>
              <a:rPr sz="1800" spc="-40" dirty="0">
                <a:latin typeface="Corbel"/>
                <a:cs typeface="Corbel"/>
              </a:rPr>
              <a:t> </a:t>
            </a:r>
            <a:r>
              <a:rPr sz="1800" dirty="0">
                <a:latin typeface="Corbel"/>
                <a:cs typeface="Corbel"/>
              </a:rPr>
              <a:t>any</a:t>
            </a:r>
            <a:r>
              <a:rPr sz="1800" spc="-50" dirty="0">
                <a:latin typeface="Corbel"/>
                <a:cs typeface="Corbel"/>
              </a:rPr>
              <a:t> </a:t>
            </a:r>
            <a:r>
              <a:rPr sz="1800" dirty="0">
                <a:latin typeface="Corbel"/>
                <a:cs typeface="Corbel"/>
              </a:rPr>
              <a:t>particular</a:t>
            </a:r>
            <a:r>
              <a:rPr sz="1800" spc="-45" dirty="0">
                <a:latin typeface="Corbel"/>
                <a:cs typeface="Corbel"/>
              </a:rPr>
              <a:t> </a:t>
            </a:r>
            <a:r>
              <a:rPr sz="1800" spc="-10" dirty="0">
                <a:latin typeface="Corbel"/>
                <a:cs typeface="Corbel"/>
              </a:rPr>
              <a:t>obstacle.</a:t>
            </a:r>
            <a:endParaRPr sz="1800" dirty="0">
              <a:latin typeface="Corbel"/>
              <a:cs typeface="Corbe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3" cstate="print"/>
          <a:stretch>
            <a:fillRect/>
          </a:stretch>
        </p:blipFill>
        <p:spPr>
          <a:xfrm>
            <a:off x="1417319" y="566927"/>
            <a:ext cx="5126735" cy="573024"/>
          </a:xfrm>
          <a:prstGeom prst="rect">
            <a:avLst/>
          </a:prstGeom>
        </p:spPr>
      </p:pic>
      <p:sp>
        <p:nvSpPr>
          <p:cNvPr id="4" name="object 4"/>
          <p:cNvSpPr txBox="1">
            <a:spLocks noGrp="1"/>
          </p:cNvSpPr>
          <p:nvPr>
            <p:ph type="title"/>
          </p:nvPr>
        </p:nvSpPr>
        <p:spPr>
          <a:prstGeom prst="rect">
            <a:avLst/>
          </a:prstGeom>
        </p:spPr>
        <p:txBody>
          <a:bodyPr vert="horz" wrap="square" lIns="0" tIns="329691" rIns="0" bIns="0" rtlCol="0">
            <a:spAutoFit/>
          </a:bodyPr>
          <a:lstStyle/>
          <a:p>
            <a:pPr marL="640715">
              <a:lnSpc>
                <a:spcPct val="100000"/>
              </a:lnSpc>
              <a:spcBef>
                <a:spcPts val="100"/>
              </a:spcBef>
            </a:pPr>
            <a:r>
              <a:rPr dirty="0"/>
              <a:t>Identify</a:t>
            </a:r>
            <a:r>
              <a:rPr spc="-35" dirty="0"/>
              <a:t> </a:t>
            </a:r>
            <a:r>
              <a:rPr dirty="0"/>
              <a:t>risk</a:t>
            </a:r>
            <a:r>
              <a:rPr spc="-30" dirty="0"/>
              <a:t> </a:t>
            </a:r>
            <a:r>
              <a:rPr dirty="0"/>
              <a:t>and</a:t>
            </a:r>
            <a:r>
              <a:rPr spc="-30" dirty="0"/>
              <a:t> </a:t>
            </a:r>
            <a:r>
              <a:rPr dirty="0"/>
              <a:t>hazards</a:t>
            </a:r>
            <a:r>
              <a:rPr spc="-30" dirty="0"/>
              <a:t> </a:t>
            </a:r>
            <a:r>
              <a:rPr dirty="0"/>
              <a:t>using</a:t>
            </a:r>
            <a:r>
              <a:rPr spc="-30" dirty="0"/>
              <a:t> </a:t>
            </a:r>
            <a:r>
              <a:rPr dirty="0"/>
              <a:t>5</a:t>
            </a:r>
            <a:r>
              <a:rPr spc="-30" dirty="0"/>
              <a:t> </a:t>
            </a:r>
            <a:r>
              <a:rPr dirty="0"/>
              <a:t>risk</a:t>
            </a:r>
            <a:r>
              <a:rPr spc="-30" dirty="0"/>
              <a:t> </a:t>
            </a:r>
            <a:r>
              <a:rPr spc="-10" dirty="0"/>
              <a:t>elements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54</a:t>
            </a:fld>
            <a:endParaRPr spc="-25" dirty="0"/>
          </a:p>
        </p:txBody>
      </p:sp>
      <p:sp>
        <p:nvSpPr>
          <p:cNvPr id="5" name="object 5"/>
          <p:cNvSpPr txBox="1"/>
          <p:nvPr/>
        </p:nvSpPr>
        <p:spPr>
          <a:xfrm>
            <a:off x="1479541" y="1552103"/>
            <a:ext cx="10357485" cy="3978275"/>
          </a:xfrm>
          <a:prstGeom prst="rect">
            <a:avLst/>
          </a:prstGeom>
        </p:spPr>
        <p:txBody>
          <a:bodyPr vert="horz" wrap="square" lIns="0" tIns="33020" rIns="0" bIns="0" rtlCol="0">
            <a:spAutoFit/>
          </a:bodyPr>
          <a:lstStyle/>
          <a:p>
            <a:pPr marL="12700">
              <a:lnSpc>
                <a:spcPct val="100000"/>
              </a:lnSpc>
              <a:spcBef>
                <a:spcPts val="260"/>
              </a:spcBef>
            </a:pPr>
            <a:r>
              <a:rPr sz="1700" dirty="0">
                <a:latin typeface="Corbel"/>
                <a:cs typeface="Corbel"/>
              </a:rPr>
              <a:t>There</a:t>
            </a:r>
            <a:r>
              <a:rPr sz="1700" spc="-35" dirty="0">
                <a:latin typeface="Corbel"/>
                <a:cs typeface="Corbel"/>
              </a:rPr>
              <a:t> </a:t>
            </a:r>
            <a:r>
              <a:rPr sz="1700" dirty="0">
                <a:latin typeface="Corbel"/>
                <a:cs typeface="Corbel"/>
              </a:rPr>
              <a:t>are</a:t>
            </a:r>
            <a:r>
              <a:rPr sz="1700" spc="-30" dirty="0">
                <a:latin typeface="Corbel"/>
                <a:cs typeface="Corbel"/>
              </a:rPr>
              <a:t> </a:t>
            </a:r>
            <a:r>
              <a:rPr sz="1700" dirty="0">
                <a:latin typeface="Corbel"/>
                <a:cs typeface="Corbel"/>
              </a:rPr>
              <a:t>5</a:t>
            </a:r>
            <a:r>
              <a:rPr sz="1700" spc="-40" dirty="0">
                <a:latin typeface="Corbel"/>
                <a:cs typeface="Corbel"/>
              </a:rPr>
              <a:t> </a:t>
            </a:r>
            <a:r>
              <a:rPr sz="1700" dirty="0">
                <a:latin typeface="Corbel"/>
                <a:cs typeface="Corbel"/>
              </a:rPr>
              <a:t>important</a:t>
            </a:r>
            <a:r>
              <a:rPr sz="1700" spc="-40" dirty="0">
                <a:latin typeface="Corbel"/>
                <a:cs typeface="Corbel"/>
              </a:rPr>
              <a:t> </a:t>
            </a:r>
            <a:r>
              <a:rPr sz="1700" dirty="0">
                <a:latin typeface="Corbel"/>
                <a:cs typeface="Corbel"/>
              </a:rPr>
              <a:t>risk</a:t>
            </a:r>
            <a:r>
              <a:rPr sz="1700" spc="-35" dirty="0">
                <a:latin typeface="Corbel"/>
                <a:cs typeface="Corbel"/>
              </a:rPr>
              <a:t> </a:t>
            </a:r>
            <a:r>
              <a:rPr sz="1700" dirty="0">
                <a:latin typeface="Corbel"/>
                <a:cs typeface="Corbel"/>
              </a:rPr>
              <a:t>elements</a:t>
            </a:r>
            <a:r>
              <a:rPr sz="1700" spc="-30" dirty="0">
                <a:latin typeface="Corbel"/>
                <a:cs typeface="Corbel"/>
              </a:rPr>
              <a:t> </a:t>
            </a:r>
            <a:r>
              <a:rPr sz="1700" dirty="0">
                <a:latin typeface="Corbel"/>
                <a:cs typeface="Corbel"/>
              </a:rPr>
              <a:t>to</a:t>
            </a:r>
            <a:r>
              <a:rPr sz="1700" spc="-30" dirty="0">
                <a:latin typeface="Corbel"/>
                <a:cs typeface="Corbel"/>
              </a:rPr>
              <a:t> </a:t>
            </a:r>
            <a:r>
              <a:rPr sz="1700" dirty="0">
                <a:latin typeface="Corbel"/>
                <a:cs typeface="Corbel"/>
              </a:rPr>
              <a:t>check</a:t>
            </a:r>
            <a:r>
              <a:rPr sz="1700" spc="-40" dirty="0">
                <a:latin typeface="Corbel"/>
                <a:cs typeface="Corbel"/>
              </a:rPr>
              <a:t> </a:t>
            </a:r>
            <a:r>
              <a:rPr sz="1700" dirty="0">
                <a:latin typeface="Corbel"/>
                <a:cs typeface="Corbel"/>
              </a:rPr>
              <a:t>before</a:t>
            </a:r>
            <a:r>
              <a:rPr sz="1700" spc="-30" dirty="0">
                <a:latin typeface="Corbel"/>
                <a:cs typeface="Corbel"/>
              </a:rPr>
              <a:t> </a:t>
            </a:r>
            <a:r>
              <a:rPr sz="1700" dirty="0">
                <a:latin typeface="Corbel"/>
                <a:cs typeface="Corbel"/>
              </a:rPr>
              <a:t>flying</a:t>
            </a:r>
            <a:r>
              <a:rPr sz="1700" spc="-80" dirty="0">
                <a:latin typeface="Corbel"/>
                <a:cs typeface="Corbel"/>
              </a:rPr>
              <a:t> </a:t>
            </a:r>
            <a:r>
              <a:rPr sz="1700" dirty="0">
                <a:latin typeface="Corbel"/>
                <a:cs typeface="Corbel"/>
              </a:rPr>
              <a:t>UA,</a:t>
            </a:r>
            <a:r>
              <a:rPr sz="1700" spc="-30" dirty="0">
                <a:latin typeface="Corbel"/>
                <a:cs typeface="Corbel"/>
              </a:rPr>
              <a:t> </a:t>
            </a:r>
            <a:r>
              <a:rPr sz="1700" dirty="0">
                <a:latin typeface="Corbel"/>
                <a:cs typeface="Corbel"/>
              </a:rPr>
              <a:t>to</a:t>
            </a:r>
            <a:r>
              <a:rPr sz="1700" spc="-30" dirty="0">
                <a:latin typeface="Corbel"/>
                <a:cs typeface="Corbel"/>
              </a:rPr>
              <a:t> </a:t>
            </a:r>
            <a:r>
              <a:rPr sz="1700" dirty="0">
                <a:latin typeface="Corbel"/>
                <a:cs typeface="Corbel"/>
              </a:rPr>
              <a:t>ensure</a:t>
            </a:r>
            <a:r>
              <a:rPr sz="1700" spc="-30" dirty="0">
                <a:latin typeface="Corbel"/>
                <a:cs typeface="Corbel"/>
              </a:rPr>
              <a:t> </a:t>
            </a:r>
            <a:r>
              <a:rPr sz="1700" dirty="0">
                <a:latin typeface="Corbel"/>
                <a:cs typeface="Corbel"/>
              </a:rPr>
              <a:t>safe</a:t>
            </a:r>
            <a:r>
              <a:rPr sz="1700" spc="-35" dirty="0">
                <a:latin typeface="Corbel"/>
                <a:cs typeface="Corbel"/>
              </a:rPr>
              <a:t> </a:t>
            </a:r>
            <a:r>
              <a:rPr sz="1700" spc="-10" dirty="0">
                <a:latin typeface="Corbel"/>
                <a:cs typeface="Corbel"/>
              </a:rPr>
              <a:t>operation.</a:t>
            </a:r>
            <a:endParaRPr sz="1700" dirty="0">
              <a:latin typeface="Corbel"/>
              <a:cs typeface="Corbel"/>
            </a:endParaRPr>
          </a:p>
          <a:p>
            <a:pPr marL="755650" marR="5080" indent="-457200">
              <a:lnSpc>
                <a:spcPct val="71200"/>
              </a:lnSpc>
              <a:spcBef>
                <a:spcPts val="1235"/>
              </a:spcBef>
              <a:buClr>
                <a:srgbClr val="1482AC"/>
              </a:buClr>
              <a:buSzPct val="164705"/>
              <a:buAutoNum type="arabicPeriod"/>
              <a:tabLst>
                <a:tab pos="755650" algn="l"/>
              </a:tabLst>
            </a:pPr>
            <a:r>
              <a:rPr sz="1700" dirty="0">
                <a:latin typeface="Corbel"/>
                <a:cs typeface="Corbel"/>
              </a:rPr>
              <a:t>Pilot</a:t>
            </a:r>
            <a:r>
              <a:rPr sz="1700" spc="5" dirty="0">
                <a:latin typeface="Corbel"/>
                <a:cs typeface="Corbel"/>
              </a:rPr>
              <a:t> </a:t>
            </a:r>
            <a:r>
              <a:rPr sz="1700" dirty="0">
                <a:latin typeface="Corbel"/>
                <a:cs typeface="Corbel"/>
              </a:rPr>
              <a:t>– The</a:t>
            </a:r>
            <a:r>
              <a:rPr sz="1700" spc="10" dirty="0">
                <a:latin typeface="Corbel"/>
                <a:cs typeface="Corbel"/>
              </a:rPr>
              <a:t> </a:t>
            </a:r>
            <a:r>
              <a:rPr sz="1700" dirty="0">
                <a:latin typeface="Corbel"/>
                <a:cs typeface="Corbel"/>
              </a:rPr>
              <a:t>pilot's</a:t>
            </a:r>
            <a:r>
              <a:rPr sz="1700" spc="10" dirty="0">
                <a:latin typeface="Corbel"/>
                <a:cs typeface="Corbel"/>
              </a:rPr>
              <a:t> </a:t>
            </a:r>
            <a:r>
              <a:rPr sz="1700" dirty="0">
                <a:latin typeface="Corbel"/>
                <a:cs typeface="Corbel"/>
              </a:rPr>
              <a:t>fitness</a:t>
            </a:r>
            <a:r>
              <a:rPr sz="1700" spc="5" dirty="0">
                <a:latin typeface="Corbel"/>
                <a:cs typeface="Corbel"/>
              </a:rPr>
              <a:t> </a:t>
            </a:r>
            <a:r>
              <a:rPr sz="1700" dirty="0">
                <a:latin typeface="Corbel"/>
                <a:cs typeface="Corbel"/>
              </a:rPr>
              <a:t>to</a:t>
            </a:r>
            <a:r>
              <a:rPr sz="1700" spc="10" dirty="0">
                <a:latin typeface="Corbel"/>
                <a:cs typeface="Corbel"/>
              </a:rPr>
              <a:t> </a:t>
            </a:r>
            <a:r>
              <a:rPr sz="1700" dirty="0">
                <a:latin typeface="Corbel"/>
                <a:cs typeface="Corbel"/>
              </a:rPr>
              <a:t>fly</a:t>
            </a:r>
            <a:r>
              <a:rPr sz="1700" spc="10" dirty="0">
                <a:latin typeface="Corbel"/>
                <a:cs typeface="Corbel"/>
              </a:rPr>
              <a:t> </a:t>
            </a:r>
            <a:r>
              <a:rPr sz="1700" dirty="0">
                <a:latin typeface="Corbel"/>
                <a:cs typeface="Corbel"/>
              </a:rPr>
              <a:t>must</a:t>
            </a:r>
            <a:r>
              <a:rPr sz="1700" spc="5" dirty="0">
                <a:latin typeface="Corbel"/>
                <a:cs typeface="Corbel"/>
              </a:rPr>
              <a:t> </a:t>
            </a:r>
            <a:r>
              <a:rPr sz="1700" dirty="0">
                <a:latin typeface="Corbel"/>
                <a:cs typeface="Corbel"/>
              </a:rPr>
              <a:t>be</a:t>
            </a:r>
            <a:r>
              <a:rPr sz="1700" spc="10" dirty="0">
                <a:latin typeface="Corbel"/>
                <a:cs typeface="Corbel"/>
              </a:rPr>
              <a:t> </a:t>
            </a:r>
            <a:r>
              <a:rPr sz="1700" dirty="0">
                <a:latin typeface="Corbel"/>
                <a:cs typeface="Corbel"/>
              </a:rPr>
              <a:t>evaluated</a:t>
            </a:r>
            <a:r>
              <a:rPr sz="1700" spc="5" dirty="0">
                <a:latin typeface="Corbel"/>
                <a:cs typeface="Corbel"/>
              </a:rPr>
              <a:t> </a:t>
            </a:r>
            <a:r>
              <a:rPr sz="1700" dirty="0">
                <a:latin typeface="Corbel"/>
                <a:cs typeface="Corbel"/>
              </a:rPr>
              <a:t>including</a:t>
            </a:r>
            <a:r>
              <a:rPr sz="1700" spc="10" dirty="0">
                <a:latin typeface="Corbel"/>
                <a:cs typeface="Corbel"/>
              </a:rPr>
              <a:t> </a:t>
            </a:r>
            <a:r>
              <a:rPr sz="1700" dirty="0">
                <a:latin typeface="Corbel"/>
                <a:cs typeface="Corbel"/>
              </a:rPr>
              <a:t>competency in</a:t>
            </a:r>
            <a:r>
              <a:rPr sz="1700" spc="10" dirty="0">
                <a:latin typeface="Corbel"/>
                <a:cs typeface="Corbel"/>
              </a:rPr>
              <a:t> </a:t>
            </a:r>
            <a:r>
              <a:rPr sz="1700" dirty="0">
                <a:latin typeface="Corbel"/>
                <a:cs typeface="Corbel"/>
              </a:rPr>
              <a:t>the</a:t>
            </a:r>
            <a:r>
              <a:rPr sz="1700" spc="15" dirty="0">
                <a:latin typeface="Corbel"/>
                <a:cs typeface="Corbel"/>
              </a:rPr>
              <a:t> </a:t>
            </a:r>
            <a:r>
              <a:rPr sz="1700" dirty="0">
                <a:latin typeface="Corbel"/>
                <a:cs typeface="Corbel"/>
              </a:rPr>
              <a:t>airplane,</a:t>
            </a:r>
            <a:r>
              <a:rPr sz="1700" spc="5" dirty="0">
                <a:latin typeface="Corbel"/>
                <a:cs typeface="Corbel"/>
              </a:rPr>
              <a:t> </a:t>
            </a:r>
            <a:r>
              <a:rPr sz="1700" dirty="0">
                <a:latin typeface="Corbel"/>
                <a:cs typeface="Corbel"/>
              </a:rPr>
              <a:t>currency,</a:t>
            </a:r>
            <a:r>
              <a:rPr sz="1700" spc="5" dirty="0">
                <a:latin typeface="Corbel"/>
                <a:cs typeface="Corbel"/>
              </a:rPr>
              <a:t> </a:t>
            </a:r>
            <a:r>
              <a:rPr sz="1700" dirty="0">
                <a:latin typeface="Corbel"/>
                <a:cs typeface="Corbel"/>
              </a:rPr>
              <a:t>and</a:t>
            </a:r>
            <a:r>
              <a:rPr sz="1700" spc="5" dirty="0">
                <a:latin typeface="Corbel"/>
                <a:cs typeface="Corbel"/>
              </a:rPr>
              <a:t> </a:t>
            </a:r>
            <a:r>
              <a:rPr sz="1700" spc="-10" dirty="0">
                <a:latin typeface="Corbel"/>
                <a:cs typeface="Corbel"/>
              </a:rPr>
              <a:t>flight experience.</a:t>
            </a:r>
            <a:endParaRPr sz="1700" dirty="0">
              <a:latin typeface="Corbel"/>
              <a:cs typeface="Corbel"/>
            </a:endParaRPr>
          </a:p>
          <a:p>
            <a:pPr>
              <a:lnSpc>
                <a:spcPct val="100000"/>
              </a:lnSpc>
              <a:spcBef>
                <a:spcPts val="90"/>
              </a:spcBef>
              <a:buClr>
                <a:srgbClr val="1482AC"/>
              </a:buClr>
              <a:buFont typeface="Corbel"/>
              <a:buAutoNum type="arabicPeriod"/>
            </a:pPr>
            <a:endParaRPr sz="1700" dirty="0">
              <a:latin typeface="Corbel"/>
              <a:cs typeface="Corbel"/>
            </a:endParaRPr>
          </a:p>
          <a:p>
            <a:pPr marL="755015" indent="-456565">
              <a:lnSpc>
                <a:spcPct val="100000"/>
              </a:lnSpc>
              <a:buClr>
                <a:srgbClr val="1482AC"/>
              </a:buClr>
              <a:buSzPct val="164705"/>
              <a:buAutoNum type="arabicPeriod"/>
              <a:tabLst>
                <a:tab pos="755015" algn="l"/>
              </a:tabLst>
            </a:pPr>
            <a:r>
              <a:rPr sz="1700" dirty="0">
                <a:latin typeface="Corbel"/>
                <a:cs typeface="Corbel"/>
              </a:rPr>
              <a:t>Aircraft</a:t>
            </a:r>
            <a:r>
              <a:rPr sz="1700" spc="-60" dirty="0">
                <a:latin typeface="Corbel"/>
                <a:cs typeface="Corbel"/>
              </a:rPr>
              <a:t> </a:t>
            </a:r>
            <a:r>
              <a:rPr sz="1700" dirty="0">
                <a:latin typeface="Corbel"/>
                <a:cs typeface="Corbel"/>
              </a:rPr>
              <a:t>–</a:t>
            </a:r>
            <a:r>
              <a:rPr sz="1700" spc="-125" dirty="0">
                <a:latin typeface="Corbel"/>
                <a:cs typeface="Corbel"/>
              </a:rPr>
              <a:t> </a:t>
            </a:r>
            <a:r>
              <a:rPr sz="1700" dirty="0">
                <a:latin typeface="Corbel"/>
                <a:cs typeface="Corbel"/>
              </a:rPr>
              <a:t>The</a:t>
            </a:r>
            <a:r>
              <a:rPr sz="1700" spc="-35" dirty="0">
                <a:latin typeface="Corbel"/>
                <a:cs typeface="Corbel"/>
              </a:rPr>
              <a:t> </a:t>
            </a:r>
            <a:r>
              <a:rPr sz="1700" dirty="0">
                <a:latin typeface="Corbel"/>
                <a:cs typeface="Corbel"/>
              </a:rPr>
              <a:t>aircraft's</a:t>
            </a:r>
            <a:r>
              <a:rPr sz="1700" spc="-35" dirty="0">
                <a:latin typeface="Corbel"/>
                <a:cs typeface="Corbel"/>
              </a:rPr>
              <a:t> </a:t>
            </a:r>
            <a:r>
              <a:rPr sz="1700" spc="-10" dirty="0">
                <a:latin typeface="Corbel"/>
                <a:cs typeface="Corbel"/>
              </a:rPr>
              <a:t>performance,</a:t>
            </a:r>
            <a:r>
              <a:rPr sz="1700" spc="-35" dirty="0">
                <a:latin typeface="Corbel"/>
                <a:cs typeface="Corbel"/>
              </a:rPr>
              <a:t> </a:t>
            </a:r>
            <a:r>
              <a:rPr sz="1700" dirty="0">
                <a:latin typeface="Corbel"/>
                <a:cs typeface="Corbel"/>
              </a:rPr>
              <a:t>limitations,</a:t>
            </a:r>
            <a:r>
              <a:rPr sz="1700" spc="-35" dirty="0">
                <a:latin typeface="Corbel"/>
                <a:cs typeface="Corbel"/>
              </a:rPr>
              <a:t> </a:t>
            </a:r>
            <a:r>
              <a:rPr sz="1700" dirty="0">
                <a:latin typeface="Corbel"/>
                <a:cs typeface="Corbel"/>
              </a:rPr>
              <a:t>equipment,</a:t>
            </a:r>
            <a:r>
              <a:rPr sz="1700" spc="-30" dirty="0">
                <a:latin typeface="Corbel"/>
                <a:cs typeface="Corbel"/>
              </a:rPr>
              <a:t> </a:t>
            </a:r>
            <a:r>
              <a:rPr sz="1700" dirty="0">
                <a:latin typeface="Corbel"/>
                <a:cs typeface="Corbel"/>
              </a:rPr>
              <a:t>and</a:t>
            </a:r>
            <a:r>
              <a:rPr sz="1700" spc="-35" dirty="0">
                <a:latin typeface="Corbel"/>
                <a:cs typeface="Corbel"/>
              </a:rPr>
              <a:t> </a:t>
            </a:r>
            <a:r>
              <a:rPr sz="1700" dirty="0">
                <a:latin typeface="Corbel"/>
                <a:cs typeface="Corbel"/>
              </a:rPr>
              <a:t>airworthiness</a:t>
            </a:r>
            <a:r>
              <a:rPr sz="1700" spc="-45" dirty="0">
                <a:latin typeface="Corbel"/>
                <a:cs typeface="Corbel"/>
              </a:rPr>
              <a:t> </a:t>
            </a:r>
            <a:r>
              <a:rPr sz="1700" dirty="0">
                <a:latin typeface="Corbel"/>
                <a:cs typeface="Corbel"/>
              </a:rPr>
              <a:t>must</a:t>
            </a:r>
            <a:r>
              <a:rPr sz="1700" spc="-40" dirty="0">
                <a:latin typeface="Corbel"/>
                <a:cs typeface="Corbel"/>
              </a:rPr>
              <a:t> </a:t>
            </a:r>
            <a:r>
              <a:rPr sz="1700" dirty="0">
                <a:latin typeface="Corbel"/>
                <a:cs typeface="Corbel"/>
              </a:rPr>
              <a:t>be</a:t>
            </a:r>
            <a:r>
              <a:rPr sz="1700" spc="-30" dirty="0">
                <a:latin typeface="Corbel"/>
                <a:cs typeface="Corbel"/>
              </a:rPr>
              <a:t> </a:t>
            </a:r>
            <a:r>
              <a:rPr sz="1700" spc="-10" dirty="0">
                <a:latin typeface="Corbel"/>
                <a:cs typeface="Corbel"/>
              </a:rPr>
              <a:t>determined.</a:t>
            </a:r>
            <a:endParaRPr sz="1700" dirty="0">
              <a:latin typeface="Corbel"/>
              <a:cs typeface="Corbel"/>
            </a:endParaRPr>
          </a:p>
          <a:p>
            <a:pPr>
              <a:lnSpc>
                <a:spcPct val="100000"/>
              </a:lnSpc>
              <a:spcBef>
                <a:spcPts val="114"/>
              </a:spcBef>
              <a:buClr>
                <a:srgbClr val="1482AC"/>
              </a:buClr>
              <a:buFont typeface="Corbel"/>
              <a:buAutoNum type="arabicPeriod"/>
            </a:pPr>
            <a:endParaRPr sz="1700" dirty="0">
              <a:latin typeface="Corbel"/>
              <a:cs typeface="Corbel"/>
            </a:endParaRPr>
          </a:p>
          <a:p>
            <a:pPr marL="755650" marR="5080" indent="-457200">
              <a:lnSpc>
                <a:spcPct val="71200"/>
              </a:lnSpc>
              <a:buClr>
                <a:srgbClr val="1482AC"/>
              </a:buClr>
              <a:buSzPct val="164705"/>
              <a:buAutoNum type="arabicPeriod"/>
              <a:tabLst>
                <a:tab pos="755650" algn="l"/>
              </a:tabLst>
            </a:pPr>
            <a:r>
              <a:rPr sz="1700" dirty="0">
                <a:latin typeface="Corbel"/>
                <a:cs typeface="Corbel"/>
              </a:rPr>
              <a:t>Environment</a:t>
            </a:r>
            <a:r>
              <a:rPr sz="1700" spc="-5" dirty="0">
                <a:latin typeface="Corbel"/>
                <a:cs typeface="Corbel"/>
              </a:rPr>
              <a:t> </a:t>
            </a:r>
            <a:r>
              <a:rPr sz="1700" dirty="0">
                <a:latin typeface="Corbel"/>
                <a:cs typeface="Corbel"/>
              </a:rPr>
              <a:t>–</a:t>
            </a:r>
            <a:r>
              <a:rPr sz="1700" spc="-5" dirty="0">
                <a:latin typeface="Corbel"/>
                <a:cs typeface="Corbel"/>
              </a:rPr>
              <a:t> </a:t>
            </a:r>
            <a:r>
              <a:rPr sz="1700" dirty="0">
                <a:latin typeface="Corbel"/>
                <a:cs typeface="Corbel"/>
              </a:rPr>
              <a:t>Factors,</a:t>
            </a:r>
            <a:r>
              <a:rPr sz="1700" spc="5" dirty="0">
                <a:latin typeface="Corbel"/>
                <a:cs typeface="Corbel"/>
              </a:rPr>
              <a:t> </a:t>
            </a:r>
            <a:r>
              <a:rPr sz="1700" dirty="0">
                <a:latin typeface="Corbel"/>
                <a:cs typeface="Corbel"/>
              </a:rPr>
              <a:t>such</a:t>
            </a:r>
            <a:r>
              <a:rPr sz="1700" spc="-5" dirty="0">
                <a:latin typeface="Corbel"/>
                <a:cs typeface="Corbel"/>
              </a:rPr>
              <a:t> </a:t>
            </a:r>
            <a:r>
              <a:rPr sz="1700" dirty="0">
                <a:latin typeface="Corbel"/>
                <a:cs typeface="Corbel"/>
              </a:rPr>
              <a:t>as</a:t>
            </a:r>
            <a:r>
              <a:rPr sz="1700" spc="5" dirty="0">
                <a:latin typeface="Corbel"/>
                <a:cs typeface="Corbel"/>
              </a:rPr>
              <a:t> </a:t>
            </a:r>
            <a:r>
              <a:rPr sz="1700" spc="-10" dirty="0">
                <a:latin typeface="Corbel"/>
                <a:cs typeface="Corbel"/>
              </a:rPr>
              <a:t>weather,</a:t>
            </a:r>
            <a:r>
              <a:rPr sz="1700" spc="5" dirty="0">
                <a:latin typeface="Corbel"/>
                <a:cs typeface="Corbel"/>
              </a:rPr>
              <a:t> </a:t>
            </a:r>
            <a:r>
              <a:rPr sz="1700" dirty="0">
                <a:latin typeface="Corbel"/>
                <a:cs typeface="Corbel"/>
              </a:rPr>
              <a:t>airport conditions,</a:t>
            </a:r>
            <a:r>
              <a:rPr sz="1700" spc="5" dirty="0">
                <a:latin typeface="Corbel"/>
                <a:cs typeface="Corbel"/>
              </a:rPr>
              <a:t> </a:t>
            </a:r>
            <a:r>
              <a:rPr sz="1700" dirty="0">
                <a:latin typeface="Corbel"/>
                <a:cs typeface="Corbel"/>
              </a:rPr>
              <a:t>and</a:t>
            </a:r>
            <a:r>
              <a:rPr sz="1700" spc="-5" dirty="0">
                <a:latin typeface="Corbel"/>
                <a:cs typeface="Corbel"/>
              </a:rPr>
              <a:t> </a:t>
            </a:r>
            <a:r>
              <a:rPr sz="1700" dirty="0">
                <a:latin typeface="Corbel"/>
                <a:cs typeface="Corbel"/>
              </a:rPr>
              <a:t>the</a:t>
            </a:r>
            <a:r>
              <a:rPr sz="1700" spc="5" dirty="0">
                <a:latin typeface="Corbel"/>
                <a:cs typeface="Corbel"/>
              </a:rPr>
              <a:t> </a:t>
            </a:r>
            <a:r>
              <a:rPr sz="1700" dirty="0">
                <a:latin typeface="Corbel"/>
                <a:cs typeface="Corbel"/>
              </a:rPr>
              <a:t>availability</a:t>
            </a:r>
            <a:r>
              <a:rPr sz="1700" spc="-5" dirty="0">
                <a:latin typeface="Corbel"/>
                <a:cs typeface="Corbel"/>
              </a:rPr>
              <a:t> </a:t>
            </a:r>
            <a:r>
              <a:rPr sz="1700" dirty="0">
                <a:latin typeface="Corbel"/>
                <a:cs typeface="Corbel"/>
              </a:rPr>
              <a:t>of air</a:t>
            </a:r>
            <a:r>
              <a:rPr sz="1700" spc="10" dirty="0">
                <a:latin typeface="Corbel"/>
                <a:cs typeface="Corbel"/>
              </a:rPr>
              <a:t> </a:t>
            </a:r>
            <a:r>
              <a:rPr sz="1700" dirty="0">
                <a:latin typeface="Corbel"/>
                <a:cs typeface="Corbel"/>
              </a:rPr>
              <a:t>traffic</a:t>
            </a:r>
            <a:r>
              <a:rPr sz="1700" spc="5" dirty="0">
                <a:latin typeface="Corbel"/>
                <a:cs typeface="Corbel"/>
              </a:rPr>
              <a:t> </a:t>
            </a:r>
            <a:r>
              <a:rPr sz="1700" dirty="0">
                <a:latin typeface="Corbel"/>
                <a:cs typeface="Corbel"/>
              </a:rPr>
              <a:t>control</a:t>
            </a:r>
            <a:r>
              <a:rPr sz="1700" spc="5" dirty="0">
                <a:latin typeface="Corbel"/>
                <a:cs typeface="Corbel"/>
              </a:rPr>
              <a:t> </a:t>
            </a:r>
            <a:r>
              <a:rPr sz="1700" spc="-10" dirty="0">
                <a:latin typeface="Corbel"/>
                <a:cs typeface="Corbel"/>
              </a:rPr>
              <a:t>services </a:t>
            </a:r>
            <a:r>
              <a:rPr sz="1700" dirty="0">
                <a:latin typeface="Corbel"/>
                <a:cs typeface="Corbel"/>
              </a:rPr>
              <a:t>must</a:t>
            </a:r>
            <a:r>
              <a:rPr sz="1700" spc="-30" dirty="0">
                <a:latin typeface="Corbel"/>
                <a:cs typeface="Corbel"/>
              </a:rPr>
              <a:t> </a:t>
            </a:r>
            <a:r>
              <a:rPr sz="1700" dirty="0">
                <a:latin typeface="Corbel"/>
                <a:cs typeface="Corbel"/>
              </a:rPr>
              <a:t>be</a:t>
            </a:r>
            <a:r>
              <a:rPr sz="1700" spc="-15" dirty="0">
                <a:latin typeface="Corbel"/>
                <a:cs typeface="Corbel"/>
              </a:rPr>
              <a:t> </a:t>
            </a:r>
            <a:r>
              <a:rPr sz="1700" spc="-10" dirty="0">
                <a:latin typeface="Corbel"/>
                <a:cs typeface="Corbel"/>
              </a:rPr>
              <a:t>examined.</a:t>
            </a:r>
            <a:endParaRPr sz="1700" dirty="0">
              <a:latin typeface="Corbel"/>
              <a:cs typeface="Corbel"/>
            </a:endParaRPr>
          </a:p>
          <a:p>
            <a:pPr>
              <a:lnSpc>
                <a:spcPct val="100000"/>
              </a:lnSpc>
              <a:spcBef>
                <a:spcPts val="400"/>
              </a:spcBef>
              <a:buClr>
                <a:srgbClr val="1482AC"/>
              </a:buClr>
              <a:buFont typeface="Corbel"/>
              <a:buAutoNum type="arabicPeriod"/>
            </a:pPr>
            <a:endParaRPr sz="1700" dirty="0">
              <a:latin typeface="Corbel"/>
              <a:cs typeface="Corbel"/>
            </a:endParaRPr>
          </a:p>
          <a:p>
            <a:pPr marL="755650" marR="5080" indent="-457200">
              <a:lnSpc>
                <a:spcPct val="70100"/>
              </a:lnSpc>
              <a:buClr>
                <a:srgbClr val="1482AC"/>
              </a:buClr>
              <a:buSzPct val="164705"/>
              <a:buAutoNum type="arabicPeriod"/>
              <a:tabLst>
                <a:tab pos="755650" algn="l"/>
              </a:tabLst>
            </a:pPr>
            <a:r>
              <a:rPr sz="1700" dirty="0">
                <a:latin typeface="Corbel"/>
                <a:cs typeface="Corbel"/>
              </a:rPr>
              <a:t>Operation</a:t>
            </a:r>
            <a:r>
              <a:rPr sz="1700" spc="204" dirty="0">
                <a:latin typeface="Corbel"/>
                <a:cs typeface="Corbel"/>
              </a:rPr>
              <a:t> </a:t>
            </a:r>
            <a:r>
              <a:rPr sz="1700" dirty="0">
                <a:latin typeface="Corbel"/>
                <a:cs typeface="Corbel"/>
              </a:rPr>
              <a:t>–</a:t>
            </a:r>
            <a:r>
              <a:rPr sz="1700" spc="200" dirty="0">
                <a:latin typeface="Corbel"/>
                <a:cs typeface="Corbel"/>
              </a:rPr>
              <a:t> </a:t>
            </a:r>
            <a:r>
              <a:rPr sz="1700" dirty="0">
                <a:latin typeface="Corbel"/>
                <a:cs typeface="Corbel"/>
              </a:rPr>
              <a:t>The</a:t>
            </a:r>
            <a:r>
              <a:rPr sz="1700" spc="204" dirty="0">
                <a:latin typeface="Corbel"/>
                <a:cs typeface="Corbel"/>
              </a:rPr>
              <a:t> </a:t>
            </a:r>
            <a:r>
              <a:rPr sz="1700" dirty="0">
                <a:latin typeface="Corbel"/>
                <a:cs typeface="Corbel"/>
              </a:rPr>
              <a:t>purpose</a:t>
            </a:r>
            <a:r>
              <a:rPr sz="1700" spc="210" dirty="0">
                <a:latin typeface="Corbel"/>
                <a:cs typeface="Corbel"/>
              </a:rPr>
              <a:t> </a:t>
            </a:r>
            <a:r>
              <a:rPr sz="1700" dirty="0">
                <a:latin typeface="Corbel"/>
                <a:cs typeface="Corbel"/>
              </a:rPr>
              <a:t>of</a:t>
            </a:r>
            <a:r>
              <a:rPr sz="1700" spc="200" dirty="0">
                <a:latin typeface="Corbel"/>
                <a:cs typeface="Corbel"/>
              </a:rPr>
              <a:t> </a:t>
            </a:r>
            <a:r>
              <a:rPr sz="1700" dirty="0">
                <a:latin typeface="Corbel"/>
                <a:cs typeface="Corbel"/>
              </a:rPr>
              <a:t>the</a:t>
            </a:r>
            <a:r>
              <a:rPr sz="1700" spc="204" dirty="0">
                <a:latin typeface="Corbel"/>
                <a:cs typeface="Corbel"/>
              </a:rPr>
              <a:t> </a:t>
            </a:r>
            <a:r>
              <a:rPr sz="1700" dirty="0">
                <a:latin typeface="Corbel"/>
                <a:cs typeface="Corbel"/>
              </a:rPr>
              <a:t>flight</a:t>
            </a:r>
            <a:r>
              <a:rPr sz="1700" spc="210" dirty="0">
                <a:latin typeface="Corbel"/>
                <a:cs typeface="Corbel"/>
              </a:rPr>
              <a:t> </a:t>
            </a:r>
            <a:r>
              <a:rPr sz="1700" dirty="0">
                <a:latin typeface="Corbel"/>
                <a:cs typeface="Corbel"/>
              </a:rPr>
              <a:t>is</a:t>
            </a:r>
            <a:r>
              <a:rPr sz="1700" spc="204" dirty="0">
                <a:latin typeface="Corbel"/>
                <a:cs typeface="Corbel"/>
              </a:rPr>
              <a:t> </a:t>
            </a:r>
            <a:r>
              <a:rPr sz="1700" dirty="0">
                <a:latin typeface="Corbel"/>
                <a:cs typeface="Corbel"/>
              </a:rPr>
              <a:t>a</a:t>
            </a:r>
            <a:r>
              <a:rPr sz="1700" spc="210" dirty="0">
                <a:latin typeface="Corbel"/>
                <a:cs typeface="Corbel"/>
              </a:rPr>
              <a:t> </a:t>
            </a:r>
            <a:r>
              <a:rPr sz="1700" dirty="0">
                <a:latin typeface="Corbel"/>
                <a:cs typeface="Corbel"/>
              </a:rPr>
              <a:t>factor</a:t>
            </a:r>
            <a:r>
              <a:rPr sz="1700" spc="210" dirty="0">
                <a:latin typeface="Corbel"/>
                <a:cs typeface="Corbel"/>
              </a:rPr>
              <a:t> </a:t>
            </a:r>
            <a:r>
              <a:rPr sz="1700" dirty="0">
                <a:latin typeface="Corbel"/>
                <a:cs typeface="Corbel"/>
              </a:rPr>
              <a:t>which</a:t>
            </a:r>
            <a:r>
              <a:rPr sz="1700" spc="200" dirty="0">
                <a:latin typeface="Corbel"/>
                <a:cs typeface="Corbel"/>
              </a:rPr>
              <a:t> </a:t>
            </a:r>
            <a:r>
              <a:rPr sz="1700" dirty="0">
                <a:latin typeface="Corbel"/>
                <a:cs typeface="Corbel"/>
              </a:rPr>
              <a:t>influences</a:t>
            </a:r>
            <a:r>
              <a:rPr sz="1700" spc="200" dirty="0">
                <a:latin typeface="Corbel"/>
                <a:cs typeface="Corbel"/>
              </a:rPr>
              <a:t> </a:t>
            </a:r>
            <a:r>
              <a:rPr sz="1700" dirty="0">
                <a:latin typeface="Corbel"/>
                <a:cs typeface="Corbel"/>
              </a:rPr>
              <a:t>the</a:t>
            </a:r>
            <a:r>
              <a:rPr sz="1700" spc="210" dirty="0">
                <a:latin typeface="Corbel"/>
                <a:cs typeface="Corbel"/>
              </a:rPr>
              <a:t> </a:t>
            </a:r>
            <a:r>
              <a:rPr sz="1700" dirty="0">
                <a:latin typeface="Corbel"/>
                <a:cs typeface="Corbel"/>
              </a:rPr>
              <a:t>pilot's</a:t>
            </a:r>
            <a:r>
              <a:rPr sz="1700" spc="204" dirty="0">
                <a:latin typeface="Corbel"/>
                <a:cs typeface="Corbel"/>
              </a:rPr>
              <a:t> </a:t>
            </a:r>
            <a:r>
              <a:rPr sz="1700" dirty="0">
                <a:latin typeface="Corbel"/>
                <a:cs typeface="Corbel"/>
              </a:rPr>
              <a:t>decision</a:t>
            </a:r>
            <a:r>
              <a:rPr sz="1700" spc="204" dirty="0">
                <a:latin typeface="Corbel"/>
                <a:cs typeface="Corbel"/>
              </a:rPr>
              <a:t> </a:t>
            </a:r>
            <a:r>
              <a:rPr sz="1700" dirty="0">
                <a:latin typeface="Corbel"/>
                <a:cs typeface="Corbel"/>
              </a:rPr>
              <a:t>on</a:t>
            </a:r>
            <a:r>
              <a:rPr sz="1700" spc="210" dirty="0">
                <a:latin typeface="Corbel"/>
                <a:cs typeface="Corbel"/>
              </a:rPr>
              <a:t> </a:t>
            </a:r>
            <a:r>
              <a:rPr sz="1700" dirty="0">
                <a:latin typeface="Corbel"/>
                <a:cs typeface="Corbel"/>
              </a:rPr>
              <a:t>undertaking</a:t>
            </a:r>
            <a:r>
              <a:rPr sz="1700" spc="200" dirty="0">
                <a:latin typeface="Corbel"/>
                <a:cs typeface="Corbel"/>
              </a:rPr>
              <a:t> </a:t>
            </a:r>
            <a:r>
              <a:rPr sz="1700" spc="-25" dirty="0">
                <a:latin typeface="Corbel"/>
                <a:cs typeface="Corbel"/>
              </a:rPr>
              <a:t>or </a:t>
            </a:r>
            <a:r>
              <a:rPr sz="1700" dirty="0">
                <a:latin typeface="Corbel"/>
                <a:cs typeface="Corbel"/>
              </a:rPr>
              <a:t>continuing</a:t>
            </a:r>
            <a:r>
              <a:rPr sz="1700" spc="-45" dirty="0">
                <a:latin typeface="Corbel"/>
                <a:cs typeface="Corbel"/>
              </a:rPr>
              <a:t> </a:t>
            </a:r>
            <a:r>
              <a:rPr sz="1700" dirty="0">
                <a:latin typeface="Corbel"/>
                <a:cs typeface="Corbel"/>
              </a:rPr>
              <a:t>the</a:t>
            </a:r>
            <a:r>
              <a:rPr sz="1700" spc="-40" dirty="0">
                <a:latin typeface="Corbel"/>
                <a:cs typeface="Corbel"/>
              </a:rPr>
              <a:t> </a:t>
            </a:r>
            <a:r>
              <a:rPr sz="1700" spc="-10" dirty="0">
                <a:latin typeface="Corbel"/>
                <a:cs typeface="Corbel"/>
              </a:rPr>
              <a:t>flight.</a:t>
            </a:r>
            <a:endParaRPr sz="1700" dirty="0">
              <a:latin typeface="Corbel"/>
              <a:cs typeface="Corbel"/>
            </a:endParaRPr>
          </a:p>
          <a:p>
            <a:pPr>
              <a:lnSpc>
                <a:spcPct val="100000"/>
              </a:lnSpc>
              <a:spcBef>
                <a:spcPts val="360"/>
              </a:spcBef>
              <a:buClr>
                <a:srgbClr val="1482AC"/>
              </a:buClr>
              <a:buFont typeface="Corbel"/>
              <a:buAutoNum type="arabicPeriod"/>
            </a:pPr>
            <a:endParaRPr sz="1700" dirty="0">
              <a:latin typeface="Corbel"/>
              <a:cs typeface="Corbel"/>
            </a:endParaRPr>
          </a:p>
          <a:p>
            <a:pPr marL="755650" marR="5715" indent="-457200">
              <a:lnSpc>
                <a:spcPct val="71200"/>
              </a:lnSpc>
              <a:buClr>
                <a:srgbClr val="1482AC"/>
              </a:buClr>
              <a:buSzPct val="164705"/>
              <a:buAutoNum type="arabicPeriod"/>
              <a:tabLst>
                <a:tab pos="755650" algn="l"/>
              </a:tabLst>
            </a:pPr>
            <a:r>
              <a:rPr sz="1700" dirty="0">
                <a:latin typeface="Corbel"/>
                <a:cs typeface="Corbel"/>
              </a:rPr>
              <a:t>Situation</a:t>
            </a:r>
            <a:r>
              <a:rPr sz="1700" spc="125" dirty="0">
                <a:latin typeface="Corbel"/>
                <a:cs typeface="Corbel"/>
              </a:rPr>
              <a:t> </a:t>
            </a:r>
            <a:r>
              <a:rPr sz="1700" dirty="0">
                <a:latin typeface="Corbel"/>
                <a:cs typeface="Corbel"/>
              </a:rPr>
              <a:t>–</a:t>
            </a:r>
            <a:r>
              <a:rPr sz="1700" spc="120" dirty="0">
                <a:latin typeface="Corbel"/>
                <a:cs typeface="Corbel"/>
              </a:rPr>
              <a:t> </a:t>
            </a:r>
            <a:r>
              <a:rPr sz="1700" dirty="0">
                <a:latin typeface="Corbel"/>
                <a:cs typeface="Corbel"/>
              </a:rPr>
              <a:t>To</a:t>
            </a:r>
            <a:r>
              <a:rPr sz="1700" spc="130" dirty="0">
                <a:latin typeface="Corbel"/>
                <a:cs typeface="Corbel"/>
              </a:rPr>
              <a:t> </a:t>
            </a:r>
            <a:r>
              <a:rPr sz="1700" dirty="0">
                <a:latin typeface="Corbel"/>
                <a:cs typeface="Corbel"/>
              </a:rPr>
              <a:t>maintain</a:t>
            </a:r>
            <a:r>
              <a:rPr sz="1700" spc="130" dirty="0">
                <a:latin typeface="Corbel"/>
                <a:cs typeface="Corbel"/>
              </a:rPr>
              <a:t> </a:t>
            </a:r>
            <a:r>
              <a:rPr sz="1700" dirty="0">
                <a:latin typeface="Corbel"/>
                <a:cs typeface="Corbel"/>
              </a:rPr>
              <a:t>situational</a:t>
            </a:r>
            <a:r>
              <a:rPr sz="1700" spc="135" dirty="0">
                <a:latin typeface="Corbel"/>
                <a:cs typeface="Corbel"/>
              </a:rPr>
              <a:t> </a:t>
            </a:r>
            <a:r>
              <a:rPr sz="1700" dirty="0">
                <a:latin typeface="Corbel"/>
                <a:cs typeface="Corbel"/>
              </a:rPr>
              <a:t>awareness,</a:t>
            </a:r>
            <a:r>
              <a:rPr sz="1700" spc="125" dirty="0">
                <a:latin typeface="Corbel"/>
                <a:cs typeface="Corbel"/>
              </a:rPr>
              <a:t> </a:t>
            </a:r>
            <a:r>
              <a:rPr sz="1700" dirty="0">
                <a:latin typeface="Corbel"/>
                <a:cs typeface="Corbel"/>
              </a:rPr>
              <a:t>an</a:t>
            </a:r>
            <a:r>
              <a:rPr sz="1700" spc="130" dirty="0">
                <a:latin typeface="Corbel"/>
                <a:cs typeface="Corbel"/>
              </a:rPr>
              <a:t> </a:t>
            </a:r>
            <a:r>
              <a:rPr sz="1700" dirty="0">
                <a:latin typeface="Corbel"/>
                <a:cs typeface="Corbel"/>
              </a:rPr>
              <a:t>accurate</a:t>
            </a:r>
            <a:r>
              <a:rPr sz="1700" spc="130" dirty="0">
                <a:latin typeface="Corbel"/>
                <a:cs typeface="Corbel"/>
              </a:rPr>
              <a:t> </a:t>
            </a:r>
            <a:r>
              <a:rPr sz="1700" dirty="0">
                <a:latin typeface="Corbel"/>
                <a:cs typeface="Corbel"/>
              </a:rPr>
              <a:t>perception</a:t>
            </a:r>
            <a:r>
              <a:rPr sz="1700" spc="125" dirty="0">
                <a:latin typeface="Corbel"/>
                <a:cs typeface="Corbel"/>
              </a:rPr>
              <a:t> </a:t>
            </a:r>
            <a:r>
              <a:rPr sz="1700" dirty="0">
                <a:latin typeface="Corbel"/>
                <a:cs typeface="Corbel"/>
              </a:rPr>
              <a:t>must</a:t>
            </a:r>
            <a:r>
              <a:rPr sz="1700" spc="125" dirty="0">
                <a:latin typeface="Corbel"/>
                <a:cs typeface="Corbel"/>
              </a:rPr>
              <a:t> </a:t>
            </a:r>
            <a:r>
              <a:rPr sz="1700" dirty="0">
                <a:latin typeface="Corbel"/>
                <a:cs typeface="Corbel"/>
              </a:rPr>
              <a:t>be</a:t>
            </a:r>
            <a:r>
              <a:rPr sz="1700" spc="130" dirty="0">
                <a:latin typeface="Corbel"/>
                <a:cs typeface="Corbel"/>
              </a:rPr>
              <a:t> </a:t>
            </a:r>
            <a:r>
              <a:rPr sz="1700" dirty="0">
                <a:latin typeface="Corbel"/>
                <a:cs typeface="Corbel"/>
              </a:rPr>
              <a:t>attained</a:t>
            </a:r>
            <a:r>
              <a:rPr sz="1700" spc="130" dirty="0">
                <a:latin typeface="Corbel"/>
                <a:cs typeface="Corbel"/>
              </a:rPr>
              <a:t> </a:t>
            </a:r>
            <a:r>
              <a:rPr sz="1700" dirty="0">
                <a:latin typeface="Corbel"/>
                <a:cs typeface="Corbel"/>
              </a:rPr>
              <a:t>of</a:t>
            </a:r>
            <a:r>
              <a:rPr sz="1700" spc="125" dirty="0">
                <a:latin typeface="Corbel"/>
                <a:cs typeface="Corbel"/>
              </a:rPr>
              <a:t> </a:t>
            </a:r>
            <a:r>
              <a:rPr sz="1700" dirty="0">
                <a:latin typeface="Corbel"/>
                <a:cs typeface="Corbel"/>
              </a:rPr>
              <a:t>how</a:t>
            </a:r>
            <a:r>
              <a:rPr sz="1700" spc="130" dirty="0">
                <a:latin typeface="Corbel"/>
                <a:cs typeface="Corbel"/>
              </a:rPr>
              <a:t> </a:t>
            </a:r>
            <a:r>
              <a:rPr sz="1700" dirty="0">
                <a:latin typeface="Corbel"/>
                <a:cs typeface="Corbel"/>
              </a:rPr>
              <a:t>the</a:t>
            </a:r>
            <a:r>
              <a:rPr sz="1700" spc="130" dirty="0">
                <a:latin typeface="Corbel"/>
                <a:cs typeface="Corbel"/>
              </a:rPr>
              <a:t> </a:t>
            </a:r>
            <a:r>
              <a:rPr sz="1700" spc="-10" dirty="0">
                <a:latin typeface="Corbel"/>
                <a:cs typeface="Corbel"/>
              </a:rPr>
              <a:t>pilot, </a:t>
            </a:r>
            <a:r>
              <a:rPr sz="1700" dirty="0">
                <a:latin typeface="Corbel"/>
                <a:cs typeface="Corbel"/>
              </a:rPr>
              <a:t>airplane,</a:t>
            </a:r>
            <a:r>
              <a:rPr sz="1700" spc="-35" dirty="0">
                <a:latin typeface="Corbel"/>
                <a:cs typeface="Corbel"/>
              </a:rPr>
              <a:t> </a:t>
            </a:r>
            <a:r>
              <a:rPr sz="1700" spc="-10" dirty="0">
                <a:latin typeface="Corbel"/>
                <a:cs typeface="Corbel"/>
              </a:rPr>
              <a:t>environment,</a:t>
            </a:r>
            <a:r>
              <a:rPr sz="1700" spc="-25" dirty="0">
                <a:latin typeface="Corbel"/>
                <a:cs typeface="Corbel"/>
              </a:rPr>
              <a:t> </a:t>
            </a:r>
            <a:r>
              <a:rPr sz="1700" dirty="0">
                <a:latin typeface="Corbel"/>
                <a:cs typeface="Corbel"/>
              </a:rPr>
              <a:t>and</a:t>
            </a:r>
            <a:r>
              <a:rPr sz="1700" spc="-30" dirty="0">
                <a:latin typeface="Corbel"/>
                <a:cs typeface="Corbel"/>
              </a:rPr>
              <a:t> </a:t>
            </a:r>
            <a:r>
              <a:rPr sz="1700" dirty="0">
                <a:latin typeface="Corbel"/>
                <a:cs typeface="Corbel"/>
              </a:rPr>
              <a:t>operation</a:t>
            </a:r>
            <a:r>
              <a:rPr sz="1700" spc="-25" dirty="0">
                <a:latin typeface="Corbel"/>
                <a:cs typeface="Corbel"/>
              </a:rPr>
              <a:t> </a:t>
            </a:r>
            <a:r>
              <a:rPr sz="1700" dirty="0">
                <a:latin typeface="Corbel"/>
                <a:cs typeface="Corbel"/>
              </a:rPr>
              <a:t>combine</a:t>
            </a:r>
            <a:r>
              <a:rPr sz="1700" spc="-30" dirty="0">
                <a:latin typeface="Corbel"/>
                <a:cs typeface="Corbel"/>
              </a:rPr>
              <a:t> </a:t>
            </a:r>
            <a:r>
              <a:rPr sz="1700" dirty="0">
                <a:latin typeface="Corbel"/>
                <a:cs typeface="Corbel"/>
              </a:rPr>
              <a:t>to</a:t>
            </a:r>
            <a:r>
              <a:rPr sz="1700" spc="-25" dirty="0">
                <a:latin typeface="Corbel"/>
                <a:cs typeface="Corbel"/>
              </a:rPr>
              <a:t> </a:t>
            </a:r>
            <a:r>
              <a:rPr sz="1700" dirty="0">
                <a:latin typeface="Corbel"/>
                <a:cs typeface="Corbel"/>
              </a:rPr>
              <a:t>affect</a:t>
            </a:r>
            <a:r>
              <a:rPr sz="1700" spc="-35" dirty="0">
                <a:latin typeface="Corbel"/>
                <a:cs typeface="Corbel"/>
              </a:rPr>
              <a:t> </a:t>
            </a:r>
            <a:r>
              <a:rPr sz="1700" dirty="0">
                <a:latin typeface="Corbel"/>
                <a:cs typeface="Corbel"/>
              </a:rPr>
              <a:t>the</a:t>
            </a:r>
            <a:r>
              <a:rPr sz="1700" spc="-25" dirty="0">
                <a:latin typeface="Corbel"/>
                <a:cs typeface="Corbel"/>
              </a:rPr>
              <a:t> </a:t>
            </a:r>
            <a:r>
              <a:rPr sz="1700" spc="-10" dirty="0">
                <a:latin typeface="Corbel"/>
                <a:cs typeface="Corbel"/>
              </a:rPr>
              <a:t>flight.</a:t>
            </a:r>
            <a:endParaRPr sz="1700" dirty="0">
              <a:latin typeface="Corbel"/>
              <a:cs typeface="Corbe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3" cstate="print"/>
          <a:stretch>
            <a:fillRect/>
          </a:stretch>
        </p:blipFill>
        <p:spPr>
          <a:xfrm>
            <a:off x="1417319" y="566927"/>
            <a:ext cx="6998208" cy="573024"/>
          </a:xfrm>
          <a:prstGeom prst="rect">
            <a:avLst/>
          </a:prstGeom>
        </p:spPr>
      </p:pic>
      <p:sp>
        <p:nvSpPr>
          <p:cNvPr id="4" name="object 4"/>
          <p:cNvSpPr txBox="1">
            <a:spLocks noGrp="1"/>
          </p:cNvSpPr>
          <p:nvPr>
            <p:ph type="title"/>
          </p:nvPr>
        </p:nvSpPr>
        <p:spPr>
          <a:prstGeom prst="rect">
            <a:avLst/>
          </a:prstGeom>
        </p:spPr>
        <p:txBody>
          <a:bodyPr vert="horz" wrap="square" lIns="0" tIns="329691" rIns="0" bIns="0" rtlCol="0">
            <a:spAutoFit/>
          </a:bodyPr>
          <a:lstStyle/>
          <a:p>
            <a:pPr marL="640715">
              <a:lnSpc>
                <a:spcPct val="100000"/>
              </a:lnSpc>
              <a:spcBef>
                <a:spcPts val="100"/>
              </a:spcBef>
            </a:pPr>
            <a:r>
              <a:rPr dirty="0"/>
              <a:t>060</a:t>
            </a:r>
            <a:r>
              <a:rPr spc="-40" dirty="0"/>
              <a:t> </a:t>
            </a:r>
            <a:r>
              <a:rPr dirty="0"/>
              <a:t>01</a:t>
            </a:r>
            <a:r>
              <a:rPr spc="-40" dirty="0"/>
              <a:t> </a:t>
            </a:r>
            <a:r>
              <a:rPr dirty="0"/>
              <a:t>02:</a:t>
            </a:r>
            <a:r>
              <a:rPr spc="-35" dirty="0"/>
              <a:t> </a:t>
            </a:r>
            <a:r>
              <a:rPr dirty="0"/>
              <a:t>Identify</a:t>
            </a:r>
            <a:r>
              <a:rPr spc="-40" dirty="0"/>
              <a:t> </a:t>
            </a:r>
            <a:r>
              <a:rPr dirty="0"/>
              <a:t>Risk</a:t>
            </a:r>
            <a:r>
              <a:rPr spc="-35" dirty="0"/>
              <a:t> </a:t>
            </a:r>
            <a:r>
              <a:rPr dirty="0"/>
              <a:t>and</a:t>
            </a:r>
            <a:r>
              <a:rPr spc="-35" dirty="0"/>
              <a:t> </a:t>
            </a:r>
            <a:r>
              <a:rPr dirty="0"/>
              <a:t>hazards</a:t>
            </a:r>
            <a:r>
              <a:rPr spc="-35" dirty="0"/>
              <a:t> </a:t>
            </a:r>
            <a:r>
              <a:rPr dirty="0"/>
              <a:t>using</a:t>
            </a:r>
            <a:r>
              <a:rPr spc="-35" dirty="0"/>
              <a:t> </a:t>
            </a:r>
            <a:r>
              <a:rPr dirty="0"/>
              <a:t>the</a:t>
            </a:r>
            <a:r>
              <a:rPr spc="-35" dirty="0"/>
              <a:t> </a:t>
            </a:r>
            <a:r>
              <a:rPr dirty="0"/>
              <a:t>following</a:t>
            </a:r>
            <a:r>
              <a:rPr spc="-35" dirty="0"/>
              <a:t> </a:t>
            </a:r>
            <a:r>
              <a:rPr spc="-10" dirty="0"/>
              <a:t>models: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55</a:t>
            </a:fld>
            <a:endParaRPr spc="-25" dirty="0"/>
          </a:p>
        </p:txBody>
      </p:sp>
      <p:sp>
        <p:nvSpPr>
          <p:cNvPr id="5" name="object 5"/>
          <p:cNvSpPr txBox="1"/>
          <p:nvPr/>
        </p:nvSpPr>
        <p:spPr>
          <a:xfrm>
            <a:off x="1563048" y="1161215"/>
            <a:ext cx="9860915" cy="5054600"/>
          </a:xfrm>
          <a:prstGeom prst="rect">
            <a:avLst/>
          </a:prstGeom>
        </p:spPr>
        <p:txBody>
          <a:bodyPr vert="horz" wrap="square" lIns="0" tIns="125095" rIns="0" bIns="0" rtlCol="0">
            <a:spAutoFit/>
          </a:bodyPr>
          <a:lstStyle/>
          <a:p>
            <a:pPr marL="12700">
              <a:lnSpc>
                <a:spcPct val="100000"/>
              </a:lnSpc>
              <a:spcBef>
                <a:spcPts val="985"/>
              </a:spcBef>
            </a:pPr>
            <a:r>
              <a:rPr sz="1800" b="1" u="sng" spc="-60" dirty="0">
                <a:uFill>
                  <a:solidFill>
                    <a:srgbClr val="000000"/>
                  </a:solidFill>
                </a:uFill>
                <a:latin typeface="Corbel"/>
                <a:cs typeface="Corbel"/>
              </a:rPr>
              <a:t>PAVE</a:t>
            </a:r>
            <a:r>
              <a:rPr sz="1800" b="1" u="sng" spc="-25" dirty="0">
                <a:uFill>
                  <a:solidFill>
                    <a:srgbClr val="000000"/>
                  </a:solidFill>
                </a:uFill>
                <a:latin typeface="Corbel"/>
                <a:cs typeface="Corbel"/>
              </a:rPr>
              <a:t> </a:t>
            </a:r>
            <a:r>
              <a:rPr sz="1800" b="1" u="sng" spc="-20" dirty="0">
                <a:uFill>
                  <a:solidFill>
                    <a:srgbClr val="000000"/>
                  </a:solidFill>
                </a:uFill>
                <a:latin typeface="Corbel"/>
                <a:cs typeface="Corbel"/>
              </a:rPr>
              <a:t>model</a:t>
            </a:r>
            <a:endParaRPr sz="1800" dirty="0">
              <a:latin typeface="Corbel"/>
              <a:cs typeface="Corbel"/>
            </a:endParaRPr>
          </a:p>
          <a:p>
            <a:pPr marL="295910" marR="5080" indent="-283210" algn="just">
              <a:lnSpc>
                <a:spcPct val="100699"/>
              </a:lnSpc>
              <a:spcBef>
                <a:spcPts val="675"/>
              </a:spcBef>
              <a:buFont typeface="Arial MT"/>
              <a:buChar char="•"/>
              <a:tabLst>
                <a:tab pos="297180" algn="l"/>
              </a:tabLst>
            </a:pPr>
            <a:r>
              <a:rPr sz="1400" dirty="0">
                <a:latin typeface="Corbel"/>
                <a:cs typeface="Corbel"/>
              </a:rPr>
              <a:t>In</a:t>
            </a:r>
            <a:r>
              <a:rPr sz="1400" spc="285" dirty="0">
                <a:latin typeface="Corbel"/>
                <a:cs typeface="Corbel"/>
              </a:rPr>
              <a:t> </a:t>
            </a:r>
            <a:r>
              <a:rPr sz="1400" dirty="0">
                <a:latin typeface="Corbel"/>
                <a:cs typeface="Corbel"/>
              </a:rPr>
              <a:t>the</a:t>
            </a:r>
            <a:r>
              <a:rPr sz="1400" spc="295" dirty="0">
                <a:latin typeface="Corbel"/>
                <a:cs typeface="Corbel"/>
              </a:rPr>
              <a:t> </a:t>
            </a:r>
            <a:r>
              <a:rPr sz="1400" dirty="0">
                <a:latin typeface="Corbel"/>
                <a:cs typeface="Corbel"/>
              </a:rPr>
              <a:t>first</a:t>
            </a:r>
            <a:r>
              <a:rPr sz="1400" spc="295" dirty="0">
                <a:latin typeface="Corbel"/>
                <a:cs typeface="Corbel"/>
              </a:rPr>
              <a:t> </a:t>
            </a:r>
            <a:r>
              <a:rPr sz="1400" dirty="0">
                <a:latin typeface="Corbel"/>
                <a:cs typeface="Corbel"/>
              </a:rPr>
              <a:t>step,</a:t>
            </a:r>
            <a:r>
              <a:rPr sz="1400" spc="295" dirty="0">
                <a:latin typeface="Corbel"/>
                <a:cs typeface="Corbel"/>
              </a:rPr>
              <a:t> </a:t>
            </a:r>
            <a:r>
              <a:rPr sz="1400" dirty="0">
                <a:latin typeface="Corbel"/>
                <a:cs typeface="Corbel"/>
              </a:rPr>
              <a:t>the</a:t>
            </a:r>
            <a:r>
              <a:rPr sz="1400" spc="295" dirty="0">
                <a:latin typeface="Corbel"/>
                <a:cs typeface="Corbel"/>
              </a:rPr>
              <a:t> </a:t>
            </a:r>
            <a:r>
              <a:rPr sz="1400" dirty="0">
                <a:latin typeface="Corbel"/>
                <a:cs typeface="Corbel"/>
              </a:rPr>
              <a:t>goal</a:t>
            </a:r>
            <a:r>
              <a:rPr sz="1400" spc="295" dirty="0">
                <a:latin typeface="Corbel"/>
                <a:cs typeface="Corbel"/>
              </a:rPr>
              <a:t> </a:t>
            </a:r>
            <a:r>
              <a:rPr sz="1400" dirty="0">
                <a:latin typeface="Corbel"/>
                <a:cs typeface="Corbel"/>
              </a:rPr>
              <a:t>is</a:t>
            </a:r>
            <a:r>
              <a:rPr sz="1400" spc="290" dirty="0">
                <a:latin typeface="Corbel"/>
                <a:cs typeface="Corbel"/>
              </a:rPr>
              <a:t> </a:t>
            </a:r>
            <a:r>
              <a:rPr sz="1400" dirty="0">
                <a:latin typeface="Corbel"/>
                <a:cs typeface="Corbel"/>
              </a:rPr>
              <a:t>to</a:t>
            </a:r>
            <a:r>
              <a:rPr sz="1400" spc="290" dirty="0">
                <a:latin typeface="Corbel"/>
                <a:cs typeface="Corbel"/>
              </a:rPr>
              <a:t> </a:t>
            </a:r>
            <a:r>
              <a:rPr sz="1400" dirty="0">
                <a:latin typeface="Corbel"/>
                <a:cs typeface="Corbel"/>
              </a:rPr>
              <a:t>develop</a:t>
            </a:r>
            <a:r>
              <a:rPr sz="1400" spc="290" dirty="0">
                <a:latin typeface="Corbel"/>
                <a:cs typeface="Corbel"/>
              </a:rPr>
              <a:t> </a:t>
            </a:r>
            <a:r>
              <a:rPr sz="1400" dirty="0">
                <a:latin typeface="Corbel"/>
                <a:cs typeface="Corbel"/>
              </a:rPr>
              <a:t>situational</a:t>
            </a:r>
            <a:r>
              <a:rPr sz="1400" spc="295" dirty="0">
                <a:latin typeface="Corbel"/>
                <a:cs typeface="Corbel"/>
              </a:rPr>
              <a:t> </a:t>
            </a:r>
            <a:r>
              <a:rPr sz="1400" dirty="0">
                <a:latin typeface="Corbel"/>
                <a:cs typeface="Corbel"/>
              </a:rPr>
              <a:t>awareness</a:t>
            </a:r>
            <a:r>
              <a:rPr sz="1400" spc="290" dirty="0">
                <a:latin typeface="Corbel"/>
                <a:cs typeface="Corbel"/>
              </a:rPr>
              <a:t> </a:t>
            </a:r>
            <a:r>
              <a:rPr sz="1400" dirty="0">
                <a:latin typeface="Corbel"/>
                <a:cs typeface="Corbel"/>
              </a:rPr>
              <a:t>by</a:t>
            </a:r>
            <a:r>
              <a:rPr sz="1400" spc="290" dirty="0">
                <a:latin typeface="Corbel"/>
                <a:cs typeface="Corbel"/>
              </a:rPr>
              <a:t> </a:t>
            </a:r>
            <a:r>
              <a:rPr sz="1400" dirty="0">
                <a:latin typeface="Corbel"/>
                <a:cs typeface="Corbel"/>
              </a:rPr>
              <a:t>perceiving</a:t>
            </a:r>
            <a:r>
              <a:rPr sz="1400" spc="285" dirty="0">
                <a:latin typeface="Corbel"/>
                <a:cs typeface="Corbel"/>
              </a:rPr>
              <a:t> </a:t>
            </a:r>
            <a:r>
              <a:rPr sz="1400" dirty="0">
                <a:latin typeface="Corbel"/>
                <a:cs typeface="Corbel"/>
              </a:rPr>
              <a:t>hazards,</a:t>
            </a:r>
            <a:r>
              <a:rPr sz="1400" spc="295" dirty="0">
                <a:latin typeface="Corbel"/>
                <a:cs typeface="Corbel"/>
              </a:rPr>
              <a:t> </a:t>
            </a:r>
            <a:r>
              <a:rPr sz="1400" dirty="0">
                <a:latin typeface="Corbel"/>
                <a:cs typeface="Corbel"/>
              </a:rPr>
              <a:t>which</a:t>
            </a:r>
            <a:r>
              <a:rPr sz="1400" spc="300" dirty="0">
                <a:latin typeface="Corbel"/>
                <a:cs typeface="Corbel"/>
              </a:rPr>
              <a:t> </a:t>
            </a:r>
            <a:r>
              <a:rPr sz="1400" dirty="0">
                <a:latin typeface="Corbel"/>
                <a:cs typeface="Corbel"/>
              </a:rPr>
              <a:t>are</a:t>
            </a:r>
            <a:r>
              <a:rPr sz="1400" spc="290" dirty="0">
                <a:latin typeface="Corbel"/>
                <a:cs typeface="Corbel"/>
              </a:rPr>
              <a:t> </a:t>
            </a:r>
            <a:r>
              <a:rPr sz="1400" dirty="0">
                <a:latin typeface="Corbel"/>
                <a:cs typeface="Corbel"/>
              </a:rPr>
              <a:t>present</a:t>
            </a:r>
            <a:r>
              <a:rPr sz="1400" spc="295" dirty="0">
                <a:latin typeface="Corbel"/>
                <a:cs typeface="Corbel"/>
              </a:rPr>
              <a:t> </a:t>
            </a:r>
            <a:r>
              <a:rPr sz="1400" dirty="0">
                <a:latin typeface="Corbel"/>
                <a:cs typeface="Corbel"/>
              </a:rPr>
              <a:t>events,</a:t>
            </a:r>
            <a:r>
              <a:rPr sz="1400" spc="300" dirty="0">
                <a:latin typeface="Corbel"/>
                <a:cs typeface="Corbel"/>
              </a:rPr>
              <a:t> </a:t>
            </a:r>
            <a:r>
              <a:rPr sz="1400" dirty="0">
                <a:latin typeface="Corbel"/>
                <a:cs typeface="Corbel"/>
              </a:rPr>
              <a:t>objects,</a:t>
            </a:r>
            <a:r>
              <a:rPr sz="1400" spc="295" dirty="0">
                <a:latin typeface="Corbel"/>
                <a:cs typeface="Corbel"/>
              </a:rPr>
              <a:t> </a:t>
            </a:r>
            <a:r>
              <a:rPr sz="1400" spc="-25" dirty="0">
                <a:latin typeface="Corbel"/>
                <a:cs typeface="Corbel"/>
              </a:rPr>
              <a:t>or 	</a:t>
            </a:r>
            <a:r>
              <a:rPr sz="1400" spc="-10" dirty="0">
                <a:latin typeface="Corbel"/>
                <a:cs typeface="Corbel"/>
              </a:rPr>
              <a:t>circumstances </a:t>
            </a:r>
            <a:r>
              <a:rPr sz="1400" dirty="0">
                <a:latin typeface="Corbel"/>
                <a:cs typeface="Corbel"/>
              </a:rPr>
              <a:t>that</a:t>
            </a:r>
            <a:r>
              <a:rPr sz="1400" spc="5" dirty="0">
                <a:latin typeface="Corbel"/>
                <a:cs typeface="Corbel"/>
              </a:rPr>
              <a:t> </a:t>
            </a:r>
            <a:r>
              <a:rPr sz="1400" dirty="0">
                <a:latin typeface="Corbel"/>
                <a:cs typeface="Corbel"/>
              </a:rPr>
              <a:t>could contribute to</a:t>
            </a:r>
            <a:r>
              <a:rPr sz="1400" spc="5" dirty="0">
                <a:latin typeface="Corbel"/>
                <a:cs typeface="Corbel"/>
              </a:rPr>
              <a:t> </a:t>
            </a:r>
            <a:r>
              <a:rPr sz="1400" dirty="0">
                <a:latin typeface="Corbel"/>
                <a:cs typeface="Corbel"/>
              </a:rPr>
              <a:t>an undesired future</a:t>
            </a:r>
            <a:r>
              <a:rPr sz="1400" spc="5" dirty="0">
                <a:latin typeface="Corbel"/>
                <a:cs typeface="Corbel"/>
              </a:rPr>
              <a:t> </a:t>
            </a:r>
            <a:r>
              <a:rPr sz="1400" dirty="0">
                <a:latin typeface="Corbel"/>
                <a:cs typeface="Corbel"/>
              </a:rPr>
              <a:t>event.</a:t>
            </a:r>
            <a:r>
              <a:rPr sz="1400" spc="5" dirty="0">
                <a:latin typeface="Corbel"/>
                <a:cs typeface="Corbel"/>
              </a:rPr>
              <a:t> </a:t>
            </a:r>
            <a:r>
              <a:rPr sz="1400" dirty="0">
                <a:latin typeface="Corbel"/>
                <a:cs typeface="Corbel"/>
              </a:rPr>
              <a:t>In this</a:t>
            </a:r>
            <a:r>
              <a:rPr sz="1400" spc="-5" dirty="0">
                <a:latin typeface="Corbel"/>
                <a:cs typeface="Corbel"/>
              </a:rPr>
              <a:t> </a:t>
            </a:r>
            <a:r>
              <a:rPr sz="1400" dirty="0">
                <a:latin typeface="Corbel"/>
                <a:cs typeface="Corbel"/>
              </a:rPr>
              <a:t>step,</a:t>
            </a:r>
            <a:r>
              <a:rPr sz="1400" spc="10" dirty="0">
                <a:latin typeface="Corbel"/>
                <a:cs typeface="Corbel"/>
              </a:rPr>
              <a:t> </a:t>
            </a:r>
            <a:r>
              <a:rPr sz="1400" dirty="0">
                <a:latin typeface="Corbel"/>
                <a:cs typeface="Corbel"/>
              </a:rPr>
              <a:t>the</a:t>
            </a:r>
            <a:r>
              <a:rPr sz="1400" spc="5" dirty="0">
                <a:latin typeface="Corbel"/>
                <a:cs typeface="Corbel"/>
              </a:rPr>
              <a:t> </a:t>
            </a:r>
            <a:r>
              <a:rPr sz="1400" dirty="0">
                <a:latin typeface="Corbel"/>
                <a:cs typeface="Corbel"/>
              </a:rPr>
              <a:t>pilot</a:t>
            </a:r>
            <a:r>
              <a:rPr sz="1400" spc="5" dirty="0">
                <a:latin typeface="Corbel"/>
                <a:cs typeface="Corbel"/>
              </a:rPr>
              <a:t> </a:t>
            </a:r>
            <a:r>
              <a:rPr sz="1400" dirty="0">
                <a:latin typeface="Corbel"/>
                <a:cs typeface="Corbel"/>
              </a:rPr>
              <a:t>will systematically</a:t>
            </a:r>
            <a:r>
              <a:rPr sz="1400" spc="5" dirty="0">
                <a:latin typeface="Corbel"/>
                <a:cs typeface="Corbel"/>
              </a:rPr>
              <a:t> </a:t>
            </a:r>
            <a:r>
              <a:rPr sz="1400" dirty="0">
                <a:latin typeface="Corbel"/>
                <a:cs typeface="Corbel"/>
              </a:rPr>
              <a:t>identify</a:t>
            </a:r>
            <a:r>
              <a:rPr sz="1400" spc="5" dirty="0">
                <a:latin typeface="Corbel"/>
                <a:cs typeface="Corbel"/>
              </a:rPr>
              <a:t> </a:t>
            </a:r>
            <a:r>
              <a:rPr sz="1400" dirty="0">
                <a:latin typeface="Corbel"/>
                <a:cs typeface="Corbel"/>
              </a:rPr>
              <a:t>and list</a:t>
            </a:r>
            <a:r>
              <a:rPr sz="1400" spc="5" dirty="0">
                <a:latin typeface="Corbel"/>
                <a:cs typeface="Corbel"/>
              </a:rPr>
              <a:t> </a:t>
            </a:r>
            <a:r>
              <a:rPr sz="1400" spc="-10" dirty="0">
                <a:latin typeface="Corbel"/>
                <a:cs typeface="Corbel"/>
              </a:rPr>
              <a:t>hazards 	</a:t>
            </a:r>
            <a:r>
              <a:rPr sz="1400" dirty="0">
                <a:latin typeface="Corbel"/>
                <a:cs typeface="Corbel"/>
              </a:rPr>
              <a:t>associated</a:t>
            </a:r>
            <a:r>
              <a:rPr sz="1400" spc="-55" dirty="0">
                <a:latin typeface="Corbel"/>
                <a:cs typeface="Corbel"/>
              </a:rPr>
              <a:t> </a:t>
            </a:r>
            <a:r>
              <a:rPr sz="1400" dirty="0">
                <a:latin typeface="Corbel"/>
                <a:cs typeface="Corbel"/>
              </a:rPr>
              <a:t>with</a:t>
            </a:r>
            <a:r>
              <a:rPr sz="1400" spc="-30" dirty="0">
                <a:latin typeface="Corbel"/>
                <a:cs typeface="Corbel"/>
              </a:rPr>
              <a:t> </a:t>
            </a:r>
            <a:r>
              <a:rPr sz="1400" dirty="0">
                <a:latin typeface="Corbel"/>
                <a:cs typeface="Corbel"/>
              </a:rPr>
              <a:t>all</a:t>
            </a:r>
            <a:r>
              <a:rPr sz="1400" spc="-35" dirty="0">
                <a:latin typeface="Corbel"/>
                <a:cs typeface="Corbel"/>
              </a:rPr>
              <a:t> </a:t>
            </a:r>
            <a:r>
              <a:rPr sz="1400" dirty="0">
                <a:latin typeface="Corbel"/>
                <a:cs typeface="Corbel"/>
              </a:rPr>
              <a:t>aspects</a:t>
            </a:r>
            <a:r>
              <a:rPr sz="1400" spc="-35" dirty="0">
                <a:latin typeface="Corbel"/>
                <a:cs typeface="Corbel"/>
              </a:rPr>
              <a:t> </a:t>
            </a:r>
            <a:r>
              <a:rPr sz="1400" dirty="0">
                <a:latin typeface="Corbel"/>
                <a:cs typeface="Corbel"/>
              </a:rPr>
              <a:t>of</a:t>
            </a:r>
            <a:r>
              <a:rPr sz="1400" spc="-30" dirty="0">
                <a:latin typeface="Corbel"/>
                <a:cs typeface="Corbel"/>
              </a:rPr>
              <a:t> </a:t>
            </a:r>
            <a:r>
              <a:rPr sz="1400" dirty="0">
                <a:latin typeface="Corbel"/>
                <a:cs typeface="Corbel"/>
              </a:rPr>
              <a:t>the</a:t>
            </a:r>
            <a:r>
              <a:rPr sz="1400" spc="-30" dirty="0">
                <a:latin typeface="Corbel"/>
                <a:cs typeface="Corbel"/>
              </a:rPr>
              <a:t> </a:t>
            </a:r>
            <a:r>
              <a:rPr sz="1400" dirty="0">
                <a:latin typeface="Corbel"/>
                <a:cs typeface="Corbel"/>
              </a:rPr>
              <a:t>flight:</a:t>
            </a:r>
            <a:r>
              <a:rPr sz="1400" spc="-35" dirty="0">
                <a:latin typeface="Corbel"/>
                <a:cs typeface="Corbel"/>
              </a:rPr>
              <a:t> </a:t>
            </a:r>
            <a:r>
              <a:rPr sz="1400" b="1" u="sng" dirty="0">
                <a:uFill>
                  <a:solidFill>
                    <a:srgbClr val="000000"/>
                  </a:solidFill>
                </a:uFill>
                <a:latin typeface="Corbel"/>
                <a:cs typeface="Corbel"/>
              </a:rPr>
              <a:t>P</a:t>
            </a:r>
            <a:r>
              <a:rPr sz="1400" u="sng" dirty="0">
                <a:uFill>
                  <a:solidFill>
                    <a:srgbClr val="000000"/>
                  </a:solidFill>
                </a:uFill>
                <a:latin typeface="Corbel"/>
                <a:cs typeface="Corbel"/>
              </a:rPr>
              <a:t>ilot,</a:t>
            </a:r>
            <a:r>
              <a:rPr sz="1400" u="sng" spc="-25" dirty="0">
                <a:uFill>
                  <a:solidFill>
                    <a:srgbClr val="000000"/>
                  </a:solidFill>
                </a:uFill>
                <a:latin typeface="Corbel"/>
                <a:cs typeface="Corbel"/>
              </a:rPr>
              <a:t> </a:t>
            </a:r>
            <a:r>
              <a:rPr sz="1400" b="1" u="sng" dirty="0">
                <a:uFill>
                  <a:solidFill>
                    <a:srgbClr val="000000"/>
                  </a:solidFill>
                </a:uFill>
                <a:latin typeface="Corbel"/>
                <a:cs typeface="Corbel"/>
              </a:rPr>
              <a:t>A</a:t>
            </a:r>
            <a:r>
              <a:rPr sz="1400" u="sng" dirty="0">
                <a:uFill>
                  <a:solidFill>
                    <a:srgbClr val="000000"/>
                  </a:solidFill>
                </a:uFill>
                <a:latin typeface="Corbel"/>
                <a:cs typeface="Corbel"/>
              </a:rPr>
              <a:t>ircraft,</a:t>
            </a:r>
            <a:r>
              <a:rPr sz="1400" u="sng" spc="-25" dirty="0">
                <a:uFill>
                  <a:solidFill>
                    <a:srgbClr val="000000"/>
                  </a:solidFill>
                </a:uFill>
                <a:latin typeface="Corbel"/>
                <a:cs typeface="Corbel"/>
              </a:rPr>
              <a:t> </a:t>
            </a:r>
            <a:r>
              <a:rPr sz="1400" u="sng" spc="-10" dirty="0">
                <a:uFill>
                  <a:solidFill>
                    <a:srgbClr val="000000"/>
                  </a:solidFill>
                </a:uFill>
                <a:latin typeface="Corbel"/>
                <a:cs typeface="Corbel"/>
              </a:rPr>
              <a:t>en</a:t>
            </a:r>
            <a:r>
              <a:rPr sz="1400" b="1" u="sng" spc="-10" dirty="0">
                <a:uFill>
                  <a:solidFill>
                    <a:srgbClr val="000000"/>
                  </a:solidFill>
                </a:uFill>
                <a:latin typeface="Corbel"/>
                <a:cs typeface="Corbel"/>
              </a:rPr>
              <a:t>V</a:t>
            </a:r>
            <a:r>
              <a:rPr sz="1400" u="sng" spc="-10" dirty="0">
                <a:uFill>
                  <a:solidFill>
                    <a:srgbClr val="000000"/>
                  </a:solidFill>
                </a:uFill>
                <a:latin typeface="Corbel"/>
                <a:cs typeface="Corbel"/>
              </a:rPr>
              <a:t>ironment,</a:t>
            </a:r>
            <a:r>
              <a:rPr sz="1400" u="sng" spc="-30" dirty="0">
                <a:uFill>
                  <a:solidFill>
                    <a:srgbClr val="000000"/>
                  </a:solidFill>
                </a:uFill>
                <a:latin typeface="Corbel"/>
                <a:cs typeface="Corbel"/>
              </a:rPr>
              <a:t> </a:t>
            </a:r>
            <a:r>
              <a:rPr sz="1400" u="sng" dirty="0">
                <a:uFill>
                  <a:solidFill>
                    <a:srgbClr val="000000"/>
                  </a:solidFill>
                </a:uFill>
                <a:latin typeface="Corbel"/>
                <a:cs typeface="Corbel"/>
              </a:rPr>
              <a:t>and</a:t>
            </a:r>
            <a:r>
              <a:rPr sz="1400" u="sng" spc="-30" dirty="0">
                <a:uFill>
                  <a:solidFill>
                    <a:srgbClr val="000000"/>
                  </a:solidFill>
                </a:uFill>
                <a:latin typeface="Corbel"/>
                <a:cs typeface="Corbel"/>
              </a:rPr>
              <a:t> </a:t>
            </a:r>
            <a:r>
              <a:rPr sz="1400" b="1" u="sng" dirty="0">
                <a:uFill>
                  <a:solidFill>
                    <a:srgbClr val="000000"/>
                  </a:solidFill>
                </a:uFill>
                <a:latin typeface="Corbel"/>
                <a:cs typeface="Corbel"/>
              </a:rPr>
              <a:t>E</a:t>
            </a:r>
            <a:r>
              <a:rPr sz="1400" u="sng" dirty="0">
                <a:uFill>
                  <a:solidFill>
                    <a:srgbClr val="000000"/>
                  </a:solidFill>
                </a:uFill>
                <a:latin typeface="Corbel"/>
                <a:cs typeface="Corbel"/>
              </a:rPr>
              <a:t>xternal</a:t>
            </a:r>
            <a:r>
              <a:rPr sz="1400" u="sng" spc="-35" dirty="0">
                <a:uFill>
                  <a:solidFill>
                    <a:srgbClr val="000000"/>
                  </a:solidFill>
                </a:uFill>
                <a:latin typeface="Corbel"/>
                <a:cs typeface="Corbel"/>
              </a:rPr>
              <a:t> </a:t>
            </a:r>
            <a:r>
              <a:rPr sz="1400" u="sng" dirty="0">
                <a:uFill>
                  <a:solidFill>
                    <a:srgbClr val="000000"/>
                  </a:solidFill>
                </a:uFill>
                <a:latin typeface="Corbel"/>
                <a:cs typeface="Corbel"/>
              </a:rPr>
              <a:t>pressures</a:t>
            </a:r>
            <a:r>
              <a:rPr sz="1400" dirty="0">
                <a:latin typeface="Corbel"/>
                <a:cs typeface="Corbel"/>
              </a:rPr>
              <a:t>,</a:t>
            </a:r>
            <a:r>
              <a:rPr sz="1400" spc="-25" dirty="0">
                <a:latin typeface="Corbel"/>
                <a:cs typeface="Corbel"/>
              </a:rPr>
              <a:t> </a:t>
            </a:r>
            <a:r>
              <a:rPr sz="1400" dirty="0">
                <a:latin typeface="Corbel"/>
                <a:cs typeface="Corbel"/>
              </a:rPr>
              <a:t>which</a:t>
            </a:r>
            <a:r>
              <a:rPr sz="1400" spc="-30" dirty="0">
                <a:latin typeface="Corbel"/>
                <a:cs typeface="Corbel"/>
              </a:rPr>
              <a:t> </a:t>
            </a:r>
            <a:r>
              <a:rPr sz="1400" dirty="0">
                <a:latin typeface="Corbel"/>
                <a:cs typeface="Corbel"/>
              </a:rPr>
              <a:t>makes</a:t>
            </a:r>
            <a:r>
              <a:rPr sz="1400" spc="-35" dirty="0">
                <a:latin typeface="Corbel"/>
                <a:cs typeface="Corbel"/>
              </a:rPr>
              <a:t> </a:t>
            </a:r>
            <a:r>
              <a:rPr sz="1400" dirty="0">
                <a:latin typeface="Corbel"/>
                <a:cs typeface="Corbel"/>
              </a:rPr>
              <a:t>up</a:t>
            </a:r>
            <a:r>
              <a:rPr sz="1400" spc="-40" dirty="0">
                <a:latin typeface="Corbel"/>
                <a:cs typeface="Corbel"/>
              </a:rPr>
              <a:t> </a:t>
            </a:r>
            <a:r>
              <a:rPr sz="1400" dirty="0">
                <a:latin typeface="Corbel"/>
                <a:cs typeface="Corbel"/>
              </a:rPr>
              <a:t>the</a:t>
            </a:r>
            <a:r>
              <a:rPr sz="1400" spc="-30" dirty="0">
                <a:latin typeface="Corbel"/>
                <a:cs typeface="Corbel"/>
              </a:rPr>
              <a:t> </a:t>
            </a:r>
            <a:r>
              <a:rPr sz="1400" spc="-55" dirty="0">
                <a:latin typeface="Corbel"/>
                <a:cs typeface="Corbel"/>
              </a:rPr>
              <a:t>PAVE</a:t>
            </a:r>
            <a:r>
              <a:rPr sz="1400" spc="-15" dirty="0">
                <a:latin typeface="Corbel"/>
                <a:cs typeface="Corbel"/>
              </a:rPr>
              <a:t> </a:t>
            </a:r>
            <a:r>
              <a:rPr sz="1400" spc="-10" dirty="0">
                <a:latin typeface="Corbel"/>
                <a:cs typeface="Corbel"/>
              </a:rPr>
              <a:t>checklist.</a:t>
            </a:r>
            <a:endParaRPr sz="1400" dirty="0">
              <a:latin typeface="Corbel"/>
              <a:cs typeface="Corbel"/>
            </a:endParaRPr>
          </a:p>
          <a:p>
            <a:pPr marL="12700">
              <a:lnSpc>
                <a:spcPct val="100000"/>
              </a:lnSpc>
              <a:spcBef>
                <a:spcPts val="825"/>
              </a:spcBef>
            </a:pPr>
            <a:r>
              <a:rPr sz="1800" b="1" u="sng" dirty="0">
                <a:uFill>
                  <a:solidFill>
                    <a:srgbClr val="000000"/>
                  </a:solidFill>
                </a:uFill>
                <a:latin typeface="Corbel"/>
                <a:cs typeface="Corbel"/>
              </a:rPr>
              <a:t>The</a:t>
            </a:r>
            <a:r>
              <a:rPr sz="1800" b="1" u="sng" spc="-25" dirty="0">
                <a:uFill>
                  <a:solidFill>
                    <a:srgbClr val="000000"/>
                  </a:solidFill>
                </a:uFill>
                <a:latin typeface="Corbel"/>
                <a:cs typeface="Corbel"/>
              </a:rPr>
              <a:t> </a:t>
            </a:r>
            <a:r>
              <a:rPr sz="1800" b="1" u="sng" spc="-70" dirty="0">
                <a:uFill>
                  <a:solidFill>
                    <a:srgbClr val="000000"/>
                  </a:solidFill>
                </a:uFill>
                <a:latin typeface="Corbel"/>
                <a:cs typeface="Corbel"/>
              </a:rPr>
              <a:t>PAVE</a:t>
            </a:r>
            <a:r>
              <a:rPr sz="1800" b="1" u="sng" spc="-65" dirty="0">
                <a:uFill>
                  <a:solidFill>
                    <a:srgbClr val="000000"/>
                  </a:solidFill>
                </a:uFill>
                <a:latin typeface="Corbel"/>
                <a:cs typeface="Corbel"/>
              </a:rPr>
              <a:t> </a:t>
            </a:r>
            <a:r>
              <a:rPr sz="1800" b="1" u="sng" spc="-10" dirty="0">
                <a:uFill>
                  <a:solidFill>
                    <a:srgbClr val="000000"/>
                  </a:solidFill>
                </a:uFill>
                <a:latin typeface="Corbel"/>
                <a:cs typeface="Corbel"/>
              </a:rPr>
              <a:t>Checklist</a:t>
            </a:r>
            <a:endParaRPr sz="1800" dirty="0">
              <a:latin typeface="Corbel"/>
              <a:cs typeface="Corbel"/>
            </a:endParaRPr>
          </a:p>
          <a:p>
            <a:pPr marL="295910" marR="5715" indent="-283210" algn="just">
              <a:lnSpc>
                <a:spcPct val="101400"/>
              </a:lnSpc>
              <a:spcBef>
                <a:spcPts val="640"/>
              </a:spcBef>
              <a:buFont typeface="Arial MT"/>
              <a:buChar char="•"/>
              <a:tabLst>
                <a:tab pos="297180" algn="l"/>
              </a:tabLst>
            </a:pPr>
            <a:r>
              <a:rPr sz="1400" dirty="0">
                <a:latin typeface="Corbel"/>
                <a:cs typeface="Corbel"/>
              </a:rPr>
              <a:t>Another</a:t>
            </a:r>
            <a:r>
              <a:rPr sz="1400" spc="85" dirty="0">
                <a:latin typeface="Corbel"/>
                <a:cs typeface="Corbel"/>
              </a:rPr>
              <a:t> </a:t>
            </a:r>
            <a:r>
              <a:rPr sz="1400" dirty="0">
                <a:latin typeface="Corbel"/>
                <a:cs typeface="Corbel"/>
              </a:rPr>
              <a:t>way</a:t>
            </a:r>
            <a:r>
              <a:rPr sz="1400" spc="85" dirty="0">
                <a:latin typeface="Corbel"/>
                <a:cs typeface="Corbel"/>
              </a:rPr>
              <a:t> </a:t>
            </a:r>
            <a:r>
              <a:rPr sz="1400" dirty="0">
                <a:latin typeface="Corbel"/>
                <a:cs typeface="Corbel"/>
              </a:rPr>
              <a:t>to</a:t>
            </a:r>
            <a:r>
              <a:rPr sz="1400" spc="85" dirty="0">
                <a:latin typeface="Corbel"/>
                <a:cs typeface="Corbel"/>
              </a:rPr>
              <a:t> </a:t>
            </a:r>
            <a:r>
              <a:rPr sz="1400" dirty="0">
                <a:latin typeface="Corbel"/>
                <a:cs typeface="Corbel"/>
              </a:rPr>
              <a:t>mitigate</a:t>
            </a:r>
            <a:r>
              <a:rPr sz="1400" spc="80" dirty="0">
                <a:latin typeface="Corbel"/>
                <a:cs typeface="Corbel"/>
              </a:rPr>
              <a:t> </a:t>
            </a:r>
            <a:r>
              <a:rPr sz="1400" dirty="0">
                <a:latin typeface="Corbel"/>
                <a:cs typeface="Corbel"/>
              </a:rPr>
              <a:t>risk</a:t>
            </a:r>
            <a:r>
              <a:rPr sz="1400" spc="90" dirty="0">
                <a:latin typeface="Corbel"/>
                <a:cs typeface="Corbel"/>
              </a:rPr>
              <a:t> </a:t>
            </a:r>
            <a:r>
              <a:rPr sz="1400" dirty="0">
                <a:latin typeface="Corbel"/>
                <a:cs typeface="Corbel"/>
              </a:rPr>
              <a:t>is</a:t>
            </a:r>
            <a:r>
              <a:rPr sz="1400" spc="75" dirty="0">
                <a:latin typeface="Corbel"/>
                <a:cs typeface="Corbel"/>
              </a:rPr>
              <a:t> </a:t>
            </a:r>
            <a:r>
              <a:rPr sz="1400" dirty="0">
                <a:latin typeface="Corbel"/>
                <a:cs typeface="Corbel"/>
              </a:rPr>
              <a:t>to</a:t>
            </a:r>
            <a:r>
              <a:rPr sz="1400" spc="85" dirty="0">
                <a:latin typeface="Corbel"/>
                <a:cs typeface="Corbel"/>
              </a:rPr>
              <a:t> </a:t>
            </a:r>
            <a:r>
              <a:rPr sz="1400" dirty="0">
                <a:latin typeface="Corbel"/>
                <a:cs typeface="Corbel"/>
              </a:rPr>
              <a:t>perceive</a:t>
            </a:r>
            <a:r>
              <a:rPr sz="1400" spc="85" dirty="0">
                <a:latin typeface="Corbel"/>
                <a:cs typeface="Corbel"/>
              </a:rPr>
              <a:t> </a:t>
            </a:r>
            <a:r>
              <a:rPr sz="1400" dirty="0">
                <a:latin typeface="Corbel"/>
                <a:cs typeface="Corbel"/>
              </a:rPr>
              <a:t>hazards.</a:t>
            </a:r>
            <a:r>
              <a:rPr sz="1400" spc="90" dirty="0">
                <a:latin typeface="Corbel"/>
                <a:cs typeface="Corbel"/>
              </a:rPr>
              <a:t> </a:t>
            </a:r>
            <a:r>
              <a:rPr sz="1400" dirty="0">
                <a:latin typeface="Corbel"/>
                <a:cs typeface="Corbel"/>
              </a:rPr>
              <a:t>By</a:t>
            </a:r>
            <a:r>
              <a:rPr sz="1400" spc="85" dirty="0">
                <a:latin typeface="Corbel"/>
                <a:cs typeface="Corbel"/>
              </a:rPr>
              <a:t> </a:t>
            </a:r>
            <a:r>
              <a:rPr sz="1400" dirty="0">
                <a:latin typeface="Corbel"/>
                <a:cs typeface="Corbel"/>
              </a:rPr>
              <a:t>incorporating</a:t>
            </a:r>
            <a:r>
              <a:rPr sz="1400" spc="75" dirty="0">
                <a:latin typeface="Corbel"/>
                <a:cs typeface="Corbel"/>
              </a:rPr>
              <a:t> </a:t>
            </a:r>
            <a:r>
              <a:rPr sz="1400" dirty="0">
                <a:latin typeface="Corbel"/>
                <a:cs typeface="Corbel"/>
              </a:rPr>
              <a:t>the</a:t>
            </a:r>
            <a:r>
              <a:rPr sz="1400" spc="85" dirty="0">
                <a:latin typeface="Corbel"/>
                <a:cs typeface="Corbel"/>
              </a:rPr>
              <a:t> </a:t>
            </a:r>
            <a:r>
              <a:rPr sz="1400" u="sng" spc="-10" dirty="0">
                <a:uFill>
                  <a:solidFill>
                    <a:srgbClr val="000000"/>
                  </a:solidFill>
                </a:uFill>
                <a:latin typeface="Corbel"/>
                <a:cs typeface="Corbel"/>
              </a:rPr>
              <a:t>PAVE</a:t>
            </a:r>
            <a:r>
              <a:rPr sz="1400" u="sng" spc="90" dirty="0">
                <a:uFill>
                  <a:solidFill>
                    <a:srgbClr val="000000"/>
                  </a:solidFill>
                </a:uFill>
                <a:latin typeface="Corbel"/>
                <a:cs typeface="Corbel"/>
              </a:rPr>
              <a:t> </a:t>
            </a:r>
            <a:r>
              <a:rPr sz="1400" u="sng" dirty="0">
                <a:uFill>
                  <a:solidFill>
                    <a:srgbClr val="000000"/>
                  </a:solidFill>
                </a:uFill>
                <a:latin typeface="Corbel"/>
                <a:cs typeface="Corbel"/>
              </a:rPr>
              <a:t>checklist</a:t>
            </a:r>
            <a:r>
              <a:rPr sz="1400" u="sng" spc="80" dirty="0">
                <a:uFill>
                  <a:solidFill>
                    <a:srgbClr val="000000"/>
                  </a:solidFill>
                </a:uFill>
                <a:latin typeface="Corbel"/>
                <a:cs typeface="Corbel"/>
              </a:rPr>
              <a:t> </a:t>
            </a:r>
            <a:r>
              <a:rPr sz="1400" u="sng" dirty="0">
                <a:uFill>
                  <a:solidFill>
                    <a:srgbClr val="000000"/>
                  </a:solidFill>
                </a:uFill>
                <a:latin typeface="Corbel"/>
                <a:cs typeface="Corbel"/>
              </a:rPr>
              <a:t>into</a:t>
            </a:r>
            <a:r>
              <a:rPr sz="1400" u="sng" spc="85" dirty="0">
                <a:uFill>
                  <a:solidFill>
                    <a:srgbClr val="000000"/>
                  </a:solidFill>
                </a:uFill>
                <a:latin typeface="Corbel"/>
                <a:cs typeface="Corbel"/>
              </a:rPr>
              <a:t> </a:t>
            </a:r>
            <a:r>
              <a:rPr sz="1400" b="1" u="sng" dirty="0">
                <a:uFill>
                  <a:solidFill>
                    <a:srgbClr val="000000"/>
                  </a:solidFill>
                </a:uFill>
                <a:latin typeface="Corbel"/>
                <a:cs typeface="Corbel"/>
              </a:rPr>
              <a:t>preflight</a:t>
            </a:r>
            <a:r>
              <a:rPr sz="1400" b="1" u="sng" spc="65" dirty="0">
                <a:uFill>
                  <a:solidFill>
                    <a:srgbClr val="000000"/>
                  </a:solidFill>
                </a:uFill>
                <a:latin typeface="Corbel"/>
                <a:cs typeface="Corbel"/>
              </a:rPr>
              <a:t> </a:t>
            </a:r>
            <a:r>
              <a:rPr sz="1400" u="sng" dirty="0">
                <a:uFill>
                  <a:solidFill>
                    <a:srgbClr val="000000"/>
                  </a:solidFill>
                </a:uFill>
                <a:latin typeface="Corbel"/>
                <a:cs typeface="Corbel"/>
              </a:rPr>
              <a:t>planning</a:t>
            </a:r>
            <a:r>
              <a:rPr sz="1400" dirty="0">
                <a:latin typeface="Corbel"/>
                <a:cs typeface="Corbel"/>
              </a:rPr>
              <a:t>.</a:t>
            </a:r>
            <a:r>
              <a:rPr sz="1400" spc="90" dirty="0">
                <a:latin typeface="Corbel"/>
                <a:cs typeface="Corbel"/>
              </a:rPr>
              <a:t> </a:t>
            </a:r>
            <a:r>
              <a:rPr sz="1400" dirty="0">
                <a:latin typeface="Corbel"/>
                <a:cs typeface="Corbel"/>
              </a:rPr>
              <a:t>With</a:t>
            </a:r>
            <a:r>
              <a:rPr sz="1400" spc="85" dirty="0">
                <a:latin typeface="Corbel"/>
                <a:cs typeface="Corbel"/>
              </a:rPr>
              <a:t> </a:t>
            </a:r>
            <a:r>
              <a:rPr sz="1400" dirty="0">
                <a:latin typeface="Corbel"/>
                <a:cs typeface="Corbel"/>
              </a:rPr>
              <a:t>the</a:t>
            </a:r>
            <a:r>
              <a:rPr sz="1400" spc="85" dirty="0">
                <a:latin typeface="Corbel"/>
                <a:cs typeface="Corbel"/>
              </a:rPr>
              <a:t> </a:t>
            </a:r>
            <a:r>
              <a:rPr sz="1400" spc="-20" dirty="0">
                <a:latin typeface="Corbel"/>
                <a:cs typeface="Corbel"/>
              </a:rPr>
              <a:t>PAVE 	</a:t>
            </a:r>
            <a:r>
              <a:rPr sz="1400" dirty="0">
                <a:latin typeface="Corbel"/>
                <a:cs typeface="Corbel"/>
              </a:rPr>
              <a:t>checklist,</a:t>
            </a:r>
            <a:r>
              <a:rPr sz="1400" spc="-35" dirty="0">
                <a:latin typeface="Corbel"/>
                <a:cs typeface="Corbel"/>
              </a:rPr>
              <a:t> </a:t>
            </a:r>
            <a:r>
              <a:rPr sz="1400" dirty="0">
                <a:latin typeface="Corbel"/>
                <a:cs typeface="Corbel"/>
              </a:rPr>
              <a:t>pilots</a:t>
            </a:r>
            <a:r>
              <a:rPr sz="1400" spc="-35" dirty="0">
                <a:latin typeface="Corbel"/>
                <a:cs typeface="Corbel"/>
              </a:rPr>
              <a:t> </a:t>
            </a:r>
            <a:r>
              <a:rPr sz="1400" dirty="0">
                <a:latin typeface="Corbel"/>
                <a:cs typeface="Corbel"/>
              </a:rPr>
              <a:t>have</a:t>
            </a:r>
            <a:r>
              <a:rPr sz="1400" spc="-35" dirty="0">
                <a:latin typeface="Corbel"/>
                <a:cs typeface="Corbel"/>
              </a:rPr>
              <a:t> </a:t>
            </a:r>
            <a:r>
              <a:rPr sz="1400" dirty="0">
                <a:latin typeface="Corbel"/>
                <a:cs typeface="Corbel"/>
              </a:rPr>
              <a:t>a</a:t>
            </a:r>
            <a:r>
              <a:rPr sz="1400" spc="-30" dirty="0">
                <a:latin typeface="Corbel"/>
                <a:cs typeface="Corbel"/>
              </a:rPr>
              <a:t> </a:t>
            </a:r>
            <a:r>
              <a:rPr sz="1400" dirty="0">
                <a:latin typeface="Corbel"/>
                <a:cs typeface="Corbel"/>
              </a:rPr>
              <a:t>simple</a:t>
            </a:r>
            <a:r>
              <a:rPr sz="1400" spc="-35" dirty="0">
                <a:latin typeface="Corbel"/>
                <a:cs typeface="Corbel"/>
              </a:rPr>
              <a:t> </a:t>
            </a:r>
            <a:r>
              <a:rPr sz="1400" dirty="0">
                <a:latin typeface="Corbel"/>
                <a:cs typeface="Corbel"/>
              </a:rPr>
              <a:t>way</a:t>
            </a:r>
            <a:r>
              <a:rPr sz="1400" spc="-30" dirty="0">
                <a:latin typeface="Corbel"/>
                <a:cs typeface="Corbel"/>
              </a:rPr>
              <a:t> </a:t>
            </a:r>
            <a:r>
              <a:rPr sz="1400" dirty="0">
                <a:latin typeface="Corbel"/>
                <a:cs typeface="Corbel"/>
              </a:rPr>
              <a:t>to</a:t>
            </a:r>
            <a:r>
              <a:rPr sz="1400" spc="-30" dirty="0">
                <a:latin typeface="Corbel"/>
                <a:cs typeface="Corbel"/>
              </a:rPr>
              <a:t> </a:t>
            </a:r>
            <a:r>
              <a:rPr sz="1400" spc="-10" dirty="0">
                <a:latin typeface="Corbel"/>
                <a:cs typeface="Corbel"/>
              </a:rPr>
              <a:t>remember</a:t>
            </a:r>
            <a:r>
              <a:rPr sz="1400" spc="-35" dirty="0">
                <a:latin typeface="Corbel"/>
                <a:cs typeface="Corbel"/>
              </a:rPr>
              <a:t> </a:t>
            </a:r>
            <a:r>
              <a:rPr sz="1400" dirty="0">
                <a:latin typeface="Corbel"/>
                <a:cs typeface="Corbel"/>
              </a:rPr>
              <a:t>each</a:t>
            </a:r>
            <a:r>
              <a:rPr sz="1400" spc="-25" dirty="0">
                <a:latin typeface="Corbel"/>
                <a:cs typeface="Corbel"/>
              </a:rPr>
              <a:t> </a:t>
            </a:r>
            <a:r>
              <a:rPr sz="1400" dirty="0">
                <a:latin typeface="Corbel"/>
                <a:cs typeface="Corbel"/>
              </a:rPr>
              <a:t>category</a:t>
            </a:r>
            <a:r>
              <a:rPr sz="1400" spc="-35" dirty="0">
                <a:latin typeface="Corbel"/>
                <a:cs typeface="Corbel"/>
              </a:rPr>
              <a:t> </a:t>
            </a:r>
            <a:r>
              <a:rPr sz="1400" dirty="0">
                <a:latin typeface="Corbel"/>
                <a:cs typeface="Corbel"/>
              </a:rPr>
              <a:t>to</a:t>
            </a:r>
            <a:r>
              <a:rPr sz="1400" spc="-30" dirty="0">
                <a:latin typeface="Corbel"/>
                <a:cs typeface="Corbel"/>
              </a:rPr>
              <a:t> </a:t>
            </a:r>
            <a:r>
              <a:rPr sz="1400" dirty="0">
                <a:latin typeface="Corbel"/>
                <a:cs typeface="Corbel"/>
              </a:rPr>
              <a:t>examine</a:t>
            </a:r>
            <a:r>
              <a:rPr sz="1400" spc="-35" dirty="0">
                <a:latin typeface="Corbel"/>
                <a:cs typeface="Corbel"/>
              </a:rPr>
              <a:t> </a:t>
            </a:r>
            <a:r>
              <a:rPr sz="1400" dirty="0">
                <a:latin typeface="Corbel"/>
                <a:cs typeface="Corbel"/>
              </a:rPr>
              <a:t>for</a:t>
            </a:r>
            <a:r>
              <a:rPr sz="1400" spc="-25" dirty="0">
                <a:latin typeface="Corbel"/>
                <a:cs typeface="Corbel"/>
              </a:rPr>
              <a:t> </a:t>
            </a:r>
            <a:r>
              <a:rPr sz="1400" dirty="0">
                <a:latin typeface="Corbel"/>
                <a:cs typeface="Corbel"/>
              </a:rPr>
              <a:t>risk</a:t>
            </a:r>
            <a:r>
              <a:rPr sz="1400" spc="-30" dirty="0">
                <a:latin typeface="Corbel"/>
                <a:cs typeface="Corbel"/>
              </a:rPr>
              <a:t> </a:t>
            </a:r>
            <a:r>
              <a:rPr sz="1400" dirty="0">
                <a:latin typeface="Corbel"/>
                <a:cs typeface="Corbel"/>
              </a:rPr>
              <a:t>prior</a:t>
            </a:r>
            <a:r>
              <a:rPr sz="1400" spc="-25" dirty="0">
                <a:latin typeface="Corbel"/>
                <a:cs typeface="Corbel"/>
              </a:rPr>
              <a:t> </a:t>
            </a:r>
            <a:r>
              <a:rPr sz="1400" dirty="0">
                <a:latin typeface="Corbel"/>
                <a:cs typeface="Corbel"/>
              </a:rPr>
              <a:t>to</a:t>
            </a:r>
            <a:r>
              <a:rPr sz="1400" spc="-35" dirty="0">
                <a:latin typeface="Corbel"/>
                <a:cs typeface="Corbel"/>
              </a:rPr>
              <a:t> </a:t>
            </a:r>
            <a:r>
              <a:rPr sz="1400" dirty="0">
                <a:latin typeface="Corbel"/>
                <a:cs typeface="Corbel"/>
              </a:rPr>
              <a:t>each</a:t>
            </a:r>
            <a:r>
              <a:rPr sz="1400" spc="-25" dirty="0">
                <a:latin typeface="Corbel"/>
                <a:cs typeface="Corbel"/>
              </a:rPr>
              <a:t> </a:t>
            </a:r>
            <a:r>
              <a:rPr sz="1400" spc="-10" dirty="0">
                <a:latin typeface="Corbel"/>
                <a:cs typeface="Corbel"/>
              </a:rPr>
              <a:t>flight.</a:t>
            </a:r>
            <a:endParaRPr sz="1400" dirty="0">
              <a:latin typeface="Corbel"/>
              <a:cs typeface="Corbel"/>
            </a:endParaRPr>
          </a:p>
          <a:p>
            <a:pPr marL="295910" marR="5715" indent="-283210" algn="just">
              <a:lnSpc>
                <a:spcPct val="99000"/>
              </a:lnSpc>
              <a:spcBef>
                <a:spcPts val="640"/>
              </a:spcBef>
              <a:buFont typeface="Arial MT"/>
              <a:buChar char="•"/>
              <a:tabLst>
                <a:tab pos="297180" algn="l"/>
              </a:tabLst>
            </a:pPr>
            <a:r>
              <a:rPr sz="1400" dirty="0">
                <a:latin typeface="Corbel"/>
                <a:cs typeface="Corbel"/>
              </a:rPr>
              <a:t>Once</a:t>
            </a:r>
            <a:r>
              <a:rPr sz="1400" spc="105" dirty="0">
                <a:latin typeface="Corbel"/>
                <a:cs typeface="Corbel"/>
              </a:rPr>
              <a:t> </a:t>
            </a:r>
            <a:r>
              <a:rPr sz="1400" dirty="0">
                <a:latin typeface="Corbel"/>
                <a:cs typeface="Corbel"/>
              </a:rPr>
              <a:t>a</a:t>
            </a:r>
            <a:r>
              <a:rPr sz="1400" spc="105" dirty="0">
                <a:latin typeface="Corbel"/>
                <a:cs typeface="Corbel"/>
              </a:rPr>
              <a:t> </a:t>
            </a:r>
            <a:r>
              <a:rPr sz="1400" dirty="0">
                <a:latin typeface="Corbel"/>
                <a:cs typeface="Corbel"/>
              </a:rPr>
              <a:t>pilot</a:t>
            </a:r>
            <a:r>
              <a:rPr sz="1400" spc="105" dirty="0">
                <a:latin typeface="Corbel"/>
                <a:cs typeface="Corbel"/>
              </a:rPr>
              <a:t> </a:t>
            </a:r>
            <a:r>
              <a:rPr sz="1400" dirty="0">
                <a:latin typeface="Corbel"/>
                <a:cs typeface="Corbel"/>
              </a:rPr>
              <a:t>identifies</a:t>
            </a:r>
            <a:r>
              <a:rPr sz="1400" spc="95" dirty="0">
                <a:latin typeface="Corbel"/>
                <a:cs typeface="Corbel"/>
              </a:rPr>
              <a:t> </a:t>
            </a:r>
            <a:r>
              <a:rPr sz="1400" dirty="0">
                <a:latin typeface="Corbel"/>
                <a:cs typeface="Corbel"/>
              </a:rPr>
              <a:t>the</a:t>
            </a:r>
            <a:r>
              <a:rPr sz="1400" spc="105" dirty="0">
                <a:latin typeface="Corbel"/>
                <a:cs typeface="Corbel"/>
              </a:rPr>
              <a:t> </a:t>
            </a:r>
            <a:r>
              <a:rPr sz="1400" dirty="0">
                <a:latin typeface="Corbel"/>
                <a:cs typeface="Corbel"/>
              </a:rPr>
              <a:t>risks</a:t>
            </a:r>
            <a:r>
              <a:rPr sz="1400" spc="105" dirty="0">
                <a:latin typeface="Corbel"/>
                <a:cs typeface="Corbel"/>
              </a:rPr>
              <a:t> </a:t>
            </a:r>
            <a:r>
              <a:rPr sz="1400" dirty="0">
                <a:latin typeface="Corbel"/>
                <a:cs typeface="Corbel"/>
              </a:rPr>
              <a:t>of</a:t>
            </a:r>
            <a:r>
              <a:rPr sz="1400" spc="105" dirty="0">
                <a:latin typeface="Corbel"/>
                <a:cs typeface="Corbel"/>
              </a:rPr>
              <a:t> </a:t>
            </a:r>
            <a:r>
              <a:rPr sz="1400" dirty="0">
                <a:latin typeface="Corbel"/>
                <a:cs typeface="Corbel"/>
              </a:rPr>
              <a:t>a</a:t>
            </a:r>
            <a:r>
              <a:rPr sz="1400" spc="105" dirty="0">
                <a:latin typeface="Corbel"/>
                <a:cs typeface="Corbel"/>
              </a:rPr>
              <a:t> </a:t>
            </a:r>
            <a:r>
              <a:rPr sz="1400" dirty="0">
                <a:latin typeface="Corbel"/>
                <a:cs typeface="Corbel"/>
              </a:rPr>
              <a:t>flight,</a:t>
            </a:r>
            <a:r>
              <a:rPr sz="1400" spc="105" dirty="0">
                <a:latin typeface="Corbel"/>
                <a:cs typeface="Corbel"/>
              </a:rPr>
              <a:t> </a:t>
            </a:r>
            <a:r>
              <a:rPr sz="1400" dirty="0">
                <a:latin typeface="Corbel"/>
                <a:cs typeface="Corbel"/>
              </a:rPr>
              <a:t>he</a:t>
            </a:r>
            <a:r>
              <a:rPr sz="1400" spc="105" dirty="0">
                <a:latin typeface="Corbel"/>
                <a:cs typeface="Corbel"/>
              </a:rPr>
              <a:t> </a:t>
            </a:r>
            <a:r>
              <a:rPr sz="1400" dirty="0">
                <a:latin typeface="Corbel"/>
                <a:cs typeface="Corbel"/>
              </a:rPr>
              <a:t>or</a:t>
            </a:r>
            <a:r>
              <a:rPr sz="1400" spc="105" dirty="0">
                <a:latin typeface="Corbel"/>
                <a:cs typeface="Corbel"/>
              </a:rPr>
              <a:t> </a:t>
            </a:r>
            <a:r>
              <a:rPr sz="1400" dirty="0">
                <a:latin typeface="Corbel"/>
                <a:cs typeface="Corbel"/>
              </a:rPr>
              <a:t>she</a:t>
            </a:r>
            <a:r>
              <a:rPr sz="1400" spc="105" dirty="0">
                <a:latin typeface="Corbel"/>
                <a:cs typeface="Corbel"/>
              </a:rPr>
              <a:t> </a:t>
            </a:r>
            <a:r>
              <a:rPr sz="1400" dirty="0">
                <a:latin typeface="Corbel"/>
                <a:cs typeface="Corbel"/>
              </a:rPr>
              <a:t>needs</a:t>
            </a:r>
            <a:r>
              <a:rPr sz="1400" spc="105" dirty="0">
                <a:latin typeface="Corbel"/>
                <a:cs typeface="Corbel"/>
              </a:rPr>
              <a:t> </a:t>
            </a:r>
            <a:r>
              <a:rPr sz="1400" dirty="0">
                <a:latin typeface="Corbel"/>
                <a:cs typeface="Corbel"/>
              </a:rPr>
              <a:t>to</a:t>
            </a:r>
            <a:r>
              <a:rPr sz="1400" spc="105" dirty="0">
                <a:latin typeface="Corbel"/>
                <a:cs typeface="Corbel"/>
              </a:rPr>
              <a:t> </a:t>
            </a:r>
            <a:r>
              <a:rPr sz="1400" dirty="0">
                <a:latin typeface="Corbel"/>
                <a:cs typeface="Corbel"/>
              </a:rPr>
              <a:t>decide</a:t>
            </a:r>
            <a:r>
              <a:rPr sz="1400" spc="105" dirty="0">
                <a:latin typeface="Corbel"/>
                <a:cs typeface="Corbel"/>
              </a:rPr>
              <a:t> </a:t>
            </a:r>
            <a:r>
              <a:rPr sz="1400" dirty="0">
                <a:latin typeface="Corbel"/>
                <a:cs typeface="Corbel"/>
              </a:rPr>
              <a:t>whether</a:t>
            </a:r>
            <a:r>
              <a:rPr sz="1400" spc="110" dirty="0">
                <a:latin typeface="Corbel"/>
                <a:cs typeface="Corbel"/>
              </a:rPr>
              <a:t> </a:t>
            </a:r>
            <a:r>
              <a:rPr sz="1400" dirty="0">
                <a:latin typeface="Corbel"/>
                <a:cs typeface="Corbel"/>
              </a:rPr>
              <a:t>the</a:t>
            </a:r>
            <a:r>
              <a:rPr sz="1400" spc="105" dirty="0">
                <a:latin typeface="Corbel"/>
                <a:cs typeface="Corbel"/>
              </a:rPr>
              <a:t> </a:t>
            </a:r>
            <a:r>
              <a:rPr sz="1400" dirty="0">
                <a:latin typeface="Corbel"/>
                <a:cs typeface="Corbel"/>
              </a:rPr>
              <a:t>risk</a:t>
            </a:r>
            <a:r>
              <a:rPr sz="1400" spc="110" dirty="0">
                <a:latin typeface="Corbel"/>
                <a:cs typeface="Corbel"/>
              </a:rPr>
              <a:t> </a:t>
            </a:r>
            <a:r>
              <a:rPr sz="1400" dirty="0">
                <a:latin typeface="Corbel"/>
                <a:cs typeface="Corbel"/>
              </a:rPr>
              <a:t>or</a:t>
            </a:r>
            <a:r>
              <a:rPr sz="1400" spc="105" dirty="0">
                <a:latin typeface="Corbel"/>
                <a:cs typeface="Corbel"/>
              </a:rPr>
              <a:t> </a:t>
            </a:r>
            <a:r>
              <a:rPr sz="1400" dirty="0">
                <a:latin typeface="Corbel"/>
                <a:cs typeface="Corbel"/>
              </a:rPr>
              <a:t>combination</a:t>
            </a:r>
            <a:r>
              <a:rPr sz="1400" spc="100" dirty="0">
                <a:latin typeface="Corbel"/>
                <a:cs typeface="Corbel"/>
              </a:rPr>
              <a:t> </a:t>
            </a:r>
            <a:r>
              <a:rPr sz="1400" dirty="0">
                <a:latin typeface="Corbel"/>
                <a:cs typeface="Corbel"/>
              </a:rPr>
              <a:t>of</a:t>
            </a:r>
            <a:r>
              <a:rPr sz="1400" spc="110" dirty="0">
                <a:latin typeface="Corbel"/>
                <a:cs typeface="Corbel"/>
              </a:rPr>
              <a:t> </a:t>
            </a:r>
            <a:r>
              <a:rPr sz="1400" dirty="0">
                <a:latin typeface="Corbel"/>
                <a:cs typeface="Corbel"/>
              </a:rPr>
              <a:t>risks,</a:t>
            </a:r>
            <a:r>
              <a:rPr sz="1400" spc="110" dirty="0">
                <a:latin typeface="Corbel"/>
                <a:cs typeface="Corbel"/>
              </a:rPr>
              <a:t> </a:t>
            </a:r>
            <a:r>
              <a:rPr sz="1400" dirty="0">
                <a:latin typeface="Corbel"/>
                <a:cs typeface="Corbel"/>
              </a:rPr>
              <a:t>can</a:t>
            </a:r>
            <a:r>
              <a:rPr sz="1400" spc="100" dirty="0">
                <a:latin typeface="Corbel"/>
                <a:cs typeface="Corbel"/>
              </a:rPr>
              <a:t> </a:t>
            </a:r>
            <a:r>
              <a:rPr sz="1400" dirty="0">
                <a:latin typeface="Corbel"/>
                <a:cs typeface="Corbel"/>
              </a:rPr>
              <a:t>be</a:t>
            </a:r>
            <a:r>
              <a:rPr sz="1400" spc="105" dirty="0">
                <a:latin typeface="Corbel"/>
                <a:cs typeface="Corbel"/>
              </a:rPr>
              <a:t> </a:t>
            </a:r>
            <a:r>
              <a:rPr sz="1400" spc="-10" dirty="0">
                <a:latin typeface="Corbel"/>
                <a:cs typeface="Corbel"/>
              </a:rPr>
              <a:t>managed 	</a:t>
            </a:r>
            <a:r>
              <a:rPr sz="1400" dirty="0">
                <a:latin typeface="Corbel"/>
                <a:cs typeface="Corbel"/>
              </a:rPr>
              <a:t>safely</a:t>
            </a:r>
            <a:r>
              <a:rPr sz="1400" spc="135" dirty="0">
                <a:latin typeface="Corbel"/>
                <a:cs typeface="Corbel"/>
              </a:rPr>
              <a:t> </a:t>
            </a:r>
            <a:r>
              <a:rPr sz="1400" dirty="0">
                <a:latin typeface="Corbel"/>
                <a:cs typeface="Corbel"/>
              </a:rPr>
              <a:t>and</a:t>
            </a:r>
            <a:r>
              <a:rPr sz="1400" spc="130" dirty="0">
                <a:latin typeface="Corbel"/>
                <a:cs typeface="Corbel"/>
              </a:rPr>
              <a:t> </a:t>
            </a:r>
            <a:r>
              <a:rPr sz="1400" dirty="0">
                <a:latin typeface="Corbel"/>
                <a:cs typeface="Corbel"/>
              </a:rPr>
              <a:t>successfully.</a:t>
            </a:r>
            <a:r>
              <a:rPr sz="1400" spc="135" dirty="0">
                <a:latin typeface="Corbel"/>
                <a:cs typeface="Corbel"/>
              </a:rPr>
              <a:t> </a:t>
            </a:r>
            <a:r>
              <a:rPr sz="1400" dirty="0">
                <a:latin typeface="Corbel"/>
                <a:cs typeface="Corbel"/>
              </a:rPr>
              <a:t>If</a:t>
            </a:r>
            <a:r>
              <a:rPr sz="1400" spc="135" dirty="0">
                <a:latin typeface="Corbel"/>
                <a:cs typeface="Corbel"/>
              </a:rPr>
              <a:t> </a:t>
            </a:r>
            <a:r>
              <a:rPr sz="1400" dirty="0">
                <a:latin typeface="Corbel"/>
                <a:cs typeface="Corbel"/>
              </a:rPr>
              <a:t>not,</a:t>
            </a:r>
            <a:r>
              <a:rPr sz="1400" spc="140" dirty="0">
                <a:latin typeface="Corbel"/>
                <a:cs typeface="Corbel"/>
              </a:rPr>
              <a:t> </a:t>
            </a:r>
            <a:r>
              <a:rPr sz="1400" dirty="0">
                <a:latin typeface="Corbel"/>
                <a:cs typeface="Corbel"/>
              </a:rPr>
              <a:t>make</a:t>
            </a:r>
            <a:r>
              <a:rPr sz="1400" spc="135" dirty="0">
                <a:latin typeface="Corbel"/>
                <a:cs typeface="Corbel"/>
              </a:rPr>
              <a:t> </a:t>
            </a:r>
            <a:r>
              <a:rPr sz="1400" dirty="0">
                <a:latin typeface="Corbel"/>
                <a:cs typeface="Corbel"/>
              </a:rPr>
              <a:t>the</a:t>
            </a:r>
            <a:r>
              <a:rPr sz="1400" spc="135" dirty="0">
                <a:latin typeface="Corbel"/>
                <a:cs typeface="Corbel"/>
              </a:rPr>
              <a:t> </a:t>
            </a:r>
            <a:r>
              <a:rPr sz="1400" dirty="0">
                <a:latin typeface="Corbel"/>
                <a:cs typeface="Corbel"/>
              </a:rPr>
              <a:t>decision</a:t>
            </a:r>
            <a:r>
              <a:rPr sz="1400" spc="130" dirty="0">
                <a:latin typeface="Corbel"/>
                <a:cs typeface="Corbel"/>
              </a:rPr>
              <a:t> </a:t>
            </a:r>
            <a:r>
              <a:rPr sz="1400" dirty="0">
                <a:latin typeface="Corbel"/>
                <a:cs typeface="Corbel"/>
              </a:rPr>
              <a:t>to</a:t>
            </a:r>
            <a:r>
              <a:rPr sz="1400" spc="140" dirty="0">
                <a:latin typeface="Corbel"/>
                <a:cs typeface="Corbel"/>
              </a:rPr>
              <a:t> </a:t>
            </a:r>
            <a:r>
              <a:rPr sz="1400" dirty="0">
                <a:latin typeface="Corbel"/>
                <a:cs typeface="Corbel"/>
              </a:rPr>
              <a:t>cancel</a:t>
            </a:r>
            <a:r>
              <a:rPr sz="1400" spc="125" dirty="0">
                <a:latin typeface="Corbel"/>
                <a:cs typeface="Corbel"/>
              </a:rPr>
              <a:t> </a:t>
            </a:r>
            <a:r>
              <a:rPr sz="1400" dirty="0">
                <a:latin typeface="Corbel"/>
                <a:cs typeface="Corbel"/>
              </a:rPr>
              <a:t>the</a:t>
            </a:r>
            <a:r>
              <a:rPr sz="1400" spc="135" dirty="0">
                <a:latin typeface="Corbel"/>
                <a:cs typeface="Corbel"/>
              </a:rPr>
              <a:t> </a:t>
            </a:r>
            <a:r>
              <a:rPr sz="1400" dirty="0">
                <a:latin typeface="Corbel"/>
                <a:cs typeface="Corbel"/>
              </a:rPr>
              <a:t>flight.</a:t>
            </a:r>
            <a:r>
              <a:rPr sz="1400" spc="135" dirty="0">
                <a:latin typeface="Corbel"/>
                <a:cs typeface="Corbel"/>
              </a:rPr>
              <a:t> </a:t>
            </a:r>
            <a:r>
              <a:rPr sz="1400" dirty="0">
                <a:latin typeface="Corbel"/>
                <a:cs typeface="Corbel"/>
              </a:rPr>
              <a:t>If</a:t>
            </a:r>
            <a:r>
              <a:rPr sz="1400" spc="140" dirty="0">
                <a:latin typeface="Corbel"/>
                <a:cs typeface="Corbel"/>
              </a:rPr>
              <a:t> </a:t>
            </a:r>
            <a:r>
              <a:rPr sz="1400" dirty="0">
                <a:latin typeface="Corbel"/>
                <a:cs typeface="Corbel"/>
              </a:rPr>
              <a:t>the</a:t>
            </a:r>
            <a:r>
              <a:rPr sz="1400" spc="135" dirty="0">
                <a:latin typeface="Corbel"/>
                <a:cs typeface="Corbel"/>
              </a:rPr>
              <a:t> </a:t>
            </a:r>
            <a:r>
              <a:rPr sz="1400" dirty="0">
                <a:latin typeface="Corbel"/>
                <a:cs typeface="Corbel"/>
              </a:rPr>
              <a:t>pilot</a:t>
            </a:r>
            <a:r>
              <a:rPr sz="1400" spc="135" dirty="0">
                <a:latin typeface="Corbel"/>
                <a:cs typeface="Corbel"/>
              </a:rPr>
              <a:t> </a:t>
            </a:r>
            <a:r>
              <a:rPr sz="1400" dirty="0">
                <a:latin typeface="Corbel"/>
                <a:cs typeface="Corbel"/>
              </a:rPr>
              <a:t>decides</a:t>
            </a:r>
            <a:r>
              <a:rPr sz="1400" spc="125" dirty="0">
                <a:latin typeface="Corbel"/>
                <a:cs typeface="Corbel"/>
              </a:rPr>
              <a:t> </a:t>
            </a:r>
            <a:r>
              <a:rPr sz="1400" dirty="0">
                <a:latin typeface="Corbel"/>
                <a:cs typeface="Corbel"/>
              </a:rPr>
              <a:t>to</a:t>
            </a:r>
            <a:r>
              <a:rPr sz="1400" spc="140" dirty="0">
                <a:latin typeface="Corbel"/>
                <a:cs typeface="Corbel"/>
              </a:rPr>
              <a:t> </a:t>
            </a:r>
            <a:r>
              <a:rPr sz="1400" dirty="0">
                <a:latin typeface="Corbel"/>
                <a:cs typeface="Corbel"/>
              </a:rPr>
              <a:t>continue</a:t>
            </a:r>
            <a:r>
              <a:rPr sz="1400" spc="135" dirty="0">
                <a:latin typeface="Corbel"/>
                <a:cs typeface="Corbel"/>
              </a:rPr>
              <a:t> </a:t>
            </a:r>
            <a:r>
              <a:rPr sz="1400" dirty="0">
                <a:latin typeface="Corbel"/>
                <a:cs typeface="Corbel"/>
              </a:rPr>
              <a:t>with</a:t>
            </a:r>
            <a:r>
              <a:rPr sz="1400" spc="135" dirty="0">
                <a:latin typeface="Corbel"/>
                <a:cs typeface="Corbel"/>
              </a:rPr>
              <a:t> </a:t>
            </a:r>
            <a:r>
              <a:rPr sz="1400" dirty="0">
                <a:latin typeface="Corbel"/>
                <a:cs typeface="Corbel"/>
              </a:rPr>
              <a:t>the</a:t>
            </a:r>
            <a:r>
              <a:rPr sz="1400" spc="135" dirty="0">
                <a:latin typeface="Corbel"/>
                <a:cs typeface="Corbel"/>
              </a:rPr>
              <a:t> </a:t>
            </a:r>
            <a:r>
              <a:rPr sz="1400" dirty="0">
                <a:latin typeface="Corbel"/>
                <a:cs typeface="Corbel"/>
              </a:rPr>
              <a:t>flight,</a:t>
            </a:r>
            <a:r>
              <a:rPr sz="1400" spc="140" dirty="0">
                <a:latin typeface="Corbel"/>
                <a:cs typeface="Corbel"/>
              </a:rPr>
              <a:t> </a:t>
            </a:r>
            <a:r>
              <a:rPr sz="1400" dirty="0">
                <a:latin typeface="Corbel"/>
                <a:cs typeface="Corbel"/>
              </a:rPr>
              <a:t>he</a:t>
            </a:r>
            <a:r>
              <a:rPr sz="1400" spc="135" dirty="0">
                <a:latin typeface="Corbel"/>
                <a:cs typeface="Corbel"/>
              </a:rPr>
              <a:t> </a:t>
            </a:r>
            <a:r>
              <a:rPr sz="1400" dirty="0">
                <a:latin typeface="Corbel"/>
                <a:cs typeface="Corbel"/>
              </a:rPr>
              <a:t>or</a:t>
            </a:r>
            <a:r>
              <a:rPr sz="1400" spc="135" dirty="0">
                <a:latin typeface="Corbel"/>
                <a:cs typeface="Corbel"/>
              </a:rPr>
              <a:t> </a:t>
            </a:r>
            <a:r>
              <a:rPr sz="1400" spc="-25" dirty="0">
                <a:latin typeface="Corbel"/>
                <a:cs typeface="Corbel"/>
              </a:rPr>
              <a:t>she 	</a:t>
            </a:r>
            <a:r>
              <a:rPr sz="1400" dirty="0">
                <a:latin typeface="Corbel"/>
                <a:cs typeface="Corbel"/>
              </a:rPr>
              <a:t>should</a:t>
            </a:r>
            <a:r>
              <a:rPr sz="1400" spc="5" dirty="0">
                <a:latin typeface="Corbel"/>
                <a:cs typeface="Corbel"/>
              </a:rPr>
              <a:t> </a:t>
            </a:r>
            <a:r>
              <a:rPr sz="1400" dirty="0">
                <a:latin typeface="Corbel"/>
                <a:cs typeface="Corbel"/>
              </a:rPr>
              <a:t>develop</a:t>
            </a:r>
            <a:r>
              <a:rPr sz="1400" spc="5" dirty="0">
                <a:latin typeface="Corbel"/>
                <a:cs typeface="Corbel"/>
              </a:rPr>
              <a:t> </a:t>
            </a:r>
            <a:r>
              <a:rPr sz="1400" dirty="0">
                <a:latin typeface="Corbel"/>
                <a:cs typeface="Corbel"/>
              </a:rPr>
              <a:t>strategies</a:t>
            </a:r>
            <a:r>
              <a:rPr sz="1400" spc="5" dirty="0">
                <a:latin typeface="Corbel"/>
                <a:cs typeface="Corbel"/>
              </a:rPr>
              <a:t> </a:t>
            </a:r>
            <a:r>
              <a:rPr sz="1400" dirty="0">
                <a:latin typeface="Corbel"/>
                <a:cs typeface="Corbel"/>
              </a:rPr>
              <a:t>to</a:t>
            </a:r>
            <a:r>
              <a:rPr sz="1400" spc="15" dirty="0">
                <a:latin typeface="Corbel"/>
                <a:cs typeface="Corbel"/>
              </a:rPr>
              <a:t> </a:t>
            </a:r>
            <a:r>
              <a:rPr sz="1400" dirty="0">
                <a:latin typeface="Corbel"/>
                <a:cs typeface="Corbel"/>
              </a:rPr>
              <a:t>mitigate</a:t>
            </a:r>
            <a:r>
              <a:rPr sz="1400" spc="10" dirty="0">
                <a:latin typeface="Corbel"/>
                <a:cs typeface="Corbel"/>
              </a:rPr>
              <a:t> </a:t>
            </a:r>
            <a:r>
              <a:rPr sz="1400" dirty="0">
                <a:latin typeface="Corbel"/>
                <a:cs typeface="Corbel"/>
              </a:rPr>
              <a:t>the</a:t>
            </a:r>
            <a:r>
              <a:rPr sz="1400" spc="10" dirty="0">
                <a:latin typeface="Corbel"/>
                <a:cs typeface="Corbel"/>
              </a:rPr>
              <a:t> </a:t>
            </a:r>
            <a:r>
              <a:rPr sz="1400" dirty="0">
                <a:latin typeface="Corbel"/>
                <a:cs typeface="Corbel"/>
              </a:rPr>
              <a:t>risks.</a:t>
            </a:r>
            <a:r>
              <a:rPr sz="1400" spc="15" dirty="0">
                <a:latin typeface="Corbel"/>
                <a:cs typeface="Corbel"/>
              </a:rPr>
              <a:t> </a:t>
            </a:r>
            <a:r>
              <a:rPr sz="1400" dirty="0">
                <a:latin typeface="Corbel"/>
                <a:cs typeface="Corbel"/>
              </a:rPr>
              <a:t>One</a:t>
            </a:r>
            <a:r>
              <a:rPr sz="1400" spc="10" dirty="0">
                <a:latin typeface="Corbel"/>
                <a:cs typeface="Corbel"/>
              </a:rPr>
              <a:t> </a:t>
            </a:r>
            <a:r>
              <a:rPr sz="1400" dirty="0">
                <a:latin typeface="Corbel"/>
                <a:cs typeface="Corbel"/>
              </a:rPr>
              <a:t>way</a:t>
            </a:r>
            <a:r>
              <a:rPr sz="1400" spc="15" dirty="0">
                <a:latin typeface="Corbel"/>
                <a:cs typeface="Corbel"/>
              </a:rPr>
              <a:t> </a:t>
            </a:r>
            <a:r>
              <a:rPr sz="1400" dirty="0">
                <a:latin typeface="Corbel"/>
                <a:cs typeface="Corbel"/>
              </a:rPr>
              <a:t>a</a:t>
            </a:r>
            <a:r>
              <a:rPr sz="1400" spc="10" dirty="0">
                <a:latin typeface="Corbel"/>
                <a:cs typeface="Corbel"/>
              </a:rPr>
              <a:t> </a:t>
            </a:r>
            <a:r>
              <a:rPr sz="1400" dirty="0">
                <a:latin typeface="Corbel"/>
                <a:cs typeface="Corbel"/>
              </a:rPr>
              <a:t>pilot</a:t>
            </a:r>
            <a:r>
              <a:rPr sz="1400" spc="15" dirty="0">
                <a:latin typeface="Corbel"/>
                <a:cs typeface="Corbel"/>
              </a:rPr>
              <a:t> </a:t>
            </a:r>
            <a:r>
              <a:rPr sz="1400" dirty="0">
                <a:latin typeface="Corbel"/>
                <a:cs typeface="Corbel"/>
              </a:rPr>
              <a:t>can</a:t>
            </a:r>
            <a:r>
              <a:rPr sz="1400" spc="10" dirty="0">
                <a:latin typeface="Corbel"/>
                <a:cs typeface="Corbel"/>
              </a:rPr>
              <a:t> </a:t>
            </a:r>
            <a:r>
              <a:rPr sz="1400" dirty="0">
                <a:latin typeface="Corbel"/>
                <a:cs typeface="Corbel"/>
              </a:rPr>
              <a:t>control</a:t>
            </a:r>
            <a:r>
              <a:rPr sz="1400" spc="5" dirty="0">
                <a:latin typeface="Corbel"/>
                <a:cs typeface="Corbel"/>
              </a:rPr>
              <a:t> </a:t>
            </a:r>
            <a:r>
              <a:rPr sz="1400" dirty="0">
                <a:latin typeface="Corbel"/>
                <a:cs typeface="Corbel"/>
              </a:rPr>
              <a:t>the</a:t>
            </a:r>
            <a:r>
              <a:rPr sz="1400" spc="15" dirty="0">
                <a:latin typeface="Corbel"/>
                <a:cs typeface="Corbel"/>
              </a:rPr>
              <a:t> </a:t>
            </a:r>
            <a:r>
              <a:rPr sz="1400" dirty="0">
                <a:latin typeface="Corbel"/>
                <a:cs typeface="Corbel"/>
              </a:rPr>
              <a:t>risks</a:t>
            </a:r>
            <a:r>
              <a:rPr sz="1400" spc="5" dirty="0">
                <a:latin typeface="Corbel"/>
                <a:cs typeface="Corbel"/>
              </a:rPr>
              <a:t> </a:t>
            </a:r>
            <a:r>
              <a:rPr sz="1400" dirty="0">
                <a:latin typeface="Corbel"/>
                <a:cs typeface="Corbel"/>
              </a:rPr>
              <a:t>is</a:t>
            </a:r>
            <a:r>
              <a:rPr sz="1400" spc="10" dirty="0">
                <a:latin typeface="Corbel"/>
                <a:cs typeface="Corbel"/>
              </a:rPr>
              <a:t> </a:t>
            </a:r>
            <a:r>
              <a:rPr sz="1400" dirty="0">
                <a:latin typeface="Corbel"/>
                <a:cs typeface="Corbel"/>
              </a:rPr>
              <a:t>to</a:t>
            </a:r>
            <a:r>
              <a:rPr sz="1400" spc="15" dirty="0">
                <a:latin typeface="Corbel"/>
                <a:cs typeface="Corbel"/>
              </a:rPr>
              <a:t> </a:t>
            </a:r>
            <a:r>
              <a:rPr sz="1400" dirty="0">
                <a:latin typeface="Corbel"/>
                <a:cs typeface="Corbel"/>
              </a:rPr>
              <a:t>set</a:t>
            </a:r>
            <a:r>
              <a:rPr sz="1400" spc="5" dirty="0">
                <a:latin typeface="Corbel"/>
                <a:cs typeface="Corbel"/>
              </a:rPr>
              <a:t> </a:t>
            </a:r>
            <a:r>
              <a:rPr sz="1400" dirty="0">
                <a:latin typeface="Corbel"/>
                <a:cs typeface="Corbel"/>
              </a:rPr>
              <a:t>personal</a:t>
            </a:r>
            <a:r>
              <a:rPr sz="1400" spc="10" dirty="0">
                <a:latin typeface="Corbel"/>
                <a:cs typeface="Corbel"/>
              </a:rPr>
              <a:t> </a:t>
            </a:r>
            <a:r>
              <a:rPr sz="1400" dirty="0">
                <a:latin typeface="Corbel"/>
                <a:cs typeface="Corbel"/>
              </a:rPr>
              <a:t>minimums</a:t>
            </a:r>
            <a:r>
              <a:rPr sz="1400" spc="5" dirty="0">
                <a:latin typeface="Corbel"/>
                <a:cs typeface="Corbel"/>
              </a:rPr>
              <a:t> </a:t>
            </a:r>
            <a:r>
              <a:rPr sz="1400" dirty="0">
                <a:latin typeface="Corbel"/>
                <a:cs typeface="Corbel"/>
              </a:rPr>
              <a:t>for</a:t>
            </a:r>
            <a:r>
              <a:rPr sz="1400" spc="20" dirty="0">
                <a:latin typeface="Corbel"/>
                <a:cs typeface="Corbel"/>
              </a:rPr>
              <a:t> </a:t>
            </a:r>
            <a:r>
              <a:rPr sz="1400" dirty="0">
                <a:latin typeface="Corbel"/>
                <a:cs typeface="Corbel"/>
              </a:rPr>
              <a:t>items</a:t>
            </a:r>
            <a:r>
              <a:rPr sz="1400" spc="10" dirty="0">
                <a:latin typeface="Corbel"/>
                <a:cs typeface="Corbel"/>
              </a:rPr>
              <a:t> </a:t>
            </a:r>
            <a:r>
              <a:rPr sz="1400" dirty="0">
                <a:latin typeface="Corbel"/>
                <a:cs typeface="Corbel"/>
              </a:rPr>
              <a:t>in</a:t>
            </a:r>
            <a:r>
              <a:rPr sz="1400" spc="5" dirty="0">
                <a:latin typeface="Corbel"/>
                <a:cs typeface="Corbel"/>
              </a:rPr>
              <a:t> </a:t>
            </a:r>
            <a:r>
              <a:rPr sz="1400" spc="-20" dirty="0">
                <a:latin typeface="Corbel"/>
                <a:cs typeface="Corbel"/>
              </a:rPr>
              <a:t>each 	</a:t>
            </a:r>
            <a:r>
              <a:rPr sz="1400" dirty="0">
                <a:latin typeface="Corbel"/>
                <a:cs typeface="Corbel"/>
              </a:rPr>
              <a:t>risk</a:t>
            </a:r>
            <a:r>
              <a:rPr sz="1400" spc="-30" dirty="0">
                <a:latin typeface="Corbel"/>
                <a:cs typeface="Corbel"/>
              </a:rPr>
              <a:t> </a:t>
            </a:r>
            <a:r>
              <a:rPr sz="1400" spc="-25" dirty="0">
                <a:latin typeface="Corbel"/>
                <a:cs typeface="Corbel"/>
              </a:rPr>
              <a:t>category.</a:t>
            </a:r>
            <a:r>
              <a:rPr sz="1400" spc="-100" dirty="0">
                <a:latin typeface="Corbel"/>
                <a:cs typeface="Corbel"/>
              </a:rPr>
              <a:t> </a:t>
            </a:r>
            <a:r>
              <a:rPr sz="1400" dirty="0">
                <a:latin typeface="Corbel"/>
                <a:cs typeface="Corbel"/>
              </a:rPr>
              <a:t>These</a:t>
            </a:r>
            <a:r>
              <a:rPr sz="1400" spc="-25" dirty="0">
                <a:latin typeface="Corbel"/>
                <a:cs typeface="Corbel"/>
              </a:rPr>
              <a:t> </a:t>
            </a:r>
            <a:r>
              <a:rPr sz="1400" dirty="0">
                <a:latin typeface="Corbel"/>
                <a:cs typeface="Corbel"/>
              </a:rPr>
              <a:t>are</a:t>
            </a:r>
            <a:r>
              <a:rPr sz="1400" spc="-20" dirty="0">
                <a:latin typeface="Corbel"/>
                <a:cs typeface="Corbel"/>
              </a:rPr>
              <a:t> </a:t>
            </a:r>
            <a:r>
              <a:rPr sz="1400" dirty="0">
                <a:latin typeface="Corbel"/>
                <a:cs typeface="Corbel"/>
              </a:rPr>
              <a:t>limits</a:t>
            </a:r>
            <a:r>
              <a:rPr sz="1400" spc="-30" dirty="0">
                <a:latin typeface="Corbel"/>
                <a:cs typeface="Corbel"/>
              </a:rPr>
              <a:t> </a:t>
            </a:r>
            <a:r>
              <a:rPr sz="1400" dirty="0">
                <a:latin typeface="Corbel"/>
                <a:cs typeface="Corbel"/>
              </a:rPr>
              <a:t>unique</a:t>
            </a:r>
            <a:r>
              <a:rPr sz="1400" spc="-15" dirty="0">
                <a:latin typeface="Corbel"/>
                <a:cs typeface="Corbel"/>
              </a:rPr>
              <a:t> </a:t>
            </a:r>
            <a:r>
              <a:rPr sz="1400" dirty="0">
                <a:latin typeface="Corbel"/>
                <a:cs typeface="Corbel"/>
              </a:rPr>
              <a:t>to</a:t>
            </a:r>
            <a:r>
              <a:rPr sz="1400" spc="-25" dirty="0">
                <a:latin typeface="Corbel"/>
                <a:cs typeface="Corbel"/>
              </a:rPr>
              <a:t> </a:t>
            </a:r>
            <a:r>
              <a:rPr sz="1400" dirty="0">
                <a:latin typeface="Corbel"/>
                <a:cs typeface="Corbel"/>
              </a:rPr>
              <a:t>that</a:t>
            </a:r>
            <a:r>
              <a:rPr sz="1400" spc="-20" dirty="0">
                <a:latin typeface="Corbel"/>
                <a:cs typeface="Corbel"/>
              </a:rPr>
              <a:t> </a:t>
            </a:r>
            <a:r>
              <a:rPr sz="1400" dirty="0">
                <a:latin typeface="Corbel"/>
                <a:cs typeface="Corbel"/>
              </a:rPr>
              <a:t>individual</a:t>
            </a:r>
            <a:r>
              <a:rPr sz="1400" spc="-30" dirty="0">
                <a:latin typeface="Corbel"/>
                <a:cs typeface="Corbel"/>
              </a:rPr>
              <a:t> </a:t>
            </a:r>
            <a:r>
              <a:rPr sz="1400" spc="-10" dirty="0">
                <a:latin typeface="Corbel"/>
                <a:cs typeface="Corbel"/>
              </a:rPr>
              <a:t>pilot’s</a:t>
            </a:r>
            <a:r>
              <a:rPr sz="1400" spc="-25" dirty="0">
                <a:latin typeface="Corbel"/>
                <a:cs typeface="Corbel"/>
              </a:rPr>
              <a:t> </a:t>
            </a:r>
            <a:r>
              <a:rPr sz="1400" dirty="0">
                <a:latin typeface="Corbel"/>
                <a:cs typeface="Corbel"/>
              </a:rPr>
              <a:t>current</a:t>
            </a:r>
            <a:r>
              <a:rPr sz="1400" spc="-25" dirty="0">
                <a:latin typeface="Corbel"/>
                <a:cs typeface="Corbel"/>
              </a:rPr>
              <a:t> </a:t>
            </a:r>
            <a:r>
              <a:rPr sz="1400" dirty="0">
                <a:latin typeface="Corbel"/>
                <a:cs typeface="Corbel"/>
              </a:rPr>
              <a:t>level</a:t>
            </a:r>
            <a:r>
              <a:rPr sz="1400" spc="-25" dirty="0">
                <a:latin typeface="Corbel"/>
                <a:cs typeface="Corbel"/>
              </a:rPr>
              <a:t> </a:t>
            </a:r>
            <a:r>
              <a:rPr sz="1400" dirty="0">
                <a:latin typeface="Corbel"/>
                <a:cs typeface="Corbel"/>
              </a:rPr>
              <a:t>of</a:t>
            </a:r>
            <a:r>
              <a:rPr sz="1400" spc="-25" dirty="0">
                <a:latin typeface="Corbel"/>
                <a:cs typeface="Corbel"/>
              </a:rPr>
              <a:t> </a:t>
            </a:r>
            <a:r>
              <a:rPr sz="1400" spc="-10" dirty="0">
                <a:latin typeface="Corbel"/>
                <a:cs typeface="Corbel"/>
              </a:rPr>
              <a:t>experience</a:t>
            </a:r>
            <a:r>
              <a:rPr sz="1400" spc="-15" dirty="0">
                <a:latin typeface="Corbel"/>
                <a:cs typeface="Corbel"/>
              </a:rPr>
              <a:t> </a:t>
            </a:r>
            <a:r>
              <a:rPr sz="1400" dirty="0">
                <a:latin typeface="Corbel"/>
                <a:cs typeface="Corbel"/>
              </a:rPr>
              <a:t>and</a:t>
            </a:r>
            <a:r>
              <a:rPr sz="1400" spc="-25" dirty="0">
                <a:latin typeface="Corbel"/>
                <a:cs typeface="Corbel"/>
              </a:rPr>
              <a:t> </a:t>
            </a:r>
            <a:r>
              <a:rPr sz="1400" spc="-10" dirty="0">
                <a:latin typeface="Corbel"/>
                <a:cs typeface="Corbel"/>
              </a:rPr>
              <a:t>proficiency.</a:t>
            </a:r>
            <a:endParaRPr sz="1400" dirty="0">
              <a:latin typeface="Corbel"/>
              <a:cs typeface="Corbel"/>
            </a:endParaRPr>
          </a:p>
          <a:p>
            <a:pPr marL="753110" marR="5080" lvl="1" indent="-283210" algn="just">
              <a:lnSpc>
                <a:spcPct val="101400"/>
              </a:lnSpc>
              <a:spcBef>
                <a:spcPts val="600"/>
              </a:spcBef>
              <a:buFont typeface="Arial MT"/>
              <a:buChar char="•"/>
              <a:tabLst>
                <a:tab pos="754380" algn="l"/>
              </a:tabLst>
            </a:pPr>
            <a:r>
              <a:rPr sz="1400" b="1" u="sng" dirty="0">
                <a:uFill>
                  <a:solidFill>
                    <a:srgbClr val="000000"/>
                  </a:solidFill>
                </a:uFill>
                <a:latin typeface="Corbel"/>
                <a:cs typeface="Corbel"/>
              </a:rPr>
              <a:t>P</a:t>
            </a:r>
            <a:r>
              <a:rPr sz="1400" b="1" u="sng" spc="-5" dirty="0">
                <a:uFill>
                  <a:solidFill>
                    <a:srgbClr val="000000"/>
                  </a:solidFill>
                </a:uFill>
                <a:latin typeface="Corbel"/>
                <a:cs typeface="Corbel"/>
              </a:rPr>
              <a:t> </a:t>
            </a:r>
            <a:r>
              <a:rPr sz="1400" b="1" u="sng" dirty="0">
                <a:uFill>
                  <a:solidFill>
                    <a:srgbClr val="000000"/>
                  </a:solidFill>
                </a:uFill>
                <a:latin typeface="Corbel"/>
                <a:cs typeface="Corbel"/>
              </a:rPr>
              <a:t>= Pilot</a:t>
            </a:r>
            <a:r>
              <a:rPr sz="1400" b="1" u="sng" spc="-5" dirty="0">
                <a:uFill>
                  <a:solidFill>
                    <a:srgbClr val="000000"/>
                  </a:solidFill>
                </a:uFill>
                <a:latin typeface="Corbel"/>
                <a:cs typeface="Corbel"/>
              </a:rPr>
              <a:t> </a:t>
            </a:r>
            <a:r>
              <a:rPr sz="1400" b="1" u="sng" dirty="0">
                <a:uFill>
                  <a:solidFill>
                    <a:srgbClr val="000000"/>
                  </a:solidFill>
                </a:uFill>
                <a:latin typeface="Corbel"/>
                <a:cs typeface="Corbel"/>
              </a:rPr>
              <a:t>in Command</a:t>
            </a:r>
            <a:r>
              <a:rPr sz="1400" b="1" u="sng" spc="-5" dirty="0">
                <a:uFill>
                  <a:solidFill>
                    <a:srgbClr val="000000"/>
                  </a:solidFill>
                </a:uFill>
                <a:latin typeface="Corbel"/>
                <a:cs typeface="Corbel"/>
              </a:rPr>
              <a:t> </a:t>
            </a:r>
            <a:r>
              <a:rPr sz="1400" b="1" u="sng" dirty="0">
                <a:uFill>
                  <a:solidFill>
                    <a:srgbClr val="000000"/>
                  </a:solidFill>
                </a:uFill>
                <a:latin typeface="Corbel"/>
                <a:cs typeface="Corbel"/>
              </a:rPr>
              <a:t>(PIC)</a:t>
            </a:r>
            <a:r>
              <a:rPr sz="1400" b="1" dirty="0">
                <a:latin typeface="Corbel"/>
                <a:cs typeface="Corbel"/>
              </a:rPr>
              <a:t> </a:t>
            </a:r>
            <a:r>
              <a:rPr sz="1400" dirty="0">
                <a:latin typeface="Corbel"/>
                <a:cs typeface="Corbel"/>
              </a:rPr>
              <a:t>-</a:t>
            </a:r>
            <a:r>
              <a:rPr sz="1400" spc="10" dirty="0">
                <a:latin typeface="Corbel"/>
                <a:cs typeface="Corbel"/>
              </a:rPr>
              <a:t> </a:t>
            </a:r>
            <a:r>
              <a:rPr sz="1400" dirty="0">
                <a:latin typeface="Corbel"/>
                <a:cs typeface="Corbel"/>
              </a:rPr>
              <a:t>The</a:t>
            </a:r>
            <a:r>
              <a:rPr sz="1400" spc="15" dirty="0">
                <a:latin typeface="Corbel"/>
                <a:cs typeface="Corbel"/>
              </a:rPr>
              <a:t> </a:t>
            </a:r>
            <a:r>
              <a:rPr sz="1400" dirty="0">
                <a:latin typeface="Corbel"/>
                <a:cs typeface="Corbel"/>
              </a:rPr>
              <a:t>pilot</a:t>
            </a:r>
            <a:r>
              <a:rPr sz="1400" spc="15" dirty="0">
                <a:latin typeface="Corbel"/>
                <a:cs typeface="Corbel"/>
              </a:rPr>
              <a:t> </a:t>
            </a:r>
            <a:r>
              <a:rPr sz="1400" dirty="0">
                <a:latin typeface="Corbel"/>
                <a:cs typeface="Corbel"/>
              </a:rPr>
              <a:t>is</a:t>
            </a:r>
            <a:r>
              <a:rPr sz="1400" spc="10" dirty="0">
                <a:latin typeface="Corbel"/>
                <a:cs typeface="Corbel"/>
              </a:rPr>
              <a:t> </a:t>
            </a:r>
            <a:r>
              <a:rPr sz="1400" dirty="0">
                <a:latin typeface="Corbel"/>
                <a:cs typeface="Corbel"/>
              </a:rPr>
              <a:t>one</a:t>
            </a:r>
            <a:r>
              <a:rPr sz="1400" spc="15" dirty="0">
                <a:latin typeface="Corbel"/>
                <a:cs typeface="Corbel"/>
              </a:rPr>
              <a:t> </a:t>
            </a:r>
            <a:r>
              <a:rPr sz="1400" dirty="0">
                <a:latin typeface="Corbel"/>
                <a:cs typeface="Corbel"/>
              </a:rPr>
              <a:t>of</a:t>
            </a:r>
            <a:r>
              <a:rPr sz="1400" spc="15" dirty="0">
                <a:latin typeface="Corbel"/>
                <a:cs typeface="Corbel"/>
              </a:rPr>
              <a:t> </a:t>
            </a:r>
            <a:r>
              <a:rPr sz="1400" dirty="0">
                <a:latin typeface="Corbel"/>
                <a:cs typeface="Corbel"/>
              </a:rPr>
              <a:t>the</a:t>
            </a:r>
            <a:r>
              <a:rPr sz="1400" spc="10" dirty="0">
                <a:latin typeface="Corbel"/>
                <a:cs typeface="Corbel"/>
              </a:rPr>
              <a:t> </a:t>
            </a:r>
            <a:r>
              <a:rPr sz="1400" dirty="0">
                <a:latin typeface="Corbel"/>
                <a:cs typeface="Corbel"/>
              </a:rPr>
              <a:t>risk</a:t>
            </a:r>
            <a:r>
              <a:rPr sz="1400" spc="20" dirty="0">
                <a:latin typeface="Corbel"/>
                <a:cs typeface="Corbel"/>
              </a:rPr>
              <a:t> </a:t>
            </a:r>
            <a:r>
              <a:rPr sz="1400" dirty="0">
                <a:latin typeface="Corbel"/>
                <a:cs typeface="Corbel"/>
              </a:rPr>
              <a:t>factors</a:t>
            </a:r>
            <a:r>
              <a:rPr sz="1400" spc="10" dirty="0">
                <a:latin typeface="Corbel"/>
                <a:cs typeface="Corbel"/>
              </a:rPr>
              <a:t> </a:t>
            </a:r>
            <a:r>
              <a:rPr sz="1400" dirty="0">
                <a:latin typeface="Corbel"/>
                <a:cs typeface="Corbel"/>
              </a:rPr>
              <a:t>in</a:t>
            </a:r>
            <a:r>
              <a:rPr sz="1400" spc="10" dirty="0">
                <a:latin typeface="Corbel"/>
                <a:cs typeface="Corbel"/>
              </a:rPr>
              <a:t> </a:t>
            </a:r>
            <a:r>
              <a:rPr sz="1400" dirty="0">
                <a:latin typeface="Corbel"/>
                <a:cs typeface="Corbel"/>
              </a:rPr>
              <a:t>a</a:t>
            </a:r>
            <a:r>
              <a:rPr sz="1400" spc="15" dirty="0">
                <a:latin typeface="Corbel"/>
                <a:cs typeface="Corbel"/>
              </a:rPr>
              <a:t> </a:t>
            </a:r>
            <a:r>
              <a:rPr sz="1400" dirty="0">
                <a:latin typeface="Corbel"/>
                <a:cs typeface="Corbel"/>
              </a:rPr>
              <a:t>flight.</a:t>
            </a:r>
            <a:r>
              <a:rPr sz="1400" spc="15" dirty="0">
                <a:latin typeface="Corbel"/>
                <a:cs typeface="Corbel"/>
              </a:rPr>
              <a:t> </a:t>
            </a:r>
            <a:r>
              <a:rPr sz="1400" dirty="0">
                <a:latin typeface="Corbel"/>
                <a:cs typeface="Corbel"/>
              </a:rPr>
              <a:t>The</a:t>
            </a:r>
            <a:r>
              <a:rPr sz="1400" spc="15" dirty="0">
                <a:latin typeface="Corbel"/>
                <a:cs typeface="Corbel"/>
              </a:rPr>
              <a:t> </a:t>
            </a:r>
            <a:r>
              <a:rPr sz="1400" dirty="0">
                <a:latin typeface="Corbel"/>
                <a:cs typeface="Corbel"/>
              </a:rPr>
              <a:t>pilot</a:t>
            </a:r>
            <a:r>
              <a:rPr sz="1400" spc="15" dirty="0">
                <a:latin typeface="Corbel"/>
                <a:cs typeface="Corbel"/>
              </a:rPr>
              <a:t> </a:t>
            </a:r>
            <a:r>
              <a:rPr sz="1400" dirty="0">
                <a:latin typeface="Corbel"/>
                <a:cs typeface="Corbel"/>
              </a:rPr>
              <a:t>must</a:t>
            </a:r>
            <a:r>
              <a:rPr sz="1400" spc="15" dirty="0">
                <a:latin typeface="Corbel"/>
                <a:cs typeface="Corbel"/>
              </a:rPr>
              <a:t> </a:t>
            </a:r>
            <a:r>
              <a:rPr sz="1400" dirty="0">
                <a:latin typeface="Corbel"/>
                <a:cs typeface="Corbel"/>
              </a:rPr>
              <a:t>ask,</a:t>
            </a:r>
            <a:r>
              <a:rPr sz="1400" spc="15" dirty="0">
                <a:latin typeface="Corbel"/>
                <a:cs typeface="Corbel"/>
              </a:rPr>
              <a:t> </a:t>
            </a:r>
            <a:r>
              <a:rPr sz="1400" spc="-10" dirty="0">
                <a:latin typeface="Corbel"/>
                <a:cs typeface="Corbel"/>
              </a:rPr>
              <a:t>“Am</a:t>
            </a:r>
            <a:r>
              <a:rPr sz="1400" spc="15" dirty="0">
                <a:latin typeface="Corbel"/>
                <a:cs typeface="Corbel"/>
              </a:rPr>
              <a:t> </a:t>
            </a:r>
            <a:r>
              <a:rPr sz="1400" dirty="0">
                <a:latin typeface="Corbel"/>
                <a:cs typeface="Corbel"/>
              </a:rPr>
              <a:t>I</a:t>
            </a:r>
            <a:r>
              <a:rPr sz="1400" spc="20" dirty="0">
                <a:latin typeface="Corbel"/>
                <a:cs typeface="Corbel"/>
              </a:rPr>
              <a:t> </a:t>
            </a:r>
            <a:r>
              <a:rPr sz="1400" dirty="0">
                <a:latin typeface="Corbel"/>
                <a:cs typeface="Corbel"/>
              </a:rPr>
              <a:t>ready</a:t>
            </a:r>
            <a:r>
              <a:rPr sz="1400" spc="15" dirty="0">
                <a:latin typeface="Corbel"/>
                <a:cs typeface="Corbel"/>
              </a:rPr>
              <a:t> </a:t>
            </a:r>
            <a:r>
              <a:rPr sz="1400" dirty="0">
                <a:latin typeface="Corbel"/>
                <a:cs typeface="Corbel"/>
              </a:rPr>
              <a:t>for</a:t>
            </a:r>
            <a:r>
              <a:rPr sz="1400" spc="20" dirty="0">
                <a:latin typeface="Corbel"/>
                <a:cs typeface="Corbel"/>
              </a:rPr>
              <a:t> </a:t>
            </a:r>
            <a:r>
              <a:rPr sz="1400" dirty="0">
                <a:latin typeface="Corbel"/>
                <a:cs typeface="Corbel"/>
              </a:rPr>
              <a:t>this</a:t>
            </a:r>
            <a:r>
              <a:rPr sz="1400" spc="10" dirty="0">
                <a:latin typeface="Corbel"/>
                <a:cs typeface="Corbel"/>
              </a:rPr>
              <a:t> </a:t>
            </a:r>
            <a:r>
              <a:rPr sz="1400" dirty="0">
                <a:latin typeface="Corbel"/>
                <a:cs typeface="Corbel"/>
              </a:rPr>
              <a:t>flight?”</a:t>
            </a:r>
            <a:r>
              <a:rPr sz="1400" spc="10" dirty="0">
                <a:latin typeface="Corbel"/>
                <a:cs typeface="Corbel"/>
              </a:rPr>
              <a:t> </a:t>
            </a:r>
            <a:r>
              <a:rPr sz="1400" spc="-25" dirty="0">
                <a:latin typeface="Corbel"/>
                <a:cs typeface="Corbel"/>
              </a:rPr>
              <a:t>in 	</a:t>
            </a:r>
            <a:r>
              <a:rPr sz="1400" dirty="0">
                <a:latin typeface="Corbel"/>
                <a:cs typeface="Corbel"/>
              </a:rPr>
              <a:t>terms</a:t>
            </a:r>
            <a:r>
              <a:rPr sz="1400" spc="-50" dirty="0">
                <a:latin typeface="Corbel"/>
                <a:cs typeface="Corbel"/>
              </a:rPr>
              <a:t> </a:t>
            </a:r>
            <a:r>
              <a:rPr sz="1400" dirty="0">
                <a:latin typeface="Corbel"/>
                <a:cs typeface="Corbel"/>
              </a:rPr>
              <a:t>of</a:t>
            </a:r>
            <a:r>
              <a:rPr sz="1400" spc="-30" dirty="0">
                <a:latin typeface="Corbel"/>
                <a:cs typeface="Corbel"/>
              </a:rPr>
              <a:t> </a:t>
            </a:r>
            <a:r>
              <a:rPr sz="1400" spc="-10" dirty="0">
                <a:latin typeface="Corbel"/>
                <a:cs typeface="Corbel"/>
              </a:rPr>
              <a:t>experience,</a:t>
            </a:r>
            <a:r>
              <a:rPr sz="1400" spc="-25" dirty="0">
                <a:latin typeface="Corbel"/>
                <a:cs typeface="Corbel"/>
              </a:rPr>
              <a:t> </a:t>
            </a:r>
            <a:r>
              <a:rPr sz="1400" spc="-10" dirty="0">
                <a:latin typeface="Corbel"/>
                <a:cs typeface="Corbel"/>
              </a:rPr>
              <a:t>recency,</a:t>
            </a:r>
            <a:r>
              <a:rPr sz="1400" spc="-25" dirty="0">
                <a:latin typeface="Corbel"/>
                <a:cs typeface="Corbel"/>
              </a:rPr>
              <a:t> </a:t>
            </a:r>
            <a:r>
              <a:rPr sz="1400" spc="-10" dirty="0">
                <a:latin typeface="Corbel"/>
                <a:cs typeface="Corbel"/>
              </a:rPr>
              <a:t>currency,</a:t>
            </a:r>
            <a:r>
              <a:rPr sz="1400" spc="-25" dirty="0">
                <a:latin typeface="Corbel"/>
                <a:cs typeface="Corbel"/>
              </a:rPr>
              <a:t> </a:t>
            </a:r>
            <a:r>
              <a:rPr sz="1400" dirty="0">
                <a:latin typeface="Corbel"/>
                <a:cs typeface="Corbel"/>
              </a:rPr>
              <a:t>and</a:t>
            </a:r>
            <a:r>
              <a:rPr sz="1400" spc="-30" dirty="0">
                <a:latin typeface="Corbel"/>
                <a:cs typeface="Corbel"/>
              </a:rPr>
              <a:t> </a:t>
            </a:r>
            <a:r>
              <a:rPr sz="1400" dirty="0">
                <a:latin typeface="Corbel"/>
                <a:cs typeface="Corbel"/>
              </a:rPr>
              <a:t>physical,</a:t>
            </a:r>
            <a:r>
              <a:rPr sz="1400" spc="-20" dirty="0">
                <a:latin typeface="Corbel"/>
                <a:cs typeface="Corbel"/>
              </a:rPr>
              <a:t> </a:t>
            </a:r>
            <a:r>
              <a:rPr sz="1400" dirty="0">
                <a:latin typeface="Corbel"/>
                <a:cs typeface="Corbel"/>
              </a:rPr>
              <a:t>and</a:t>
            </a:r>
            <a:r>
              <a:rPr sz="1400" spc="-30" dirty="0">
                <a:latin typeface="Corbel"/>
                <a:cs typeface="Corbel"/>
              </a:rPr>
              <a:t> </a:t>
            </a:r>
            <a:r>
              <a:rPr sz="1400" dirty="0">
                <a:latin typeface="Corbel"/>
                <a:cs typeface="Corbel"/>
              </a:rPr>
              <a:t>emotional</a:t>
            </a:r>
            <a:r>
              <a:rPr sz="1400" spc="-30" dirty="0">
                <a:latin typeface="Corbel"/>
                <a:cs typeface="Corbel"/>
              </a:rPr>
              <a:t> </a:t>
            </a:r>
            <a:r>
              <a:rPr sz="1400" spc="-10" dirty="0">
                <a:latin typeface="Corbel"/>
                <a:cs typeface="Corbel"/>
              </a:rPr>
              <a:t>condition.</a:t>
            </a:r>
            <a:r>
              <a:rPr sz="1400" spc="-100" dirty="0">
                <a:latin typeface="Corbel"/>
                <a:cs typeface="Corbel"/>
              </a:rPr>
              <a:t> </a:t>
            </a:r>
            <a:r>
              <a:rPr sz="1400" dirty="0">
                <a:latin typeface="Corbel"/>
                <a:cs typeface="Corbel"/>
              </a:rPr>
              <a:t>The</a:t>
            </a:r>
            <a:r>
              <a:rPr sz="1400" spc="-30" dirty="0">
                <a:latin typeface="Corbel"/>
                <a:cs typeface="Corbel"/>
              </a:rPr>
              <a:t> </a:t>
            </a:r>
            <a:r>
              <a:rPr sz="1400" dirty="0">
                <a:latin typeface="Corbel"/>
                <a:cs typeface="Corbel"/>
              </a:rPr>
              <a:t>IMSAFE</a:t>
            </a:r>
            <a:r>
              <a:rPr sz="1400" spc="-25" dirty="0">
                <a:latin typeface="Corbel"/>
                <a:cs typeface="Corbel"/>
              </a:rPr>
              <a:t> </a:t>
            </a:r>
            <a:r>
              <a:rPr sz="1400" dirty="0">
                <a:latin typeface="Corbel"/>
                <a:cs typeface="Corbel"/>
              </a:rPr>
              <a:t>checklist</a:t>
            </a:r>
            <a:r>
              <a:rPr sz="1400" spc="-35" dirty="0">
                <a:latin typeface="Corbel"/>
                <a:cs typeface="Corbel"/>
              </a:rPr>
              <a:t> </a:t>
            </a:r>
            <a:r>
              <a:rPr sz="1400" dirty="0">
                <a:latin typeface="Corbel"/>
                <a:cs typeface="Corbel"/>
              </a:rPr>
              <a:t>provides</a:t>
            </a:r>
            <a:r>
              <a:rPr sz="1400" spc="-30" dirty="0">
                <a:latin typeface="Corbel"/>
                <a:cs typeface="Corbel"/>
              </a:rPr>
              <a:t> </a:t>
            </a:r>
            <a:r>
              <a:rPr sz="1400" dirty="0">
                <a:latin typeface="Corbel"/>
                <a:cs typeface="Corbel"/>
              </a:rPr>
              <a:t>the</a:t>
            </a:r>
            <a:r>
              <a:rPr sz="1400" spc="-30" dirty="0">
                <a:latin typeface="Corbel"/>
                <a:cs typeface="Corbel"/>
              </a:rPr>
              <a:t> </a:t>
            </a:r>
            <a:r>
              <a:rPr sz="1400" spc="-10" dirty="0">
                <a:latin typeface="Corbel"/>
                <a:cs typeface="Corbel"/>
              </a:rPr>
              <a:t>answers.</a:t>
            </a:r>
            <a:endParaRPr sz="1400" dirty="0">
              <a:latin typeface="Corbel"/>
              <a:cs typeface="Corbel"/>
            </a:endParaRPr>
          </a:p>
          <a:p>
            <a:pPr marL="753110" lvl="1" indent="-283210" algn="just">
              <a:lnSpc>
                <a:spcPct val="100000"/>
              </a:lnSpc>
              <a:spcBef>
                <a:spcPts val="625"/>
              </a:spcBef>
              <a:buFont typeface="Arial MT"/>
              <a:buChar char="•"/>
              <a:tabLst>
                <a:tab pos="753110" algn="l"/>
              </a:tabLst>
            </a:pPr>
            <a:r>
              <a:rPr sz="1400" b="1" u="sng" dirty="0">
                <a:uFill>
                  <a:solidFill>
                    <a:srgbClr val="000000"/>
                  </a:solidFill>
                </a:uFill>
                <a:latin typeface="Corbel"/>
                <a:cs typeface="Corbel"/>
              </a:rPr>
              <a:t>A</a:t>
            </a:r>
            <a:r>
              <a:rPr sz="1400" b="1" u="sng" spc="-45" dirty="0">
                <a:uFill>
                  <a:solidFill>
                    <a:srgbClr val="000000"/>
                  </a:solidFill>
                </a:uFill>
                <a:latin typeface="Corbel"/>
                <a:cs typeface="Corbel"/>
              </a:rPr>
              <a:t> </a:t>
            </a:r>
            <a:r>
              <a:rPr sz="1400" b="1" u="sng" dirty="0">
                <a:uFill>
                  <a:solidFill>
                    <a:srgbClr val="000000"/>
                  </a:solidFill>
                </a:uFill>
                <a:latin typeface="Corbel"/>
                <a:cs typeface="Corbel"/>
              </a:rPr>
              <a:t>=</a:t>
            </a:r>
            <a:r>
              <a:rPr sz="1400" b="1" u="sng" spc="-70" dirty="0">
                <a:uFill>
                  <a:solidFill>
                    <a:srgbClr val="000000"/>
                  </a:solidFill>
                </a:uFill>
                <a:latin typeface="Corbel"/>
                <a:cs typeface="Corbel"/>
              </a:rPr>
              <a:t> </a:t>
            </a:r>
            <a:r>
              <a:rPr sz="1400" b="1" u="sng" dirty="0">
                <a:uFill>
                  <a:solidFill>
                    <a:srgbClr val="000000"/>
                  </a:solidFill>
                </a:uFill>
                <a:latin typeface="Corbel"/>
                <a:cs typeface="Corbel"/>
              </a:rPr>
              <a:t>Aircraft</a:t>
            </a:r>
            <a:r>
              <a:rPr sz="1400" b="1" spc="-35" dirty="0">
                <a:latin typeface="Corbel"/>
                <a:cs typeface="Corbel"/>
              </a:rPr>
              <a:t> </a:t>
            </a:r>
            <a:r>
              <a:rPr sz="1400" dirty="0">
                <a:latin typeface="Corbel"/>
                <a:cs typeface="Corbel"/>
              </a:rPr>
              <a:t>-</a:t>
            </a:r>
            <a:r>
              <a:rPr sz="1400" spc="-85" dirty="0">
                <a:latin typeface="Corbel"/>
                <a:cs typeface="Corbel"/>
              </a:rPr>
              <a:t> </a:t>
            </a:r>
            <a:r>
              <a:rPr sz="1400" dirty="0">
                <a:latin typeface="Corbel"/>
                <a:cs typeface="Corbel"/>
              </a:rPr>
              <a:t>What</a:t>
            </a:r>
            <a:r>
              <a:rPr sz="1400" spc="-20" dirty="0">
                <a:latin typeface="Corbel"/>
                <a:cs typeface="Corbel"/>
              </a:rPr>
              <a:t> </a:t>
            </a:r>
            <a:r>
              <a:rPr sz="1400" spc="-10" dirty="0">
                <a:latin typeface="Corbel"/>
                <a:cs typeface="Corbel"/>
              </a:rPr>
              <a:t>limitations</a:t>
            </a:r>
            <a:r>
              <a:rPr sz="1400" spc="-20" dirty="0">
                <a:latin typeface="Corbel"/>
                <a:cs typeface="Corbel"/>
              </a:rPr>
              <a:t> </a:t>
            </a:r>
            <a:r>
              <a:rPr sz="1400" dirty="0">
                <a:latin typeface="Corbel"/>
                <a:cs typeface="Corbel"/>
              </a:rPr>
              <a:t>will</a:t>
            </a:r>
            <a:r>
              <a:rPr sz="1400" spc="-25" dirty="0">
                <a:latin typeface="Corbel"/>
                <a:cs typeface="Corbel"/>
              </a:rPr>
              <a:t> </a:t>
            </a:r>
            <a:r>
              <a:rPr sz="1400" dirty="0">
                <a:latin typeface="Corbel"/>
                <a:cs typeface="Corbel"/>
              </a:rPr>
              <a:t>the</a:t>
            </a:r>
            <a:r>
              <a:rPr sz="1400" spc="-20" dirty="0">
                <a:latin typeface="Corbel"/>
                <a:cs typeface="Corbel"/>
              </a:rPr>
              <a:t> </a:t>
            </a:r>
            <a:r>
              <a:rPr sz="1400" dirty="0">
                <a:latin typeface="Corbel"/>
                <a:cs typeface="Corbel"/>
              </a:rPr>
              <a:t>aircraft</a:t>
            </a:r>
            <a:r>
              <a:rPr sz="1400" spc="-20" dirty="0">
                <a:latin typeface="Corbel"/>
                <a:cs typeface="Corbel"/>
              </a:rPr>
              <a:t> </a:t>
            </a:r>
            <a:r>
              <a:rPr sz="1400" dirty="0">
                <a:latin typeface="Corbel"/>
                <a:cs typeface="Corbel"/>
              </a:rPr>
              <a:t>impose</a:t>
            </a:r>
            <a:r>
              <a:rPr sz="1400" spc="-15" dirty="0">
                <a:latin typeface="Corbel"/>
                <a:cs typeface="Corbel"/>
              </a:rPr>
              <a:t> </a:t>
            </a:r>
            <a:r>
              <a:rPr sz="1400" dirty="0">
                <a:latin typeface="Corbel"/>
                <a:cs typeface="Corbel"/>
              </a:rPr>
              <a:t>upon</a:t>
            </a:r>
            <a:r>
              <a:rPr sz="1400" spc="-25" dirty="0">
                <a:latin typeface="Corbel"/>
                <a:cs typeface="Corbel"/>
              </a:rPr>
              <a:t> </a:t>
            </a:r>
            <a:r>
              <a:rPr sz="1400" dirty="0">
                <a:latin typeface="Corbel"/>
                <a:cs typeface="Corbel"/>
              </a:rPr>
              <a:t>the</a:t>
            </a:r>
            <a:r>
              <a:rPr sz="1400" spc="-20" dirty="0">
                <a:latin typeface="Corbel"/>
                <a:cs typeface="Corbel"/>
              </a:rPr>
              <a:t> </a:t>
            </a:r>
            <a:r>
              <a:rPr sz="1400" spc="-10" dirty="0">
                <a:latin typeface="Corbel"/>
                <a:cs typeface="Corbel"/>
              </a:rPr>
              <a:t>trip?</a:t>
            </a:r>
            <a:r>
              <a:rPr sz="1400" spc="-65" dirty="0">
                <a:latin typeface="Corbel"/>
                <a:cs typeface="Corbel"/>
              </a:rPr>
              <a:t> </a:t>
            </a:r>
            <a:r>
              <a:rPr sz="1400" dirty="0">
                <a:latin typeface="Corbel"/>
                <a:cs typeface="Corbel"/>
              </a:rPr>
              <a:t>Ask</a:t>
            </a:r>
            <a:r>
              <a:rPr sz="1400" spc="-15" dirty="0">
                <a:latin typeface="Corbel"/>
                <a:cs typeface="Corbel"/>
              </a:rPr>
              <a:t> </a:t>
            </a:r>
            <a:r>
              <a:rPr sz="1400" dirty="0">
                <a:latin typeface="Corbel"/>
                <a:cs typeface="Corbel"/>
              </a:rPr>
              <a:t>the</a:t>
            </a:r>
            <a:r>
              <a:rPr sz="1400" spc="-20" dirty="0">
                <a:latin typeface="Corbel"/>
                <a:cs typeface="Corbel"/>
              </a:rPr>
              <a:t> </a:t>
            </a:r>
            <a:r>
              <a:rPr sz="1400" dirty="0">
                <a:latin typeface="Corbel"/>
                <a:cs typeface="Corbel"/>
              </a:rPr>
              <a:t>following</a:t>
            </a:r>
            <a:r>
              <a:rPr sz="1400" spc="-25" dirty="0">
                <a:latin typeface="Corbel"/>
                <a:cs typeface="Corbel"/>
              </a:rPr>
              <a:t> </a:t>
            </a:r>
            <a:r>
              <a:rPr sz="1400" spc="-10" dirty="0">
                <a:latin typeface="Corbel"/>
                <a:cs typeface="Corbel"/>
              </a:rPr>
              <a:t>questions:</a:t>
            </a:r>
            <a:endParaRPr sz="1400" dirty="0">
              <a:latin typeface="Corbel"/>
              <a:cs typeface="Corbel"/>
            </a:endParaRPr>
          </a:p>
          <a:p>
            <a:pPr marL="1210945" lvl="2" indent="-283845">
              <a:lnSpc>
                <a:spcPct val="100000"/>
              </a:lnSpc>
              <a:spcBef>
                <a:spcPts val="509"/>
              </a:spcBef>
              <a:buFont typeface="Arial MT"/>
              <a:buChar char="•"/>
              <a:tabLst>
                <a:tab pos="1210945" algn="l"/>
              </a:tabLst>
            </a:pPr>
            <a:r>
              <a:rPr sz="1200" dirty="0">
                <a:latin typeface="Corbel"/>
                <a:cs typeface="Corbel"/>
              </a:rPr>
              <a:t>Is</a:t>
            </a:r>
            <a:r>
              <a:rPr sz="1200" spc="-20" dirty="0">
                <a:latin typeface="Corbel"/>
                <a:cs typeface="Corbel"/>
              </a:rPr>
              <a:t> </a:t>
            </a:r>
            <a:r>
              <a:rPr sz="1200" dirty="0">
                <a:latin typeface="Corbel"/>
                <a:cs typeface="Corbel"/>
              </a:rPr>
              <a:t>this</a:t>
            </a:r>
            <a:r>
              <a:rPr sz="1200" spc="-25" dirty="0">
                <a:latin typeface="Corbel"/>
                <a:cs typeface="Corbel"/>
              </a:rPr>
              <a:t> </a:t>
            </a:r>
            <a:r>
              <a:rPr sz="1200" dirty="0">
                <a:latin typeface="Corbel"/>
                <a:cs typeface="Corbel"/>
              </a:rPr>
              <a:t>the</a:t>
            </a:r>
            <a:r>
              <a:rPr sz="1200" spc="-20" dirty="0">
                <a:latin typeface="Corbel"/>
                <a:cs typeface="Corbel"/>
              </a:rPr>
              <a:t> </a:t>
            </a:r>
            <a:r>
              <a:rPr sz="1200" dirty="0">
                <a:latin typeface="Corbel"/>
                <a:cs typeface="Corbel"/>
              </a:rPr>
              <a:t>right</a:t>
            </a:r>
            <a:r>
              <a:rPr sz="1200" spc="-30" dirty="0">
                <a:latin typeface="Corbel"/>
                <a:cs typeface="Corbel"/>
              </a:rPr>
              <a:t> </a:t>
            </a:r>
            <a:r>
              <a:rPr sz="1200" dirty="0">
                <a:latin typeface="Corbel"/>
                <a:cs typeface="Corbel"/>
              </a:rPr>
              <a:t>aircraft</a:t>
            </a:r>
            <a:r>
              <a:rPr sz="1200" spc="-25" dirty="0">
                <a:latin typeface="Corbel"/>
                <a:cs typeface="Corbel"/>
              </a:rPr>
              <a:t> </a:t>
            </a:r>
            <a:r>
              <a:rPr sz="1200" dirty="0">
                <a:latin typeface="Corbel"/>
                <a:cs typeface="Corbel"/>
              </a:rPr>
              <a:t>for</a:t>
            </a:r>
            <a:r>
              <a:rPr sz="1200" spc="-25" dirty="0">
                <a:latin typeface="Corbel"/>
                <a:cs typeface="Corbel"/>
              </a:rPr>
              <a:t> </a:t>
            </a:r>
            <a:r>
              <a:rPr sz="1200" dirty="0">
                <a:latin typeface="Corbel"/>
                <a:cs typeface="Corbel"/>
              </a:rPr>
              <a:t>the</a:t>
            </a:r>
            <a:r>
              <a:rPr sz="1200" spc="-20" dirty="0">
                <a:latin typeface="Corbel"/>
                <a:cs typeface="Corbel"/>
              </a:rPr>
              <a:t> </a:t>
            </a:r>
            <a:r>
              <a:rPr sz="1200" spc="-10" dirty="0">
                <a:latin typeface="Corbel"/>
                <a:cs typeface="Corbel"/>
              </a:rPr>
              <a:t>flight?</a:t>
            </a:r>
            <a:endParaRPr sz="1200" dirty="0">
              <a:latin typeface="Corbel"/>
              <a:cs typeface="Corbel"/>
            </a:endParaRPr>
          </a:p>
          <a:p>
            <a:pPr marL="1210945" lvl="2" indent="-283845">
              <a:lnSpc>
                <a:spcPct val="100000"/>
              </a:lnSpc>
              <a:spcBef>
                <a:spcPts val="650"/>
              </a:spcBef>
              <a:buFont typeface="Arial MT"/>
              <a:buChar char="•"/>
              <a:tabLst>
                <a:tab pos="1210945" algn="l"/>
              </a:tabLst>
            </a:pPr>
            <a:r>
              <a:rPr sz="1200" dirty="0">
                <a:latin typeface="Corbel"/>
                <a:cs typeface="Corbel"/>
              </a:rPr>
              <a:t>Am</a:t>
            </a:r>
            <a:r>
              <a:rPr sz="1200" spc="-20" dirty="0">
                <a:latin typeface="Corbel"/>
                <a:cs typeface="Corbel"/>
              </a:rPr>
              <a:t> </a:t>
            </a:r>
            <a:r>
              <a:rPr sz="1200" dirty="0">
                <a:latin typeface="Corbel"/>
                <a:cs typeface="Corbel"/>
              </a:rPr>
              <a:t>I</a:t>
            </a:r>
            <a:r>
              <a:rPr sz="1200" spc="-15" dirty="0">
                <a:latin typeface="Corbel"/>
                <a:cs typeface="Corbel"/>
              </a:rPr>
              <a:t> </a:t>
            </a:r>
            <a:r>
              <a:rPr sz="1200" dirty="0">
                <a:latin typeface="Corbel"/>
                <a:cs typeface="Corbel"/>
              </a:rPr>
              <a:t>familiar</a:t>
            </a:r>
            <a:r>
              <a:rPr sz="1200" spc="-25" dirty="0">
                <a:latin typeface="Corbel"/>
                <a:cs typeface="Corbel"/>
              </a:rPr>
              <a:t> </a:t>
            </a:r>
            <a:r>
              <a:rPr sz="1200" dirty="0">
                <a:latin typeface="Corbel"/>
                <a:cs typeface="Corbel"/>
              </a:rPr>
              <a:t>with</a:t>
            </a:r>
            <a:r>
              <a:rPr sz="1200" spc="-20" dirty="0">
                <a:latin typeface="Corbel"/>
                <a:cs typeface="Corbel"/>
              </a:rPr>
              <a:t> </a:t>
            </a:r>
            <a:r>
              <a:rPr sz="1200" dirty="0">
                <a:latin typeface="Corbel"/>
                <a:cs typeface="Corbel"/>
              </a:rPr>
              <a:t>and</a:t>
            </a:r>
            <a:r>
              <a:rPr sz="1200" spc="-25" dirty="0">
                <a:latin typeface="Corbel"/>
                <a:cs typeface="Corbel"/>
              </a:rPr>
              <a:t> </a:t>
            </a:r>
            <a:r>
              <a:rPr sz="1200" dirty="0">
                <a:latin typeface="Corbel"/>
                <a:cs typeface="Corbel"/>
              </a:rPr>
              <a:t>current</a:t>
            </a:r>
            <a:r>
              <a:rPr sz="1200" spc="-25" dirty="0">
                <a:latin typeface="Corbel"/>
                <a:cs typeface="Corbel"/>
              </a:rPr>
              <a:t> </a:t>
            </a:r>
            <a:r>
              <a:rPr sz="1200" dirty="0">
                <a:latin typeface="Corbel"/>
                <a:cs typeface="Corbel"/>
              </a:rPr>
              <a:t>in</a:t>
            </a:r>
            <a:r>
              <a:rPr sz="1200" spc="-20" dirty="0">
                <a:latin typeface="Corbel"/>
                <a:cs typeface="Corbel"/>
              </a:rPr>
              <a:t> </a:t>
            </a:r>
            <a:r>
              <a:rPr sz="1200" dirty="0">
                <a:latin typeface="Corbel"/>
                <a:cs typeface="Corbel"/>
              </a:rPr>
              <a:t>this</a:t>
            </a:r>
            <a:r>
              <a:rPr sz="1200" spc="-20" dirty="0">
                <a:latin typeface="Corbel"/>
                <a:cs typeface="Corbel"/>
              </a:rPr>
              <a:t> </a:t>
            </a:r>
            <a:r>
              <a:rPr sz="1200" spc="-10" dirty="0">
                <a:latin typeface="Corbel"/>
                <a:cs typeface="Corbel"/>
              </a:rPr>
              <a:t>aircraft?</a:t>
            </a:r>
            <a:endParaRPr sz="1200" dirty="0">
              <a:latin typeface="Corbel"/>
              <a:cs typeface="Corbel"/>
            </a:endParaRPr>
          </a:p>
          <a:p>
            <a:pPr marL="1210945" lvl="2" indent="-283845">
              <a:lnSpc>
                <a:spcPct val="100000"/>
              </a:lnSpc>
              <a:spcBef>
                <a:spcPts val="575"/>
              </a:spcBef>
              <a:buFont typeface="Arial MT"/>
              <a:buChar char="•"/>
              <a:tabLst>
                <a:tab pos="1210945" algn="l"/>
              </a:tabLst>
            </a:pPr>
            <a:r>
              <a:rPr sz="1200" dirty="0">
                <a:latin typeface="Corbel"/>
                <a:cs typeface="Corbel"/>
              </a:rPr>
              <a:t>Is</a:t>
            </a:r>
            <a:r>
              <a:rPr sz="1200" spc="-25" dirty="0">
                <a:latin typeface="Corbel"/>
                <a:cs typeface="Corbel"/>
              </a:rPr>
              <a:t> </a:t>
            </a:r>
            <a:r>
              <a:rPr sz="1200" dirty="0">
                <a:latin typeface="Corbel"/>
                <a:cs typeface="Corbel"/>
              </a:rPr>
              <a:t>this</a:t>
            </a:r>
            <a:r>
              <a:rPr sz="1200" spc="-25" dirty="0">
                <a:latin typeface="Corbel"/>
                <a:cs typeface="Corbel"/>
              </a:rPr>
              <a:t> </a:t>
            </a:r>
            <a:r>
              <a:rPr sz="1200" dirty="0">
                <a:latin typeface="Corbel"/>
                <a:cs typeface="Corbel"/>
              </a:rPr>
              <a:t>aircraft</a:t>
            </a:r>
            <a:r>
              <a:rPr sz="1200" spc="-30" dirty="0">
                <a:latin typeface="Corbel"/>
                <a:cs typeface="Corbel"/>
              </a:rPr>
              <a:t> </a:t>
            </a:r>
            <a:r>
              <a:rPr sz="1200" dirty="0">
                <a:latin typeface="Corbel"/>
                <a:cs typeface="Corbel"/>
              </a:rPr>
              <a:t>equipped</a:t>
            </a:r>
            <a:r>
              <a:rPr sz="1200" spc="-30" dirty="0">
                <a:latin typeface="Corbel"/>
                <a:cs typeface="Corbel"/>
              </a:rPr>
              <a:t> </a:t>
            </a:r>
            <a:r>
              <a:rPr sz="1200" dirty="0">
                <a:latin typeface="Corbel"/>
                <a:cs typeface="Corbel"/>
              </a:rPr>
              <a:t>for</a:t>
            </a:r>
            <a:r>
              <a:rPr sz="1200" spc="-25" dirty="0">
                <a:latin typeface="Corbel"/>
                <a:cs typeface="Corbel"/>
              </a:rPr>
              <a:t> </a:t>
            </a:r>
            <a:r>
              <a:rPr sz="1200" dirty="0">
                <a:latin typeface="Corbel"/>
                <a:cs typeface="Corbel"/>
              </a:rPr>
              <a:t>the</a:t>
            </a:r>
            <a:r>
              <a:rPr sz="1200" spc="-25" dirty="0">
                <a:latin typeface="Corbel"/>
                <a:cs typeface="Corbel"/>
              </a:rPr>
              <a:t> </a:t>
            </a:r>
            <a:r>
              <a:rPr sz="1200" dirty="0">
                <a:latin typeface="Corbel"/>
                <a:cs typeface="Corbel"/>
              </a:rPr>
              <a:t>flight?</a:t>
            </a:r>
            <a:r>
              <a:rPr sz="1200" spc="-25" dirty="0">
                <a:latin typeface="Corbel"/>
                <a:cs typeface="Corbel"/>
              </a:rPr>
              <a:t> </a:t>
            </a:r>
            <a:r>
              <a:rPr sz="1200" spc="-10" dirty="0">
                <a:latin typeface="Corbel"/>
                <a:cs typeface="Corbel"/>
              </a:rPr>
              <a:t>Instruments?</a:t>
            </a:r>
            <a:r>
              <a:rPr sz="1200" spc="-30" dirty="0">
                <a:latin typeface="Corbel"/>
                <a:cs typeface="Corbel"/>
              </a:rPr>
              <a:t> </a:t>
            </a:r>
            <a:r>
              <a:rPr sz="1200" dirty="0">
                <a:latin typeface="Corbel"/>
                <a:cs typeface="Corbel"/>
              </a:rPr>
              <a:t>Lights?</a:t>
            </a:r>
            <a:r>
              <a:rPr sz="1200" spc="-25" dirty="0">
                <a:latin typeface="Corbel"/>
                <a:cs typeface="Corbel"/>
              </a:rPr>
              <a:t> </a:t>
            </a:r>
            <a:r>
              <a:rPr sz="1200" dirty="0">
                <a:latin typeface="Corbel"/>
                <a:cs typeface="Corbel"/>
              </a:rPr>
              <a:t>Is</a:t>
            </a:r>
            <a:r>
              <a:rPr sz="1200" spc="-20" dirty="0">
                <a:latin typeface="Corbel"/>
                <a:cs typeface="Corbel"/>
              </a:rPr>
              <a:t> </a:t>
            </a:r>
            <a:r>
              <a:rPr sz="1200" dirty="0">
                <a:latin typeface="Corbel"/>
                <a:cs typeface="Corbel"/>
              </a:rPr>
              <a:t>navigation</a:t>
            </a:r>
            <a:r>
              <a:rPr sz="1200" spc="-20" dirty="0">
                <a:latin typeface="Corbel"/>
                <a:cs typeface="Corbel"/>
              </a:rPr>
              <a:t> </a:t>
            </a:r>
            <a:r>
              <a:rPr sz="1200" dirty="0">
                <a:latin typeface="Corbel"/>
                <a:cs typeface="Corbel"/>
              </a:rPr>
              <a:t>and</a:t>
            </a:r>
            <a:r>
              <a:rPr sz="1200" spc="-30" dirty="0">
                <a:latin typeface="Corbel"/>
                <a:cs typeface="Corbel"/>
              </a:rPr>
              <a:t> </a:t>
            </a:r>
            <a:r>
              <a:rPr sz="1200" dirty="0">
                <a:latin typeface="Corbel"/>
                <a:cs typeface="Corbel"/>
              </a:rPr>
              <a:t>communication</a:t>
            </a:r>
            <a:r>
              <a:rPr sz="1200" spc="-25" dirty="0">
                <a:latin typeface="Corbel"/>
                <a:cs typeface="Corbel"/>
              </a:rPr>
              <a:t> </a:t>
            </a:r>
            <a:r>
              <a:rPr sz="1200" dirty="0">
                <a:latin typeface="Corbel"/>
                <a:cs typeface="Corbel"/>
              </a:rPr>
              <a:t>equipment</a:t>
            </a:r>
            <a:r>
              <a:rPr sz="1200" spc="-25" dirty="0">
                <a:latin typeface="Corbel"/>
                <a:cs typeface="Corbel"/>
              </a:rPr>
              <a:t> </a:t>
            </a:r>
            <a:r>
              <a:rPr sz="1200" spc="-10" dirty="0">
                <a:latin typeface="Corbel"/>
                <a:cs typeface="Corbel"/>
              </a:rPr>
              <a:t>adequate?</a:t>
            </a:r>
            <a:endParaRPr sz="1200" dirty="0">
              <a:latin typeface="Corbel"/>
              <a:cs typeface="Corbel"/>
            </a:endParaRPr>
          </a:p>
          <a:p>
            <a:pPr marL="1210945" lvl="2" indent="-283845">
              <a:lnSpc>
                <a:spcPct val="100000"/>
              </a:lnSpc>
              <a:spcBef>
                <a:spcPts val="650"/>
              </a:spcBef>
              <a:buFont typeface="Arial MT"/>
              <a:buChar char="•"/>
              <a:tabLst>
                <a:tab pos="1210945" algn="l"/>
              </a:tabLst>
            </a:pPr>
            <a:r>
              <a:rPr sz="1200" dirty="0">
                <a:latin typeface="Corbel"/>
                <a:cs typeface="Corbel"/>
              </a:rPr>
              <a:t>Can</a:t>
            </a:r>
            <a:r>
              <a:rPr sz="1200" spc="-25" dirty="0">
                <a:latin typeface="Corbel"/>
                <a:cs typeface="Corbel"/>
              </a:rPr>
              <a:t> </a:t>
            </a:r>
            <a:r>
              <a:rPr sz="1200" dirty="0">
                <a:latin typeface="Corbel"/>
                <a:cs typeface="Corbel"/>
              </a:rPr>
              <a:t>this</a:t>
            </a:r>
            <a:r>
              <a:rPr sz="1200" spc="-30" dirty="0">
                <a:latin typeface="Corbel"/>
                <a:cs typeface="Corbel"/>
              </a:rPr>
              <a:t> </a:t>
            </a:r>
            <a:r>
              <a:rPr sz="1200" dirty="0">
                <a:latin typeface="Corbel"/>
                <a:cs typeface="Corbel"/>
              </a:rPr>
              <a:t>aircraft</a:t>
            </a:r>
            <a:r>
              <a:rPr sz="1200" spc="-30" dirty="0">
                <a:latin typeface="Corbel"/>
                <a:cs typeface="Corbel"/>
              </a:rPr>
              <a:t> </a:t>
            </a:r>
            <a:r>
              <a:rPr sz="1200" dirty="0">
                <a:latin typeface="Corbel"/>
                <a:cs typeface="Corbel"/>
              </a:rPr>
              <a:t>carry</a:t>
            </a:r>
            <a:r>
              <a:rPr sz="1200" spc="-30" dirty="0">
                <a:latin typeface="Corbel"/>
                <a:cs typeface="Corbel"/>
              </a:rPr>
              <a:t> </a:t>
            </a:r>
            <a:r>
              <a:rPr sz="1200" dirty="0">
                <a:latin typeface="Corbel"/>
                <a:cs typeface="Corbel"/>
              </a:rPr>
              <a:t>the</a:t>
            </a:r>
            <a:r>
              <a:rPr sz="1200" spc="-25" dirty="0">
                <a:latin typeface="Corbel"/>
                <a:cs typeface="Corbel"/>
              </a:rPr>
              <a:t> </a:t>
            </a:r>
            <a:r>
              <a:rPr sz="1200" dirty="0">
                <a:latin typeface="Corbel"/>
                <a:cs typeface="Corbel"/>
              </a:rPr>
              <a:t>planned</a:t>
            </a:r>
            <a:r>
              <a:rPr sz="1200" spc="-35" dirty="0">
                <a:latin typeface="Corbel"/>
                <a:cs typeface="Corbel"/>
              </a:rPr>
              <a:t> </a:t>
            </a:r>
            <a:r>
              <a:rPr sz="1200" spc="-20" dirty="0">
                <a:latin typeface="Corbel"/>
                <a:cs typeface="Corbel"/>
              </a:rPr>
              <a:t>load?</a:t>
            </a:r>
            <a:endParaRPr sz="1200" dirty="0">
              <a:latin typeface="Corbel"/>
              <a:cs typeface="Corbel"/>
            </a:endParaRPr>
          </a:p>
          <a:p>
            <a:pPr marL="1210945" lvl="2" indent="-283845">
              <a:lnSpc>
                <a:spcPct val="100000"/>
              </a:lnSpc>
              <a:spcBef>
                <a:spcPts val="575"/>
              </a:spcBef>
              <a:buFont typeface="Arial MT"/>
              <a:buChar char="•"/>
              <a:tabLst>
                <a:tab pos="1210945" algn="l"/>
              </a:tabLst>
            </a:pPr>
            <a:r>
              <a:rPr sz="1200" dirty="0">
                <a:latin typeface="Corbel"/>
                <a:cs typeface="Corbel"/>
              </a:rPr>
              <a:t>Can</a:t>
            </a:r>
            <a:r>
              <a:rPr sz="1200" spc="-25" dirty="0">
                <a:latin typeface="Corbel"/>
                <a:cs typeface="Corbel"/>
              </a:rPr>
              <a:t> </a:t>
            </a:r>
            <a:r>
              <a:rPr sz="1200" dirty="0">
                <a:latin typeface="Corbel"/>
                <a:cs typeface="Corbel"/>
              </a:rPr>
              <a:t>this</a:t>
            </a:r>
            <a:r>
              <a:rPr sz="1200" spc="-30" dirty="0">
                <a:latin typeface="Corbel"/>
                <a:cs typeface="Corbel"/>
              </a:rPr>
              <a:t> </a:t>
            </a:r>
            <a:r>
              <a:rPr sz="1200" dirty="0">
                <a:latin typeface="Corbel"/>
                <a:cs typeface="Corbel"/>
              </a:rPr>
              <a:t>aircraft</a:t>
            </a:r>
            <a:r>
              <a:rPr sz="1200" spc="-30" dirty="0">
                <a:latin typeface="Corbel"/>
                <a:cs typeface="Corbel"/>
              </a:rPr>
              <a:t> </a:t>
            </a:r>
            <a:r>
              <a:rPr sz="1200" dirty="0">
                <a:latin typeface="Corbel"/>
                <a:cs typeface="Corbel"/>
              </a:rPr>
              <a:t>operate</a:t>
            </a:r>
            <a:r>
              <a:rPr sz="1200" spc="-30" dirty="0">
                <a:latin typeface="Corbel"/>
                <a:cs typeface="Corbel"/>
              </a:rPr>
              <a:t> </a:t>
            </a:r>
            <a:r>
              <a:rPr sz="1200" dirty="0">
                <a:latin typeface="Corbel"/>
                <a:cs typeface="Corbel"/>
              </a:rPr>
              <a:t>at</a:t>
            </a:r>
            <a:r>
              <a:rPr sz="1200" spc="-30" dirty="0">
                <a:latin typeface="Corbel"/>
                <a:cs typeface="Corbel"/>
              </a:rPr>
              <a:t> </a:t>
            </a:r>
            <a:r>
              <a:rPr sz="1200" dirty="0">
                <a:latin typeface="Corbel"/>
                <a:cs typeface="Corbel"/>
              </a:rPr>
              <a:t>the</a:t>
            </a:r>
            <a:r>
              <a:rPr sz="1200" spc="-25" dirty="0">
                <a:latin typeface="Corbel"/>
                <a:cs typeface="Corbel"/>
              </a:rPr>
              <a:t> </a:t>
            </a:r>
            <a:r>
              <a:rPr sz="1200" dirty="0">
                <a:latin typeface="Corbel"/>
                <a:cs typeface="Corbel"/>
              </a:rPr>
              <a:t>altitudes</a:t>
            </a:r>
            <a:r>
              <a:rPr sz="1200" spc="-30" dirty="0">
                <a:latin typeface="Corbel"/>
                <a:cs typeface="Corbel"/>
              </a:rPr>
              <a:t> </a:t>
            </a:r>
            <a:r>
              <a:rPr sz="1200" dirty="0">
                <a:latin typeface="Corbel"/>
                <a:cs typeface="Corbel"/>
              </a:rPr>
              <a:t>needed</a:t>
            </a:r>
            <a:r>
              <a:rPr sz="1200" spc="-30" dirty="0">
                <a:latin typeface="Corbel"/>
                <a:cs typeface="Corbel"/>
              </a:rPr>
              <a:t> </a:t>
            </a:r>
            <a:r>
              <a:rPr sz="1200" dirty="0">
                <a:latin typeface="Corbel"/>
                <a:cs typeface="Corbel"/>
              </a:rPr>
              <a:t>for</a:t>
            </a:r>
            <a:r>
              <a:rPr sz="1200" spc="-30" dirty="0">
                <a:latin typeface="Corbel"/>
                <a:cs typeface="Corbel"/>
              </a:rPr>
              <a:t> </a:t>
            </a:r>
            <a:r>
              <a:rPr sz="1200" dirty="0">
                <a:latin typeface="Corbel"/>
                <a:cs typeface="Corbel"/>
              </a:rPr>
              <a:t>the</a:t>
            </a:r>
            <a:r>
              <a:rPr sz="1200" spc="-25" dirty="0">
                <a:latin typeface="Corbel"/>
                <a:cs typeface="Corbel"/>
              </a:rPr>
              <a:t> </a:t>
            </a:r>
            <a:r>
              <a:rPr sz="1200" spc="-10" dirty="0">
                <a:latin typeface="Corbel"/>
                <a:cs typeface="Corbel"/>
              </a:rPr>
              <a:t>operation?</a:t>
            </a:r>
            <a:endParaRPr sz="1200" dirty="0">
              <a:latin typeface="Corbel"/>
              <a:cs typeface="Corbe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5314" y="6432684"/>
            <a:ext cx="360045" cy="360045"/>
            <a:chOff x="65314" y="6432684"/>
            <a:chExt cx="360045" cy="360045"/>
          </a:xfrm>
        </p:grpSpPr>
        <p:sp>
          <p:nvSpPr>
            <p:cNvPr id="3" name="object 3"/>
            <p:cNvSpPr/>
            <p:nvPr/>
          </p:nvSpPr>
          <p:spPr>
            <a:xfrm>
              <a:off x="65314" y="6432684"/>
              <a:ext cx="360045" cy="360045"/>
            </a:xfrm>
            <a:custGeom>
              <a:avLst/>
              <a:gdLst/>
              <a:ahLst/>
              <a:cxnLst/>
              <a:rect l="l" t="t" r="r" b="b"/>
              <a:pathLst>
                <a:path w="360045" h="360045">
                  <a:moveTo>
                    <a:pt x="360000" y="0"/>
                  </a:moveTo>
                  <a:lnTo>
                    <a:pt x="0" y="0"/>
                  </a:lnTo>
                  <a:lnTo>
                    <a:pt x="0" y="360000"/>
                  </a:lnTo>
                  <a:lnTo>
                    <a:pt x="360000" y="360000"/>
                  </a:lnTo>
                  <a:lnTo>
                    <a:pt x="360000" y="315000"/>
                  </a:lnTo>
                  <a:lnTo>
                    <a:pt x="179999" y="315000"/>
                  </a:lnTo>
                  <a:lnTo>
                    <a:pt x="137329" y="308117"/>
                  </a:lnTo>
                  <a:lnTo>
                    <a:pt x="100270" y="288952"/>
                  </a:lnTo>
                  <a:lnTo>
                    <a:pt x="71047" y="259729"/>
                  </a:lnTo>
                  <a:lnTo>
                    <a:pt x="51882" y="222670"/>
                  </a:lnTo>
                  <a:lnTo>
                    <a:pt x="44999" y="180000"/>
                  </a:lnTo>
                  <a:lnTo>
                    <a:pt x="51882" y="137329"/>
                  </a:lnTo>
                  <a:lnTo>
                    <a:pt x="71047" y="100270"/>
                  </a:lnTo>
                  <a:lnTo>
                    <a:pt x="100270" y="71047"/>
                  </a:lnTo>
                  <a:lnTo>
                    <a:pt x="137329" y="51882"/>
                  </a:lnTo>
                  <a:lnTo>
                    <a:pt x="179999" y="45000"/>
                  </a:lnTo>
                  <a:lnTo>
                    <a:pt x="360000" y="45000"/>
                  </a:lnTo>
                  <a:lnTo>
                    <a:pt x="360000" y="0"/>
                  </a:lnTo>
                  <a:close/>
                </a:path>
                <a:path w="360045" h="360045">
                  <a:moveTo>
                    <a:pt x="360000" y="45000"/>
                  </a:moveTo>
                  <a:lnTo>
                    <a:pt x="179999" y="45000"/>
                  </a:lnTo>
                  <a:lnTo>
                    <a:pt x="222670" y="51882"/>
                  </a:lnTo>
                  <a:lnTo>
                    <a:pt x="259729" y="71047"/>
                  </a:lnTo>
                  <a:lnTo>
                    <a:pt x="288952" y="100270"/>
                  </a:lnTo>
                  <a:lnTo>
                    <a:pt x="308117" y="137329"/>
                  </a:lnTo>
                  <a:lnTo>
                    <a:pt x="314999" y="180000"/>
                  </a:lnTo>
                  <a:lnTo>
                    <a:pt x="308117" y="222670"/>
                  </a:lnTo>
                  <a:lnTo>
                    <a:pt x="288952" y="259729"/>
                  </a:lnTo>
                  <a:lnTo>
                    <a:pt x="259729" y="288952"/>
                  </a:lnTo>
                  <a:lnTo>
                    <a:pt x="222670" y="308117"/>
                  </a:lnTo>
                  <a:lnTo>
                    <a:pt x="179999" y="315000"/>
                  </a:lnTo>
                  <a:lnTo>
                    <a:pt x="360000" y="315000"/>
                  </a:lnTo>
                  <a:lnTo>
                    <a:pt x="360000" y="45000"/>
                  </a:lnTo>
                  <a:close/>
                </a:path>
              </a:pathLst>
            </a:custGeom>
            <a:solidFill>
              <a:srgbClr val="1CADE4"/>
            </a:solidFill>
          </p:spPr>
          <p:txBody>
            <a:bodyPr wrap="square" lIns="0" tIns="0" rIns="0" bIns="0" rtlCol="0"/>
            <a:lstStyle/>
            <a:p>
              <a:endParaRPr/>
            </a:p>
          </p:txBody>
        </p:sp>
        <p:sp>
          <p:nvSpPr>
            <p:cNvPr id="4" name="object 4"/>
            <p:cNvSpPr/>
            <p:nvPr/>
          </p:nvSpPr>
          <p:spPr>
            <a:xfrm>
              <a:off x="110314" y="6477684"/>
              <a:ext cx="270510" cy="270510"/>
            </a:xfrm>
            <a:custGeom>
              <a:avLst/>
              <a:gdLst/>
              <a:ahLst/>
              <a:cxnLst/>
              <a:rect l="l" t="t" r="r" b="b"/>
              <a:pathLst>
                <a:path w="270510"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69999"/>
                  </a:lnTo>
                  <a:lnTo>
                    <a:pt x="177670" y="263117"/>
                  </a:lnTo>
                  <a:lnTo>
                    <a:pt x="214729" y="243952"/>
                  </a:lnTo>
                  <a:lnTo>
                    <a:pt x="222432" y="236249"/>
                  </a:lnTo>
                  <a:lnTo>
                    <a:pt x="84375" y="236249"/>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10" h="270509">
                  <a:moveTo>
                    <a:pt x="259004" y="84375"/>
                  </a:moveTo>
                  <a:lnTo>
                    <a:pt x="160312" y="84375"/>
                  </a:lnTo>
                  <a:lnTo>
                    <a:pt x="160312" y="219375"/>
                  </a:lnTo>
                  <a:lnTo>
                    <a:pt x="185625" y="219375"/>
                  </a:lnTo>
                  <a:lnTo>
                    <a:pt x="185625" y="236249"/>
                  </a:lnTo>
                  <a:lnTo>
                    <a:pt x="222432" y="236249"/>
                  </a:lnTo>
                  <a:lnTo>
                    <a:pt x="243952" y="214729"/>
                  </a:lnTo>
                  <a:lnTo>
                    <a:pt x="263117" y="177670"/>
                  </a:lnTo>
                  <a:lnTo>
                    <a:pt x="269999" y="134999"/>
                  </a:lnTo>
                  <a:lnTo>
                    <a:pt x="263117" y="92329"/>
                  </a:lnTo>
                  <a:lnTo>
                    <a:pt x="259004" y="84375"/>
                  </a:lnTo>
                  <a:close/>
                </a:path>
                <a:path w="270510"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5" name="object 5"/>
            <p:cNvPicPr/>
            <p:nvPr/>
          </p:nvPicPr>
          <p:blipFill>
            <a:blip r:embed="rId3" cstate="print"/>
            <a:stretch>
              <a:fillRect/>
            </a:stretch>
          </p:blipFill>
          <p:spPr>
            <a:xfrm>
              <a:off x="194690" y="6486122"/>
              <a:ext cx="101249" cy="227812"/>
            </a:xfrm>
            <a:prstGeom prst="rect">
              <a:avLst/>
            </a:prstGeom>
          </p:spPr>
        </p:pic>
      </p:grpSp>
      <p:sp>
        <p:nvSpPr>
          <p:cNvPr id="6" name="object 6"/>
          <p:cNvSpPr txBox="1"/>
          <p:nvPr/>
        </p:nvSpPr>
        <p:spPr>
          <a:xfrm>
            <a:off x="2020247" y="294131"/>
            <a:ext cx="9404350" cy="4280535"/>
          </a:xfrm>
          <a:prstGeom prst="rect">
            <a:avLst/>
          </a:prstGeom>
        </p:spPr>
        <p:txBody>
          <a:bodyPr vert="horz" wrap="square" lIns="0" tIns="92075" rIns="0" bIns="0" rtlCol="0">
            <a:spAutoFit/>
          </a:bodyPr>
          <a:lstStyle/>
          <a:p>
            <a:pPr marL="295910" indent="-283210" algn="just">
              <a:lnSpc>
                <a:spcPct val="100000"/>
              </a:lnSpc>
              <a:spcBef>
                <a:spcPts val="725"/>
              </a:spcBef>
              <a:buFont typeface="Arial MT"/>
              <a:buChar char="•"/>
              <a:tabLst>
                <a:tab pos="295910" algn="l"/>
              </a:tabLst>
            </a:pPr>
            <a:r>
              <a:rPr sz="1400" b="1" u="sng" dirty="0">
                <a:uFill>
                  <a:solidFill>
                    <a:srgbClr val="000000"/>
                  </a:solidFill>
                </a:uFill>
                <a:latin typeface="Corbel"/>
                <a:cs typeface="Corbel"/>
              </a:rPr>
              <a:t>V</a:t>
            </a:r>
            <a:r>
              <a:rPr sz="1400" b="1" u="sng" spc="-10" dirty="0">
                <a:uFill>
                  <a:solidFill>
                    <a:srgbClr val="000000"/>
                  </a:solidFill>
                </a:uFill>
                <a:latin typeface="Corbel"/>
                <a:cs typeface="Corbel"/>
              </a:rPr>
              <a:t> </a:t>
            </a:r>
            <a:r>
              <a:rPr sz="1400" b="1" u="sng" dirty="0">
                <a:uFill>
                  <a:solidFill>
                    <a:srgbClr val="000000"/>
                  </a:solidFill>
                </a:uFill>
                <a:latin typeface="Corbel"/>
                <a:cs typeface="Corbel"/>
              </a:rPr>
              <a:t>=</a:t>
            </a:r>
            <a:r>
              <a:rPr sz="1400" b="1" u="sng" spc="-5" dirty="0">
                <a:uFill>
                  <a:solidFill>
                    <a:srgbClr val="000000"/>
                  </a:solidFill>
                </a:uFill>
                <a:latin typeface="Corbel"/>
                <a:cs typeface="Corbel"/>
              </a:rPr>
              <a:t> </a:t>
            </a:r>
            <a:r>
              <a:rPr sz="1400" b="1" u="sng" spc="-10" dirty="0">
                <a:uFill>
                  <a:solidFill>
                    <a:srgbClr val="000000"/>
                  </a:solidFill>
                </a:uFill>
                <a:latin typeface="Corbel"/>
                <a:cs typeface="Corbel"/>
              </a:rPr>
              <a:t>EnVironment</a:t>
            </a:r>
            <a:endParaRPr sz="1400" dirty="0">
              <a:latin typeface="Corbel"/>
              <a:cs typeface="Corbel"/>
            </a:endParaRPr>
          </a:p>
          <a:p>
            <a:pPr marL="753110" marR="6350" lvl="1" indent="-283210" algn="just">
              <a:lnSpc>
                <a:spcPct val="100699"/>
              </a:lnSpc>
              <a:spcBef>
                <a:spcPts val="610"/>
              </a:spcBef>
              <a:buFont typeface="Arial MT"/>
              <a:buChar char="•"/>
              <a:tabLst>
                <a:tab pos="754380" algn="l"/>
              </a:tabLst>
            </a:pPr>
            <a:r>
              <a:rPr sz="1400" dirty="0">
                <a:latin typeface="Corbel"/>
                <a:cs typeface="Corbel"/>
              </a:rPr>
              <a:t>Weather</a:t>
            </a:r>
            <a:r>
              <a:rPr sz="1400" spc="125" dirty="0">
                <a:latin typeface="Corbel"/>
                <a:cs typeface="Corbel"/>
              </a:rPr>
              <a:t> </a:t>
            </a:r>
            <a:r>
              <a:rPr sz="1400" dirty="0">
                <a:latin typeface="Corbel"/>
                <a:cs typeface="Corbel"/>
              </a:rPr>
              <a:t>is</a:t>
            </a:r>
            <a:r>
              <a:rPr sz="1400" spc="125" dirty="0">
                <a:latin typeface="Corbel"/>
                <a:cs typeface="Corbel"/>
              </a:rPr>
              <a:t> </a:t>
            </a:r>
            <a:r>
              <a:rPr sz="1400" dirty="0">
                <a:latin typeface="Corbel"/>
                <a:cs typeface="Corbel"/>
              </a:rPr>
              <a:t>a</a:t>
            </a:r>
            <a:r>
              <a:rPr sz="1400" spc="130" dirty="0">
                <a:latin typeface="Corbel"/>
                <a:cs typeface="Corbel"/>
              </a:rPr>
              <a:t> </a:t>
            </a:r>
            <a:r>
              <a:rPr sz="1400" dirty="0">
                <a:latin typeface="Corbel"/>
                <a:cs typeface="Corbel"/>
              </a:rPr>
              <a:t>major</a:t>
            </a:r>
            <a:r>
              <a:rPr sz="1400" spc="135" dirty="0">
                <a:latin typeface="Corbel"/>
                <a:cs typeface="Corbel"/>
              </a:rPr>
              <a:t> </a:t>
            </a:r>
            <a:r>
              <a:rPr sz="1400" dirty="0">
                <a:latin typeface="Corbel"/>
                <a:cs typeface="Corbel"/>
              </a:rPr>
              <a:t>environmental</a:t>
            </a:r>
            <a:r>
              <a:rPr sz="1400" spc="130" dirty="0">
                <a:latin typeface="Corbel"/>
                <a:cs typeface="Corbel"/>
              </a:rPr>
              <a:t> </a:t>
            </a:r>
            <a:r>
              <a:rPr sz="1400" dirty="0">
                <a:latin typeface="Corbel"/>
                <a:cs typeface="Corbel"/>
              </a:rPr>
              <a:t>consideration.</a:t>
            </a:r>
            <a:r>
              <a:rPr sz="1400" spc="130" dirty="0">
                <a:latin typeface="Corbel"/>
                <a:cs typeface="Corbel"/>
              </a:rPr>
              <a:t> </a:t>
            </a:r>
            <a:r>
              <a:rPr sz="1400" dirty="0">
                <a:latin typeface="Corbel"/>
                <a:cs typeface="Corbel"/>
              </a:rPr>
              <a:t>Earlier</a:t>
            </a:r>
            <a:r>
              <a:rPr sz="1400" spc="130" dirty="0">
                <a:latin typeface="Corbel"/>
                <a:cs typeface="Corbel"/>
              </a:rPr>
              <a:t> </a:t>
            </a:r>
            <a:r>
              <a:rPr sz="1400" dirty="0">
                <a:latin typeface="Corbel"/>
                <a:cs typeface="Corbel"/>
              </a:rPr>
              <a:t>it</a:t>
            </a:r>
            <a:r>
              <a:rPr sz="1400" spc="130" dirty="0">
                <a:latin typeface="Corbel"/>
                <a:cs typeface="Corbel"/>
              </a:rPr>
              <a:t> </a:t>
            </a:r>
            <a:r>
              <a:rPr sz="1400" dirty="0">
                <a:latin typeface="Corbel"/>
                <a:cs typeface="Corbel"/>
              </a:rPr>
              <a:t>was</a:t>
            </a:r>
            <a:r>
              <a:rPr sz="1400" spc="120" dirty="0">
                <a:latin typeface="Corbel"/>
                <a:cs typeface="Corbel"/>
              </a:rPr>
              <a:t> </a:t>
            </a:r>
            <a:r>
              <a:rPr sz="1400" dirty="0">
                <a:latin typeface="Corbel"/>
                <a:cs typeface="Corbel"/>
              </a:rPr>
              <a:t>suggested</a:t>
            </a:r>
            <a:r>
              <a:rPr sz="1400" spc="125" dirty="0">
                <a:latin typeface="Corbel"/>
                <a:cs typeface="Corbel"/>
              </a:rPr>
              <a:t> </a:t>
            </a:r>
            <a:r>
              <a:rPr sz="1400" dirty="0">
                <a:latin typeface="Corbel"/>
                <a:cs typeface="Corbel"/>
              </a:rPr>
              <a:t>pilots</a:t>
            </a:r>
            <a:r>
              <a:rPr sz="1400" spc="125" dirty="0">
                <a:latin typeface="Corbel"/>
                <a:cs typeface="Corbel"/>
              </a:rPr>
              <a:t> </a:t>
            </a:r>
            <a:r>
              <a:rPr sz="1400" dirty="0">
                <a:latin typeface="Corbel"/>
                <a:cs typeface="Corbel"/>
              </a:rPr>
              <a:t>set</a:t>
            </a:r>
            <a:r>
              <a:rPr sz="1400" spc="125" dirty="0">
                <a:latin typeface="Corbel"/>
                <a:cs typeface="Corbel"/>
              </a:rPr>
              <a:t> </a:t>
            </a:r>
            <a:r>
              <a:rPr sz="1400" dirty="0">
                <a:latin typeface="Corbel"/>
                <a:cs typeface="Corbel"/>
              </a:rPr>
              <a:t>their</a:t>
            </a:r>
            <a:r>
              <a:rPr sz="1400" spc="130" dirty="0">
                <a:latin typeface="Corbel"/>
                <a:cs typeface="Corbel"/>
              </a:rPr>
              <a:t> </a:t>
            </a:r>
            <a:r>
              <a:rPr sz="1400" dirty="0">
                <a:latin typeface="Corbel"/>
                <a:cs typeface="Corbel"/>
              </a:rPr>
              <a:t>own</a:t>
            </a:r>
            <a:r>
              <a:rPr sz="1400" spc="125" dirty="0">
                <a:latin typeface="Corbel"/>
                <a:cs typeface="Corbel"/>
              </a:rPr>
              <a:t> </a:t>
            </a:r>
            <a:r>
              <a:rPr sz="1400" dirty="0">
                <a:latin typeface="Corbel"/>
                <a:cs typeface="Corbel"/>
              </a:rPr>
              <a:t>personal</a:t>
            </a:r>
            <a:r>
              <a:rPr sz="1400" spc="125" dirty="0">
                <a:latin typeface="Corbel"/>
                <a:cs typeface="Corbel"/>
              </a:rPr>
              <a:t> </a:t>
            </a:r>
            <a:r>
              <a:rPr sz="1400" spc="-10" dirty="0">
                <a:latin typeface="Corbel"/>
                <a:cs typeface="Corbel"/>
              </a:rPr>
              <a:t>minimums, 	</a:t>
            </a:r>
            <a:r>
              <a:rPr sz="1400" dirty="0">
                <a:latin typeface="Corbel"/>
                <a:cs typeface="Corbel"/>
              </a:rPr>
              <a:t>especially</a:t>
            </a:r>
            <a:r>
              <a:rPr sz="1400" spc="85" dirty="0">
                <a:latin typeface="Corbel"/>
                <a:cs typeface="Corbel"/>
              </a:rPr>
              <a:t> </a:t>
            </a:r>
            <a:r>
              <a:rPr sz="1400" dirty="0">
                <a:latin typeface="Corbel"/>
                <a:cs typeface="Corbel"/>
              </a:rPr>
              <a:t>when</a:t>
            </a:r>
            <a:r>
              <a:rPr sz="1400" spc="80" dirty="0">
                <a:latin typeface="Corbel"/>
                <a:cs typeface="Corbel"/>
              </a:rPr>
              <a:t> </a:t>
            </a:r>
            <a:r>
              <a:rPr sz="1400" dirty="0">
                <a:latin typeface="Corbel"/>
                <a:cs typeface="Corbel"/>
              </a:rPr>
              <a:t>it</a:t>
            </a:r>
            <a:r>
              <a:rPr sz="1400" spc="80" dirty="0">
                <a:latin typeface="Corbel"/>
                <a:cs typeface="Corbel"/>
              </a:rPr>
              <a:t> </a:t>
            </a:r>
            <a:r>
              <a:rPr sz="1400" dirty="0">
                <a:latin typeface="Corbel"/>
                <a:cs typeface="Corbel"/>
              </a:rPr>
              <a:t>comes</a:t>
            </a:r>
            <a:r>
              <a:rPr sz="1400" spc="80" dirty="0">
                <a:latin typeface="Corbel"/>
                <a:cs typeface="Corbel"/>
              </a:rPr>
              <a:t> </a:t>
            </a:r>
            <a:r>
              <a:rPr sz="1400" dirty="0">
                <a:latin typeface="Corbel"/>
                <a:cs typeface="Corbel"/>
              </a:rPr>
              <a:t>to</a:t>
            </a:r>
            <a:r>
              <a:rPr sz="1400" spc="80" dirty="0">
                <a:latin typeface="Corbel"/>
                <a:cs typeface="Corbel"/>
              </a:rPr>
              <a:t> </a:t>
            </a:r>
            <a:r>
              <a:rPr sz="1400" dirty="0">
                <a:latin typeface="Corbel"/>
                <a:cs typeface="Corbel"/>
              </a:rPr>
              <a:t>weather.</a:t>
            </a:r>
            <a:r>
              <a:rPr sz="1400" spc="85" dirty="0">
                <a:latin typeface="Corbel"/>
                <a:cs typeface="Corbel"/>
              </a:rPr>
              <a:t> </a:t>
            </a:r>
            <a:r>
              <a:rPr sz="1400" dirty="0">
                <a:latin typeface="Corbel"/>
                <a:cs typeface="Corbel"/>
              </a:rPr>
              <a:t>As</a:t>
            </a:r>
            <a:r>
              <a:rPr sz="1400" spc="75" dirty="0">
                <a:latin typeface="Corbel"/>
                <a:cs typeface="Corbel"/>
              </a:rPr>
              <a:t> </a:t>
            </a:r>
            <a:r>
              <a:rPr sz="1400" dirty="0">
                <a:latin typeface="Corbel"/>
                <a:cs typeface="Corbel"/>
              </a:rPr>
              <a:t>pilots</a:t>
            </a:r>
            <a:r>
              <a:rPr sz="1400" spc="80" dirty="0">
                <a:latin typeface="Corbel"/>
                <a:cs typeface="Corbel"/>
              </a:rPr>
              <a:t> </a:t>
            </a:r>
            <a:r>
              <a:rPr sz="1400" dirty="0">
                <a:latin typeface="Corbel"/>
                <a:cs typeface="Corbel"/>
              </a:rPr>
              <a:t>evaluate</a:t>
            </a:r>
            <a:r>
              <a:rPr sz="1400" spc="85" dirty="0">
                <a:latin typeface="Corbel"/>
                <a:cs typeface="Corbel"/>
              </a:rPr>
              <a:t> </a:t>
            </a:r>
            <a:r>
              <a:rPr sz="1400" dirty="0">
                <a:latin typeface="Corbel"/>
                <a:cs typeface="Corbel"/>
              </a:rPr>
              <a:t>the</a:t>
            </a:r>
            <a:r>
              <a:rPr sz="1400" spc="80" dirty="0">
                <a:latin typeface="Corbel"/>
                <a:cs typeface="Corbel"/>
              </a:rPr>
              <a:t> </a:t>
            </a:r>
            <a:r>
              <a:rPr sz="1400" dirty="0">
                <a:latin typeface="Corbel"/>
                <a:cs typeface="Corbel"/>
              </a:rPr>
              <a:t>weather</a:t>
            </a:r>
            <a:r>
              <a:rPr sz="1400" spc="85" dirty="0">
                <a:latin typeface="Corbel"/>
                <a:cs typeface="Corbel"/>
              </a:rPr>
              <a:t> </a:t>
            </a:r>
            <a:r>
              <a:rPr sz="1400" dirty="0">
                <a:latin typeface="Corbel"/>
                <a:cs typeface="Corbel"/>
              </a:rPr>
              <a:t>for</a:t>
            </a:r>
            <a:r>
              <a:rPr sz="1400" spc="85" dirty="0">
                <a:latin typeface="Corbel"/>
                <a:cs typeface="Corbel"/>
              </a:rPr>
              <a:t> </a:t>
            </a:r>
            <a:r>
              <a:rPr sz="1400" dirty="0">
                <a:latin typeface="Corbel"/>
                <a:cs typeface="Corbel"/>
              </a:rPr>
              <a:t>a</a:t>
            </a:r>
            <a:r>
              <a:rPr sz="1400" spc="85" dirty="0">
                <a:latin typeface="Corbel"/>
                <a:cs typeface="Corbel"/>
              </a:rPr>
              <a:t> </a:t>
            </a:r>
            <a:r>
              <a:rPr sz="1400" dirty="0">
                <a:latin typeface="Corbel"/>
                <a:cs typeface="Corbel"/>
              </a:rPr>
              <a:t>particular</a:t>
            </a:r>
            <a:r>
              <a:rPr sz="1400" spc="85" dirty="0">
                <a:latin typeface="Corbel"/>
                <a:cs typeface="Corbel"/>
              </a:rPr>
              <a:t> </a:t>
            </a:r>
            <a:r>
              <a:rPr sz="1400" dirty="0">
                <a:latin typeface="Corbel"/>
                <a:cs typeface="Corbel"/>
              </a:rPr>
              <a:t>flight,</a:t>
            </a:r>
            <a:r>
              <a:rPr sz="1400" spc="85" dirty="0">
                <a:latin typeface="Corbel"/>
                <a:cs typeface="Corbel"/>
              </a:rPr>
              <a:t> </a:t>
            </a:r>
            <a:r>
              <a:rPr sz="1400" dirty="0">
                <a:latin typeface="Corbel"/>
                <a:cs typeface="Corbel"/>
              </a:rPr>
              <a:t>they</a:t>
            </a:r>
            <a:r>
              <a:rPr sz="1400" spc="80" dirty="0">
                <a:latin typeface="Corbel"/>
                <a:cs typeface="Corbel"/>
              </a:rPr>
              <a:t> </a:t>
            </a:r>
            <a:r>
              <a:rPr sz="1400" dirty="0">
                <a:latin typeface="Corbel"/>
                <a:cs typeface="Corbel"/>
              </a:rPr>
              <a:t>should</a:t>
            </a:r>
            <a:r>
              <a:rPr sz="1400" spc="85" dirty="0">
                <a:latin typeface="Corbel"/>
                <a:cs typeface="Corbel"/>
              </a:rPr>
              <a:t> </a:t>
            </a:r>
            <a:r>
              <a:rPr sz="1400" dirty="0">
                <a:latin typeface="Corbel"/>
                <a:cs typeface="Corbel"/>
              </a:rPr>
              <a:t>consider</a:t>
            </a:r>
            <a:r>
              <a:rPr sz="1400" spc="85" dirty="0">
                <a:latin typeface="Corbel"/>
                <a:cs typeface="Corbel"/>
              </a:rPr>
              <a:t> </a:t>
            </a:r>
            <a:r>
              <a:rPr sz="1400" spc="-25" dirty="0">
                <a:latin typeface="Corbel"/>
                <a:cs typeface="Corbel"/>
              </a:rPr>
              <a:t>the 	</a:t>
            </a:r>
            <a:r>
              <a:rPr sz="1400" spc="-10" dirty="0">
                <a:latin typeface="Corbel"/>
                <a:cs typeface="Corbel"/>
              </a:rPr>
              <a:t>following:</a:t>
            </a:r>
            <a:endParaRPr sz="1400" dirty="0">
              <a:latin typeface="Corbel"/>
              <a:cs typeface="Corbel"/>
            </a:endParaRPr>
          </a:p>
          <a:p>
            <a:pPr marL="1211580" marR="5080" lvl="2" indent="-284480">
              <a:lnSpc>
                <a:spcPct val="101400"/>
              </a:lnSpc>
              <a:spcBef>
                <a:spcPts val="505"/>
              </a:spcBef>
              <a:buFont typeface="Arial MT"/>
              <a:buChar char="•"/>
              <a:tabLst>
                <a:tab pos="1211580" algn="l"/>
              </a:tabLst>
            </a:pPr>
            <a:r>
              <a:rPr sz="1400" dirty="0">
                <a:latin typeface="Corbel"/>
                <a:cs typeface="Corbel"/>
              </a:rPr>
              <a:t>What</a:t>
            </a:r>
            <a:r>
              <a:rPr sz="1400" spc="65" dirty="0">
                <a:latin typeface="Corbel"/>
                <a:cs typeface="Corbel"/>
              </a:rPr>
              <a:t> </a:t>
            </a:r>
            <a:r>
              <a:rPr sz="1400" dirty="0">
                <a:latin typeface="Corbel"/>
                <a:cs typeface="Corbel"/>
              </a:rPr>
              <a:t>is</a:t>
            </a:r>
            <a:r>
              <a:rPr sz="1400" spc="65" dirty="0">
                <a:latin typeface="Corbel"/>
                <a:cs typeface="Corbel"/>
              </a:rPr>
              <a:t> </a:t>
            </a:r>
            <a:r>
              <a:rPr sz="1400" dirty="0">
                <a:latin typeface="Corbel"/>
                <a:cs typeface="Corbel"/>
              </a:rPr>
              <a:t>the</a:t>
            </a:r>
            <a:r>
              <a:rPr sz="1400" spc="65" dirty="0">
                <a:latin typeface="Corbel"/>
                <a:cs typeface="Corbel"/>
              </a:rPr>
              <a:t> </a:t>
            </a:r>
            <a:r>
              <a:rPr sz="1400" dirty="0">
                <a:latin typeface="Corbel"/>
                <a:cs typeface="Corbel"/>
              </a:rPr>
              <a:t>current</a:t>
            </a:r>
            <a:r>
              <a:rPr sz="1400" spc="65" dirty="0">
                <a:latin typeface="Corbel"/>
                <a:cs typeface="Corbel"/>
              </a:rPr>
              <a:t> </a:t>
            </a:r>
            <a:r>
              <a:rPr sz="1400" dirty="0">
                <a:latin typeface="Corbel"/>
                <a:cs typeface="Corbel"/>
              </a:rPr>
              <a:t>ceiling</a:t>
            </a:r>
            <a:r>
              <a:rPr sz="1400" spc="60" dirty="0">
                <a:latin typeface="Corbel"/>
                <a:cs typeface="Corbel"/>
              </a:rPr>
              <a:t> </a:t>
            </a:r>
            <a:r>
              <a:rPr sz="1400" dirty="0">
                <a:latin typeface="Corbel"/>
                <a:cs typeface="Corbel"/>
              </a:rPr>
              <a:t>and</a:t>
            </a:r>
            <a:r>
              <a:rPr sz="1400" spc="70" dirty="0">
                <a:latin typeface="Corbel"/>
                <a:cs typeface="Corbel"/>
              </a:rPr>
              <a:t> </a:t>
            </a:r>
            <a:r>
              <a:rPr sz="1400" dirty="0">
                <a:latin typeface="Corbel"/>
                <a:cs typeface="Corbel"/>
              </a:rPr>
              <a:t>visibility?</a:t>
            </a:r>
            <a:r>
              <a:rPr sz="1400" spc="65" dirty="0">
                <a:latin typeface="Corbel"/>
                <a:cs typeface="Corbel"/>
              </a:rPr>
              <a:t> </a:t>
            </a:r>
            <a:r>
              <a:rPr sz="1400" dirty="0">
                <a:latin typeface="Corbel"/>
                <a:cs typeface="Corbel"/>
              </a:rPr>
              <a:t>In</a:t>
            </a:r>
            <a:r>
              <a:rPr sz="1400" spc="70" dirty="0">
                <a:latin typeface="Corbel"/>
                <a:cs typeface="Corbel"/>
              </a:rPr>
              <a:t> </a:t>
            </a:r>
            <a:r>
              <a:rPr sz="1400" dirty="0">
                <a:latin typeface="Corbel"/>
                <a:cs typeface="Corbel"/>
              </a:rPr>
              <a:t>mountainous</a:t>
            </a:r>
            <a:r>
              <a:rPr sz="1400" spc="65" dirty="0">
                <a:latin typeface="Corbel"/>
                <a:cs typeface="Corbel"/>
              </a:rPr>
              <a:t> </a:t>
            </a:r>
            <a:r>
              <a:rPr sz="1400" dirty="0">
                <a:latin typeface="Corbel"/>
                <a:cs typeface="Corbel"/>
              </a:rPr>
              <a:t>terrain,</a:t>
            </a:r>
            <a:r>
              <a:rPr sz="1400" spc="70" dirty="0">
                <a:latin typeface="Corbel"/>
                <a:cs typeface="Corbel"/>
              </a:rPr>
              <a:t> </a:t>
            </a:r>
            <a:r>
              <a:rPr sz="1400" dirty="0">
                <a:latin typeface="Corbel"/>
                <a:cs typeface="Corbel"/>
              </a:rPr>
              <a:t>consider</a:t>
            </a:r>
            <a:r>
              <a:rPr sz="1400" spc="75" dirty="0">
                <a:latin typeface="Corbel"/>
                <a:cs typeface="Corbel"/>
              </a:rPr>
              <a:t> </a:t>
            </a:r>
            <a:r>
              <a:rPr sz="1400" dirty="0">
                <a:latin typeface="Corbel"/>
                <a:cs typeface="Corbel"/>
              </a:rPr>
              <a:t>having</a:t>
            </a:r>
            <a:r>
              <a:rPr sz="1400" spc="60" dirty="0">
                <a:latin typeface="Corbel"/>
                <a:cs typeface="Corbel"/>
              </a:rPr>
              <a:t> </a:t>
            </a:r>
            <a:r>
              <a:rPr sz="1400" dirty="0">
                <a:latin typeface="Corbel"/>
                <a:cs typeface="Corbel"/>
              </a:rPr>
              <a:t>higher</a:t>
            </a:r>
            <a:r>
              <a:rPr sz="1400" spc="75" dirty="0">
                <a:latin typeface="Corbel"/>
                <a:cs typeface="Corbel"/>
              </a:rPr>
              <a:t> </a:t>
            </a:r>
            <a:r>
              <a:rPr sz="1400" dirty="0">
                <a:latin typeface="Corbel"/>
                <a:cs typeface="Corbel"/>
              </a:rPr>
              <a:t>minimums</a:t>
            </a:r>
            <a:r>
              <a:rPr sz="1400" spc="60" dirty="0">
                <a:latin typeface="Corbel"/>
                <a:cs typeface="Corbel"/>
              </a:rPr>
              <a:t> </a:t>
            </a:r>
            <a:r>
              <a:rPr sz="1400" dirty="0">
                <a:latin typeface="Corbel"/>
                <a:cs typeface="Corbel"/>
              </a:rPr>
              <a:t>for</a:t>
            </a:r>
            <a:r>
              <a:rPr sz="1400" spc="75" dirty="0">
                <a:latin typeface="Corbel"/>
                <a:cs typeface="Corbel"/>
              </a:rPr>
              <a:t> </a:t>
            </a:r>
            <a:r>
              <a:rPr sz="1400" spc="-10" dirty="0">
                <a:latin typeface="Corbel"/>
                <a:cs typeface="Corbel"/>
              </a:rPr>
              <a:t>ceiling </a:t>
            </a:r>
            <a:r>
              <a:rPr sz="1400" dirty="0">
                <a:latin typeface="Corbel"/>
                <a:cs typeface="Corbel"/>
              </a:rPr>
              <a:t>and</a:t>
            </a:r>
            <a:r>
              <a:rPr sz="1400" spc="-10" dirty="0">
                <a:latin typeface="Corbel"/>
                <a:cs typeface="Corbel"/>
              </a:rPr>
              <a:t> visibility,</a:t>
            </a:r>
            <a:r>
              <a:rPr sz="1400" spc="-5" dirty="0">
                <a:latin typeface="Corbel"/>
                <a:cs typeface="Corbel"/>
              </a:rPr>
              <a:t> </a:t>
            </a:r>
            <a:r>
              <a:rPr sz="1400" spc="-10" dirty="0">
                <a:latin typeface="Corbel"/>
                <a:cs typeface="Corbel"/>
              </a:rPr>
              <a:t>particularly </a:t>
            </a:r>
            <a:r>
              <a:rPr sz="1400" dirty="0">
                <a:latin typeface="Corbel"/>
                <a:cs typeface="Corbel"/>
              </a:rPr>
              <a:t>if</a:t>
            </a:r>
            <a:r>
              <a:rPr sz="1400" spc="-10" dirty="0">
                <a:latin typeface="Corbel"/>
                <a:cs typeface="Corbel"/>
              </a:rPr>
              <a:t> </a:t>
            </a:r>
            <a:r>
              <a:rPr sz="1400" dirty="0">
                <a:latin typeface="Corbel"/>
                <a:cs typeface="Corbel"/>
              </a:rPr>
              <a:t>the</a:t>
            </a:r>
            <a:r>
              <a:rPr sz="1400" spc="-10" dirty="0">
                <a:latin typeface="Corbel"/>
                <a:cs typeface="Corbel"/>
              </a:rPr>
              <a:t> </a:t>
            </a:r>
            <a:r>
              <a:rPr sz="1400" dirty="0">
                <a:latin typeface="Corbel"/>
                <a:cs typeface="Corbel"/>
              </a:rPr>
              <a:t>terrain</a:t>
            </a:r>
            <a:r>
              <a:rPr sz="1400" spc="-15" dirty="0">
                <a:latin typeface="Corbel"/>
                <a:cs typeface="Corbel"/>
              </a:rPr>
              <a:t> </a:t>
            </a:r>
            <a:r>
              <a:rPr sz="1400" dirty="0">
                <a:latin typeface="Corbel"/>
                <a:cs typeface="Corbel"/>
              </a:rPr>
              <a:t>is</a:t>
            </a:r>
            <a:r>
              <a:rPr sz="1400" spc="-15" dirty="0">
                <a:latin typeface="Corbel"/>
                <a:cs typeface="Corbel"/>
              </a:rPr>
              <a:t> </a:t>
            </a:r>
            <a:r>
              <a:rPr sz="1400" spc="-10" dirty="0">
                <a:latin typeface="Corbel"/>
                <a:cs typeface="Corbel"/>
              </a:rPr>
              <a:t>unfamiliar.</a:t>
            </a:r>
            <a:endParaRPr sz="1400" dirty="0">
              <a:latin typeface="Corbel"/>
              <a:cs typeface="Corbel"/>
            </a:endParaRPr>
          </a:p>
          <a:p>
            <a:pPr marL="1210945" lvl="2" indent="-283845">
              <a:lnSpc>
                <a:spcPct val="100000"/>
              </a:lnSpc>
              <a:spcBef>
                <a:spcPts val="625"/>
              </a:spcBef>
              <a:buFont typeface="Arial MT"/>
              <a:buChar char="•"/>
              <a:tabLst>
                <a:tab pos="1210945" algn="l"/>
              </a:tabLst>
            </a:pPr>
            <a:r>
              <a:rPr sz="1400" dirty="0">
                <a:latin typeface="Corbel"/>
                <a:cs typeface="Corbel"/>
              </a:rPr>
              <a:t>Consider</a:t>
            </a:r>
            <a:r>
              <a:rPr sz="1400" spc="-25" dirty="0">
                <a:latin typeface="Corbel"/>
                <a:cs typeface="Corbel"/>
              </a:rPr>
              <a:t> </a:t>
            </a:r>
            <a:r>
              <a:rPr sz="1400" dirty="0">
                <a:latin typeface="Corbel"/>
                <a:cs typeface="Corbel"/>
              </a:rPr>
              <a:t>the</a:t>
            </a:r>
            <a:r>
              <a:rPr sz="1400" spc="-30" dirty="0">
                <a:latin typeface="Corbel"/>
                <a:cs typeface="Corbel"/>
              </a:rPr>
              <a:t> </a:t>
            </a:r>
            <a:r>
              <a:rPr sz="1400" spc="-10" dirty="0">
                <a:latin typeface="Corbel"/>
                <a:cs typeface="Corbel"/>
              </a:rPr>
              <a:t>possibility</a:t>
            </a:r>
            <a:r>
              <a:rPr sz="1400" spc="-20" dirty="0">
                <a:latin typeface="Corbel"/>
                <a:cs typeface="Corbel"/>
              </a:rPr>
              <a:t> </a:t>
            </a:r>
            <a:r>
              <a:rPr sz="1400" dirty="0">
                <a:latin typeface="Corbel"/>
                <a:cs typeface="Corbel"/>
              </a:rPr>
              <a:t>that</a:t>
            </a:r>
            <a:r>
              <a:rPr sz="1400" spc="-30" dirty="0">
                <a:latin typeface="Corbel"/>
                <a:cs typeface="Corbel"/>
              </a:rPr>
              <a:t> </a:t>
            </a:r>
            <a:r>
              <a:rPr sz="1400" dirty="0">
                <a:latin typeface="Corbel"/>
                <a:cs typeface="Corbel"/>
              </a:rPr>
              <a:t>the</a:t>
            </a:r>
            <a:r>
              <a:rPr sz="1400" spc="-25" dirty="0">
                <a:latin typeface="Corbel"/>
                <a:cs typeface="Corbel"/>
              </a:rPr>
              <a:t> </a:t>
            </a:r>
            <a:r>
              <a:rPr sz="1400" dirty="0">
                <a:latin typeface="Corbel"/>
                <a:cs typeface="Corbel"/>
              </a:rPr>
              <a:t>weather</a:t>
            </a:r>
            <a:r>
              <a:rPr sz="1400" spc="-25" dirty="0">
                <a:latin typeface="Corbel"/>
                <a:cs typeface="Corbel"/>
              </a:rPr>
              <a:t> </a:t>
            </a:r>
            <a:r>
              <a:rPr sz="1400" dirty="0">
                <a:latin typeface="Corbel"/>
                <a:cs typeface="Corbel"/>
              </a:rPr>
              <a:t>may</a:t>
            </a:r>
            <a:r>
              <a:rPr sz="1400" spc="-25" dirty="0">
                <a:latin typeface="Corbel"/>
                <a:cs typeface="Corbel"/>
              </a:rPr>
              <a:t> </a:t>
            </a:r>
            <a:r>
              <a:rPr sz="1400" dirty="0">
                <a:latin typeface="Corbel"/>
                <a:cs typeface="Corbel"/>
              </a:rPr>
              <a:t>be</a:t>
            </a:r>
            <a:r>
              <a:rPr sz="1400" spc="-25" dirty="0">
                <a:latin typeface="Corbel"/>
                <a:cs typeface="Corbel"/>
              </a:rPr>
              <a:t> </a:t>
            </a:r>
            <a:r>
              <a:rPr sz="1400" dirty="0">
                <a:latin typeface="Corbel"/>
                <a:cs typeface="Corbel"/>
              </a:rPr>
              <a:t>different</a:t>
            </a:r>
            <a:r>
              <a:rPr sz="1400" spc="-30" dirty="0">
                <a:latin typeface="Corbel"/>
                <a:cs typeface="Corbel"/>
              </a:rPr>
              <a:t> </a:t>
            </a:r>
            <a:r>
              <a:rPr sz="1400" dirty="0">
                <a:latin typeface="Corbel"/>
                <a:cs typeface="Corbel"/>
              </a:rPr>
              <a:t>than</a:t>
            </a:r>
            <a:r>
              <a:rPr sz="1400" spc="-30" dirty="0">
                <a:latin typeface="Corbel"/>
                <a:cs typeface="Corbel"/>
              </a:rPr>
              <a:t> </a:t>
            </a:r>
            <a:r>
              <a:rPr sz="1400" dirty="0">
                <a:latin typeface="Corbel"/>
                <a:cs typeface="Corbel"/>
              </a:rPr>
              <a:t>the</a:t>
            </a:r>
            <a:r>
              <a:rPr sz="1400" spc="-30" dirty="0">
                <a:latin typeface="Corbel"/>
                <a:cs typeface="Corbel"/>
              </a:rPr>
              <a:t> </a:t>
            </a:r>
            <a:r>
              <a:rPr sz="1400" spc="-10" dirty="0">
                <a:latin typeface="Corbel"/>
                <a:cs typeface="Corbel"/>
              </a:rPr>
              <a:t>forecast.</a:t>
            </a:r>
            <a:endParaRPr sz="1400" dirty="0">
              <a:latin typeface="Corbel"/>
              <a:cs typeface="Corbel"/>
            </a:endParaRPr>
          </a:p>
          <a:p>
            <a:pPr marL="1210945" lvl="2" indent="-283845">
              <a:lnSpc>
                <a:spcPct val="100000"/>
              </a:lnSpc>
              <a:spcBef>
                <a:spcPts val="600"/>
              </a:spcBef>
              <a:buFont typeface="Arial MT"/>
              <a:buChar char="•"/>
              <a:tabLst>
                <a:tab pos="1210945" algn="l"/>
              </a:tabLst>
            </a:pPr>
            <a:r>
              <a:rPr sz="1400" dirty="0">
                <a:latin typeface="Corbel"/>
                <a:cs typeface="Corbel"/>
              </a:rPr>
              <a:t>Consider</a:t>
            </a:r>
            <a:r>
              <a:rPr sz="1400" spc="-30" dirty="0">
                <a:latin typeface="Corbel"/>
                <a:cs typeface="Corbel"/>
              </a:rPr>
              <a:t> </a:t>
            </a:r>
            <a:r>
              <a:rPr sz="1400" dirty="0">
                <a:latin typeface="Corbel"/>
                <a:cs typeface="Corbel"/>
              </a:rPr>
              <a:t>the</a:t>
            </a:r>
            <a:r>
              <a:rPr sz="1400" spc="-30" dirty="0">
                <a:latin typeface="Corbel"/>
                <a:cs typeface="Corbel"/>
              </a:rPr>
              <a:t> </a:t>
            </a:r>
            <a:r>
              <a:rPr sz="1400" dirty="0">
                <a:latin typeface="Corbel"/>
                <a:cs typeface="Corbel"/>
              </a:rPr>
              <a:t>winds</a:t>
            </a:r>
            <a:r>
              <a:rPr sz="1400" spc="-40" dirty="0">
                <a:latin typeface="Corbel"/>
                <a:cs typeface="Corbel"/>
              </a:rPr>
              <a:t> </a:t>
            </a:r>
            <a:r>
              <a:rPr sz="1400" dirty="0">
                <a:latin typeface="Corbel"/>
                <a:cs typeface="Corbel"/>
              </a:rPr>
              <a:t>at</a:t>
            </a:r>
            <a:r>
              <a:rPr sz="1400" spc="-30" dirty="0">
                <a:latin typeface="Corbel"/>
                <a:cs typeface="Corbel"/>
              </a:rPr>
              <a:t> </a:t>
            </a:r>
            <a:r>
              <a:rPr sz="1400" dirty="0">
                <a:latin typeface="Corbel"/>
                <a:cs typeface="Corbel"/>
              </a:rPr>
              <a:t>the</a:t>
            </a:r>
            <a:r>
              <a:rPr sz="1400" spc="-30" dirty="0">
                <a:latin typeface="Corbel"/>
                <a:cs typeface="Corbel"/>
              </a:rPr>
              <a:t> </a:t>
            </a:r>
            <a:r>
              <a:rPr sz="1400" dirty="0">
                <a:latin typeface="Corbel"/>
                <a:cs typeface="Corbel"/>
              </a:rPr>
              <a:t>airports</a:t>
            </a:r>
            <a:r>
              <a:rPr sz="1400" spc="-35" dirty="0">
                <a:latin typeface="Corbel"/>
                <a:cs typeface="Corbel"/>
              </a:rPr>
              <a:t> </a:t>
            </a:r>
            <a:r>
              <a:rPr sz="1400" dirty="0">
                <a:latin typeface="Corbel"/>
                <a:cs typeface="Corbel"/>
              </a:rPr>
              <a:t>being</a:t>
            </a:r>
            <a:r>
              <a:rPr sz="1400" spc="-45" dirty="0">
                <a:latin typeface="Corbel"/>
                <a:cs typeface="Corbel"/>
              </a:rPr>
              <a:t> </a:t>
            </a:r>
            <a:r>
              <a:rPr sz="1400" dirty="0">
                <a:latin typeface="Corbel"/>
                <a:cs typeface="Corbel"/>
              </a:rPr>
              <a:t>used</a:t>
            </a:r>
            <a:r>
              <a:rPr sz="1400" spc="-30" dirty="0">
                <a:latin typeface="Corbel"/>
                <a:cs typeface="Corbel"/>
              </a:rPr>
              <a:t> </a:t>
            </a:r>
            <a:r>
              <a:rPr sz="1400" dirty="0">
                <a:latin typeface="Corbel"/>
                <a:cs typeface="Corbel"/>
              </a:rPr>
              <a:t>and</a:t>
            </a:r>
            <a:r>
              <a:rPr sz="1400" spc="-30" dirty="0">
                <a:latin typeface="Corbel"/>
                <a:cs typeface="Corbel"/>
              </a:rPr>
              <a:t> </a:t>
            </a:r>
            <a:r>
              <a:rPr sz="1400" dirty="0">
                <a:latin typeface="Corbel"/>
                <a:cs typeface="Corbel"/>
              </a:rPr>
              <a:t>the</a:t>
            </a:r>
            <a:r>
              <a:rPr sz="1400" spc="-35" dirty="0">
                <a:latin typeface="Corbel"/>
                <a:cs typeface="Corbel"/>
              </a:rPr>
              <a:t> </a:t>
            </a:r>
            <a:r>
              <a:rPr sz="1400" dirty="0">
                <a:latin typeface="Corbel"/>
                <a:cs typeface="Corbel"/>
              </a:rPr>
              <a:t>strength</a:t>
            </a:r>
            <a:r>
              <a:rPr sz="1400" spc="-25" dirty="0">
                <a:latin typeface="Corbel"/>
                <a:cs typeface="Corbel"/>
              </a:rPr>
              <a:t> </a:t>
            </a:r>
            <a:r>
              <a:rPr sz="1400" dirty="0">
                <a:latin typeface="Corbel"/>
                <a:cs typeface="Corbel"/>
              </a:rPr>
              <a:t>of</a:t>
            </a:r>
            <a:r>
              <a:rPr sz="1400" spc="-30" dirty="0">
                <a:latin typeface="Corbel"/>
                <a:cs typeface="Corbel"/>
              </a:rPr>
              <a:t> </a:t>
            </a:r>
            <a:r>
              <a:rPr sz="1400" dirty="0">
                <a:latin typeface="Corbel"/>
                <a:cs typeface="Corbel"/>
              </a:rPr>
              <a:t>the</a:t>
            </a:r>
            <a:r>
              <a:rPr sz="1400" spc="-35" dirty="0">
                <a:latin typeface="Corbel"/>
                <a:cs typeface="Corbel"/>
              </a:rPr>
              <a:t> </a:t>
            </a:r>
            <a:r>
              <a:rPr sz="1400" dirty="0">
                <a:latin typeface="Corbel"/>
                <a:cs typeface="Corbel"/>
              </a:rPr>
              <a:t>crosswind</a:t>
            </a:r>
            <a:r>
              <a:rPr sz="1400" spc="-35" dirty="0">
                <a:latin typeface="Corbel"/>
                <a:cs typeface="Corbel"/>
              </a:rPr>
              <a:t> </a:t>
            </a:r>
            <a:r>
              <a:rPr sz="1400" spc="-10" dirty="0">
                <a:latin typeface="Corbel"/>
                <a:cs typeface="Corbel"/>
              </a:rPr>
              <a:t>component.</a:t>
            </a:r>
            <a:endParaRPr sz="1400" dirty="0">
              <a:latin typeface="Corbel"/>
              <a:cs typeface="Corbel"/>
            </a:endParaRPr>
          </a:p>
          <a:p>
            <a:pPr marL="1210310" marR="5715" lvl="2" indent="-283210" algn="just">
              <a:lnSpc>
                <a:spcPct val="98600"/>
              </a:lnSpc>
              <a:spcBef>
                <a:spcPts val="645"/>
              </a:spcBef>
              <a:buFont typeface="Arial MT"/>
              <a:buChar char="•"/>
              <a:tabLst>
                <a:tab pos="1211580" algn="l"/>
              </a:tabLst>
            </a:pPr>
            <a:r>
              <a:rPr sz="1400" dirty="0">
                <a:latin typeface="Corbel"/>
                <a:cs typeface="Corbel"/>
              </a:rPr>
              <a:t>If</a:t>
            </a:r>
            <a:r>
              <a:rPr sz="1400" spc="105" dirty="0">
                <a:latin typeface="Corbel"/>
                <a:cs typeface="Corbel"/>
              </a:rPr>
              <a:t> </a:t>
            </a:r>
            <a:r>
              <a:rPr sz="1400" dirty="0">
                <a:latin typeface="Corbel"/>
                <a:cs typeface="Corbel"/>
              </a:rPr>
              <a:t>flying</a:t>
            </a:r>
            <a:r>
              <a:rPr sz="1400" spc="105" dirty="0">
                <a:latin typeface="Corbel"/>
                <a:cs typeface="Corbel"/>
              </a:rPr>
              <a:t> </a:t>
            </a:r>
            <a:r>
              <a:rPr sz="1400" dirty="0">
                <a:latin typeface="Corbel"/>
                <a:cs typeface="Corbel"/>
              </a:rPr>
              <a:t>in</a:t>
            </a:r>
            <a:r>
              <a:rPr sz="1400" spc="105" dirty="0">
                <a:latin typeface="Corbel"/>
                <a:cs typeface="Corbel"/>
              </a:rPr>
              <a:t> </a:t>
            </a:r>
            <a:r>
              <a:rPr sz="1400" dirty="0">
                <a:latin typeface="Corbel"/>
                <a:cs typeface="Corbel"/>
              </a:rPr>
              <a:t>mountainous</a:t>
            </a:r>
            <a:r>
              <a:rPr sz="1400" spc="105" dirty="0">
                <a:latin typeface="Corbel"/>
                <a:cs typeface="Corbel"/>
              </a:rPr>
              <a:t> </a:t>
            </a:r>
            <a:r>
              <a:rPr sz="1400" dirty="0">
                <a:latin typeface="Corbel"/>
                <a:cs typeface="Corbel"/>
              </a:rPr>
              <a:t>terrain,</a:t>
            </a:r>
            <a:r>
              <a:rPr sz="1400" spc="110" dirty="0">
                <a:latin typeface="Corbel"/>
                <a:cs typeface="Corbel"/>
              </a:rPr>
              <a:t> </a:t>
            </a:r>
            <a:r>
              <a:rPr sz="1400" dirty="0">
                <a:latin typeface="Corbel"/>
                <a:cs typeface="Corbel"/>
              </a:rPr>
              <a:t>consider</a:t>
            </a:r>
            <a:r>
              <a:rPr sz="1400" spc="114" dirty="0">
                <a:latin typeface="Corbel"/>
                <a:cs typeface="Corbel"/>
              </a:rPr>
              <a:t> </a:t>
            </a:r>
            <a:r>
              <a:rPr sz="1400" dirty="0">
                <a:latin typeface="Corbel"/>
                <a:cs typeface="Corbel"/>
              </a:rPr>
              <a:t>whether</a:t>
            </a:r>
            <a:r>
              <a:rPr sz="1400" spc="110" dirty="0">
                <a:latin typeface="Corbel"/>
                <a:cs typeface="Corbel"/>
              </a:rPr>
              <a:t> </a:t>
            </a:r>
            <a:r>
              <a:rPr sz="1400" dirty="0">
                <a:latin typeface="Corbel"/>
                <a:cs typeface="Corbel"/>
              </a:rPr>
              <a:t>there</a:t>
            </a:r>
            <a:r>
              <a:rPr sz="1400" spc="110" dirty="0">
                <a:latin typeface="Corbel"/>
                <a:cs typeface="Corbel"/>
              </a:rPr>
              <a:t> </a:t>
            </a:r>
            <a:r>
              <a:rPr sz="1400" dirty="0">
                <a:latin typeface="Corbel"/>
                <a:cs typeface="Corbel"/>
              </a:rPr>
              <a:t>are</a:t>
            </a:r>
            <a:r>
              <a:rPr sz="1400" spc="110" dirty="0">
                <a:latin typeface="Corbel"/>
                <a:cs typeface="Corbel"/>
              </a:rPr>
              <a:t> </a:t>
            </a:r>
            <a:r>
              <a:rPr sz="1400" dirty="0">
                <a:latin typeface="Corbel"/>
                <a:cs typeface="Corbel"/>
              </a:rPr>
              <a:t>strong</a:t>
            </a:r>
            <a:r>
              <a:rPr sz="1400" spc="105" dirty="0">
                <a:latin typeface="Corbel"/>
                <a:cs typeface="Corbel"/>
              </a:rPr>
              <a:t> </a:t>
            </a:r>
            <a:r>
              <a:rPr sz="1400" dirty="0">
                <a:latin typeface="Corbel"/>
                <a:cs typeface="Corbel"/>
              </a:rPr>
              <a:t>winds</a:t>
            </a:r>
            <a:r>
              <a:rPr sz="1400" spc="105" dirty="0">
                <a:latin typeface="Corbel"/>
                <a:cs typeface="Corbel"/>
              </a:rPr>
              <a:t> </a:t>
            </a:r>
            <a:r>
              <a:rPr sz="1400" dirty="0">
                <a:latin typeface="Corbel"/>
                <a:cs typeface="Corbel"/>
              </a:rPr>
              <a:t>aloft.</a:t>
            </a:r>
            <a:r>
              <a:rPr sz="1400" spc="110" dirty="0">
                <a:latin typeface="Corbel"/>
                <a:cs typeface="Corbel"/>
              </a:rPr>
              <a:t> </a:t>
            </a:r>
            <a:r>
              <a:rPr sz="1400" dirty="0">
                <a:latin typeface="Corbel"/>
                <a:cs typeface="Corbel"/>
              </a:rPr>
              <a:t>Strong</a:t>
            </a:r>
            <a:r>
              <a:rPr sz="1400" spc="105" dirty="0">
                <a:latin typeface="Corbel"/>
                <a:cs typeface="Corbel"/>
              </a:rPr>
              <a:t> </a:t>
            </a:r>
            <a:r>
              <a:rPr sz="1400" dirty="0">
                <a:latin typeface="Corbel"/>
                <a:cs typeface="Corbel"/>
              </a:rPr>
              <a:t>winds</a:t>
            </a:r>
            <a:r>
              <a:rPr sz="1400" spc="105" dirty="0">
                <a:latin typeface="Corbel"/>
                <a:cs typeface="Corbel"/>
              </a:rPr>
              <a:t> </a:t>
            </a:r>
            <a:r>
              <a:rPr sz="1400" dirty="0">
                <a:latin typeface="Corbel"/>
                <a:cs typeface="Corbel"/>
              </a:rPr>
              <a:t>in</a:t>
            </a:r>
            <a:r>
              <a:rPr sz="1400" spc="105" dirty="0">
                <a:latin typeface="Corbel"/>
                <a:cs typeface="Corbel"/>
              </a:rPr>
              <a:t> </a:t>
            </a:r>
            <a:r>
              <a:rPr sz="1400" spc="-10" dirty="0">
                <a:latin typeface="Corbel"/>
                <a:cs typeface="Corbel"/>
              </a:rPr>
              <a:t>mountainous 	</a:t>
            </a:r>
            <a:r>
              <a:rPr sz="1400" dirty="0">
                <a:latin typeface="Corbel"/>
                <a:cs typeface="Corbel"/>
              </a:rPr>
              <a:t>terrain</a:t>
            </a:r>
            <a:r>
              <a:rPr sz="1400" spc="70" dirty="0">
                <a:latin typeface="Corbel"/>
                <a:cs typeface="Corbel"/>
              </a:rPr>
              <a:t> </a:t>
            </a:r>
            <a:r>
              <a:rPr sz="1400" dirty="0">
                <a:latin typeface="Corbel"/>
                <a:cs typeface="Corbel"/>
              </a:rPr>
              <a:t>can</a:t>
            </a:r>
            <a:r>
              <a:rPr sz="1400" spc="70" dirty="0">
                <a:latin typeface="Corbel"/>
                <a:cs typeface="Corbel"/>
              </a:rPr>
              <a:t> </a:t>
            </a:r>
            <a:r>
              <a:rPr sz="1400" dirty="0">
                <a:latin typeface="Corbel"/>
                <a:cs typeface="Corbel"/>
              </a:rPr>
              <a:t>cause</a:t>
            </a:r>
            <a:r>
              <a:rPr sz="1400" spc="75" dirty="0">
                <a:latin typeface="Corbel"/>
                <a:cs typeface="Corbel"/>
              </a:rPr>
              <a:t> </a:t>
            </a:r>
            <a:r>
              <a:rPr sz="1400" dirty="0">
                <a:latin typeface="Corbel"/>
                <a:cs typeface="Corbel"/>
              </a:rPr>
              <a:t>severe</a:t>
            </a:r>
            <a:r>
              <a:rPr sz="1400" spc="75" dirty="0">
                <a:latin typeface="Corbel"/>
                <a:cs typeface="Corbel"/>
              </a:rPr>
              <a:t> </a:t>
            </a:r>
            <a:r>
              <a:rPr sz="1400" dirty="0">
                <a:latin typeface="Corbel"/>
                <a:cs typeface="Corbel"/>
              </a:rPr>
              <a:t>turbulence</a:t>
            </a:r>
            <a:r>
              <a:rPr sz="1400" spc="75" dirty="0">
                <a:latin typeface="Corbel"/>
                <a:cs typeface="Corbel"/>
              </a:rPr>
              <a:t> </a:t>
            </a:r>
            <a:r>
              <a:rPr sz="1400" dirty="0">
                <a:latin typeface="Corbel"/>
                <a:cs typeface="Corbel"/>
              </a:rPr>
              <a:t>and</a:t>
            </a:r>
            <a:r>
              <a:rPr sz="1400" spc="75" dirty="0">
                <a:latin typeface="Corbel"/>
                <a:cs typeface="Corbel"/>
              </a:rPr>
              <a:t> </a:t>
            </a:r>
            <a:r>
              <a:rPr sz="1400" dirty="0">
                <a:latin typeface="Corbel"/>
                <a:cs typeface="Corbel"/>
              </a:rPr>
              <a:t>be</a:t>
            </a:r>
            <a:r>
              <a:rPr sz="1400" spc="75" dirty="0">
                <a:latin typeface="Corbel"/>
                <a:cs typeface="Corbel"/>
              </a:rPr>
              <a:t> </a:t>
            </a:r>
            <a:r>
              <a:rPr sz="1400" dirty="0">
                <a:latin typeface="Corbel"/>
                <a:cs typeface="Corbel"/>
              </a:rPr>
              <a:t>very</a:t>
            </a:r>
            <a:r>
              <a:rPr sz="1400" spc="80" dirty="0">
                <a:latin typeface="Corbel"/>
                <a:cs typeface="Corbel"/>
              </a:rPr>
              <a:t> </a:t>
            </a:r>
            <a:r>
              <a:rPr sz="1400" dirty="0">
                <a:latin typeface="Corbel"/>
                <a:cs typeface="Corbel"/>
              </a:rPr>
              <a:t>hazardous</a:t>
            </a:r>
            <a:r>
              <a:rPr sz="1400" spc="70" dirty="0">
                <a:latin typeface="Corbel"/>
                <a:cs typeface="Corbel"/>
              </a:rPr>
              <a:t> </a:t>
            </a:r>
            <a:r>
              <a:rPr sz="1400" dirty="0">
                <a:latin typeface="Corbel"/>
                <a:cs typeface="Corbel"/>
              </a:rPr>
              <a:t>for</a:t>
            </a:r>
            <a:r>
              <a:rPr sz="1400" spc="80" dirty="0">
                <a:latin typeface="Corbel"/>
                <a:cs typeface="Corbel"/>
              </a:rPr>
              <a:t> </a:t>
            </a:r>
            <a:r>
              <a:rPr sz="1400" dirty="0">
                <a:latin typeface="Corbel"/>
                <a:cs typeface="Corbel"/>
              </a:rPr>
              <a:t>aircraft</a:t>
            </a:r>
            <a:r>
              <a:rPr sz="1400" spc="75" dirty="0">
                <a:latin typeface="Corbel"/>
                <a:cs typeface="Corbel"/>
              </a:rPr>
              <a:t> </a:t>
            </a:r>
            <a:r>
              <a:rPr sz="1400" dirty="0">
                <a:latin typeface="Corbel"/>
                <a:cs typeface="Corbel"/>
              </a:rPr>
              <a:t>even</a:t>
            </a:r>
            <a:r>
              <a:rPr sz="1400" spc="75" dirty="0">
                <a:latin typeface="Corbel"/>
                <a:cs typeface="Corbel"/>
              </a:rPr>
              <a:t> </a:t>
            </a:r>
            <a:r>
              <a:rPr sz="1400" dirty="0">
                <a:latin typeface="Corbel"/>
                <a:cs typeface="Corbel"/>
              </a:rPr>
              <a:t>when</a:t>
            </a:r>
            <a:r>
              <a:rPr sz="1400" spc="75" dirty="0">
                <a:latin typeface="Corbel"/>
                <a:cs typeface="Corbel"/>
              </a:rPr>
              <a:t> </a:t>
            </a:r>
            <a:r>
              <a:rPr sz="1400" dirty="0">
                <a:latin typeface="Corbel"/>
                <a:cs typeface="Corbel"/>
              </a:rPr>
              <a:t>there</a:t>
            </a:r>
            <a:r>
              <a:rPr sz="1400" spc="75" dirty="0">
                <a:latin typeface="Corbel"/>
                <a:cs typeface="Corbel"/>
              </a:rPr>
              <a:t> </a:t>
            </a:r>
            <a:r>
              <a:rPr sz="1400" dirty="0">
                <a:latin typeface="Corbel"/>
                <a:cs typeface="Corbel"/>
              </a:rPr>
              <a:t>is</a:t>
            </a:r>
            <a:r>
              <a:rPr sz="1400" spc="70" dirty="0">
                <a:latin typeface="Corbel"/>
                <a:cs typeface="Corbel"/>
              </a:rPr>
              <a:t> </a:t>
            </a:r>
            <a:r>
              <a:rPr sz="1400" dirty="0">
                <a:latin typeface="Corbel"/>
                <a:cs typeface="Corbel"/>
              </a:rPr>
              <a:t>no</a:t>
            </a:r>
            <a:r>
              <a:rPr sz="1400" spc="80" dirty="0">
                <a:latin typeface="Corbel"/>
                <a:cs typeface="Corbel"/>
              </a:rPr>
              <a:t> </a:t>
            </a:r>
            <a:r>
              <a:rPr sz="1400" dirty="0">
                <a:latin typeface="Corbel"/>
                <a:cs typeface="Corbel"/>
              </a:rPr>
              <a:t>other</a:t>
            </a:r>
            <a:r>
              <a:rPr sz="1400" spc="80" dirty="0">
                <a:latin typeface="Corbel"/>
                <a:cs typeface="Corbel"/>
              </a:rPr>
              <a:t> </a:t>
            </a:r>
            <a:r>
              <a:rPr sz="1400" spc="-10" dirty="0">
                <a:latin typeface="Corbel"/>
                <a:cs typeface="Corbel"/>
              </a:rPr>
              <a:t>significant 	weather.</a:t>
            </a:r>
            <a:endParaRPr sz="1400" dirty="0">
              <a:latin typeface="Corbel"/>
              <a:cs typeface="Corbel"/>
            </a:endParaRPr>
          </a:p>
          <a:p>
            <a:pPr marL="1210310" lvl="2" indent="-283210" algn="just">
              <a:lnSpc>
                <a:spcPct val="100000"/>
              </a:lnSpc>
              <a:spcBef>
                <a:spcPts val="625"/>
              </a:spcBef>
              <a:buFont typeface="Arial MT"/>
              <a:buChar char="•"/>
              <a:tabLst>
                <a:tab pos="1210310" algn="l"/>
              </a:tabLst>
            </a:pPr>
            <a:r>
              <a:rPr sz="1400" dirty="0">
                <a:latin typeface="Corbel"/>
                <a:cs typeface="Corbel"/>
              </a:rPr>
              <a:t>Are</a:t>
            </a:r>
            <a:r>
              <a:rPr sz="1400" spc="-20" dirty="0">
                <a:latin typeface="Corbel"/>
                <a:cs typeface="Corbel"/>
              </a:rPr>
              <a:t> </a:t>
            </a:r>
            <a:r>
              <a:rPr sz="1400" dirty="0">
                <a:latin typeface="Corbel"/>
                <a:cs typeface="Corbel"/>
              </a:rPr>
              <a:t>there</a:t>
            </a:r>
            <a:r>
              <a:rPr sz="1400" spc="-15" dirty="0">
                <a:latin typeface="Corbel"/>
                <a:cs typeface="Corbel"/>
              </a:rPr>
              <a:t> </a:t>
            </a:r>
            <a:r>
              <a:rPr sz="1400" dirty="0">
                <a:latin typeface="Corbel"/>
                <a:cs typeface="Corbel"/>
              </a:rPr>
              <a:t>any</a:t>
            </a:r>
            <a:r>
              <a:rPr sz="1400" spc="-15" dirty="0">
                <a:latin typeface="Corbel"/>
                <a:cs typeface="Corbel"/>
              </a:rPr>
              <a:t> </a:t>
            </a:r>
            <a:r>
              <a:rPr sz="1400" spc="-10" dirty="0">
                <a:latin typeface="Corbel"/>
                <a:cs typeface="Corbel"/>
              </a:rPr>
              <a:t>thunderstorms</a:t>
            </a:r>
            <a:r>
              <a:rPr sz="1400" spc="-20" dirty="0">
                <a:latin typeface="Corbel"/>
                <a:cs typeface="Corbel"/>
              </a:rPr>
              <a:t> </a:t>
            </a:r>
            <a:r>
              <a:rPr sz="1400" dirty="0">
                <a:latin typeface="Corbel"/>
                <a:cs typeface="Corbel"/>
              </a:rPr>
              <a:t>present</a:t>
            </a:r>
            <a:r>
              <a:rPr sz="1400" spc="-15" dirty="0">
                <a:latin typeface="Corbel"/>
                <a:cs typeface="Corbel"/>
              </a:rPr>
              <a:t> </a:t>
            </a:r>
            <a:r>
              <a:rPr sz="1400" dirty="0">
                <a:latin typeface="Corbel"/>
                <a:cs typeface="Corbel"/>
              </a:rPr>
              <a:t>or</a:t>
            </a:r>
            <a:r>
              <a:rPr sz="1400" spc="-15" dirty="0">
                <a:latin typeface="Corbel"/>
                <a:cs typeface="Corbel"/>
              </a:rPr>
              <a:t> </a:t>
            </a:r>
            <a:r>
              <a:rPr sz="1400" spc="-10" dirty="0">
                <a:latin typeface="Corbel"/>
                <a:cs typeface="Corbel"/>
              </a:rPr>
              <a:t>forecast?</a:t>
            </a:r>
            <a:endParaRPr sz="1400" dirty="0">
              <a:latin typeface="Corbel"/>
              <a:cs typeface="Corbel"/>
            </a:endParaRPr>
          </a:p>
          <a:p>
            <a:pPr lvl="2">
              <a:lnSpc>
                <a:spcPct val="100000"/>
              </a:lnSpc>
              <a:spcBef>
                <a:spcPts val="1195"/>
              </a:spcBef>
              <a:buFont typeface="Arial MT"/>
              <a:buChar char="•"/>
            </a:pPr>
            <a:endParaRPr sz="1400" dirty="0">
              <a:latin typeface="Corbel"/>
              <a:cs typeface="Corbel"/>
            </a:endParaRPr>
          </a:p>
          <a:p>
            <a:pPr marL="753745" lvl="1" indent="-283845">
              <a:lnSpc>
                <a:spcPct val="100000"/>
              </a:lnSpc>
              <a:buFont typeface="Arial MT"/>
              <a:buChar char="•"/>
              <a:tabLst>
                <a:tab pos="753745" algn="l"/>
              </a:tabLst>
            </a:pPr>
            <a:r>
              <a:rPr sz="1400" spc="-10" dirty="0">
                <a:latin typeface="Corbel"/>
                <a:cs typeface="Corbel"/>
              </a:rPr>
              <a:t>Terrain</a:t>
            </a:r>
            <a:endParaRPr sz="1400" dirty="0">
              <a:latin typeface="Corbel"/>
              <a:cs typeface="Corbel"/>
            </a:endParaRPr>
          </a:p>
          <a:p>
            <a:pPr marL="753745" lvl="1" indent="-283845">
              <a:lnSpc>
                <a:spcPct val="100000"/>
              </a:lnSpc>
              <a:spcBef>
                <a:spcPts val="530"/>
              </a:spcBef>
              <a:buFont typeface="Arial MT"/>
              <a:buChar char="•"/>
              <a:tabLst>
                <a:tab pos="753745" algn="l"/>
              </a:tabLst>
            </a:pPr>
            <a:r>
              <a:rPr sz="1400" spc="-10" dirty="0">
                <a:latin typeface="Corbel"/>
                <a:cs typeface="Corbel"/>
              </a:rPr>
              <a:t>Airspace</a:t>
            </a:r>
            <a:endParaRPr sz="1400" dirty="0">
              <a:latin typeface="Corbel"/>
              <a:cs typeface="Corbel"/>
            </a:endParaRPr>
          </a:p>
          <a:p>
            <a:pPr marL="469900">
              <a:lnSpc>
                <a:spcPct val="100000"/>
              </a:lnSpc>
              <a:spcBef>
                <a:spcPts val="620"/>
              </a:spcBef>
            </a:pPr>
            <a:r>
              <a:rPr sz="1400" dirty="0">
                <a:latin typeface="Corbel"/>
                <a:cs typeface="Corbel"/>
              </a:rPr>
              <a:t>Check</a:t>
            </a:r>
            <a:r>
              <a:rPr sz="1400" spc="-30" dirty="0">
                <a:latin typeface="Corbel"/>
                <a:cs typeface="Corbel"/>
              </a:rPr>
              <a:t> </a:t>
            </a:r>
            <a:r>
              <a:rPr sz="1400" dirty="0">
                <a:latin typeface="Corbel"/>
                <a:cs typeface="Corbel"/>
              </a:rPr>
              <a:t>the</a:t>
            </a:r>
            <a:r>
              <a:rPr sz="1400" spc="-30" dirty="0">
                <a:latin typeface="Corbel"/>
                <a:cs typeface="Corbel"/>
              </a:rPr>
              <a:t> </a:t>
            </a:r>
            <a:r>
              <a:rPr sz="1400" spc="-10" dirty="0">
                <a:latin typeface="Corbel"/>
                <a:cs typeface="Corbel"/>
              </a:rPr>
              <a:t>airspace(No-</a:t>
            </a:r>
            <a:r>
              <a:rPr sz="1400" dirty="0">
                <a:latin typeface="Corbel"/>
                <a:cs typeface="Corbel"/>
              </a:rPr>
              <a:t>Fly</a:t>
            </a:r>
            <a:r>
              <a:rPr sz="1400" spc="-35" dirty="0">
                <a:latin typeface="Corbel"/>
                <a:cs typeface="Corbel"/>
              </a:rPr>
              <a:t> </a:t>
            </a:r>
            <a:r>
              <a:rPr sz="1400" dirty="0">
                <a:latin typeface="Corbel"/>
                <a:cs typeface="Corbel"/>
              </a:rPr>
              <a:t>zones)</a:t>
            </a:r>
            <a:r>
              <a:rPr sz="1400" spc="-25" dirty="0">
                <a:latin typeface="Corbel"/>
                <a:cs typeface="Corbel"/>
              </a:rPr>
              <a:t> </a:t>
            </a:r>
            <a:r>
              <a:rPr sz="1400" dirty="0">
                <a:latin typeface="Corbel"/>
                <a:cs typeface="Corbel"/>
              </a:rPr>
              <a:t>and</a:t>
            </a:r>
            <a:r>
              <a:rPr sz="1400" spc="-30" dirty="0">
                <a:latin typeface="Corbel"/>
                <a:cs typeface="Corbel"/>
              </a:rPr>
              <a:t> </a:t>
            </a:r>
            <a:r>
              <a:rPr sz="1400" dirty="0">
                <a:latin typeface="Corbel"/>
                <a:cs typeface="Corbel"/>
              </a:rPr>
              <a:t>any</a:t>
            </a:r>
            <a:r>
              <a:rPr sz="1400" spc="-35" dirty="0">
                <a:latin typeface="Corbel"/>
                <a:cs typeface="Corbel"/>
              </a:rPr>
              <a:t> </a:t>
            </a:r>
            <a:r>
              <a:rPr sz="1400" dirty="0">
                <a:latin typeface="Corbel"/>
                <a:cs typeface="Corbel"/>
              </a:rPr>
              <a:t>temporary</a:t>
            </a:r>
            <a:r>
              <a:rPr sz="1400" spc="-30" dirty="0">
                <a:latin typeface="Corbel"/>
                <a:cs typeface="Corbel"/>
              </a:rPr>
              <a:t> </a:t>
            </a:r>
            <a:r>
              <a:rPr sz="1400" dirty="0">
                <a:latin typeface="Corbel"/>
                <a:cs typeface="Corbel"/>
              </a:rPr>
              <a:t>flight</a:t>
            </a:r>
            <a:r>
              <a:rPr sz="1400" spc="-30" dirty="0">
                <a:latin typeface="Corbel"/>
                <a:cs typeface="Corbel"/>
              </a:rPr>
              <a:t> </a:t>
            </a:r>
            <a:r>
              <a:rPr sz="1400" dirty="0">
                <a:latin typeface="Corbel"/>
                <a:cs typeface="Corbel"/>
              </a:rPr>
              <a:t>restriction</a:t>
            </a:r>
            <a:r>
              <a:rPr sz="1400" spc="-35" dirty="0">
                <a:latin typeface="Corbel"/>
                <a:cs typeface="Corbel"/>
              </a:rPr>
              <a:t> </a:t>
            </a:r>
            <a:r>
              <a:rPr sz="1400" spc="-10" dirty="0">
                <a:latin typeface="Corbel"/>
                <a:cs typeface="Corbel"/>
              </a:rPr>
              <a:t>(TFR).</a:t>
            </a:r>
            <a:endParaRPr sz="1400" dirty="0">
              <a:latin typeface="Corbel"/>
              <a:cs typeface="Corbel"/>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56</a:t>
            </a:fld>
            <a:endParaRPr spc="-25"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20247" y="372363"/>
            <a:ext cx="9402445" cy="2924175"/>
          </a:xfrm>
          <a:prstGeom prst="rect">
            <a:avLst/>
          </a:prstGeom>
        </p:spPr>
        <p:txBody>
          <a:bodyPr vert="horz" wrap="square" lIns="0" tIns="22860" rIns="0" bIns="0" rtlCol="0">
            <a:spAutoFit/>
          </a:bodyPr>
          <a:lstStyle/>
          <a:p>
            <a:pPr marL="297180" marR="5080" indent="-284480" algn="just">
              <a:lnSpc>
                <a:spcPts val="1900"/>
              </a:lnSpc>
              <a:spcBef>
                <a:spcPts val="180"/>
              </a:spcBef>
              <a:buFont typeface="Arial MT"/>
              <a:buChar char="•"/>
              <a:tabLst>
                <a:tab pos="297180" algn="l"/>
                <a:tab pos="299720" algn="l"/>
              </a:tabLst>
            </a:pPr>
            <a:r>
              <a:rPr sz="1600" u="sng" dirty="0">
                <a:uFill>
                  <a:solidFill>
                    <a:srgbClr val="000000"/>
                  </a:solidFill>
                </a:uFill>
                <a:latin typeface="Corbel"/>
                <a:cs typeface="Corbel"/>
              </a:rPr>
              <a:t>	</a:t>
            </a:r>
            <a:r>
              <a:rPr sz="1600" b="1" u="sng" dirty="0">
                <a:uFill>
                  <a:solidFill>
                    <a:srgbClr val="000000"/>
                  </a:solidFill>
                </a:uFill>
                <a:latin typeface="Corbel"/>
                <a:cs typeface="Corbel"/>
              </a:rPr>
              <a:t>E</a:t>
            </a:r>
            <a:r>
              <a:rPr sz="1600" b="1" u="sng" spc="235" dirty="0">
                <a:uFill>
                  <a:solidFill>
                    <a:srgbClr val="000000"/>
                  </a:solidFill>
                </a:uFill>
                <a:latin typeface="Corbel"/>
                <a:cs typeface="Corbel"/>
              </a:rPr>
              <a:t> </a:t>
            </a:r>
            <a:r>
              <a:rPr sz="1600" b="1" u="sng" dirty="0">
                <a:uFill>
                  <a:solidFill>
                    <a:srgbClr val="000000"/>
                  </a:solidFill>
                </a:uFill>
                <a:latin typeface="Corbel"/>
                <a:cs typeface="Corbel"/>
              </a:rPr>
              <a:t>=</a:t>
            </a:r>
            <a:r>
              <a:rPr sz="1600" b="1" u="sng" spc="235" dirty="0">
                <a:uFill>
                  <a:solidFill>
                    <a:srgbClr val="000000"/>
                  </a:solidFill>
                </a:uFill>
                <a:latin typeface="Corbel"/>
                <a:cs typeface="Corbel"/>
              </a:rPr>
              <a:t> </a:t>
            </a:r>
            <a:r>
              <a:rPr sz="1600" b="1" u="sng" dirty="0">
                <a:uFill>
                  <a:solidFill>
                    <a:srgbClr val="000000"/>
                  </a:solidFill>
                </a:uFill>
                <a:latin typeface="Corbel"/>
                <a:cs typeface="Corbel"/>
              </a:rPr>
              <a:t>External</a:t>
            </a:r>
            <a:r>
              <a:rPr sz="1600" b="1" u="sng" spc="235" dirty="0">
                <a:uFill>
                  <a:solidFill>
                    <a:srgbClr val="000000"/>
                  </a:solidFill>
                </a:uFill>
                <a:latin typeface="Corbel"/>
                <a:cs typeface="Corbel"/>
              </a:rPr>
              <a:t> </a:t>
            </a:r>
            <a:r>
              <a:rPr sz="1600" b="1" u="sng" dirty="0">
                <a:uFill>
                  <a:solidFill>
                    <a:srgbClr val="000000"/>
                  </a:solidFill>
                </a:uFill>
                <a:latin typeface="Corbel"/>
                <a:cs typeface="Corbel"/>
              </a:rPr>
              <a:t>Pressures</a:t>
            </a:r>
            <a:r>
              <a:rPr sz="1600" b="1" u="sng" spc="235" dirty="0">
                <a:uFill>
                  <a:solidFill>
                    <a:srgbClr val="000000"/>
                  </a:solidFill>
                </a:uFill>
                <a:latin typeface="Corbel"/>
                <a:cs typeface="Corbel"/>
              </a:rPr>
              <a:t> </a:t>
            </a:r>
            <a:r>
              <a:rPr sz="1600" b="1" spc="229" dirty="0">
                <a:latin typeface="Corbel"/>
                <a:cs typeface="Corbel"/>
              </a:rPr>
              <a:t> </a:t>
            </a:r>
            <a:r>
              <a:rPr sz="1600" dirty="0">
                <a:latin typeface="Corbel"/>
                <a:cs typeface="Corbel"/>
              </a:rPr>
              <a:t>-</a:t>
            </a:r>
            <a:r>
              <a:rPr sz="1600" spc="250" dirty="0">
                <a:latin typeface="Corbel"/>
                <a:cs typeface="Corbel"/>
              </a:rPr>
              <a:t> </a:t>
            </a:r>
            <a:r>
              <a:rPr sz="1600" dirty="0">
                <a:latin typeface="Corbel"/>
                <a:cs typeface="Corbel"/>
              </a:rPr>
              <a:t>External</a:t>
            </a:r>
            <a:r>
              <a:rPr sz="1600" spc="254" dirty="0">
                <a:latin typeface="Corbel"/>
                <a:cs typeface="Corbel"/>
              </a:rPr>
              <a:t> </a:t>
            </a:r>
            <a:r>
              <a:rPr sz="1600" dirty="0">
                <a:latin typeface="Corbel"/>
                <a:cs typeface="Corbel"/>
              </a:rPr>
              <a:t>pressures</a:t>
            </a:r>
            <a:r>
              <a:rPr sz="1600" spc="254" dirty="0">
                <a:latin typeface="Corbel"/>
                <a:cs typeface="Corbel"/>
              </a:rPr>
              <a:t> </a:t>
            </a:r>
            <a:r>
              <a:rPr sz="1600" dirty="0">
                <a:latin typeface="Corbel"/>
                <a:cs typeface="Corbel"/>
              </a:rPr>
              <a:t>are</a:t>
            </a:r>
            <a:r>
              <a:rPr sz="1600" spc="254" dirty="0">
                <a:latin typeface="Corbel"/>
                <a:cs typeface="Corbel"/>
              </a:rPr>
              <a:t> </a:t>
            </a:r>
            <a:r>
              <a:rPr sz="1600" dirty="0">
                <a:latin typeface="Corbel"/>
                <a:cs typeface="Corbel"/>
              </a:rPr>
              <a:t>influences</a:t>
            </a:r>
            <a:r>
              <a:rPr sz="1600" spc="254" dirty="0">
                <a:latin typeface="Corbel"/>
                <a:cs typeface="Corbel"/>
              </a:rPr>
              <a:t> </a:t>
            </a:r>
            <a:r>
              <a:rPr sz="1600" dirty="0">
                <a:latin typeface="Corbel"/>
                <a:cs typeface="Corbel"/>
              </a:rPr>
              <a:t>external</a:t>
            </a:r>
            <a:r>
              <a:rPr sz="1600" spc="254" dirty="0">
                <a:latin typeface="Corbel"/>
                <a:cs typeface="Corbel"/>
              </a:rPr>
              <a:t> </a:t>
            </a:r>
            <a:r>
              <a:rPr sz="1600" dirty="0">
                <a:latin typeface="Corbel"/>
                <a:cs typeface="Corbel"/>
              </a:rPr>
              <a:t>to</a:t>
            </a:r>
            <a:r>
              <a:rPr sz="1600" spc="240" dirty="0">
                <a:latin typeface="Corbel"/>
                <a:cs typeface="Corbel"/>
              </a:rPr>
              <a:t> </a:t>
            </a:r>
            <a:r>
              <a:rPr sz="1600" dirty="0">
                <a:latin typeface="Corbel"/>
                <a:cs typeface="Corbel"/>
              </a:rPr>
              <a:t>the</a:t>
            </a:r>
            <a:r>
              <a:rPr sz="1600" spc="254" dirty="0">
                <a:latin typeface="Corbel"/>
                <a:cs typeface="Corbel"/>
              </a:rPr>
              <a:t> </a:t>
            </a:r>
            <a:r>
              <a:rPr sz="1600" dirty="0">
                <a:latin typeface="Corbel"/>
                <a:cs typeface="Corbel"/>
              </a:rPr>
              <a:t>flight</a:t>
            </a:r>
            <a:r>
              <a:rPr sz="1600" spc="245" dirty="0">
                <a:latin typeface="Corbel"/>
                <a:cs typeface="Corbel"/>
              </a:rPr>
              <a:t> </a:t>
            </a:r>
            <a:r>
              <a:rPr sz="1600" dirty="0">
                <a:latin typeface="Corbel"/>
                <a:cs typeface="Corbel"/>
              </a:rPr>
              <a:t>that</a:t>
            </a:r>
            <a:r>
              <a:rPr sz="1600" spc="245" dirty="0">
                <a:latin typeface="Corbel"/>
                <a:cs typeface="Corbel"/>
              </a:rPr>
              <a:t> </a:t>
            </a:r>
            <a:r>
              <a:rPr sz="1600" dirty="0">
                <a:latin typeface="Corbel"/>
                <a:cs typeface="Corbel"/>
              </a:rPr>
              <a:t>create</a:t>
            </a:r>
            <a:r>
              <a:rPr sz="1600" spc="254" dirty="0">
                <a:latin typeface="Corbel"/>
                <a:cs typeface="Corbel"/>
              </a:rPr>
              <a:t> </a:t>
            </a:r>
            <a:r>
              <a:rPr sz="1600" dirty="0">
                <a:latin typeface="Corbel"/>
                <a:cs typeface="Corbel"/>
              </a:rPr>
              <a:t>a</a:t>
            </a:r>
            <a:r>
              <a:rPr sz="1600" spc="254" dirty="0">
                <a:latin typeface="Corbel"/>
                <a:cs typeface="Corbel"/>
              </a:rPr>
              <a:t> </a:t>
            </a:r>
            <a:r>
              <a:rPr sz="1600" dirty="0">
                <a:latin typeface="Corbel"/>
                <a:cs typeface="Corbel"/>
              </a:rPr>
              <a:t>sense</a:t>
            </a:r>
            <a:r>
              <a:rPr sz="1600" spc="254" dirty="0">
                <a:latin typeface="Corbel"/>
                <a:cs typeface="Corbel"/>
              </a:rPr>
              <a:t> </a:t>
            </a:r>
            <a:r>
              <a:rPr sz="1600" spc="-25" dirty="0">
                <a:latin typeface="Corbel"/>
                <a:cs typeface="Corbel"/>
              </a:rPr>
              <a:t>of </a:t>
            </a:r>
            <a:r>
              <a:rPr sz="1600" dirty="0">
                <a:latin typeface="Corbel"/>
                <a:cs typeface="Corbel"/>
              </a:rPr>
              <a:t>pressure</a:t>
            </a:r>
            <a:r>
              <a:rPr sz="1600" spc="35" dirty="0">
                <a:latin typeface="Corbel"/>
                <a:cs typeface="Corbel"/>
              </a:rPr>
              <a:t> </a:t>
            </a:r>
            <a:r>
              <a:rPr sz="1600" dirty="0">
                <a:latin typeface="Corbel"/>
                <a:cs typeface="Corbel"/>
              </a:rPr>
              <a:t>to</a:t>
            </a:r>
            <a:r>
              <a:rPr sz="1600" spc="30" dirty="0">
                <a:latin typeface="Corbel"/>
                <a:cs typeface="Corbel"/>
              </a:rPr>
              <a:t> </a:t>
            </a:r>
            <a:r>
              <a:rPr sz="1600" dirty="0">
                <a:latin typeface="Corbel"/>
                <a:cs typeface="Corbel"/>
              </a:rPr>
              <a:t>complete</a:t>
            </a:r>
            <a:r>
              <a:rPr sz="1600" spc="30" dirty="0">
                <a:latin typeface="Corbel"/>
                <a:cs typeface="Corbel"/>
              </a:rPr>
              <a:t> </a:t>
            </a:r>
            <a:r>
              <a:rPr sz="1600" dirty="0">
                <a:latin typeface="Corbel"/>
                <a:cs typeface="Corbel"/>
              </a:rPr>
              <a:t>a</a:t>
            </a:r>
            <a:r>
              <a:rPr sz="1600" spc="40" dirty="0">
                <a:latin typeface="Corbel"/>
                <a:cs typeface="Corbel"/>
              </a:rPr>
              <a:t> </a:t>
            </a:r>
            <a:r>
              <a:rPr sz="1600" spc="-20" dirty="0">
                <a:latin typeface="Corbel"/>
                <a:cs typeface="Corbel"/>
              </a:rPr>
              <a:t>flight—</a:t>
            </a:r>
            <a:r>
              <a:rPr sz="1600" dirty="0">
                <a:latin typeface="Corbel"/>
                <a:cs typeface="Corbel"/>
              </a:rPr>
              <a:t>often</a:t>
            </a:r>
            <a:r>
              <a:rPr sz="1600" spc="35" dirty="0">
                <a:latin typeface="Corbel"/>
                <a:cs typeface="Corbel"/>
              </a:rPr>
              <a:t> </a:t>
            </a:r>
            <a:r>
              <a:rPr sz="1600" dirty="0">
                <a:latin typeface="Corbel"/>
                <a:cs typeface="Corbel"/>
              </a:rPr>
              <a:t>at</a:t>
            </a:r>
            <a:r>
              <a:rPr sz="1600" spc="25" dirty="0">
                <a:latin typeface="Corbel"/>
                <a:cs typeface="Corbel"/>
              </a:rPr>
              <a:t> </a:t>
            </a:r>
            <a:r>
              <a:rPr sz="1600" dirty="0">
                <a:latin typeface="Corbel"/>
                <a:cs typeface="Corbel"/>
              </a:rPr>
              <a:t>the</a:t>
            </a:r>
            <a:r>
              <a:rPr sz="1600" spc="35" dirty="0">
                <a:latin typeface="Corbel"/>
                <a:cs typeface="Corbel"/>
              </a:rPr>
              <a:t> </a:t>
            </a:r>
            <a:r>
              <a:rPr sz="1600" dirty="0">
                <a:latin typeface="Corbel"/>
                <a:cs typeface="Corbel"/>
              </a:rPr>
              <a:t>expense</a:t>
            </a:r>
            <a:r>
              <a:rPr sz="1600" spc="40" dirty="0">
                <a:latin typeface="Corbel"/>
                <a:cs typeface="Corbel"/>
              </a:rPr>
              <a:t> </a:t>
            </a:r>
            <a:r>
              <a:rPr sz="1600" dirty="0">
                <a:latin typeface="Corbel"/>
                <a:cs typeface="Corbel"/>
              </a:rPr>
              <a:t>of</a:t>
            </a:r>
            <a:r>
              <a:rPr sz="1600" spc="35" dirty="0">
                <a:latin typeface="Corbel"/>
                <a:cs typeface="Corbel"/>
              </a:rPr>
              <a:t> </a:t>
            </a:r>
            <a:r>
              <a:rPr sz="1600" dirty="0">
                <a:latin typeface="Corbel"/>
                <a:cs typeface="Corbel"/>
              </a:rPr>
              <a:t>safety.</a:t>
            </a:r>
            <a:r>
              <a:rPr sz="1600" spc="35" dirty="0">
                <a:latin typeface="Corbel"/>
                <a:cs typeface="Corbel"/>
              </a:rPr>
              <a:t> </a:t>
            </a:r>
            <a:r>
              <a:rPr sz="1600" dirty="0">
                <a:latin typeface="Corbel"/>
                <a:cs typeface="Corbel"/>
              </a:rPr>
              <a:t>Factors</a:t>
            </a:r>
            <a:r>
              <a:rPr sz="1600" spc="35" dirty="0">
                <a:latin typeface="Corbel"/>
                <a:cs typeface="Corbel"/>
              </a:rPr>
              <a:t> </a:t>
            </a:r>
            <a:r>
              <a:rPr sz="1600" dirty="0">
                <a:latin typeface="Corbel"/>
                <a:cs typeface="Corbel"/>
              </a:rPr>
              <a:t>that</a:t>
            </a:r>
            <a:r>
              <a:rPr sz="1600" spc="30" dirty="0">
                <a:latin typeface="Corbel"/>
                <a:cs typeface="Corbel"/>
              </a:rPr>
              <a:t> </a:t>
            </a:r>
            <a:r>
              <a:rPr sz="1600" dirty="0">
                <a:latin typeface="Corbel"/>
                <a:cs typeface="Corbel"/>
              </a:rPr>
              <a:t>can</a:t>
            </a:r>
            <a:r>
              <a:rPr sz="1600" spc="35" dirty="0">
                <a:latin typeface="Corbel"/>
                <a:cs typeface="Corbel"/>
              </a:rPr>
              <a:t> </a:t>
            </a:r>
            <a:r>
              <a:rPr sz="1600" dirty="0">
                <a:latin typeface="Corbel"/>
                <a:cs typeface="Corbel"/>
              </a:rPr>
              <a:t>be</a:t>
            </a:r>
            <a:r>
              <a:rPr sz="1600" spc="35" dirty="0">
                <a:latin typeface="Corbel"/>
                <a:cs typeface="Corbel"/>
              </a:rPr>
              <a:t> </a:t>
            </a:r>
            <a:r>
              <a:rPr sz="1600" dirty="0">
                <a:latin typeface="Corbel"/>
                <a:cs typeface="Corbel"/>
              </a:rPr>
              <a:t>external</a:t>
            </a:r>
            <a:r>
              <a:rPr sz="1600" spc="40" dirty="0">
                <a:latin typeface="Corbel"/>
                <a:cs typeface="Corbel"/>
              </a:rPr>
              <a:t> </a:t>
            </a:r>
            <a:r>
              <a:rPr sz="1600" dirty="0">
                <a:latin typeface="Corbel"/>
                <a:cs typeface="Corbel"/>
              </a:rPr>
              <a:t>pressures</a:t>
            </a:r>
            <a:r>
              <a:rPr sz="1600" spc="35" dirty="0">
                <a:latin typeface="Corbel"/>
                <a:cs typeface="Corbel"/>
              </a:rPr>
              <a:t> </a:t>
            </a:r>
            <a:r>
              <a:rPr sz="1600" spc="-10" dirty="0">
                <a:latin typeface="Corbel"/>
                <a:cs typeface="Corbel"/>
              </a:rPr>
              <a:t>include </a:t>
            </a:r>
            <a:r>
              <a:rPr sz="1600" dirty="0">
                <a:latin typeface="Corbel"/>
                <a:cs typeface="Corbel"/>
              </a:rPr>
              <a:t>the</a:t>
            </a:r>
            <a:r>
              <a:rPr sz="1600" spc="-20" dirty="0">
                <a:latin typeface="Corbel"/>
                <a:cs typeface="Corbel"/>
              </a:rPr>
              <a:t> </a:t>
            </a:r>
            <a:r>
              <a:rPr sz="1600" spc="-10" dirty="0">
                <a:latin typeface="Corbel"/>
                <a:cs typeface="Corbel"/>
              </a:rPr>
              <a:t>following:</a:t>
            </a:r>
            <a:endParaRPr sz="1600" dirty="0">
              <a:latin typeface="Corbel"/>
              <a:cs typeface="Corbel"/>
            </a:endParaRPr>
          </a:p>
          <a:p>
            <a:pPr marL="753745" lvl="1" indent="-283845">
              <a:lnSpc>
                <a:spcPct val="100000"/>
              </a:lnSpc>
              <a:spcBef>
                <a:spcPts val="625"/>
              </a:spcBef>
              <a:buFont typeface="Arial MT"/>
              <a:buChar char="•"/>
              <a:tabLst>
                <a:tab pos="753745" algn="l"/>
              </a:tabLst>
            </a:pPr>
            <a:r>
              <a:rPr sz="1600" dirty="0">
                <a:latin typeface="Corbel"/>
                <a:cs typeface="Corbel"/>
              </a:rPr>
              <a:t>Someone</a:t>
            </a:r>
            <a:r>
              <a:rPr sz="1600" spc="-25" dirty="0">
                <a:latin typeface="Corbel"/>
                <a:cs typeface="Corbel"/>
              </a:rPr>
              <a:t> </a:t>
            </a:r>
            <a:r>
              <a:rPr sz="1600" dirty="0">
                <a:latin typeface="Corbel"/>
                <a:cs typeface="Corbel"/>
              </a:rPr>
              <a:t>waiting</a:t>
            </a:r>
            <a:r>
              <a:rPr sz="1600" spc="-30" dirty="0">
                <a:latin typeface="Corbel"/>
                <a:cs typeface="Corbel"/>
              </a:rPr>
              <a:t> </a:t>
            </a:r>
            <a:r>
              <a:rPr sz="1600" dirty="0">
                <a:latin typeface="Corbel"/>
                <a:cs typeface="Corbel"/>
              </a:rPr>
              <a:t>at</a:t>
            </a:r>
            <a:r>
              <a:rPr sz="1600" spc="-35"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airport</a:t>
            </a:r>
            <a:r>
              <a:rPr sz="1600" spc="-30" dirty="0">
                <a:latin typeface="Corbel"/>
                <a:cs typeface="Corbel"/>
              </a:rPr>
              <a:t> </a:t>
            </a:r>
            <a:r>
              <a:rPr sz="1600" dirty="0">
                <a:latin typeface="Corbel"/>
                <a:cs typeface="Corbel"/>
              </a:rPr>
              <a:t>for</a:t>
            </a:r>
            <a:r>
              <a:rPr sz="1600" spc="-25" dirty="0">
                <a:latin typeface="Corbel"/>
                <a:cs typeface="Corbel"/>
              </a:rPr>
              <a:t> </a:t>
            </a:r>
            <a:r>
              <a:rPr sz="1600" dirty="0">
                <a:latin typeface="Corbel"/>
                <a:cs typeface="Corbel"/>
              </a:rPr>
              <a:t>the</a:t>
            </a:r>
            <a:r>
              <a:rPr sz="1600" spc="-25" dirty="0">
                <a:latin typeface="Corbel"/>
                <a:cs typeface="Corbel"/>
              </a:rPr>
              <a:t> </a:t>
            </a:r>
            <a:r>
              <a:rPr sz="1600" spc="-10" dirty="0">
                <a:latin typeface="Corbel"/>
                <a:cs typeface="Corbel"/>
              </a:rPr>
              <a:t>flight’s</a:t>
            </a:r>
            <a:r>
              <a:rPr sz="1600" spc="-25" dirty="0">
                <a:latin typeface="Corbel"/>
                <a:cs typeface="Corbel"/>
              </a:rPr>
              <a:t> </a:t>
            </a:r>
            <a:r>
              <a:rPr sz="1600" spc="-10" dirty="0">
                <a:latin typeface="Corbel"/>
                <a:cs typeface="Corbel"/>
              </a:rPr>
              <a:t>arrival</a:t>
            </a:r>
            <a:endParaRPr sz="1600" dirty="0">
              <a:latin typeface="Corbel"/>
              <a:cs typeface="Corbel"/>
            </a:endParaRPr>
          </a:p>
          <a:p>
            <a:pPr marL="753745" lvl="1" indent="-283845">
              <a:lnSpc>
                <a:spcPct val="100000"/>
              </a:lnSpc>
              <a:spcBef>
                <a:spcPts val="580"/>
              </a:spcBef>
              <a:buFont typeface="Arial MT"/>
              <a:buChar char="•"/>
              <a:tabLst>
                <a:tab pos="753745" algn="l"/>
              </a:tabLst>
            </a:pPr>
            <a:r>
              <a:rPr sz="1600" dirty="0">
                <a:latin typeface="Corbel"/>
                <a:cs typeface="Corbel"/>
              </a:rPr>
              <a:t>The</a:t>
            </a:r>
            <a:r>
              <a:rPr sz="1600" spc="-30" dirty="0">
                <a:latin typeface="Corbel"/>
                <a:cs typeface="Corbel"/>
              </a:rPr>
              <a:t> </a:t>
            </a:r>
            <a:r>
              <a:rPr sz="1600" dirty="0">
                <a:latin typeface="Corbel"/>
                <a:cs typeface="Corbel"/>
              </a:rPr>
              <a:t>desire</a:t>
            </a:r>
            <a:r>
              <a:rPr sz="1600" spc="-25" dirty="0">
                <a:latin typeface="Corbel"/>
                <a:cs typeface="Corbel"/>
              </a:rPr>
              <a:t> </a:t>
            </a:r>
            <a:r>
              <a:rPr sz="1600" dirty="0">
                <a:latin typeface="Corbel"/>
                <a:cs typeface="Corbel"/>
              </a:rPr>
              <a:t>to</a:t>
            </a:r>
            <a:r>
              <a:rPr sz="1600" spc="-30" dirty="0">
                <a:latin typeface="Corbel"/>
                <a:cs typeface="Corbel"/>
              </a:rPr>
              <a:t> </a:t>
            </a:r>
            <a:r>
              <a:rPr sz="1600" dirty="0">
                <a:latin typeface="Corbel"/>
                <a:cs typeface="Corbel"/>
              </a:rPr>
              <a:t>demonstrate</a:t>
            </a:r>
            <a:r>
              <a:rPr sz="1600" spc="-25" dirty="0">
                <a:latin typeface="Corbel"/>
                <a:cs typeface="Corbel"/>
              </a:rPr>
              <a:t> </a:t>
            </a:r>
            <a:r>
              <a:rPr sz="1600" dirty="0">
                <a:latin typeface="Corbel"/>
                <a:cs typeface="Corbel"/>
              </a:rPr>
              <a:t>pilot</a:t>
            </a:r>
            <a:r>
              <a:rPr sz="1600" spc="-30" dirty="0">
                <a:latin typeface="Corbel"/>
                <a:cs typeface="Corbel"/>
              </a:rPr>
              <a:t> </a:t>
            </a:r>
            <a:r>
              <a:rPr sz="1600" spc="-10" dirty="0">
                <a:latin typeface="Corbel"/>
                <a:cs typeface="Corbel"/>
              </a:rPr>
              <a:t>qualifications</a:t>
            </a:r>
            <a:endParaRPr sz="1600" dirty="0">
              <a:latin typeface="Corbel"/>
              <a:cs typeface="Corbel"/>
            </a:endParaRPr>
          </a:p>
          <a:p>
            <a:pPr marL="753745" lvl="1" indent="-283845">
              <a:lnSpc>
                <a:spcPct val="100000"/>
              </a:lnSpc>
              <a:spcBef>
                <a:spcPts val="575"/>
              </a:spcBef>
              <a:buFont typeface="Arial MT"/>
              <a:buChar char="•"/>
              <a:tabLst>
                <a:tab pos="753745" algn="l"/>
              </a:tabLst>
            </a:pPr>
            <a:r>
              <a:rPr sz="1600" dirty="0">
                <a:latin typeface="Corbel"/>
                <a:cs typeface="Corbel"/>
              </a:rPr>
              <a:t>The</a:t>
            </a:r>
            <a:r>
              <a:rPr sz="1600" spc="-30" dirty="0">
                <a:latin typeface="Corbel"/>
                <a:cs typeface="Corbel"/>
              </a:rPr>
              <a:t> </a:t>
            </a:r>
            <a:r>
              <a:rPr sz="1600" dirty="0">
                <a:latin typeface="Corbel"/>
                <a:cs typeface="Corbel"/>
              </a:rPr>
              <a:t>desire</a:t>
            </a:r>
            <a:r>
              <a:rPr sz="1600" spc="-30" dirty="0">
                <a:latin typeface="Corbel"/>
                <a:cs typeface="Corbel"/>
              </a:rPr>
              <a:t> </a:t>
            </a:r>
            <a:r>
              <a:rPr sz="1600" dirty="0">
                <a:latin typeface="Corbel"/>
                <a:cs typeface="Corbel"/>
              </a:rPr>
              <a:t>to</a:t>
            </a:r>
            <a:r>
              <a:rPr sz="1600" spc="-30" dirty="0">
                <a:latin typeface="Corbel"/>
                <a:cs typeface="Corbel"/>
              </a:rPr>
              <a:t> </a:t>
            </a:r>
            <a:r>
              <a:rPr sz="1600" dirty="0">
                <a:latin typeface="Corbel"/>
                <a:cs typeface="Corbel"/>
              </a:rPr>
              <a:t>impress</a:t>
            </a:r>
            <a:r>
              <a:rPr sz="1600" spc="-30" dirty="0">
                <a:latin typeface="Corbel"/>
                <a:cs typeface="Corbel"/>
              </a:rPr>
              <a:t> </a:t>
            </a:r>
            <a:r>
              <a:rPr sz="1600" dirty="0">
                <a:latin typeface="Corbel"/>
                <a:cs typeface="Corbel"/>
              </a:rPr>
              <a:t>someone</a:t>
            </a:r>
            <a:r>
              <a:rPr sz="1600" spc="-25" dirty="0">
                <a:latin typeface="Corbel"/>
                <a:cs typeface="Corbel"/>
              </a:rPr>
              <a:t> </a:t>
            </a:r>
            <a:r>
              <a:rPr sz="1600" dirty="0">
                <a:latin typeface="Corbel"/>
                <a:cs typeface="Corbel"/>
              </a:rPr>
              <a:t>(Probably</a:t>
            </a:r>
            <a:r>
              <a:rPr sz="1600" spc="-30" dirty="0">
                <a:latin typeface="Corbel"/>
                <a:cs typeface="Corbel"/>
              </a:rPr>
              <a:t> </a:t>
            </a:r>
            <a:r>
              <a:rPr sz="1600" dirty="0">
                <a:latin typeface="Corbel"/>
                <a:cs typeface="Corbel"/>
              </a:rPr>
              <a:t>the</a:t>
            </a:r>
            <a:r>
              <a:rPr sz="1600" spc="-30" dirty="0">
                <a:latin typeface="Corbel"/>
                <a:cs typeface="Corbel"/>
              </a:rPr>
              <a:t> </a:t>
            </a:r>
            <a:r>
              <a:rPr sz="1600" dirty="0">
                <a:latin typeface="Corbel"/>
                <a:cs typeface="Corbel"/>
              </a:rPr>
              <a:t>two</a:t>
            </a:r>
            <a:r>
              <a:rPr sz="1600" spc="-30" dirty="0">
                <a:latin typeface="Corbel"/>
                <a:cs typeface="Corbel"/>
              </a:rPr>
              <a:t> </a:t>
            </a:r>
            <a:r>
              <a:rPr sz="1600" dirty="0">
                <a:latin typeface="Corbel"/>
                <a:cs typeface="Corbel"/>
              </a:rPr>
              <a:t>most</a:t>
            </a:r>
            <a:r>
              <a:rPr sz="1600" spc="-35" dirty="0">
                <a:latin typeface="Corbel"/>
                <a:cs typeface="Corbel"/>
              </a:rPr>
              <a:t> </a:t>
            </a:r>
            <a:r>
              <a:rPr sz="1600" dirty="0">
                <a:latin typeface="Corbel"/>
                <a:cs typeface="Corbel"/>
              </a:rPr>
              <a:t>dangerous</a:t>
            </a:r>
            <a:r>
              <a:rPr sz="1600" spc="-25" dirty="0">
                <a:latin typeface="Corbel"/>
                <a:cs typeface="Corbel"/>
              </a:rPr>
              <a:t> </a:t>
            </a:r>
            <a:r>
              <a:rPr sz="1600" dirty="0">
                <a:latin typeface="Corbel"/>
                <a:cs typeface="Corbel"/>
              </a:rPr>
              <a:t>words</a:t>
            </a:r>
            <a:r>
              <a:rPr sz="1600" spc="-30" dirty="0">
                <a:latin typeface="Corbel"/>
                <a:cs typeface="Corbel"/>
              </a:rPr>
              <a:t> </a:t>
            </a:r>
            <a:r>
              <a:rPr sz="1600" dirty="0">
                <a:latin typeface="Corbel"/>
                <a:cs typeface="Corbel"/>
              </a:rPr>
              <a:t>in</a:t>
            </a:r>
            <a:r>
              <a:rPr sz="1600" spc="-25" dirty="0">
                <a:latin typeface="Corbel"/>
                <a:cs typeface="Corbel"/>
              </a:rPr>
              <a:t> </a:t>
            </a:r>
            <a:r>
              <a:rPr sz="1600" dirty="0">
                <a:latin typeface="Corbel"/>
                <a:cs typeface="Corbel"/>
              </a:rPr>
              <a:t>aviation</a:t>
            </a:r>
            <a:r>
              <a:rPr sz="1600" spc="-20" dirty="0">
                <a:latin typeface="Corbel"/>
                <a:cs typeface="Corbel"/>
              </a:rPr>
              <a:t> </a:t>
            </a:r>
            <a:r>
              <a:rPr sz="1600" dirty="0">
                <a:latin typeface="Corbel"/>
                <a:cs typeface="Corbel"/>
              </a:rPr>
              <a:t>are</a:t>
            </a:r>
            <a:r>
              <a:rPr sz="1600" spc="-30" dirty="0">
                <a:latin typeface="Corbel"/>
                <a:cs typeface="Corbel"/>
              </a:rPr>
              <a:t> </a:t>
            </a:r>
            <a:r>
              <a:rPr sz="1600" dirty="0">
                <a:latin typeface="Corbel"/>
                <a:cs typeface="Corbel"/>
              </a:rPr>
              <a:t>“Watch</a:t>
            </a:r>
            <a:r>
              <a:rPr sz="1600" spc="-30" dirty="0">
                <a:latin typeface="Corbel"/>
                <a:cs typeface="Corbel"/>
              </a:rPr>
              <a:t> </a:t>
            </a:r>
            <a:r>
              <a:rPr sz="1600" spc="-10" dirty="0">
                <a:latin typeface="Corbel"/>
                <a:cs typeface="Corbel"/>
              </a:rPr>
              <a:t>this!”)</a:t>
            </a:r>
            <a:endParaRPr sz="1600" dirty="0">
              <a:latin typeface="Corbel"/>
              <a:cs typeface="Corbel"/>
            </a:endParaRPr>
          </a:p>
          <a:p>
            <a:pPr marL="753745" lvl="1" indent="-283845">
              <a:lnSpc>
                <a:spcPct val="100000"/>
              </a:lnSpc>
              <a:spcBef>
                <a:spcPts val="575"/>
              </a:spcBef>
              <a:buFont typeface="Arial MT"/>
              <a:buChar char="•"/>
              <a:tabLst>
                <a:tab pos="753745" algn="l"/>
              </a:tabLst>
            </a:pPr>
            <a:r>
              <a:rPr sz="1600" dirty="0">
                <a:latin typeface="Corbel"/>
                <a:cs typeface="Corbel"/>
              </a:rPr>
              <a:t>The</a:t>
            </a:r>
            <a:r>
              <a:rPr sz="1600" spc="-15" dirty="0">
                <a:latin typeface="Corbel"/>
                <a:cs typeface="Corbel"/>
              </a:rPr>
              <a:t> </a:t>
            </a:r>
            <a:r>
              <a:rPr sz="1600" dirty="0">
                <a:latin typeface="Corbel"/>
                <a:cs typeface="Corbel"/>
              </a:rPr>
              <a:t>desire</a:t>
            </a:r>
            <a:r>
              <a:rPr sz="1600" spc="-15" dirty="0">
                <a:latin typeface="Corbel"/>
                <a:cs typeface="Corbel"/>
              </a:rPr>
              <a:t> </a:t>
            </a:r>
            <a:r>
              <a:rPr sz="1600" dirty="0">
                <a:latin typeface="Corbel"/>
                <a:cs typeface="Corbel"/>
              </a:rPr>
              <a:t>to</a:t>
            </a:r>
            <a:r>
              <a:rPr sz="1600" spc="-15" dirty="0">
                <a:latin typeface="Corbel"/>
                <a:cs typeface="Corbel"/>
              </a:rPr>
              <a:t> </a:t>
            </a:r>
            <a:r>
              <a:rPr sz="1600" dirty="0">
                <a:latin typeface="Corbel"/>
                <a:cs typeface="Corbel"/>
              </a:rPr>
              <a:t>satisfy</a:t>
            </a:r>
            <a:r>
              <a:rPr sz="1600" spc="-20" dirty="0">
                <a:latin typeface="Corbel"/>
                <a:cs typeface="Corbel"/>
              </a:rPr>
              <a:t> </a:t>
            </a:r>
            <a:r>
              <a:rPr sz="1600" dirty="0">
                <a:latin typeface="Corbel"/>
                <a:cs typeface="Corbel"/>
              </a:rPr>
              <a:t>a</a:t>
            </a:r>
            <a:r>
              <a:rPr sz="1600" spc="-15" dirty="0">
                <a:latin typeface="Corbel"/>
                <a:cs typeface="Corbel"/>
              </a:rPr>
              <a:t> </a:t>
            </a:r>
            <a:r>
              <a:rPr sz="1600" dirty="0">
                <a:latin typeface="Corbel"/>
                <a:cs typeface="Corbel"/>
              </a:rPr>
              <a:t>specific</a:t>
            </a:r>
            <a:r>
              <a:rPr sz="1600" spc="-10" dirty="0">
                <a:latin typeface="Corbel"/>
                <a:cs typeface="Corbel"/>
              </a:rPr>
              <a:t> </a:t>
            </a:r>
            <a:r>
              <a:rPr sz="1600" dirty="0">
                <a:latin typeface="Corbel"/>
                <a:cs typeface="Corbel"/>
              </a:rPr>
              <a:t>personal</a:t>
            </a:r>
            <a:r>
              <a:rPr sz="1600" spc="-15" dirty="0">
                <a:latin typeface="Corbel"/>
                <a:cs typeface="Corbel"/>
              </a:rPr>
              <a:t> </a:t>
            </a:r>
            <a:r>
              <a:rPr sz="1600" dirty="0">
                <a:latin typeface="Corbel"/>
                <a:cs typeface="Corbel"/>
              </a:rPr>
              <a:t>goal</a:t>
            </a:r>
            <a:r>
              <a:rPr sz="1600" spc="-15" dirty="0">
                <a:latin typeface="Corbel"/>
                <a:cs typeface="Corbel"/>
              </a:rPr>
              <a:t> </a:t>
            </a:r>
            <a:r>
              <a:rPr sz="1600" dirty="0">
                <a:latin typeface="Corbel"/>
                <a:cs typeface="Corbel"/>
              </a:rPr>
              <a:t>(“get</a:t>
            </a:r>
            <a:r>
              <a:rPr sz="1600" spc="-20" dirty="0">
                <a:latin typeface="Corbel"/>
                <a:cs typeface="Corbel"/>
              </a:rPr>
              <a:t> </a:t>
            </a:r>
            <a:r>
              <a:rPr sz="1600" spc="-10" dirty="0">
                <a:latin typeface="Corbel"/>
                <a:cs typeface="Corbel"/>
              </a:rPr>
              <a:t>home-</a:t>
            </a:r>
            <a:r>
              <a:rPr sz="1600" dirty="0">
                <a:latin typeface="Corbel"/>
                <a:cs typeface="Corbel"/>
              </a:rPr>
              <a:t>itis,”</a:t>
            </a:r>
            <a:r>
              <a:rPr sz="1600" spc="-15" dirty="0">
                <a:latin typeface="Corbel"/>
                <a:cs typeface="Corbel"/>
              </a:rPr>
              <a:t> </a:t>
            </a:r>
            <a:r>
              <a:rPr sz="1600" spc="-20" dirty="0">
                <a:latin typeface="Corbel"/>
                <a:cs typeface="Corbel"/>
              </a:rPr>
              <a:t>“get-</a:t>
            </a:r>
            <a:r>
              <a:rPr sz="1600" spc="-10" dirty="0">
                <a:latin typeface="Corbel"/>
                <a:cs typeface="Corbel"/>
              </a:rPr>
              <a:t>there-</a:t>
            </a:r>
            <a:r>
              <a:rPr sz="1600" dirty="0">
                <a:latin typeface="Corbel"/>
                <a:cs typeface="Corbel"/>
              </a:rPr>
              <a:t>itis,”</a:t>
            </a:r>
            <a:r>
              <a:rPr sz="1600" spc="-10" dirty="0">
                <a:latin typeface="Corbel"/>
                <a:cs typeface="Corbel"/>
              </a:rPr>
              <a:t> </a:t>
            </a:r>
            <a:r>
              <a:rPr sz="1600" dirty="0">
                <a:latin typeface="Corbel"/>
                <a:cs typeface="Corbel"/>
              </a:rPr>
              <a:t>and</a:t>
            </a:r>
            <a:r>
              <a:rPr sz="1600" spc="-10" dirty="0">
                <a:latin typeface="Corbel"/>
                <a:cs typeface="Corbel"/>
              </a:rPr>
              <a:t> </a:t>
            </a:r>
            <a:r>
              <a:rPr sz="1600" spc="-20" dirty="0">
                <a:latin typeface="Corbel"/>
                <a:cs typeface="Corbel"/>
              </a:rPr>
              <a:t>“let’s-</a:t>
            </a:r>
            <a:r>
              <a:rPr sz="1600" spc="-10" dirty="0">
                <a:latin typeface="Corbel"/>
                <a:cs typeface="Corbel"/>
              </a:rPr>
              <a:t>go-itis”)</a:t>
            </a:r>
            <a:endParaRPr sz="1600" dirty="0">
              <a:latin typeface="Corbel"/>
              <a:cs typeface="Corbel"/>
            </a:endParaRPr>
          </a:p>
          <a:p>
            <a:pPr marL="753745" lvl="1" indent="-283845">
              <a:lnSpc>
                <a:spcPct val="100000"/>
              </a:lnSpc>
              <a:spcBef>
                <a:spcPts val="575"/>
              </a:spcBef>
              <a:buFont typeface="Arial MT"/>
              <a:buChar char="•"/>
              <a:tabLst>
                <a:tab pos="753745" algn="l"/>
              </a:tabLst>
            </a:pPr>
            <a:r>
              <a:rPr sz="1600" dirty="0">
                <a:latin typeface="Corbel"/>
                <a:cs typeface="Corbel"/>
              </a:rPr>
              <a:t>The</a:t>
            </a:r>
            <a:r>
              <a:rPr sz="1600" spc="-45" dirty="0">
                <a:latin typeface="Corbel"/>
                <a:cs typeface="Corbel"/>
              </a:rPr>
              <a:t> </a:t>
            </a:r>
            <a:r>
              <a:rPr sz="1600" dirty="0">
                <a:latin typeface="Corbel"/>
                <a:cs typeface="Corbel"/>
              </a:rPr>
              <a:t>pilot’s</a:t>
            </a:r>
            <a:r>
              <a:rPr sz="1600" spc="-40" dirty="0">
                <a:latin typeface="Corbel"/>
                <a:cs typeface="Corbel"/>
              </a:rPr>
              <a:t> </a:t>
            </a:r>
            <a:r>
              <a:rPr sz="1600" dirty="0">
                <a:latin typeface="Corbel"/>
                <a:cs typeface="Corbel"/>
              </a:rPr>
              <a:t>general</a:t>
            </a:r>
            <a:r>
              <a:rPr sz="1600" spc="-45" dirty="0">
                <a:latin typeface="Corbel"/>
                <a:cs typeface="Corbel"/>
              </a:rPr>
              <a:t> </a:t>
            </a:r>
            <a:r>
              <a:rPr sz="1600" spc="-10" dirty="0">
                <a:latin typeface="Corbel"/>
                <a:cs typeface="Corbel"/>
              </a:rPr>
              <a:t>goal-</a:t>
            </a:r>
            <a:r>
              <a:rPr sz="1600" dirty="0">
                <a:latin typeface="Corbel"/>
                <a:cs typeface="Corbel"/>
              </a:rPr>
              <a:t>completion</a:t>
            </a:r>
            <a:r>
              <a:rPr sz="1600" spc="-45" dirty="0">
                <a:latin typeface="Corbel"/>
                <a:cs typeface="Corbel"/>
              </a:rPr>
              <a:t> </a:t>
            </a:r>
            <a:r>
              <a:rPr sz="1600" spc="-10" dirty="0">
                <a:latin typeface="Corbel"/>
                <a:cs typeface="Corbel"/>
              </a:rPr>
              <a:t>orientation</a:t>
            </a:r>
            <a:endParaRPr sz="1600" dirty="0">
              <a:latin typeface="Corbel"/>
              <a:cs typeface="Corbel"/>
            </a:endParaRPr>
          </a:p>
          <a:p>
            <a:pPr marL="754380" marR="5080" lvl="1" indent="-284480">
              <a:lnSpc>
                <a:spcPts val="1900"/>
              </a:lnSpc>
              <a:spcBef>
                <a:spcPts val="775"/>
              </a:spcBef>
              <a:buFont typeface="Arial MT"/>
              <a:buChar char="•"/>
              <a:tabLst>
                <a:tab pos="754380" algn="l"/>
              </a:tabLst>
            </a:pPr>
            <a:r>
              <a:rPr sz="1600" dirty="0">
                <a:latin typeface="Corbel"/>
                <a:cs typeface="Corbel"/>
              </a:rPr>
              <a:t>Emotional</a:t>
            </a:r>
            <a:r>
              <a:rPr sz="1600" spc="-30" dirty="0">
                <a:latin typeface="Corbel"/>
                <a:cs typeface="Corbel"/>
              </a:rPr>
              <a:t> </a:t>
            </a:r>
            <a:r>
              <a:rPr sz="1600" dirty="0">
                <a:latin typeface="Corbel"/>
                <a:cs typeface="Corbel"/>
              </a:rPr>
              <a:t>pressure</a:t>
            </a:r>
            <a:r>
              <a:rPr sz="1600" spc="-25" dirty="0">
                <a:latin typeface="Corbel"/>
                <a:cs typeface="Corbel"/>
              </a:rPr>
              <a:t> </a:t>
            </a:r>
            <a:r>
              <a:rPr sz="1600" dirty="0">
                <a:latin typeface="Corbel"/>
                <a:cs typeface="Corbel"/>
              </a:rPr>
              <a:t>associated</a:t>
            </a:r>
            <a:r>
              <a:rPr sz="1600" spc="-25" dirty="0">
                <a:latin typeface="Corbel"/>
                <a:cs typeface="Corbel"/>
              </a:rPr>
              <a:t> </a:t>
            </a:r>
            <a:r>
              <a:rPr sz="1600" dirty="0">
                <a:latin typeface="Corbel"/>
                <a:cs typeface="Corbel"/>
              </a:rPr>
              <a:t>with</a:t>
            </a:r>
            <a:r>
              <a:rPr sz="1600" spc="-30" dirty="0">
                <a:latin typeface="Corbel"/>
                <a:cs typeface="Corbel"/>
              </a:rPr>
              <a:t> </a:t>
            </a:r>
            <a:r>
              <a:rPr sz="1600" dirty="0">
                <a:latin typeface="Corbel"/>
                <a:cs typeface="Corbel"/>
              </a:rPr>
              <a:t>acknowledging</a:t>
            </a:r>
            <a:r>
              <a:rPr sz="1600" spc="-30" dirty="0">
                <a:latin typeface="Corbel"/>
                <a:cs typeface="Corbel"/>
              </a:rPr>
              <a:t> </a:t>
            </a:r>
            <a:r>
              <a:rPr sz="1600" dirty="0">
                <a:latin typeface="Corbel"/>
                <a:cs typeface="Corbel"/>
              </a:rPr>
              <a:t>that</a:t>
            </a:r>
            <a:r>
              <a:rPr sz="1600" spc="-30" dirty="0">
                <a:latin typeface="Corbel"/>
                <a:cs typeface="Corbel"/>
              </a:rPr>
              <a:t> </a:t>
            </a:r>
            <a:r>
              <a:rPr sz="1600" dirty="0">
                <a:latin typeface="Corbel"/>
                <a:cs typeface="Corbel"/>
              </a:rPr>
              <a:t>skill</a:t>
            </a:r>
            <a:r>
              <a:rPr sz="1600" spc="-30" dirty="0">
                <a:latin typeface="Corbel"/>
                <a:cs typeface="Corbel"/>
              </a:rPr>
              <a:t> </a:t>
            </a:r>
            <a:r>
              <a:rPr sz="1600" dirty="0">
                <a:latin typeface="Corbel"/>
                <a:cs typeface="Corbel"/>
              </a:rPr>
              <a:t>and</a:t>
            </a:r>
            <a:r>
              <a:rPr sz="1600" spc="-20" dirty="0">
                <a:latin typeface="Corbel"/>
                <a:cs typeface="Corbel"/>
              </a:rPr>
              <a:t> </a:t>
            </a:r>
            <a:r>
              <a:rPr sz="1600" dirty="0">
                <a:latin typeface="Corbel"/>
                <a:cs typeface="Corbel"/>
              </a:rPr>
              <a:t>experience</a:t>
            </a:r>
            <a:r>
              <a:rPr sz="1600" spc="-25" dirty="0">
                <a:latin typeface="Corbel"/>
                <a:cs typeface="Corbel"/>
              </a:rPr>
              <a:t> </a:t>
            </a:r>
            <a:r>
              <a:rPr sz="1600" dirty="0">
                <a:latin typeface="Corbel"/>
                <a:cs typeface="Corbel"/>
              </a:rPr>
              <a:t>levels</a:t>
            </a:r>
            <a:r>
              <a:rPr sz="1600" spc="-25" dirty="0">
                <a:latin typeface="Corbel"/>
                <a:cs typeface="Corbel"/>
              </a:rPr>
              <a:t> </a:t>
            </a:r>
            <a:r>
              <a:rPr sz="1600" dirty="0">
                <a:latin typeface="Corbel"/>
                <a:cs typeface="Corbel"/>
              </a:rPr>
              <a:t>may</a:t>
            </a:r>
            <a:r>
              <a:rPr sz="1600" spc="-35" dirty="0">
                <a:latin typeface="Corbel"/>
                <a:cs typeface="Corbel"/>
              </a:rPr>
              <a:t> </a:t>
            </a:r>
            <a:r>
              <a:rPr sz="1600" dirty="0">
                <a:latin typeface="Corbel"/>
                <a:cs typeface="Corbel"/>
              </a:rPr>
              <a:t>be</a:t>
            </a:r>
            <a:r>
              <a:rPr sz="1600" spc="-25" dirty="0">
                <a:latin typeface="Corbel"/>
                <a:cs typeface="Corbel"/>
              </a:rPr>
              <a:t> </a:t>
            </a:r>
            <a:r>
              <a:rPr sz="1600" dirty="0">
                <a:latin typeface="Corbel"/>
                <a:cs typeface="Corbel"/>
              </a:rPr>
              <a:t>lower</a:t>
            </a:r>
            <a:r>
              <a:rPr sz="1600" spc="-30" dirty="0">
                <a:latin typeface="Corbel"/>
                <a:cs typeface="Corbel"/>
              </a:rPr>
              <a:t> </a:t>
            </a:r>
            <a:r>
              <a:rPr sz="1600" dirty="0">
                <a:latin typeface="Corbel"/>
                <a:cs typeface="Corbel"/>
              </a:rPr>
              <a:t>than</a:t>
            </a:r>
            <a:r>
              <a:rPr sz="1600" spc="-20" dirty="0">
                <a:latin typeface="Corbel"/>
                <a:cs typeface="Corbel"/>
              </a:rPr>
              <a:t> </a:t>
            </a:r>
            <a:r>
              <a:rPr sz="1600" spc="-50" dirty="0">
                <a:latin typeface="Corbel"/>
                <a:cs typeface="Corbel"/>
              </a:rPr>
              <a:t>a </a:t>
            </a:r>
            <a:r>
              <a:rPr sz="1600" dirty="0">
                <a:latin typeface="Corbel"/>
                <a:cs typeface="Corbel"/>
              </a:rPr>
              <a:t>pilot</a:t>
            </a:r>
            <a:r>
              <a:rPr sz="1600" spc="-30" dirty="0">
                <a:latin typeface="Corbel"/>
                <a:cs typeface="Corbel"/>
              </a:rPr>
              <a:t> </a:t>
            </a:r>
            <a:r>
              <a:rPr sz="1600" dirty="0">
                <a:latin typeface="Corbel"/>
                <a:cs typeface="Corbel"/>
              </a:rPr>
              <a:t>would</a:t>
            </a:r>
            <a:r>
              <a:rPr sz="1600" spc="-20" dirty="0">
                <a:latin typeface="Corbel"/>
                <a:cs typeface="Corbel"/>
              </a:rPr>
              <a:t> </a:t>
            </a:r>
            <a:r>
              <a:rPr sz="1600" dirty="0">
                <a:latin typeface="Corbel"/>
                <a:cs typeface="Corbel"/>
              </a:rPr>
              <a:t>like</a:t>
            </a:r>
            <a:r>
              <a:rPr sz="1600" spc="-25" dirty="0">
                <a:latin typeface="Corbel"/>
                <a:cs typeface="Corbel"/>
              </a:rPr>
              <a:t> </a:t>
            </a:r>
            <a:r>
              <a:rPr sz="1600" dirty="0">
                <a:latin typeface="Corbel"/>
                <a:cs typeface="Corbel"/>
              </a:rPr>
              <a:t>them</a:t>
            </a:r>
            <a:r>
              <a:rPr sz="1600" spc="-25" dirty="0">
                <a:latin typeface="Corbel"/>
                <a:cs typeface="Corbel"/>
              </a:rPr>
              <a:t> </a:t>
            </a:r>
            <a:r>
              <a:rPr sz="1600" dirty="0">
                <a:latin typeface="Corbel"/>
                <a:cs typeface="Corbel"/>
              </a:rPr>
              <a:t>to</a:t>
            </a:r>
            <a:r>
              <a:rPr sz="1600" spc="-30" dirty="0">
                <a:latin typeface="Corbel"/>
                <a:cs typeface="Corbel"/>
              </a:rPr>
              <a:t> </a:t>
            </a:r>
            <a:r>
              <a:rPr sz="1600" dirty="0">
                <a:latin typeface="Corbel"/>
                <a:cs typeface="Corbel"/>
              </a:rPr>
              <a:t>be.</a:t>
            </a:r>
            <a:r>
              <a:rPr sz="1600" spc="-20" dirty="0">
                <a:latin typeface="Corbel"/>
                <a:cs typeface="Corbel"/>
              </a:rPr>
              <a:t> </a:t>
            </a:r>
            <a:r>
              <a:rPr sz="1600" dirty="0">
                <a:latin typeface="Corbel"/>
                <a:cs typeface="Corbel"/>
              </a:rPr>
              <a:t>Pride</a:t>
            </a:r>
            <a:r>
              <a:rPr sz="1600" spc="-25" dirty="0">
                <a:latin typeface="Corbel"/>
                <a:cs typeface="Corbel"/>
              </a:rPr>
              <a:t> </a:t>
            </a:r>
            <a:r>
              <a:rPr sz="1600" dirty="0">
                <a:latin typeface="Corbel"/>
                <a:cs typeface="Corbel"/>
              </a:rPr>
              <a:t>can</a:t>
            </a:r>
            <a:r>
              <a:rPr sz="1600" spc="-25" dirty="0">
                <a:latin typeface="Corbel"/>
                <a:cs typeface="Corbel"/>
              </a:rPr>
              <a:t> </a:t>
            </a:r>
            <a:r>
              <a:rPr sz="1600" dirty="0">
                <a:latin typeface="Corbel"/>
                <a:cs typeface="Corbel"/>
              </a:rPr>
              <a:t>be</a:t>
            </a:r>
            <a:r>
              <a:rPr sz="1600" spc="-25" dirty="0">
                <a:latin typeface="Corbel"/>
                <a:cs typeface="Corbel"/>
              </a:rPr>
              <a:t> </a:t>
            </a:r>
            <a:r>
              <a:rPr sz="1600" dirty="0">
                <a:latin typeface="Corbel"/>
                <a:cs typeface="Corbel"/>
              </a:rPr>
              <a:t>a</a:t>
            </a:r>
            <a:r>
              <a:rPr sz="1600" spc="-25" dirty="0">
                <a:latin typeface="Corbel"/>
                <a:cs typeface="Corbel"/>
              </a:rPr>
              <a:t> </a:t>
            </a:r>
            <a:r>
              <a:rPr sz="1600" dirty="0">
                <a:latin typeface="Corbel"/>
                <a:cs typeface="Corbel"/>
              </a:rPr>
              <a:t>powerful</a:t>
            </a:r>
            <a:r>
              <a:rPr sz="1600" spc="-20" dirty="0">
                <a:latin typeface="Corbel"/>
                <a:cs typeface="Corbel"/>
              </a:rPr>
              <a:t> </a:t>
            </a:r>
            <a:r>
              <a:rPr sz="1600" dirty="0">
                <a:latin typeface="Corbel"/>
                <a:cs typeface="Corbel"/>
              </a:rPr>
              <a:t>external</a:t>
            </a:r>
            <a:r>
              <a:rPr sz="1600" spc="-20" dirty="0">
                <a:latin typeface="Corbel"/>
                <a:cs typeface="Corbel"/>
              </a:rPr>
              <a:t> </a:t>
            </a:r>
            <a:r>
              <a:rPr sz="1600" spc="-10" dirty="0">
                <a:latin typeface="Corbel"/>
                <a:cs typeface="Corbel"/>
              </a:rPr>
              <a:t>factor!</a:t>
            </a:r>
            <a:endParaRPr sz="1600" dirty="0">
              <a:latin typeface="Corbel"/>
              <a:cs typeface="Corbel"/>
            </a:endParaRPr>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57</a:t>
            </a:fld>
            <a:endParaRPr spc="-25"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3049" y="371347"/>
            <a:ext cx="1718945" cy="299720"/>
          </a:xfrm>
          <a:prstGeom prst="rect">
            <a:avLst/>
          </a:prstGeom>
        </p:spPr>
        <p:txBody>
          <a:bodyPr vert="horz" wrap="square" lIns="0" tIns="12700" rIns="0" bIns="0" rtlCol="0">
            <a:spAutoFit/>
          </a:bodyPr>
          <a:lstStyle/>
          <a:p>
            <a:pPr marL="12700">
              <a:lnSpc>
                <a:spcPct val="100000"/>
              </a:lnSpc>
              <a:spcBef>
                <a:spcPts val="100"/>
              </a:spcBef>
            </a:pPr>
            <a:r>
              <a:rPr sz="1800" b="1" u="sng" dirty="0">
                <a:uFill>
                  <a:solidFill>
                    <a:srgbClr val="000000"/>
                  </a:solidFill>
                </a:uFill>
                <a:latin typeface="Corbel"/>
                <a:cs typeface="Corbel"/>
              </a:rPr>
              <a:t>IMSAFE</a:t>
            </a:r>
            <a:r>
              <a:rPr sz="1800" b="1" u="sng" spc="-50" dirty="0">
                <a:uFill>
                  <a:solidFill>
                    <a:srgbClr val="000000"/>
                  </a:solidFill>
                </a:uFill>
                <a:latin typeface="Corbel"/>
                <a:cs typeface="Corbel"/>
              </a:rPr>
              <a:t> </a:t>
            </a:r>
            <a:r>
              <a:rPr sz="1800" b="1" u="sng" spc="-10" dirty="0">
                <a:uFill>
                  <a:solidFill>
                    <a:srgbClr val="000000"/>
                  </a:solidFill>
                </a:uFill>
                <a:latin typeface="Corbel"/>
                <a:cs typeface="Corbel"/>
              </a:rPr>
              <a:t>checklist</a:t>
            </a:r>
            <a:endParaRPr sz="1800">
              <a:latin typeface="Corbel"/>
              <a:cs typeface="Corbe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58</a:t>
            </a:fld>
            <a:endParaRPr spc="-25" dirty="0"/>
          </a:p>
        </p:txBody>
      </p:sp>
      <p:sp>
        <p:nvSpPr>
          <p:cNvPr id="3" name="object 3"/>
          <p:cNvSpPr txBox="1"/>
          <p:nvPr/>
        </p:nvSpPr>
        <p:spPr>
          <a:xfrm>
            <a:off x="1563048" y="732027"/>
            <a:ext cx="9860280" cy="3649979"/>
          </a:xfrm>
          <a:prstGeom prst="rect">
            <a:avLst/>
          </a:prstGeom>
        </p:spPr>
        <p:txBody>
          <a:bodyPr vert="horz" wrap="square" lIns="0" tIns="22860" rIns="0" bIns="0" rtlCol="0">
            <a:spAutoFit/>
          </a:bodyPr>
          <a:lstStyle/>
          <a:p>
            <a:pPr marL="297180" marR="5715" indent="-284480" algn="just">
              <a:lnSpc>
                <a:spcPts val="1900"/>
              </a:lnSpc>
              <a:spcBef>
                <a:spcPts val="180"/>
              </a:spcBef>
              <a:buFont typeface="Arial MT"/>
              <a:buChar char="•"/>
              <a:tabLst>
                <a:tab pos="297180" algn="l"/>
                <a:tab pos="299720" algn="l"/>
              </a:tabLst>
            </a:pPr>
            <a:r>
              <a:rPr sz="1600" dirty="0">
                <a:latin typeface="Corbel"/>
                <a:cs typeface="Corbel"/>
              </a:rPr>
              <a:t>	One</a:t>
            </a:r>
            <a:r>
              <a:rPr sz="1600" spc="215" dirty="0">
                <a:latin typeface="Corbel"/>
                <a:cs typeface="Corbel"/>
              </a:rPr>
              <a:t> </a:t>
            </a:r>
            <a:r>
              <a:rPr sz="1600" dirty="0">
                <a:latin typeface="Corbel"/>
                <a:cs typeface="Corbel"/>
              </a:rPr>
              <a:t>of</a:t>
            </a:r>
            <a:r>
              <a:rPr sz="1600" spc="215" dirty="0">
                <a:latin typeface="Corbel"/>
                <a:cs typeface="Corbel"/>
              </a:rPr>
              <a:t> </a:t>
            </a:r>
            <a:r>
              <a:rPr sz="1600" dirty="0">
                <a:latin typeface="Corbel"/>
                <a:cs typeface="Corbel"/>
              </a:rPr>
              <a:t>the</a:t>
            </a:r>
            <a:r>
              <a:rPr sz="1600" spc="215" dirty="0">
                <a:latin typeface="Corbel"/>
                <a:cs typeface="Corbel"/>
              </a:rPr>
              <a:t> </a:t>
            </a:r>
            <a:r>
              <a:rPr sz="1600" dirty="0">
                <a:latin typeface="Corbel"/>
                <a:cs typeface="Corbel"/>
              </a:rPr>
              <a:t>best</a:t>
            </a:r>
            <a:r>
              <a:rPr sz="1600" spc="204" dirty="0">
                <a:latin typeface="Corbel"/>
                <a:cs typeface="Corbel"/>
              </a:rPr>
              <a:t> </a:t>
            </a:r>
            <a:r>
              <a:rPr sz="1600" dirty="0">
                <a:latin typeface="Corbel"/>
                <a:cs typeface="Corbel"/>
              </a:rPr>
              <a:t>ways</a:t>
            </a:r>
            <a:r>
              <a:rPr sz="1600" spc="215" dirty="0">
                <a:latin typeface="Corbel"/>
                <a:cs typeface="Corbel"/>
              </a:rPr>
              <a:t> </a:t>
            </a:r>
            <a:r>
              <a:rPr sz="1600" dirty="0">
                <a:latin typeface="Corbel"/>
                <a:cs typeface="Corbel"/>
              </a:rPr>
              <a:t>single</a:t>
            </a:r>
            <a:r>
              <a:rPr sz="1600" spc="215" dirty="0">
                <a:latin typeface="Corbel"/>
                <a:cs typeface="Corbel"/>
              </a:rPr>
              <a:t> </a:t>
            </a:r>
            <a:r>
              <a:rPr sz="1600" dirty="0">
                <a:latin typeface="Corbel"/>
                <a:cs typeface="Corbel"/>
              </a:rPr>
              <a:t>pilots</a:t>
            </a:r>
            <a:r>
              <a:rPr sz="1600" spc="215" dirty="0">
                <a:latin typeface="Corbel"/>
                <a:cs typeface="Corbel"/>
              </a:rPr>
              <a:t> </a:t>
            </a:r>
            <a:r>
              <a:rPr sz="1600" dirty="0">
                <a:latin typeface="Corbel"/>
                <a:cs typeface="Corbel"/>
              </a:rPr>
              <a:t>can</a:t>
            </a:r>
            <a:r>
              <a:rPr sz="1600" spc="215" dirty="0">
                <a:latin typeface="Corbel"/>
                <a:cs typeface="Corbel"/>
              </a:rPr>
              <a:t> </a:t>
            </a:r>
            <a:r>
              <a:rPr sz="1600" dirty="0">
                <a:latin typeface="Corbel"/>
                <a:cs typeface="Corbel"/>
              </a:rPr>
              <a:t>mitigate</a:t>
            </a:r>
            <a:r>
              <a:rPr sz="1600" spc="215" dirty="0">
                <a:latin typeface="Corbel"/>
                <a:cs typeface="Corbel"/>
              </a:rPr>
              <a:t> </a:t>
            </a:r>
            <a:r>
              <a:rPr sz="1600" dirty="0">
                <a:latin typeface="Corbel"/>
                <a:cs typeface="Corbel"/>
              </a:rPr>
              <a:t>risk</a:t>
            </a:r>
            <a:r>
              <a:rPr sz="1600" spc="210" dirty="0">
                <a:latin typeface="Corbel"/>
                <a:cs typeface="Corbel"/>
              </a:rPr>
              <a:t> </a:t>
            </a:r>
            <a:r>
              <a:rPr sz="1600" dirty="0">
                <a:latin typeface="Corbel"/>
                <a:cs typeface="Corbel"/>
              </a:rPr>
              <a:t>is</a:t>
            </a:r>
            <a:r>
              <a:rPr sz="1600" spc="215" dirty="0">
                <a:latin typeface="Corbel"/>
                <a:cs typeface="Corbel"/>
              </a:rPr>
              <a:t> </a:t>
            </a:r>
            <a:r>
              <a:rPr sz="1600" dirty="0">
                <a:latin typeface="Corbel"/>
                <a:cs typeface="Corbel"/>
              </a:rPr>
              <a:t>to</a:t>
            </a:r>
            <a:r>
              <a:rPr sz="1600" spc="210" dirty="0">
                <a:latin typeface="Corbel"/>
                <a:cs typeface="Corbel"/>
              </a:rPr>
              <a:t> </a:t>
            </a:r>
            <a:r>
              <a:rPr sz="1600" dirty="0">
                <a:latin typeface="Corbel"/>
                <a:cs typeface="Corbel"/>
              </a:rPr>
              <a:t>use</a:t>
            </a:r>
            <a:r>
              <a:rPr sz="1600" spc="215" dirty="0">
                <a:latin typeface="Corbel"/>
                <a:cs typeface="Corbel"/>
              </a:rPr>
              <a:t> </a:t>
            </a:r>
            <a:r>
              <a:rPr sz="1600" dirty="0">
                <a:latin typeface="Corbel"/>
                <a:cs typeface="Corbel"/>
              </a:rPr>
              <a:t>the</a:t>
            </a:r>
            <a:r>
              <a:rPr sz="1600" spc="215" dirty="0">
                <a:latin typeface="Corbel"/>
                <a:cs typeface="Corbel"/>
              </a:rPr>
              <a:t> </a:t>
            </a:r>
            <a:r>
              <a:rPr sz="1600" u="sng" dirty="0">
                <a:uFill>
                  <a:solidFill>
                    <a:srgbClr val="000000"/>
                  </a:solidFill>
                </a:uFill>
                <a:latin typeface="Corbel"/>
                <a:cs typeface="Corbel"/>
              </a:rPr>
              <a:t>IMSAFE</a:t>
            </a:r>
            <a:r>
              <a:rPr sz="1600" u="sng" spc="215" dirty="0">
                <a:uFill>
                  <a:solidFill>
                    <a:srgbClr val="000000"/>
                  </a:solidFill>
                </a:uFill>
                <a:latin typeface="Corbel"/>
                <a:cs typeface="Corbel"/>
              </a:rPr>
              <a:t> </a:t>
            </a:r>
            <a:r>
              <a:rPr sz="1600" u="sng" dirty="0">
                <a:uFill>
                  <a:solidFill>
                    <a:srgbClr val="000000"/>
                  </a:solidFill>
                </a:uFill>
                <a:latin typeface="Corbel"/>
                <a:cs typeface="Corbel"/>
              </a:rPr>
              <a:t>checklist</a:t>
            </a:r>
            <a:r>
              <a:rPr sz="1600" u="sng" spc="200" dirty="0">
                <a:uFill>
                  <a:solidFill>
                    <a:srgbClr val="000000"/>
                  </a:solidFill>
                </a:uFill>
                <a:latin typeface="Corbel"/>
                <a:cs typeface="Corbel"/>
              </a:rPr>
              <a:t> </a:t>
            </a:r>
            <a:r>
              <a:rPr sz="1600" u="sng" dirty="0">
                <a:uFill>
                  <a:solidFill>
                    <a:srgbClr val="000000"/>
                  </a:solidFill>
                </a:uFill>
                <a:latin typeface="Corbel"/>
                <a:cs typeface="Corbel"/>
              </a:rPr>
              <a:t>to</a:t>
            </a:r>
            <a:r>
              <a:rPr sz="1600" u="sng" spc="210" dirty="0">
                <a:uFill>
                  <a:solidFill>
                    <a:srgbClr val="000000"/>
                  </a:solidFill>
                </a:uFill>
                <a:latin typeface="Corbel"/>
                <a:cs typeface="Corbel"/>
              </a:rPr>
              <a:t> </a:t>
            </a:r>
            <a:r>
              <a:rPr sz="1600" u="sng" dirty="0">
                <a:uFill>
                  <a:solidFill>
                    <a:srgbClr val="000000"/>
                  </a:solidFill>
                </a:uFill>
                <a:latin typeface="Corbel"/>
                <a:cs typeface="Corbel"/>
              </a:rPr>
              <a:t>determine</a:t>
            </a:r>
            <a:r>
              <a:rPr sz="1600" u="sng" spc="215" dirty="0">
                <a:uFill>
                  <a:solidFill>
                    <a:srgbClr val="000000"/>
                  </a:solidFill>
                </a:uFill>
                <a:latin typeface="Corbel"/>
                <a:cs typeface="Corbel"/>
              </a:rPr>
              <a:t> </a:t>
            </a:r>
            <a:r>
              <a:rPr sz="1600" u="sng" dirty="0">
                <a:uFill>
                  <a:solidFill>
                    <a:srgbClr val="000000"/>
                  </a:solidFill>
                </a:uFill>
                <a:latin typeface="Corbel"/>
                <a:cs typeface="Corbel"/>
              </a:rPr>
              <a:t>physical</a:t>
            </a:r>
            <a:r>
              <a:rPr sz="1600" u="sng" spc="220" dirty="0">
                <a:uFill>
                  <a:solidFill>
                    <a:srgbClr val="000000"/>
                  </a:solidFill>
                </a:uFill>
                <a:latin typeface="Corbel"/>
                <a:cs typeface="Corbel"/>
              </a:rPr>
              <a:t> </a:t>
            </a:r>
            <a:r>
              <a:rPr sz="1600" u="sng" spc="-25" dirty="0">
                <a:uFill>
                  <a:solidFill>
                    <a:srgbClr val="000000"/>
                  </a:solidFill>
                </a:uFill>
                <a:latin typeface="Corbel"/>
                <a:cs typeface="Corbel"/>
              </a:rPr>
              <a:t>and</a:t>
            </a:r>
            <a:r>
              <a:rPr sz="1600" spc="-25" dirty="0">
                <a:latin typeface="Corbel"/>
                <a:cs typeface="Corbel"/>
              </a:rPr>
              <a:t> </a:t>
            </a:r>
            <a:r>
              <a:rPr sz="1600" u="sng" dirty="0">
                <a:uFill>
                  <a:solidFill>
                    <a:srgbClr val="000000"/>
                  </a:solidFill>
                </a:uFill>
                <a:latin typeface="Corbel"/>
                <a:cs typeface="Corbel"/>
              </a:rPr>
              <a:t>mental</a:t>
            </a:r>
            <a:r>
              <a:rPr sz="1600" u="sng" spc="-40" dirty="0">
                <a:uFill>
                  <a:solidFill>
                    <a:srgbClr val="000000"/>
                  </a:solidFill>
                </a:uFill>
                <a:latin typeface="Corbel"/>
                <a:cs typeface="Corbel"/>
              </a:rPr>
              <a:t> </a:t>
            </a:r>
            <a:r>
              <a:rPr sz="1600" b="1" u="sng" dirty="0">
                <a:uFill>
                  <a:solidFill>
                    <a:srgbClr val="000000"/>
                  </a:solidFill>
                </a:uFill>
                <a:latin typeface="Corbel"/>
                <a:cs typeface="Corbel"/>
              </a:rPr>
              <a:t>readiness</a:t>
            </a:r>
            <a:r>
              <a:rPr sz="1600" b="1" u="sng" spc="-45" dirty="0">
                <a:uFill>
                  <a:solidFill>
                    <a:srgbClr val="000000"/>
                  </a:solidFill>
                </a:uFill>
                <a:latin typeface="Corbel"/>
                <a:cs typeface="Corbel"/>
              </a:rPr>
              <a:t> </a:t>
            </a:r>
            <a:r>
              <a:rPr sz="1600" b="1" u="sng" dirty="0">
                <a:uFill>
                  <a:solidFill>
                    <a:srgbClr val="000000"/>
                  </a:solidFill>
                </a:uFill>
                <a:latin typeface="Corbel"/>
                <a:cs typeface="Corbel"/>
              </a:rPr>
              <a:t>for</a:t>
            </a:r>
            <a:r>
              <a:rPr sz="1600" b="1" u="sng" spc="-45" dirty="0">
                <a:uFill>
                  <a:solidFill>
                    <a:srgbClr val="000000"/>
                  </a:solidFill>
                </a:uFill>
                <a:latin typeface="Corbel"/>
                <a:cs typeface="Corbel"/>
              </a:rPr>
              <a:t> </a:t>
            </a:r>
            <a:r>
              <a:rPr sz="1600" b="1" u="sng" spc="-10" dirty="0">
                <a:uFill>
                  <a:solidFill>
                    <a:srgbClr val="000000"/>
                  </a:solidFill>
                </a:uFill>
                <a:latin typeface="Corbel"/>
                <a:cs typeface="Corbel"/>
              </a:rPr>
              <a:t>flying</a:t>
            </a:r>
            <a:r>
              <a:rPr sz="1600" spc="-10" dirty="0">
                <a:latin typeface="Corbel"/>
                <a:cs typeface="Corbel"/>
              </a:rPr>
              <a:t>:</a:t>
            </a:r>
            <a:endParaRPr sz="1600" dirty="0">
              <a:latin typeface="Corbel"/>
              <a:cs typeface="Corbel"/>
            </a:endParaRPr>
          </a:p>
          <a:p>
            <a:pPr marL="756920" lvl="1" indent="-287020" algn="just">
              <a:lnSpc>
                <a:spcPct val="100000"/>
              </a:lnSpc>
              <a:spcBef>
                <a:spcPts val="535"/>
              </a:spcBef>
              <a:buFont typeface="Arial MT"/>
              <a:buChar char="•"/>
              <a:tabLst>
                <a:tab pos="756920" algn="l"/>
              </a:tabLst>
            </a:pPr>
            <a:r>
              <a:rPr sz="1600" b="1" u="sng" dirty="0">
                <a:uFill>
                  <a:solidFill>
                    <a:srgbClr val="000000"/>
                  </a:solidFill>
                </a:uFill>
                <a:latin typeface="Corbel"/>
                <a:cs typeface="Corbel"/>
              </a:rPr>
              <a:t>Illness</a:t>
            </a:r>
            <a:r>
              <a:rPr sz="1600" b="1" spc="-40" dirty="0">
                <a:latin typeface="Corbel"/>
                <a:cs typeface="Corbel"/>
              </a:rPr>
              <a:t> </a:t>
            </a:r>
            <a:r>
              <a:rPr sz="1600" dirty="0">
                <a:latin typeface="Corbel"/>
                <a:cs typeface="Corbel"/>
              </a:rPr>
              <a:t>—</a:t>
            </a:r>
            <a:r>
              <a:rPr sz="1600" spc="-80" dirty="0">
                <a:latin typeface="Corbel"/>
                <a:cs typeface="Corbel"/>
              </a:rPr>
              <a:t> </a:t>
            </a:r>
            <a:r>
              <a:rPr sz="1600" dirty="0">
                <a:latin typeface="Corbel"/>
                <a:cs typeface="Corbel"/>
              </a:rPr>
              <a:t>Am</a:t>
            </a:r>
            <a:r>
              <a:rPr sz="1600" spc="-20" dirty="0">
                <a:latin typeface="Corbel"/>
                <a:cs typeface="Corbel"/>
              </a:rPr>
              <a:t> </a:t>
            </a:r>
            <a:r>
              <a:rPr sz="1600" dirty="0">
                <a:latin typeface="Corbel"/>
                <a:cs typeface="Corbel"/>
              </a:rPr>
              <a:t>I</a:t>
            </a:r>
            <a:r>
              <a:rPr sz="1600" spc="-25" dirty="0">
                <a:latin typeface="Corbel"/>
                <a:cs typeface="Corbel"/>
              </a:rPr>
              <a:t> </a:t>
            </a:r>
            <a:r>
              <a:rPr sz="1600" dirty="0">
                <a:latin typeface="Corbel"/>
                <a:cs typeface="Corbel"/>
              </a:rPr>
              <a:t>sick?</a:t>
            </a:r>
            <a:r>
              <a:rPr sz="1600" spc="-15" dirty="0">
                <a:latin typeface="Corbel"/>
                <a:cs typeface="Corbel"/>
              </a:rPr>
              <a:t> </a:t>
            </a:r>
            <a:r>
              <a:rPr sz="1600" dirty="0">
                <a:latin typeface="Corbel"/>
                <a:cs typeface="Corbel"/>
              </a:rPr>
              <a:t>Illness</a:t>
            </a:r>
            <a:r>
              <a:rPr sz="1600" spc="-15" dirty="0">
                <a:latin typeface="Corbel"/>
                <a:cs typeface="Corbel"/>
              </a:rPr>
              <a:t> </a:t>
            </a:r>
            <a:r>
              <a:rPr sz="1600" dirty="0">
                <a:latin typeface="Corbel"/>
                <a:cs typeface="Corbel"/>
              </a:rPr>
              <a:t>is</a:t>
            </a:r>
            <a:r>
              <a:rPr sz="1600" spc="-15" dirty="0">
                <a:latin typeface="Corbel"/>
                <a:cs typeface="Corbel"/>
              </a:rPr>
              <a:t> </a:t>
            </a:r>
            <a:r>
              <a:rPr sz="1600" dirty="0">
                <a:latin typeface="Corbel"/>
                <a:cs typeface="Corbel"/>
              </a:rPr>
              <a:t>an</a:t>
            </a:r>
            <a:r>
              <a:rPr sz="1600" spc="-15" dirty="0">
                <a:latin typeface="Corbel"/>
                <a:cs typeface="Corbel"/>
              </a:rPr>
              <a:t> </a:t>
            </a:r>
            <a:r>
              <a:rPr sz="1600" dirty="0">
                <a:latin typeface="Corbel"/>
                <a:cs typeface="Corbel"/>
              </a:rPr>
              <a:t>obvious</a:t>
            </a:r>
            <a:r>
              <a:rPr sz="1600" spc="-15" dirty="0">
                <a:latin typeface="Corbel"/>
                <a:cs typeface="Corbel"/>
              </a:rPr>
              <a:t> </a:t>
            </a:r>
            <a:r>
              <a:rPr sz="1600" dirty="0">
                <a:latin typeface="Corbel"/>
                <a:cs typeface="Corbel"/>
              </a:rPr>
              <a:t>pilot</a:t>
            </a:r>
            <a:r>
              <a:rPr sz="1600" spc="-20" dirty="0">
                <a:latin typeface="Corbel"/>
                <a:cs typeface="Corbel"/>
              </a:rPr>
              <a:t> </a:t>
            </a:r>
            <a:r>
              <a:rPr sz="1600" spc="-10" dirty="0">
                <a:latin typeface="Corbel"/>
                <a:cs typeface="Corbel"/>
              </a:rPr>
              <a:t>risk.</a:t>
            </a:r>
            <a:endParaRPr sz="1600" dirty="0">
              <a:latin typeface="Corbel"/>
              <a:cs typeface="Corbel"/>
            </a:endParaRPr>
          </a:p>
          <a:p>
            <a:pPr marL="756920" lvl="1" indent="-287020" algn="just">
              <a:lnSpc>
                <a:spcPct val="100000"/>
              </a:lnSpc>
              <a:spcBef>
                <a:spcPts val="670"/>
              </a:spcBef>
              <a:buFont typeface="Arial MT"/>
              <a:buChar char="•"/>
              <a:tabLst>
                <a:tab pos="756920" algn="l"/>
              </a:tabLst>
            </a:pPr>
            <a:r>
              <a:rPr sz="1600" b="1" u="sng" dirty="0">
                <a:uFill>
                  <a:solidFill>
                    <a:srgbClr val="000000"/>
                  </a:solidFill>
                </a:uFill>
                <a:latin typeface="Corbel"/>
                <a:cs typeface="Corbel"/>
              </a:rPr>
              <a:t>Medication</a:t>
            </a:r>
            <a:r>
              <a:rPr sz="1600" b="1" spc="-50" dirty="0">
                <a:latin typeface="Corbel"/>
                <a:cs typeface="Corbel"/>
              </a:rPr>
              <a:t> </a:t>
            </a:r>
            <a:r>
              <a:rPr sz="1600" dirty="0">
                <a:latin typeface="Corbel"/>
                <a:cs typeface="Corbel"/>
              </a:rPr>
              <a:t>—</a:t>
            </a:r>
            <a:r>
              <a:rPr sz="1600" spc="-80" dirty="0">
                <a:latin typeface="Corbel"/>
                <a:cs typeface="Corbel"/>
              </a:rPr>
              <a:t> </a:t>
            </a:r>
            <a:r>
              <a:rPr sz="1600" dirty="0">
                <a:latin typeface="Corbel"/>
                <a:cs typeface="Corbel"/>
              </a:rPr>
              <a:t>Am</a:t>
            </a:r>
            <a:r>
              <a:rPr sz="1600" spc="-30" dirty="0">
                <a:latin typeface="Corbel"/>
                <a:cs typeface="Corbel"/>
              </a:rPr>
              <a:t> </a:t>
            </a:r>
            <a:r>
              <a:rPr sz="1600" dirty="0">
                <a:latin typeface="Corbel"/>
                <a:cs typeface="Corbel"/>
              </a:rPr>
              <a:t>I</a:t>
            </a:r>
            <a:r>
              <a:rPr sz="1600" spc="-30" dirty="0">
                <a:latin typeface="Corbel"/>
                <a:cs typeface="Corbel"/>
              </a:rPr>
              <a:t> </a:t>
            </a:r>
            <a:r>
              <a:rPr sz="1600" dirty="0">
                <a:latin typeface="Corbel"/>
                <a:cs typeface="Corbel"/>
              </a:rPr>
              <a:t>taking</a:t>
            </a:r>
            <a:r>
              <a:rPr sz="1600" spc="-30" dirty="0">
                <a:latin typeface="Corbel"/>
                <a:cs typeface="Corbel"/>
              </a:rPr>
              <a:t> </a:t>
            </a:r>
            <a:r>
              <a:rPr sz="1600" dirty="0">
                <a:latin typeface="Corbel"/>
                <a:cs typeface="Corbel"/>
              </a:rPr>
              <a:t>any</a:t>
            </a:r>
            <a:r>
              <a:rPr sz="1600" spc="-25" dirty="0">
                <a:latin typeface="Corbel"/>
                <a:cs typeface="Corbel"/>
              </a:rPr>
              <a:t> </a:t>
            </a:r>
            <a:r>
              <a:rPr sz="1600" dirty="0">
                <a:latin typeface="Corbel"/>
                <a:cs typeface="Corbel"/>
              </a:rPr>
              <a:t>medicines</a:t>
            </a:r>
            <a:r>
              <a:rPr sz="1600" spc="-25" dirty="0">
                <a:latin typeface="Corbel"/>
                <a:cs typeface="Corbel"/>
              </a:rPr>
              <a:t> </a:t>
            </a:r>
            <a:r>
              <a:rPr sz="1600" dirty="0">
                <a:latin typeface="Corbel"/>
                <a:cs typeface="Corbel"/>
              </a:rPr>
              <a:t>that</a:t>
            </a:r>
            <a:r>
              <a:rPr sz="1600" spc="-25" dirty="0">
                <a:latin typeface="Corbel"/>
                <a:cs typeface="Corbel"/>
              </a:rPr>
              <a:t> </a:t>
            </a:r>
            <a:r>
              <a:rPr sz="1600" dirty="0">
                <a:latin typeface="Corbel"/>
                <a:cs typeface="Corbel"/>
              </a:rPr>
              <a:t>might</a:t>
            </a:r>
            <a:r>
              <a:rPr sz="1600" spc="-30" dirty="0">
                <a:latin typeface="Corbel"/>
                <a:cs typeface="Corbel"/>
              </a:rPr>
              <a:t> </a:t>
            </a:r>
            <a:r>
              <a:rPr sz="1600" dirty="0">
                <a:latin typeface="Corbel"/>
                <a:cs typeface="Corbel"/>
              </a:rPr>
              <a:t>affect</a:t>
            </a:r>
            <a:r>
              <a:rPr sz="1600" spc="-25" dirty="0">
                <a:latin typeface="Corbel"/>
                <a:cs typeface="Corbel"/>
              </a:rPr>
              <a:t> </a:t>
            </a:r>
            <a:r>
              <a:rPr sz="1600" dirty="0">
                <a:latin typeface="Corbel"/>
                <a:cs typeface="Corbel"/>
              </a:rPr>
              <a:t>my</a:t>
            </a:r>
            <a:r>
              <a:rPr sz="1600" spc="-30" dirty="0">
                <a:latin typeface="Corbel"/>
                <a:cs typeface="Corbel"/>
              </a:rPr>
              <a:t> </a:t>
            </a:r>
            <a:r>
              <a:rPr sz="1600" dirty="0">
                <a:latin typeface="Corbel"/>
                <a:cs typeface="Corbel"/>
              </a:rPr>
              <a:t>judgment</a:t>
            </a:r>
            <a:r>
              <a:rPr sz="1600" spc="-30" dirty="0">
                <a:latin typeface="Corbel"/>
                <a:cs typeface="Corbel"/>
              </a:rPr>
              <a:t> </a:t>
            </a:r>
            <a:r>
              <a:rPr sz="1600" dirty="0">
                <a:latin typeface="Corbel"/>
                <a:cs typeface="Corbel"/>
              </a:rPr>
              <a:t>or</a:t>
            </a:r>
            <a:r>
              <a:rPr sz="1600" spc="-25" dirty="0">
                <a:latin typeface="Corbel"/>
                <a:cs typeface="Corbel"/>
              </a:rPr>
              <a:t> </a:t>
            </a:r>
            <a:r>
              <a:rPr sz="1600" dirty="0">
                <a:latin typeface="Corbel"/>
                <a:cs typeface="Corbel"/>
              </a:rPr>
              <a:t>make</a:t>
            </a:r>
            <a:r>
              <a:rPr sz="1600" spc="-20" dirty="0">
                <a:latin typeface="Corbel"/>
                <a:cs typeface="Corbel"/>
              </a:rPr>
              <a:t> </a:t>
            </a:r>
            <a:r>
              <a:rPr sz="1600" dirty="0">
                <a:latin typeface="Corbel"/>
                <a:cs typeface="Corbel"/>
              </a:rPr>
              <a:t>me</a:t>
            </a:r>
            <a:r>
              <a:rPr sz="1600" spc="-25" dirty="0">
                <a:latin typeface="Corbel"/>
                <a:cs typeface="Corbel"/>
              </a:rPr>
              <a:t> </a:t>
            </a:r>
            <a:r>
              <a:rPr sz="1600" spc="-10" dirty="0">
                <a:latin typeface="Corbel"/>
                <a:cs typeface="Corbel"/>
              </a:rPr>
              <a:t>drowsy?</a:t>
            </a:r>
            <a:endParaRPr sz="1600" dirty="0">
              <a:latin typeface="Corbel"/>
              <a:cs typeface="Corbel"/>
            </a:endParaRPr>
          </a:p>
          <a:p>
            <a:pPr marL="754380" marR="5080" lvl="1" indent="-284480" algn="just">
              <a:lnSpc>
                <a:spcPts val="1900"/>
              </a:lnSpc>
              <a:spcBef>
                <a:spcPts val="660"/>
              </a:spcBef>
              <a:buFont typeface="Arial MT"/>
              <a:buChar char="•"/>
              <a:tabLst>
                <a:tab pos="754380" algn="l"/>
                <a:tab pos="756920" algn="l"/>
              </a:tabLst>
            </a:pPr>
            <a:r>
              <a:rPr sz="1600" u="sng" dirty="0">
                <a:uFill>
                  <a:solidFill>
                    <a:srgbClr val="000000"/>
                  </a:solidFill>
                </a:uFill>
                <a:latin typeface="Corbel"/>
                <a:cs typeface="Corbel"/>
              </a:rPr>
              <a:t>	</a:t>
            </a:r>
            <a:r>
              <a:rPr sz="1600" b="1" u="sng" dirty="0">
                <a:uFill>
                  <a:solidFill>
                    <a:srgbClr val="000000"/>
                  </a:solidFill>
                </a:uFill>
                <a:latin typeface="Corbel"/>
                <a:cs typeface="Corbel"/>
              </a:rPr>
              <a:t>Stress</a:t>
            </a:r>
            <a:r>
              <a:rPr sz="1600" b="1" spc="360" dirty="0">
                <a:latin typeface="Corbel"/>
                <a:cs typeface="Corbel"/>
              </a:rPr>
              <a:t> </a:t>
            </a:r>
            <a:r>
              <a:rPr sz="1600" dirty="0">
                <a:latin typeface="Corbel"/>
                <a:cs typeface="Corbel"/>
              </a:rPr>
              <a:t>—</a:t>
            </a:r>
            <a:r>
              <a:rPr sz="1600" spc="375" dirty="0">
                <a:latin typeface="Corbel"/>
                <a:cs typeface="Corbel"/>
              </a:rPr>
              <a:t> </a:t>
            </a:r>
            <a:r>
              <a:rPr sz="1600" dirty="0">
                <a:latin typeface="Corbel"/>
                <a:cs typeface="Corbel"/>
              </a:rPr>
              <a:t>Am</a:t>
            </a:r>
            <a:r>
              <a:rPr sz="1600" spc="380" dirty="0">
                <a:latin typeface="Corbel"/>
                <a:cs typeface="Corbel"/>
              </a:rPr>
              <a:t> </a:t>
            </a:r>
            <a:r>
              <a:rPr sz="1600" dirty="0">
                <a:latin typeface="Corbel"/>
                <a:cs typeface="Corbel"/>
              </a:rPr>
              <a:t>I</a:t>
            </a:r>
            <a:r>
              <a:rPr sz="1600" spc="380" dirty="0">
                <a:latin typeface="Corbel"/>
                <a:cs typeface="Corbel"/>
              </a:rPr>
              <a:t> </a:t>
            </a:r>
            <a:r>
              <a:rPr sz="1600" dirty="0">
                <a:latin typeface="Corbel"/>
                <a:cs typeface="Corbel"/>
              </a:rPr>
              <a:t>under</a:t>
            </a:r>
            <a:r>
              <a:rPr sz="1600" spc="385" dirty="0">
                <a:latin typeface="Corbel"/>
                <a:cs typeface="Corbel"/>
              </a:rPr>
              <a:t> </a:t>
            </a:r>
            <a:r>
              <a:rPr sz="1600" dirty="0">
                <a:latin typeface="Corbel"/>
                <a:cs typeface="Corbel"/>
              </a:rPr>
              <a:t>psychological</a:t>
            </a:r>
            <a:r>
              <a:rPr sz="1600" spc="390" dirty="0">
                <a:latin typeface="Corbel"/>
                <a:cs typeface="Corbel"/>
              </a:rPr>
              <a:t> </a:t>
            </a:r>
            <a:r>
              <a:rPr sz="1600" dirty="0">
                <a:latin typeface="Corbel"/>
                <a:cs typeface="Corbel"/>
              </a:rPr>
              <a:t>pressure</a:t>
            </a:r>
            <a:r>
              <a:rPr sz="1600" spc="385" dirty="0">
                <a:latin typeface="Corbel"/>
                <a:cs typeface="Corbel"/>
              </a:rPr>
              <a:t> </a:t>
            </a:r>
            <a:r>
              <a:rPr sz="1600" dirty="0">
                <a:latin typeface="Corbel"/>
                <a:cs typeface="Corbel"/>
              </a:rPr>
              <a:t>from</a:t>
            </a:r>
            <a:r>
              <a:rPr sz="1600" spc="380" dirty="0">
                <a:latin typeface="Corbel"/>
                <a:cs typeface="Corbel"/>
              </a:rPr>
              <a:t> </a:t>
            </a:r>
            <a:r>
              <a:rPr sz="1600" dirty="0">
                <a:latin typeface="Corbel"/>
                <a:cs typeface="Corbel"/>
              </a:rPr>
              <a:t>the</a:t>
            </a:r>
            <a:r>
              <a:rPr sz="1600" spc="385" dirty="0">
                <a:latin typeface="Corbel"/>
                <a:cs typeface="Corbel"/>
              </a:rPr>
              <a:t> </a:t>
            </a:r>
            <a:r>
              <a:rPr sz="1600" dirty="0">
                <a:latin typeface="Corbel"/>
                <a:cs typeface="Corbel"/>
              </a:rPr>
              <a:t>job?</a:t>
            </a:r>
            <a:r>
              <a:rPr sz="1600" spc="390" dirty="0">
                <a:latin typeface="Corbel"/>
                <a:cs typeface="Corbel"/>
              </a:rPr>
              <a:t> </a:t>
            </a:r>
            <a:r>
              <a:rPr sz="1600" dirty="0">
                <a:latin typeface="Corbel"/>
                <a:cs typeface="Corbel"/>
              </a:rPr>
              <a:t>health,</a:t>
            </a:r>
            <a:r>
              <a:rPr sz="1600" spc="385" dirty="0">
                <a:latin typeface="Corbel"/>
                <a:cs typeface="Corbel"/>
              </a:rPr>
              <a:t> </a:t>
            </a:r>
            <a:r>
              <a:rPr sz="1600" dirty="0">
                <a:latin typeface="Corbel"/>
                <a:cs typeface="Corbel"/>
              </a:rPr>
              <a:t>or</a:t>
            </a:r>
            <a:r>
              <a:rPr sz="1600" spc="385" dirty="0">
                <a:latin typeface="Corbel"/>
                <a:cs typeface="Corbel"/>
              </a:rPr>
              <a:t> </a:t>
            </a:r>
            <a:r>
              <a:rPr sz="1600" dirty="0">
                <a:latin typeface="Corbel"/>
                <a:cs typeface="Corbel"/>
              </a:rPr>
              <a:t>family</a:t>
            </a:r>
            <a:r>
              <a:rPr sz="1600" spc="380" dirty="0">
                <a:latin typeface="Corbel"/>
                <a:cs typeface="Corbel"/>
              </a:rPr>
              <a:t> </a:t>
            </a:r>
            <a:r>
              <a:rPr sz="1600" dirty="0">
                <a:latin typeface="Corbel"/>
                <a:cs typeface="Corbel"/>
              </a:rPr>
              <a:t>problems?</a:t>
            </a:r>
            <a:r>
              <a:rPr sz="1600" spc="390" dirty="0">
                <a:latin typeface="Corbel"/>
                <a:cs typeface="Corbel"/>
              </a:rPr>
              <a:t> </a:t>
            </a:r>
            <a:r>
              <a:rPr sz="1600" dirty="0">
                <a:latin typeface="Corbel"/>
                <a:cs typeface="Corbel"/>
              </a:rPr>
              <a:t>Stress</a:t>
            </a:r>
            <a:r>
              <a:rPr sz="1600" spc="385" dirty="0">
                <a:latin typeface="Corbel"/>
                <a:cs typeface="Corbel"/>
              </a:rPr>
              <a:t> </a:t>
            </a:r>
            <a:r>
              <a:rPr sz="1600" spc="-10" dirty="0">
                <a:latin typeface="Corbel"/>
                <a:cs typeface="Corbel"/>
              </a:rPr>
              <a:t>causes </a:t>
            </a:r>
            <a:r>
              <a:rPr sz="1600" dirty="0">
                <a:latin typeface="Corbel"/>
                <a:cs typeface="Corbel"/>
              </a:rPr>
              <a:t>concentration</a:t>
            </a:r>
            <a:r>
              <a:rPr sz="1600" spc="95" dirty="0">
                <a:latin typeface="Corbel"/>
                <a:cs typeface="Corbel"/>
              </a:rPr>
              <a:t>  </a:t>
            </a:r>
            <a:r>
              <a:rPr sz="1600" dirty="0">
                <a:latin typeface="Corbel"/>
                <a:cs typeface="Corbel"/>
              </a:rPr>
              <a:t>and</a:t>
            </a:r>
            <a:r>
              <a:rPr sz="1600" spc="95" dirty="0">
                <a:latin typeface="Corbel"/>
                <a:cs typeface="Corbel"/>
              </a:rPr>
              <a:t>  </a:t>
            </a:r>
            <a:r>
              <a:rPr sz="1600" dirty="0">
                <a:latin typeface="Corbel"/>
                <a:cs typeface="Corbel"/>
              </a:rPr>
              <a:t>performance</a:t>
            </a:r>
            <a:r>
              <a:rPr sz="1600" spc="100" dirty="0">
                <a:latin typeface="Corbel"/>
                <a:cs typeface="Corbel"/>
              </a:rPr>
              <a:t>  </a:t>
            </a:r>
            <a:r>
              <a:rPr sz="1600" dirty="0">
                <a:latin typeface="Corbel"/>
                <a:cs typeface="Corbel"/>
              </a:rPr>
              <a:t>problems.</a:t>
            </a:r>
            <a:r>
              <a:rPr sz="1600" spc="95" dirty="0">
                <a:latin typeface="Corbel"/>
                <a:cs typeface="Corbel"/>
              </a:rPr>
              <a:t>  </a:t>
            </a:r>
            <a:r>
              <a:rPr sz="1600" dirty="0">
                <a:latin typeface="Corbel"/>
                <a:cs typeface="Corbel"/>
              </a:rPr>
              <a:t>While</a:t>
            </a:r>
            <a:r>
              <a:rPr sz="1600" spc="95" dirty="0">
                <a:latin typeface="Corbel"/>
                <a:cs typeface="Corbel"/>
              </a:rPr>
              <a:t>  </a:t>
            </a:r>
            <a:r>
              <a:rPr sz="1600" dirty="0">
                <a:latin typeface="Corbel"/>
                <a:cs typeface="Corbel"/>
              </a:rPr>
              <a:t>the</a:t>
            </a:r>
            <a:r>
              <a:rPr sz="1600" spc="95" dirty="0">
                <a:latin typeface="Corbel"/>
                <a:cs typeface="Corbel"/>
              </a:rPr>
              <a:t>  </a:t>
            </a:r>
            <a:r>
              <a:rPr sz="1600" dirty="0">
                <a:latin typeface="Corbel"/>
                <a:cs typeface="Corbel"/>
              </a:rPr>
              <a:t>regulations</a:t>
            </a:r>
            <a:r>
              <a:rPr sz="1600" spc="100" dirty="0">
                <a:latin typeface="Corbel"/>
                <a:cs typeface="Corbel"/>
              </a:rPr>
              <a:t>  </a:t>
            </a:r>
            <a:r>
              <a:rPr sz="1600" dirty="0">
                <a:latin typeface="Corbel"/>
                <a:cs typeface="Corbel"/>
              </a:rPr>
              <a:t>list</a:t>
            </a:r>
            <a:r>
              <a:rPr sz="1600" spc="90" dirty="0">
                <a:latin typeface="Corbel"/>
                <a:cs typeface="Corbel"/>
              </a:rPr>
              <a:t>  </a:t>
            </a:r>
            <a:r>
              <a:rPr sz="1600" dirty="0">
                <a:latin typeface="Corbel"/>
                <a:cs typeface="Corbel"/>
              </a:rPr>
              <a:t>medical</a:t>
            </a:r>
            <a:r>
              <a:rPr sz="1600" spc="95" dirty="0">
                <a:latin typeface="Corbel"/>
                <a:cs typeface="Corbel"/>
              </a:rPr>
              <a:t>  </a:t>
            </a:r>
            <a:r>
              <a:rPr sz="1600" dirty="0">
                <a:latin typeface="Corbel"/>
                <a:cs typeface="Corbel"/>
              </a:rPr>
              <a:t>conditions</a:t>
            </a:r>
            <a:r>
              <a:rPr sz="1600" spc="95" dirty="0">
                <a:latin typeface="Corbel"/>
                <a:cs typeface="Corbel"/>
              </a:rPr>
              <a:t>  </a:t>
            </a:r>
            <a:r>
              <a:rPr sz="1600" dirty="0">
                <a:latin typeface="Corbel"/>
                <a:cs typeface="Corbel"/>
              </a:rPr>
              <a:t>that</a:t>
            </a:r>
            <a:r>
              <a:rPr sz="1600" spc="90" dirty="0">
                <a:latin typeface="Corbel"/>
                <a:cs typeface="Corbel"/>
              </a:rPr>
              <a:t>  </a:t>
            </a:r>
            <a:r>
              <a:rPr sz="1600" spc="-10" dirty="0">
                <a:latin typeface="Corbel"/>
                <a:cs typeface="Corbel"/>
              </a:rPr>
              <a:t>require </a:t>
            </a:r>
            <a:r>
              <a:rPr sz="1600" dirty="0">
                <a:latin typeface="Corbel"/>
                <a:cs typeface="Corbel"/>
              </a:rPr>
              <a:t>grounding,</a:t>
            </a:r>
            <a:r>
              <a:rPr sz="1600" spc="-45" dirty="0">
                <a:latin typeface="Corbel"/>
                <a:cs typeface="Corbel"/>
              </a:rPr>
              <a:t> </a:t>
            </a:r>
            <a:r>
              <a:rPr sz="1600" dirty="0">
                <a:latin typeface="Corbel"/>
                <a:cs typeface="Corbel"/>
              </a:rPr>
              <a:t>stress</a:t>
            </a:r>
            <a:r>
              <a:rPr sz="1600" spc="-25" dirty="0">
                <a:latin typeface="Corbel"/>
                <a:cs typeface="Corbel"/>
              </a:rPr>
              <a:t> </a:t>
            </a:r>
            <a:r>
              <a:rPr sz="1600" dirty="0">
                <a:latin typeface="Corbel"/>
                <a:cs typeface="Corbel"/>
              </a:rPr>
              <a:t>is</a:t>
            </a:r>
            <a:r>
              <a:rPr sz="1600" spc="-20" dirty="0">
                <a:latin typeface="Corbel"/>
                <a:cs typeface="Corbel"/>
              </a:rPr>
              <a:t> </a:t>
            </a:r>
            <a:r>
              <a:rPr sz="1600" dirty="0">
                <a:latin typeface="Corbel"/>
                <a:cs typeface="Corbel"/>
              </a:rPr>
              <a:t>not</a:t>
            </a:r>
            <a:r>
              <a:rPr sz="1600" spc="-35" dirty="0">
                <a:latin typeface="Corbel"/>
                <a:cs typeface="Corbel"/>
              </a:rPr>
              <a:t> </a:t>
            </a:r>
            <a:r>
              <a:rPr sz="1600" dirty="0">
                <a:latin typeface="Corbel"/>
                <a:cs typeface="Corbel"/>
              </a:rPr>
              <a:t>among</a:t>
            </a:r>
            <a:r>
              <a:rPr sz="1600" spc="-20" dirty="0">
                <a:latin typeface="Corbel"/>
                <a:cs typeface="Corbel"/>
              </a:rPr>
              <a:t> </a:t>
            </a:r>
            <a:r>
              <a:rPr sz="1600" spc="-10" dirty="0">
                <a:latin typeface="Corbel"/>
                <a:cs typeface="Corbel"/>
              </a:rPr>
              <a:t>them.</a:t>
            </a:r>
            <a:r>
              <a:rPr sz="1600" spc="-105"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pilot</a:t>
            </a:r>
            <a:r>
              <a:rPr sz="1600" spc="-25" dirty="0">
                <a:latin typeface="Corbel"/>
                <a:cs typeface="Corbel"/>
              </a:rPr>
              <a:t> </a:t>
            </a:r>
            <a:r>
              <a:rPr sz="1600" dirty="0">
                <a:latin typeface="Corbel"/>
                <a:cs typeface="Corbel"/>
              </a:rPr>
              <a:t>should</a:t>
            </a:r>
            <a:r>
              <a:rPr sz="1600" spc="-20" dirty="0">
                <a:latin typeface="Corbel"/>
                <a:cs typeface="Corbel"/>
              </a:rPr>
              <a:t> </a:t>
            </a:r>
            <a:r>
              <a:rPr sz="1600" dirty="0">
                <a:latin typeface="Corbel"/>
                <a:cs typeface="Corbel"/>
              </a:rPr>
              <a:t>consider</a:t>
            </a:r>
            <a:r>
              <a:rPr sz="1600" spc="-30" dirty="0">
                <a:latin typeface="Corbel"/>
                <a:cs typeface="Corbel"/>
              </a:rPr>
              <a:t> </a:t>
            </a:r>
            <a:r>
              <a:rPr sz="1600" dirty="0">
                <a:latin typeface="Corbel"/>
                <a:cs typeface="Corbel"/>
              </a:rPr>
              <a:t>the</a:t>
            </a:r>
            <a:r>
              <a:rPr sz="1600" spc="-20" dirty="0">
                <a:latin typeface="Corbel"/>
                <a:cs typeface="Corbel"/>
              </a:rPr>
              <a:t> </a:t>
            </a:r>
            <a:r>
              <a:rPr sz="1600" dirty="0">
                <a:latin typeface="Corbel"/>
                <a:cs typeface="Corbel"/>
              </a:rPr>
              <a:t>effects</a:t>
            </a:r>
            <a:r>
              <a:rPr sz="1600" spc="-20" dirty="0">
                <a:latin typeface="Corbel"/>
                <a:cs typeface="Corbel"/>
              </a:rPr>
              <a:t> </a:t>
            </a:r>
            <a:r>
              <a:rPr sz="1600" dirty="0">
                <a:latin typeface="Corbel"/>
                <a:cs typeface="Corbel"/>
              </a:rPr>
              <a:t>of</a:t>
            </a:r>
            <a:r>
              <a:rPr sz="1600" spc="-25" dirty="0">
                <a:latin typeface="Corbel"/>
                <a:cs typeface="Corbel"/>
              </a:rPr>
              <a:t> </a:t>
            </a:r>
            <a:r>
              <a:rPr sz="1600" dirty="0">
                <a:latin typeface="Corbel"/>
                <a:cs typeface="Corbel"/>
              </a:rPr>
              <a:t>stress</a:t>
            </a:r>
            <a:r>
              <a:rPr sz="1600" spc="-20" dirty="0">
                <a:latin typeface="Corbel"/>
                <a:cs typeface="Corbel"/>
              </a:rPr>
              <a:t> </a:t>
            </a:r>
            <a:r>
              <a:rPr sz="1600" dirty="0">
                <a:latin typeface="Corbel"/>
                <a:cs typeface="Corbel"/>
              </a:rPr>
              <a:t>on</a:t>
            </a:r>
            <a:r>
              <a:rPr sz="1600" spc="-20" dirty="0">
                <a:latin typeface="Corbel"/>
                <a:cs typeface="Corbel"/>
              </a:rPr>
              <a:t> </a:t>
            </a:r>
            <a:r>
              <a:rPr sz="1600" spc="-10" dirty="0">
                <a:latin typeface="Corbel"/>
                <a:cs typeface="Corbel"/>
              </a:rPr>
              <a:t>performance.</a:t>
            </a:r>
            <a:endParaRPr sz="1600" dirty="0">
              <a:latin typeface="Corbel"/>
              <a:cs typeface="Corbel"/>
            </a:endParaRPr>
          </a:p>
          <a:p>
            <a:pPr marL="754380" marR="5080" lvl="1" indent="-284480" algn="just">
              <a:lnSpc>
                <a:spcPct val="101299"/>
              </a:lnSpc>
              <a:spcBef>
                <a:spcPts val="505"/>
              </a:spcBef>
              <a:buFont typeface="Arial MT"/>
              <a:buChar char="•"/>
              <a:tabLst>
                <a:tab pos="754380" algn="l"/>
                <a:tab pos="756920" algn="l"/>
              </a:tabLst>
            </a:pPr>
            <a:r>
              <a:rPr sz="1600" u="sng" dirty="0">
                <a:uFill>
                  <a:solidFill>
                    <a:srgbClr val="000000"/>
                  </a:solidFill>
                </a:uFill>
                <a:latin typeface="Corbel"/>
                <a:cs typeface="Corbel"/>
              </a:rPr>
              <a:t>	</a:t>
            </a:r>
            <a:r>
              <a:rPr sz="1600" b="1" u="sng" dirty="0">
                <a:uFill>
                  <a:solidFill>
                    <a:srgbClr val="000000"/>
                  </a:solidFill>
                </a:uFill>
                <a:latin typeface="Corbel"/>
                <a:cs typeface="Corbel"/>
              </a:rPr>
              <a:t>Alcohol</a:t>
            </a:r>
            <a:r>
              <a:rPr sz="1600" b="1" spc="35" dirty="0">
                <a:latin typeface="Corbel"/>
                <a:cs typeface="Corbel"/>
              </a:rPr>
              <a:t> </a:t>
            </a:r>
            <a:r>
              <a:rPr sz="1600" dirty="0">
                <a:latin typeface="Corbel"/>
                <a:cs typeface="Corbel"/>
              </a:rPr>
              <a:t>—</a:t>
            </a:r>
            <a:r>
              <a:rPr sz="1600" spc="45" dirty="0">
                <a:latin typeface="Corbel"/>
                <a:cs typeface="Corbel"/>
              </a:rPr>
              <a:t> </a:t>
            </a:r>
            <a:r>
              <a:rPr sz="1600" dirty="0">
                <a:latin typeface="Corbel"/>
                <a:cs typeface="Corbel"/>
              </a:rPr>
              <a:t>Have</a:t>
            </a:r>
            <a:r>
              <a:rPr sz="1600" spc="50" dirty="0">
                <a:latin typeface="Corbel"/>
                <a:cs typeface="Corbel"/>
              </a:rPr>
              <a:t> </a:t>
            </a:r>
            <a:r>
              <a:rPr sz="1600" dirty="0">
                <a:latin typeface="Corbel"/>
                <a:cs typeface="Corbel"/>
              </a:rPr>
              <a:t>I</a:t>
            </a:r>
            <a:r>
              <a:rPr sz="1600" spc="45" dirty="0">
                <a:latin typeface="Corbel"/>
                <a:cs typeface="Corbel"/>
              </a:rPr>
              <a:t> </a:t>
            </a:r>
            <a:r>
              <a:rPr sz="1600" dirty="0">
                <a:latin typeface="Corbel"/>
                <a:cs typeface="Corbel"/>
              </a:rPr>
              <a:t>been</a:t>
            </a:r>
            <a:r>
              <a:rPr sz="1600" spc="55" dirty="0">
                <a:latin typeface="Corbel"/>
                <a:cs typeface="Corbel"/>
              </a:rPr>
              <a:t> </a:t>
            </a:r>
            <a:r>
              <a:rPr sz="1600" dirty="0">
                <a:latin typeface="Corbel"/>
                <a:cs typeface="Corbel"/>
              </a:rPr>
              <a:t>drinking</a:t>
            </a:r>
            <a:r>
              <a:rPr sz="1600" spc="50" dirty="0">
                <a:latin typeface="Corbel"/>
                <a:cs typeface="Corbel"/>
              </a:rPr>
              <a:t> </a:t>
            </a:r>
            <a:r>
              <a:rPr sz="1600" dirty="0">
                <a:latin typeface="Corbel"/>
                <a:cs typeface="Corbel"/>
              </a:rPr>
              <a:t>within</a:t>
            </a:r>
            <a:r>
              <a:rPr sz="1600" spc="55" dirty="0">
                <a:latin typeface="Corbel"/>
                <a:cs typeface="Corbel"/>
              </a:rPr>
              <a:t> </a:t>
            </a:r>
            <a:r>
              <a:rPr sz="1600" dirty="0">
                <a:latin typeface="Corbel"/>
                <a:cs typeface="Corbel"/>
              </a:rPr>
              <a:t>8</a:t>
            </a:r>
            <a:r>
              <a:rPr sz="1600" spc="50" dirty="0">
                <a:latin typeface="Corbel"/>
                <a:cs typeface="Corbel"/>
              </a:rPr>
              <a:t> </a:t>
            </a:r>
            <a:r>
              <a:rPr sz="1600" dirty="0">
                <a:latin typeface="Corbel"/>
                <a:cs typeface="Corbel"/>
              </a:rPr>
              <a:t>hours?</a:t>
            </a:r>
            <a:r>
              <a:rPr sz="1600" spc="55" dirty="0">
                <a:latin typeface="Corbel"/>
                <a:cs typeface="Corbel"/>
              </a:rPr>
              <a:t> </a:t>
            </a:r>
            <a:r>
              <a:rPr sz="1600" dirty="0">
                <a:latin typeface="Corbel"/>
                <a:cs typeface="Corbel"/>
              </a:rPr>
              <a:t>Within</a:t>
            </a:r>
            <a:r>
              <a:rPr sz="1600" spc="55" dirty="0">
                <a:latin typeface="Corbel"/>
                <a:cs typeface="Corbel"/>
              </a:rPr>
              <a:t> </a:t>
            </a:r>
            <a:r>
              <a:rPr sz="1600" dirty="0">
                <a:latin typeface="Corbel"/>
                <a:cs typeface="Corbel"/>
              </a:rPr>
              <a:t>24</a:t>
            </a:r>
            <a:r>
              <a:rPr sz="1600" spc="45" dirty="0">
                <a:latin typeface="Corbel"/>
                <a:cs typeface="Corbel"/>
              </a:rPr>
              <a:t> </a:t>
            </a:r>
            <a:r>
              <a:rPr sz="1600" dirty="0">
                <a:latin typeface="Corbel"/>
                <a:cs typeface="Corbel"/>
              </a:rPr>
              <a:t>hours?</a:t>
            </a:r>
            <a:r>
              <a:rPr sz="1600" spc="55" dirty="0">
                <a:latin typeface="Corbel"/>
                <a:cs typeface="Corbel"/>
              </a:rPr>
              <a:t> </a:t>
            </a:r>
            <a:r>
              <a:rPr sz="1600" dirty="0">
                <a:latin typeface="Corbel"/>
                <a:cs typeface="Corbel"/>
              </a:rPr>
              <a:t>As</a:t>
            </a:r>
            <a:r>
              <a:rPr sz="1600" spc="50" dirty="0">
                <a:latin typeface="Corbel"/>
                <a:cs typeface="Corbel"/>
              </a:rPr>
              <a:t> </a:t>
            </a:r>
            <a:r>
              <a:rPr sz="1600" dirty="0">
                <a:latin typeface="Corbel"/>
                <a:cs typeface="Corbel"/>
              </a:rPr>
              <a:t>little</a:t>
            </a:r>
            <a:r>
              <a:rPr sz="1600" spc="55" dirty="0">
                <a:latin typeface="Corbel"/>
                <a:cs typeface="Corbel"/>
              </a:rPr>
              <a:t> </a:t>
            </a:r>
            <a:r>
              <a:rPr sz="1600" dirty="0">
                <a:latin typeface="Corbel"/>
                <a:cs typeface="Corbel"/>
              </a:rPr>
              <a:t>as</a:t>
            </a:r>
            <a:r>
              <a:rPr sz="1600" spc="55" dirty="0">
                <a:latin typeface="Corbel"/>
                <a:cs typeface="Corbel"/>
              </a:rPr>
              <a:t> </a:t>
            </a:r>
            <a:r>
              <a:rPr sz="1600" dirty="0">
                <a:latin typeface="Corbel"/>
                <a:cs typeface="Corbel"/>
              </a:rPr>
              <a:t>one</a:t>
            </a:r>
            <a:r>
              <a:rPr sz="1600" spc="55" dirty="0">
                <a:latin typeface="Corbel"/>
                <a:cs typeface="Corbel"/>
              </a:rPr>
              <a:t> </a:t>
            </a:r>
            <a:r>
              <a:rPr sz="1600" dirty="0">
                <a:latin typeface="Corbel"/>
                <a:cs typeface="Corbel"/>
              </a:rPr>
              <a:t>ounce</a:t>
            </a:r>
            <a:r>
              <a:rPr sz="1600" spc="55" dirty="0">
                <a:latin typeface="Corbel"/>
                <a:cs typeface="Corbel"/>
              </a:rPr>
              <a:t> </a:t>
            </a:r>
            <a:r>
              <a:rPr sz="1600" dirty="0">
                <a:latin typeface="Corbel"/>
                <a:cs typeface="Corbel"/>
              </a:rPr>
              <a:t>of</a:t>
            </a:r>
            <a:r>
              <a:rPr sz="1600" spc="50" dirty="0">
                <a:latin typeface="Corbel"/>
                <a:cs typeface="Corbel"/>
              </a:rPr>
              <a:t> </a:t>
            </a:r>
            <a:r>
              <a:rPr sz="1600" dirty="0">
                <a:latin typeface="Corbel"/>
                <a:cs typeface="Corbel"/>
              </a:rPr>
              <a:t>liquor,</a:t>
            </a:r>
            <a:r>
              <a:rPr sz="1600" spc="55" dirty="0">
                <a:latin typeface="Corbel"/>
                <a:cs typeface="Corbel"/>
              </a:rPr>
              <a:t> </a:t>
            </a:r>
            <a:r>
              <a:rPr sz="1600" dirty="0">
                <a:latin typeface="Corbel"/>
                <a:cs typeface="Corbel"/>
              </a:rPr>
              <a:t>one</a:t>
            </a:r>
            <a:r>
              <a:rPr sz="1600" spc="55" dirty="0">
                <a:latin typeface="Corbel"/>
                <a:cs typeface="Corbel"/>
              </a:rPr>
              <a:t> </a:t>
            </a:r>
            <a:r>
              <a:rPr sz="1600" spc="-10" dirty="0">
                <a:latin typeface="Corbel"/>
                <a:cs typeface="Corbel"/>
              </a:rPr>
              <a:t>bottle </a:t>
            </a:r>
            <a:r>
              <a:rPr sz="1600" dirty="0">
                <a:latin typeface="Corbel"/>
                <a:cs typeface="Corbel"/>
              </a:rPr>
              <a:t>of</a:t>
            </a:r>
            <a:r>
              <a:rPr sz="1600" spc="250" dirty="0">
                <a:latin typeface="Corbel"/>
                <a:cs typeface="Corbel"/>
              </a:rPr>
              <a:t> </a:t>
            </a:r>
            <a:r>
              <a:rPr sz="1600" dirty="0">
                <a:latin typeface="Corbel"/>
                <a:cs typeface="Corbel"/>
              </a:rPr>
              <a:t>beer,</a:t>
            </a:r>
            <a:r>
              <a:rPr sz="1600" spc="250" dirty="0">
                <a:latin typeface="Corbel"/>
                <a:cs typeface="Corbel"/>
              </a:rPr>
              <a:t> </a:t>
            </a:r>
            <a:r>
              <a:rPr sz="1600" dirty="0">
                <a:latin typeface="Corbel"/>
                <a:cs typeface="Corbel"/>
              </a:rPr>
              <a:t>or</a:t>
            </a:r>
            <a:r>
              <a:rPr sz="1600" spc="245" dirty="0">
                <a:latin typeface="Corbel"/>
                <a:cs typeface="Corbel"/>
              </a:rPr>
              <a:t> </a:t>
            </a:r>
            <a:r>
              <a:rPr sz="1600" dirty="0">
                <a:latin typeface="Corbel"/>
                <a:cs typeface="Corbel"/>
              </a:rPr>
              <a:t>four</a:t>
            </a:r>
            <a:r>
              <a:rPr sz="1600" spc="250" dirty="0">
                <a:latin typeface="Corbel"/>
                <a:cs typeface="Corbel"/>
              </a:rPr>
              <a:t> </a:t>
            </a:r>
            <a:r>
              <a:rPr sz="1600" dirty="0">
                <a:latin typeface="Corbel"/>
                <a:cs typeface="Corbel"/>
              </a:rPr>
              <a:t>ounces</a:t>
            </a:r>
            <a:r>
              <a:rPr sz="1600" spc="254" dirty="0">
                <a:latin typeface="Corbel"/>
                <a:cs typeface="Corbel"/>
              </a:rPr>
              <a:t> </a:t>
            </a:r>
            <a:r>
              <a:rPr sz="1600" dirty="0">
                <a:latin typeface="Corbel"/>
                <a:cs typeface="Corbel"/>
              </a:rPr>
              <a:t>of</a:t>
            </a:r>
            <a:r>
              <a:rPr sz="1600" spc="250" dirty="0">
                <a:latin typeface="Corbel"/>
                <a:cs typeface="Corbel"/>
              </a:rPr>
              <a:t> </a:t>
            </a:r>
            <a:r>
              <a:rPr sz="1600" dirty="0">
                <a:latin typeface="Corbel"/>
                <a:cs typeface="Corbel"/>
              </a:rPr>
              <a:t>wine</a:t>
            </a:r>
            <a:r>
              <a:rPr sz="1600" spc="250" dirty="0">
                <a:latin typeface="Corbel"/>
                <a:cs typeface="Corbel"/>
              </a:rPr>
              <a:t> </a:t>
            </a:r>
            <a:r>
              <a:rPr sz="1600" dirty="0">
                <a:latin typeface="Corbel"/>
                <a:cs typeface="Corbel"/>
              </a:rPr>
              <a:t>can</a:t>
            </a:r>
            <a:r>
              <a:rPr sz="1600" spc="250" dirty="0">
                <a:latin typeface="Corbel"/>
                <a:cs typeface="Corbel"/>
              </a:rPr>
              <a:t> </a:t>
            </a:r>
            <a:r>
              <a:rPr sz="1600" dirty="0">
                <a:latin typeface="Corbel"/>
                <a:cs typeface="Corbel"/>
              </a:rPr>
              <a:t>impair</a:t>
            </a:r>
            <a:r>
              <a:rPr sz="1600" spc="250" dirty="0">
                <a:latin typeface="Corbel"/>
                <a:cs typeface="Corbel"/>
              </a:rPr>
              <a:t> </a:t>
            </a:r>
            <a:r>
              <a:rPr sz="1600" dirty="0">
                <a:latin typeface="Corbel"/>
                <a:cs typeface="Corbel"/>
              </a:rPr>
              <a:t>flying</a:t>
            </a:r>
            <a:r>
              <a:rPr sz="1600" spc="250" dirty="0">
                <a:latin typeface="Corbel"/>
                <a:cs typeface="Corbel"/>
              </a:rPr>
              <a:t> </a:t>
            </a:r>
            <a:r>
              <a:rPr sz="1600" dirty="0">
                <a:latin typeface="Corbel"/>
                <a:cs typeface="Corbel"/>
              </a:rPr>
              <a:t>skills.</a:t>
            </a:r>
            <a:r>
              <a:rPr sz="1600" spc="250" dirty="0">
                <a:latin typeface="Corbel"/>
                <a:cs typeface="Corbel"/>
              </a:rPr>
              <a:t> </a:t>
            </a:r>
            <a:r>
              <a:rPr sz="1600" dirty="0">
                <a:latin typeface="Corbel"/>
                <a:cs typeface="Corbel"/>
              </a:rPr>
              <a:t>Alcohol</a:t>
            </a:r>
            <a:r>
              <a:rPr sz="1600" spc="250" dirty="0">
                <a:latin typeface="Corbel"/>
                <a:cs typeface="Corbel"/>
              </a:rPr>
              <a:t> </a:t>
            </a:r>
            <a:r>
              <a:rPr sz="1600" dirty="0">
                <a:latin typeface="Corbel"/>
                <a:cs typeface="Corbel"/>
              </a:rPr>
              <a:t>also</a:t>
            </a:r>
            <a:r>
              <a:rPr sz="1600" spc="245" dirty="0">
                <a:latin typeface="Corbel"/>
                <a:cs typeface="Corbel"/>
              </a:rPr>
              <a:t> </a:t>
            </a:r>
            <a:r>
              <a:rPr sz="1600" dirty="0">
                <a:latin typeface="Corbel"/>
                <a:cs typeface="Corbel"/>
              </a:rPr>
              <a:t>renders</a:t>
            </a:r>
            <a:r>
              <a:rPr sz="1600" spc="254" dirty="0">
                <a:latin typeface="Corbel"/>
                <a:cs typeface="Corbel"/>
              </a:rPr>
              <a:t> </a:t>
            </a:r>
            <a:r>
              <a:rPr sz="1600" dirty="0">
                <a:latin typeface="Corbel"/>
                <a:cs typeface="Corbel"/>
              </a:rPr>
              <a:t>a</a:t>
            </a:r>
            <a:r>
              <a:rPr sz="1600" spc="250" dirty="0">
                <a:latin typeface="Corbel"/>
                <a:cs typeface="Corbel"/>
              </a:rPr>
              <a:t> </a:t>
            </a:r>
            <a:r>
              <a:rPr sz="1600" dirty="0">
                <a:latin typeface="Corbel"/>
                <a:cs typeface="Corbel"/>
              </a:rPr>
              <a:t>pilot</a:t>
            </a:r>
            <a:r>
              <a:rPr sz="1600" spc="240" dirty="0">
                <a:latin typeface="Corbel"/>
                <a:cs typeface="Corbel"/>
              </a:rPr>
              <a:t> </a:t>
            </a:r>
            <a:r>
              <a:rPr sz="1600" dirty="0">
                <a:latin typeface="Corbel"/>
                <a:cs typeface="Corbel"/>
              </a:rPr>
              <a:t>more</a:t>
            </a:r>
            <a:r>
              <a:rPr sz="1600" spc="250" dirty="0">
                <a:latin typeface="Corbel"/>
                <a:cs typeface="Corbel"/>
              </a:rPr>
              <a:t> </a:t>
            </a:r>
            <a:r>
              <a:rPr sz="1600" dirty="0">
                <a:latin typeface="Corbel"/>
                <a:cs typeface="Corbel"/>
              </a:rPr>
              <a:t>susceptible</a:t>
            </a:r>
            <a:r>
              <a:rPr sz="1600" spc="254" dirty="0">
                <a:latin typeface="Corbel"/>
                <a:cs typeface="Corbel"/>
              </a:rPr>
              <a:t> </a:t>
            </a:r>
            <a:r>
              <a:rPr sz="1600" spc="-25" dirty="0">
                <a:latin typeface="Corbel"/>
                <a:cs typeface="Corbel"/>
              </a:rPr>
              <a:t>to </a:t>
            </a:r>
            <a:r>
              <a:rPr sz="1600" dirty="0">
                <a:latin typeface="Corbel"/>
                <a:cs typeface="Corbel"/>
              </a:rPr>
              <a:t>disorientation</a:t>
            </a:r>
            <a:r>
              <a:rPr sz="1600" spc="-45" dirty="0">
                <a:latin typeface="Corbel"/>
                <a:cs typeface="Corbel"/>
              </a:rPr>
              <a:t> </a:t>
            </a:r>
            <a:r>
              <a:rPr sz="1600" dirty="0">
                <a:latin typeface="Corbel"/>
                <a:cs typeface="Corbel"/>
              </a:rPr>
              <a:t>and</a:t>
            </a:r>
            <a:r>
              <a:rPr sz="1600" spc="-40" dirty="0">
                <a:latin typeface="Corbel"/>
                <a:cs typeface="Corbel"/>
              </a:rPr>
              <a:t> </a:t>
            </a:r>
            <a:r>
              <a:rPr sz="1600" spc="-10" dirty="0">
                <a:latin typeface="Corbel"/>
                <a:cs typeface="Corbel"/>
              </a:rPr>
              <a:t>hypoxia.</a:t>
            </a:r>
            <a:endParaRPr sz="1600" dirty="0">
              <a:latin typeface="Corbel"/>
              <a:cs typeface="Corbel"/>
            </a:endParaRPr>
          </a:p>
          <a:p>
            <a:pPr marL="754380" marR="5080" lvl="1" indent="-284480" algn="just">
              <a:lnSpc>
                <a:spcPts val="1900"/>
              </a:lnSpc>
              <a:spcBef>
                <a:spcPts val="655"/>
              </a:spcBef>
              <a:buFont typeface="Arial MT"/>
              <a:buChar char="•"/>
              <a:tabLst>
                <a:tab pos="754380" algn="l"/>
                <a:tab pos="756920" algn="l"/>
              </a:tabLst>
            </a:pPr>
            <a:r>
              <a:rPr sz="1600" u="sng" dirty="0">
                <a:uFill>
                  <a:solidFill>
                    <a:srgbClr val="000000"/>
                  </a:solidFill>
                </a:uFill>
                <a:latin typeface="Corbel"/>
                <a:cs typeface="Corbel"/>
              </a:rPr>
              <a:t>	</a:t>
            </a:r>
            <a:r>
              <a:rPr sz="1600" b="1" u="sng" dirty="0">
                <a:uFill>
                  <a:solidFill>
                    <a:srgbClr val="000000"/>
                  </a:solidFill>
                </a:uFill>
                <a:latin typeface="Corbel"/>
                <a:cs typeface="Corbel"/>
              </a:rPr>
              <a:t>Fatigue</a:t>
            </a:r>
            <a:r>
              <a:rPr sz="1600" b="1" spc="45" dirty="0">
                <a:latin typeface="Corbel"/>
                <a:cs typeface="Corbel"/>
              </a:rPr>
              <a:t> </a:t>
            </a:r>
            <a:r>
              <a:rPr sz="1600" dirty="0">
                <a:latin typeface="Corbel"/>
                <a:cs typeface="Corbel"/>
              </a:rPr>
              <a:t>—</a:t>
            </a:r>
            <a:r>
              <a:rPr sz="1600" spc="50" dirty="0">
                <a:latin typeface="Corbel"/>
                <a:cs typeface="Corbel"/>
              </a:rPr>
              <a:t> </a:t>
            </a:r>
            <a:r>
              <a:rPr sz="1600" dirty="0">
                <a:latin typeface="Corbel"/>
                <a:cs typeface="Corbel"/>
              </a:rPr>
              <a:t>Am</a:t>
            </a:r>
            <a:r>
              <a:rPr sz="1600" spc="45" dirty="0">
                <a:latin typeface="Corbel"/>
                <a:cs typeface="Corbel"/>
              </a:rPr>
              <a:t> </a:t>
            </a:r>
            <a:r>
              <a:rPr sz="1600" dirty="0">
                <a:latin typeface="Corbel"/>
                <a:cs typeface="Corbel"/>
              </a:rPr>
              <a:t>I</a:t>
            </a:r>
            <a:r>
              <a:rPr sz="1600" spc="45" dirty="0">
                <a:latin typeface="Corbel"/>
                <a:cs typeface="Corbel"/>
              </a:rPr>
              <a:t> </a:t>
            </a:r>
            <a:r>
              <a:rPr sz="1600" dirty="0">
                <a:latin typeface="Corbel"/>
                <a:cs typeface="Corbel"/>
              </a:rPr>
              <a:t>tired</a:t>
            </a:r>
            <a:r>
              <a:rPr sz="1600" spc="55" dirty="0">
                <a:latin typeface="Corbel"/>
                <a:cs typeface="Corbel"/>
              </a:rPr>
              <a:t> </a:t>
            </a:r>
            <a:r>
              <a:rPr sz="1600" dirty="0">
                <a:latin typeface="Corbel"/>
                <a:cs typeface="Corbel"/>
              </a:rPr>
              <a:t>and</a:t>
            </a:r>
            <a:r>
              <a:rPr sz="1600" spc="55" dirty="0">
                <a:latin typeface="Corbel"/>
                <a:cs typeface="Corbel"/>
              </a:rPr>
              <a:t> </a:t>
            </a:r>
            <a:r>
              <a:rPr sz="1600" dirty="0">
                <a:latin typeface="Corbel"/>
                <a:cs typeface="Corbel"/>
              </a:rPr>
              <a:t>not</a:t>
            </a:r>
            <a:r>
              <a:rPr sz="1600" spc="45" dirty="0">
                <a:latin typeface="Corbel"/>
                <a:cs typeface="Corbel"/>
              </a:rPr>
              <a:t> </a:t>
            </a:r>
            <a:r>
              <a:rPr sz="1600" dirty="0">
                <a:latin typeface="Corbel"/>
                <a:cs typeface="Corbel"/>
              </a:rPr>
              <a:t>adequately</a:t>
            </a:r>
            <a:r>
              <a:rPr sz="1600" spc="45" dirty="0">
                <a:latin typeface="Corbel"/>
                <a:cs typeface="Corbel"/>
              </a:rPr>
              <a:t> </a:t>
            </a:r>
            <a:r>
              <a:rPr sz="1600" dirty="0">
                <a:latin typeface="Corbel"/>
                <a:cs typeface="Corbel"/>
              </a:rPr>
              <a:t>rested?</a:t>
            </a:r>
            <a:r>
              <a:rPr sz="1600" spc="60" dirty="0">
                <a:latin typeface="Corbel"/>
                <a:cs typeface="Corbel"/>
              </a:rPr>
              <a:t> </a:t>
            </a:r>
            <a:r>
              <a:rPr sz="1600" dirty="0">
                <a:latin typeface="Corbel"/>
                <a:cs typeface="Corbel"/>
              </a:rPr>
              <a:t>Fatigue</a:t>
            </a:r>
            <a:r>
              <a:rPr sz="1600" spc="50" dirty="0">
                <a:latin typeface="Corbel"/>
                <a:cs typeface="Corbel"/>
              </a:rPr>
              <a:t> </a:t>
            </a:r>
            <a:r>
              <a:rPr sz="1600" dirty="0">
                <a:latin typeface="Corbel"/>
                <a:cs typeface="Corbel"/>
              </a:rPr>
              <a:t>continues</a:t>
            </a:r>
            <a:r>
              <a:rPr sz="1600" spc="55" dirty="0">
                <a:latin typeface="Corbel"/>
                <a:cs typeface="Corbel"/>
              </a:rPr>
              <a:t> </a:t>
            </a:r>
            <a:r>
              <a:rPr sz="1600" dirty="0">
                <a:latin typeface="Corbel"/>
                <a:cs typeface="Corbel"/>
              </a:rPr>
              <a:t>to</a:t>
            </a:r>
            <a:r>
              <a:rPr sz="1600" spc="50" dirty="0">
                <a:latin typeface="Corbel"/>
                <a:cs typeface="Corbel"/>
              </a:rPr>
              <a:t> </a:t>
            </a:r>
            <a:r>
              <a:rPr sz="1600" dirty="0">
                <a:latin typeface="Corbel"/>
                <a:cs typeface="Corbel"/>
              </a:rPr>
              <a:t>be</a:t>
            </a:r>
            <a:r>
              <a:rPr sz="1600" spc="50" dirty="0">
                <a:latin typeface="Corbel"/>
                <a:cs typeface="Corbel"/>
              </a:rPr>
              <a:t> </a:t>
            </a:r>
            <a:r>
              <a:rPr sz="1600" dirty="0">
                <a:latin typeface="Corbel"/>
                <a:cs typeface="Corbel"/>
              </a:rPr>
              <a:t>one</a:t>
            </a:r>
            <a:r>
              <a:rPr sz="1600" spc="55" dirty="0">
                <a:latin typeface="Corbel"/>
                <a:cs typeface="Corbel"/>
              </a:rPr>
              <a:t> </a:t>
            </a:r>
            <a:r>
              <a:rPr sz="1600" dirty="0">
                <a:latin typeface="Corbel"/>
                <a:cs typeface="Corbel"/>
              </a:rPr>
              <a:t>of</a:t>
            </a:r>
            <a:r>
              <a:rPr sz="1600" spc="50" dirty="0">
                <a:latin typeface="Corbel"/>
                <a:cs typeface="Corbel"/>
              </a:rPr>
              <a:t> </a:t>
            </a:r>
            <a:r>
              <a:rPr sz="1600" dirty="0">
                <a:latin typeface="Corbel"/>
                <a:cs typeface="Corbel"/>
              </a:rPr>
              <a:t>the</a:t>
            </a:r>
            <a:r>
              <a:rPr sz="1600" spc="55" dirty="0">
                <a:latin typeface="Corbel"/>
                <a:cs typeface="Corbel"/>
              </a:rPr>
              <a:t> </a:t>
            </a:r>
            <a:r>
              <a:rPr sz="1600" dirty="0">
                <a:latin typeface="Corbel"/>
                <a:cs typeface="Corbel"/>
              </a:rPr>
              <a:t>most</a:t>
            </a:r>
            <a:r>
              <a:rPr sz="1600" spc="45" dirty="0">
                <a:latin typeface="Corbel"/>
                <a:cs typeface="Corbel"/>
              </a:rPr>
              <a:t> </a:t>
            </a:r>
            <a:r>
              <a:rPr sz="1600" dirty="0">
                <a:latin typeface="Corbel"/>
                <a:cs typeface="Corbel"/>
              </a:rPr>
              <a:t>insidious</a:t>
            </a:r>
            <a:r>
              <a:rPr sz="1600" spc="55" dirty="0">
                <a:latin typeface="Corbel"/>
                <a:cs typeface="Corbel"/>
              </a:rPr>
              <a:t> </a:t>
            </a:r>
            <a:r>
              <a:rPr sz="1600" spc="-10" dirty="0">
                <a:latin typeface="Corbel"/>
                <a:cs typeface="Corbel"/>
              </a:rPr>
              <a:t>hazards </a:t>
            </a:r>
            <a:r>
              <a:rPr sz="1600" dirty="0">
                <a:latin typeface="Corbel"/>
                <a:cs typeface="Corbel"/>
              </a:rPr>
              <a:t>to</a:t>
            </a:r>
            <a:r>
              <a:rPr sz="1600" spc="-25" dirty="0">
                <a:latin typeface="Corbel"/>
                <a:cs typeface="Corbel"/>
              </a:rPr>
              <a:t> </a:t>
            </a:r>
            <a:r>
              <a:rPr sz="1600" dirty="0">
                <a:latin typeface="Corbel"/>
                <a:cs typeface="Corbel"/>
              </a:rPr>
              <a:t>flight</a:t>
            </a:r>
            <a:r>
              <a:rPr sz="1600" spc="-30" dirty="0">
                <a:latin typeface="Corbel"/>
                <a:cs typeface="Corbel"/>
              </a:rPr>
              <a:t> </a:t>
            </a:r>
            <a:r>
              <a:rPr sz="1600" spc="-10" dirty="0">
                <a:latin typeface="Corbel"/>
                <a:cs typeface="Corbel"/>
              </a:rPr>
              <a:t>safety,</a:t>
            </a:r>
            <a:r>
              <a:rPr sz="1600" spc="-20" dirty="0">
                <a:latin typeface="Corbel"/>
                <a:cs typeface="Corbel"/>
              </a:rPr>
              <a:t> </a:t>
            </a:r>
            <a:r>
              <a:rPr sz="1600" dirty="0">
                <a:latin typeface="Corbel"/>
                <a:cs typeface="Corbel"/>
              </a:rPr>
              <a:t>as</a:t>
            </a:r>
            <a:r>
              <a:rPr sz="1600" spc="-15" dirty="0">
                <a:latin typeface="Corbel"/>
                <a:cs typeface="Corbel"/>
              </a:rPr>
              <a:t> </a:t>
            </a:r>
            <a:r>
              <a:rPr sz="1600" dirty="0">
                <a:latin typeface="Corbel"/>
                <a:cs typeface="Corbel"/>
              </a:rPr>
              <a:t>it</a:t>
            </a:r>
            <a:r>
              <a:rPr sz="1600" spc="-30" dirty="0">
                <a:latin typeface="Corbel"/>
                <a:cs typeface="Corbel"/>
              </a:rPr>
              <a:t> </a:t>
            </a:r>
            <a:r>
              <a:rPr sz="1600" dirty="0">
                <a:latin typeface="Corbel"/>
                <a:cs typeface="Corbel"/>
              </a:rPr>
              <a:t>may</a:t>
            </a:r>
            <a:r>
              <a:rPr sz="1600" spc="-25" dirty="0">
                <a:latin typeface="Corbel"/>
                <a:cs typeface="Corbel"/>
              </a:rPr>
              <a:t> </a:t>
            </a:r>
            <a:r>
              <a:rPr sz="1600" dirty="0">
                <a:latin typeface="Corbel"/>
                <a:cs typeface="Corbel"/>
              </a:rPr>
              <a:t>not</a:t>
            </a:r>
            <a:r>
              <a:rPr sz="1600" spc="-25" dirty="0">
                <a:latin typeface="Corbel"/>
                <a:cs typeface="Corbel"/>
              </a:rPr>
              <a:t> </a:t>
            </a:r>
            <a:r>
              <a:rPr sz="1600" dirty="0">
                <a:latin typeface="Corbel"/>
                <a:cs typeface="Corbel"/>
              </a:rPr>
              <a:t>be</a:t>
            </a:r>
            <a:r>
              <a:rPr sz="1600" spc="-20" dirty="0">
                <a:latin typeface="Corbel"/>
                <a:cs typeface="Corbel"/>
              </a:rPr>
              <a:t> </a:t>
            </a:r>
            <a:r>
              <a:rPr sz="1600" dirty="0">
                <a:latin typeface="Corbel"/>
                <a:cs typeface="Corbel"/>
              </a:rPr>
              <a:t>apparent</a:t>
            </a:r>
            <a:r>
              <a:rPr sz="1600" spc="-25" dirty="0">
                <a:latin typeface="Corbel"/>
                <a:cs typeface="Corbel"/>
              </a:rPr>
              <a:t> </a:t>
            </a:r>
            <a:r>
              <a:rPr sz="1600" dirty="0">
                <a:latin typeface="Corbel"/>
                <a:cs typeface="Corbel"/>
              </a:rPr>
              <a:t>to</a:t>
            </a:r>
            <a:r>
              <a:rPr sz="1600" spc="-20" dirty="0">
                <a:latin typeface="Corbel"/>
                <a:cs typeface="Corbel"/>
              </a:rPr>
              <a:t> </a:t>
            </a:r>
            <a:r>
              <a:rPr sz="1600" dirty="0">
                <a:latin typeface="Corbel"/>
                <a:cs typeface="Corbel"/>
              </a:rPr>
              <a:t>a</a:t>
            </a:r>
            <a:r>
              <a:rPr sz="1600" spc="-20" dirty="0">
                <a:latin typeface="Corbel"/>
                <a:cs typeface="Corbel"/>
              </a:rPr>
              <a:t> </a:t>
            </a:r>
            <a:r>
              <a:rPr sz="1600" dirty="0">
                <a:latin typeface="Corbel"/>
                <a:cs typeface="Corbel"/>
              </a:rPr>
              <a:t>pilot</a:t>
            </a:r>
            <a:r>
              <a:rPr sz="1600" spc="-25" dirty="0">
                <a:latin typeface="Corbel"/>
                <a:cs typeface="Corbel"/>
              </a:rPr>
              <a:t> </a:t>
            </a:r>
            <a:r>
              <a:rPr sz="1600" dirty="0">
                <a:latin typeface="Corbel"/>
                <a:cs typeface="Corbel"/>
              </a:rPr>
              <a:t>until</a:t>
            </a:r>
            <a:r>
              <a:rPr sz="1600" spc="-20" dirty="0">
                <a:latin typeface="Corbel"/>
                <a:cs typeface="Corbel"/>
              </a:rPr>
              <a:t> </a:t>
            </a:r>
            <a:r>
              <a:rPr sz="1600" dirty="0">
                <a:latin typeface="Corbel"/>
                <a:cs typeface="Corbel"/>
              </a:rPr>
              <a:t>serious</a:t>
            </a:r>
            <a:r>
              <a:rPr sz="1600" spc="-15" dirty="0">
                <a:latin typeface="Corbel"/>
                <a:cs typeface="Corbel"/>
              </a:rPr>
              <a:t> </a:t>
            </a:r>
            <a:r>
              <a:rPr sz="1600" dirty="0">
                <a:latin typeface="Corbel"/>
                <a:cs typeface="Corbel"/>
              </a:rPr>
              <a:t>errors</a:t>
            </a:r>
            <a:r>
              <a:rPr sz="1600" spc="-20" dirty="0">
                <a:latin typeface="Corbel"/>
                <a:cs typeface="Corbel"/>
              </a:rPr>
              <a:t> </a:t>
            </a:r>
            <a:r>
              <a:rPr sz="1600" dirty="0">
                <a:latin typeface="Corbel"/>
                <a:cs typeface="Corbel"/>
              </a:rPr>
              <a:t>are</a:t>
            </a:r>
            <a:r>
              <a:rPr sz="1600" spc="-20" dirty="0">
                <a:latin typeface="Corbel"/>
                <a:cs typeface="Corbel"/>
              </a:rPr>
              <a:t> </a:t>
            </a:r>
            <a:r>
              <a:rPr sz="1600" spc="-10" dirty="0">
                <a:latin typeface="Corbel"/>
                <a:cs typeface="Corbel"/>
              </a:rPr>
              <a:t>made.</a:t>
            </a:r>
            <a:endParaRPr sz="1600" dirty="0">
              <a:latin typeface="Corbel"/>
              <a:cs typeface="Corbel"/>
            </a:endParaRPr>
          </a:p>
          <a:p>
            <a:pPr marL="756920" lvl="1" indent="-287020" algn="just">
              <a:lnSpc>
                <a:spcPct val="100000"/>
              </a:lnSpc>
              <a:spcBef>
                <a:spcPts val="535"/>
              </a:spcBef>
              <a:buFont typeface="Arial MT"/>
              <a:buChar char="•"/>
              <a:tabLst>
                <a:tab pos="756920" algn="l"/>
              </a:tabLst>
            </a:pPr>
            <a:r>
              <a:rPr sz="1600" b="1" u="sng" dirty="0">
                <a:uFill>
                  <a:solidFill>
                    <a:srgbClr val="000000"/>
                  </a:solidFill>
                </a:uFill>
                <a:latin typeface="Corbel"/>
                <a:cs typeface="Corbel"/>
              </a:rPr>
              <a:t>Emotion</a:t>
            </a:r>
            <a:r>
              <a:rPr sz="1600" b="1" spc="-45" dirty="0">
                <a:latin typeface="Corbel"/>
                <a:cs typeface="Corbel"/>
              </a:rPr>
              <a:t> </a:t>
            </a:r>
            <a:r>
              <a:rPr sz="1600" dirty="0">
                <a:latin typeface="Corbel"/>
                <a:cs typeface="Corbel"/>
              </a:rPr>
              <a:t>—</a:t>
            </a:r>
            <a:r>
              <a:rPr sz="1600" spc="-85" dirty="0">
                <a:latin typeface="Corbel"/>
                <a:cs typeface="Corbel"/>
              </a:rPr>
              <a:t> </a:t>
            </a:r>
            <a:r>
              <a:rPr sz="1600" dirty="0">
                <a:latin typeface="Corbel"/>
                <a:cs typeface="Corbel"/>
              </a:rPr>
              <a:t>Am</a:t>
            </a:r>
            <a:r>
              <a:rPr sz="1600" spc="-25" dirty="0">
                <a:latin typeface="Corbel"/>
                <a:cs typeface="Corbel"/>
              </a:rPr>
              <a:t> </a:t>
            </a:r>
            <a:r>
              <a:rPr sz="1600" dirty="0">
                <a:latin typeface="Corbel"/>
                <a:cs typeface="Corbel"/>
              </a:rPr>
              <a:t>I</a:t>
            </a:r>
            <a:r>
              <a:rPr sz="1600" spc="-35" dirty="0">
                <a:latin typeface="Corbel"/>
                <a:cs typeface="Corbel"/>
              </a:rPr>
              <a:t> </a:t>
            </a:r>
            <a:r>
              <a:rPr sz="1600" dirty="0">
                <a:latin typeface="Corbel"/>
                <a:cs typeface="Corbel"/>
              </a:rPr>
              <a:t>emotionally</a:t>
            </a:r>
            <a:r>
              <a:rPr sz="1600" spc="-25" dirty="0">
                <a:latin typeface="Corbel"/>
                <a:cs typeface="Corbel"/>
              </a:rPr>
              <a:t> </a:t>
            </a:r>
            <a:r>
              <a:rPr sz="1600" spc="-10" dirty="0">
                <a:latin typeface="Corbel"/>
                <a:cs typeface="Corbel"/>
              </a:rPr>
              <a:t>upset?</a:t>
            </a:r>
            <a:endParaRPr sz="1600" dirty="0">
              <a:latin typeface="Corbel"/>
              <a:cs typeface="Corbe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2" cstate="print"/>
          <a:stretch>
            <a:fillRect/>
          </a:stretch>
        </p:blipFill>
        <p:spPr>
          <a:xfrm>
            <a:off x="1417319" y="566927"/>
            <a:ext cx="5800344" cy="573024"/>
          </a:xfrm>
          <a:prstGeom prst="rect">
            <a:avLst/>
          </a:prstGeom>
        </p:spPr>
      </p:pic>
      <p:sp>
        <p:nvSpPr>
          <p:cNvPr id="4" name="object 4"/>
          <p:cNvSpPr txBox="1">
            <a:spLocks noGrp="1"/>
          </p:cNvSpPr>
          <p:nvPr>
            <p:ph type="title"/>
          </p:nvPr>
        </p:nvSpPr>
        <p:spPr>
          <a:prstGeom prst="rect">
            <a:avLst/>
          </a:prstGeom>
        </p:spPr>
        <p:txBody>
          <a:bodyPr vert="horz" wrap="square" lIns="0" tIns="329691" rIns="0" bIns="0" rtlCol="0">
            <a:spAutoFit/>
          </a:bodyPr>
          <a:lstStyle/>
          <a:p>
            <a:pPr marL="640715">
              <a:lnSpc>
                <a:spcPct val="100000"/>
              </a:lnSpc>
              <a:spcBef>
                <a:spcPts val="100"/>
              </a:spcBef>
            </a:pPr>
            <a:r>
              <a:rPr dirty="0"/>
              <a:t>060</a:t>
            </a:r>
            <a:r>
              <a:rPr spc="-50" dirty="0"/>
              <a:t> </a:t>
            </a:r>
            <a:r>
              <a:rPr dirty="0"/>
              <a:t>01</a:t>
            </a:r>
            <a:r>
              <a:rPr spc="-20" dirty="0"/>
              <a:t> 03:</a:t>
            </a:r>
            <a:r>
              <a:rPr spc="-85" dirty="0"/>
              <a:t> </a:t>
            </a:r>
            <a:r>
              <a:rPr dirty="0"/>
              <a:t>General</a:t>
            </a:r>
            <a:r>
              <a:rPr spc="-30" dirty="0"/>
              <a:t> </a:t>
            </a:r>
            <a:r>
              <a:rPr dirty="0"/>
              <a:t>steps</a:t>
            </a:r>
            <a:r>
              <a:rPr spc="-25" dirty="0"/>
              <a:t> </a:t>
            </a:r>
            <a:r>
              <a:rPr dirty="0"/>
              <a:t>to</a:t>
            </a:r>
            <a:r>
              <a:rPr spc="-25" dirty="0"/>
              <a:t> </a:t>
            </a:r>
            <a:r>
              <a:rPr dirty="0"/>
              <a:t>perform</a:t>
            </a:r>
            <a:r>
              <a:rPr spc="-20" dirty="0"/>
              <a:t> </a:t>
            </a:r>
            <a:r>
              <a:rPr dirty="0"/>
              <a:t>risk</a:t>
            </a:r>
            <a:r>
              <a:rPr spc="-25" dirty="0"/>
              <a:t> </a:t>
            </a:r>
            <a:r>
              <a:rPr spc="-10" dirty="0"/>
              <a:t>assessment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fld id="{81D60167-4931-47E6-BA6A-407CBD079E47}" type="slidenum">
              <a:rPr spc="-25" dirty="0"/>
              <a:t>59</a:t>
            </a:fld>
            <a:endParaRPr spc="-25" dirty="0"/>
          </a:p>
        </p:txBody>
      </p:sp>
      <p:sp>
        <p:nvSpPr>
          <p:cNvPr id="5" name="object 5"/>
          <p:cNvSpPr txBox="1"/>
          <p:nvPr/>
        </p:nvSpPr>
        <p:spPr>
          <a:xfrm>
            <a:off x="1563048" y="1371092"/>
            <a:ext cx="9546590" cy="3484287"/>
          </a:xfrm>
          <a:prstGeom prst="rect">
            <a:avLst/>
          </a:prstGeom>
        </p:spPr>
        <p:txBody>
          <a:bodyPr vert="horz" wrap="square" lIns="0" tIns="158750" rIns="0" bIns="0" rtlCol="0">
            <a:spAutoFit/>
          </a:bodyPr>
          <a:lstStyle/>
          <a:p>
            <a:r>
              <a:rPr lang="en-GB" b="1" dirty="0"/>
              <a:t>1. Identify Hazards</a:t>
            </a:r>
            <a:endParaRPr lang="en-GB" dirty="0"/>
          </a:p>
          <a:p>
            <a:pPr lvl="1"/>
            <a:r>
              <a:rPr lang="en-GB" dirty="0"/>
              <a:t>Find anything that could cause injury, damage, or loss (e.g., obstacles, weather, equipment).</a:t>
            </a:r>
          </a:p>
          <a:p>
            <a:pPr lvl="1"/>
            <a:endParaRPr lang="en-GB" dirty="0"/>
          </a:p>
          <a:p>
            <a:r>
              <a:rPr lang="en-GB" b="1" dirty="0"/>
              <a:t>2. Assess Risks</a:t>
            </a:r>
            <a:endParaRPr lang="en-GB" dirty="0"/>
          </a:p>
          <a:p>
            <a:pPr lvl="1"/>
            <a:r>
              <a:rPr lang="en-GB" dirty="0"/>
              <a:t>Evaluate the </a:t>
            </a:r>
            <a:r>
              <a:rPr lang="en-GB" b="1" dirty="0"/>
              <a:t>likelihood</a:t>
            </a:r>
            <a:r>
              <a:rPr lang="en-GB" dirty="0"/>
              <a:t> and </a:t>
            </a:r>
            <a:r>
              <a:rPr lang="en-GB" b="1" dirty="0"/>
              <a:t>severity</a:t>
            </a:r>
            <a:r>
              <a:rPr lang="en-GB" dirty="0"/>
              <a:t> of each hazard.</a:t>
            </a:r>
          </a:p>
          <a:p>
            <a:pPr lvl="1"/>
            <a:endParaRPr lang="en-GB" dirty="0"/>
          </a:p>
          <a:p>
            <a:r>
              <a:rPr lang="en-GB" b="1" dirty="0"/>
              <a:t>3. Mitigate Risks</a:t>
            </a:r>
            <a:endParaRPr lang="en-GB" dirty="0"/>
          </a:p>
          <a:p>
            <a:pPr lvl="1"/>
            <a:r>
              <a:rPr lang="en-GB" dirty="0"/>
              <a:t>Take action to </a:t>
            </a:r>
            <a:r>
              <a:rPr lang="en-GB" b="1" dirty="0"/>
              <a:t>reduce or control</a:t>
            </a:r>
            <a:r>
              <a:rPr lang="en-GB" dirty="0"/>
              <a:t> the risk (e.g., change flight path, adjust altitude, use safety gear).</a:t>
            </a:r>
          </a:p>
          <a:p>
            <a:pPr lvl="1"/>
            <a:endParaRPr lang="en-GB" dirty="0"/>
          </a:p>
          <a:p>
            <a:r>
              <a:rPr lang="en-GB" b="1" dirty="0"/>
              <a:t>4. Monitor and Review</a:t>
            </a:r>
            <a:endParaRPr lang="en-GB" dirty="0"/>
          </a:p>
          <a:p>
            <a:pPr lvl="1"/>
            <a:r>
              <a:rPr lang="en-GB" dirty="0"/>
              <a:t>Continuously </a:t>
            </a:r>
            <a:r>
              <a:rPr lang="en-GB" b="1" dirty="0"/>
              <a:t>observe conditions</a:t>
            </a:r>
            <a:r>
              <a:rPr lang="en-GB" dirty="0"/>
              <a:t> and be ready to </a:t>
            </a:r>
            <a:r>
              <a:rPr lang="en-GB" b="1" dirty="0"/>
              <a:t>adapt or abort</a:t>
            </a:r>
            <a:r>
              <a:rPr lang="en-GB" dirty="0"/>
              <a:t> the flight if risks change.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3" cstate="print"/>
          <a:stretch>
            <a:fillRect/>
          </a:stretch>
        </p:blipFill>
        <p:spPr>
          <a:xfrm>
            <a:off x="1417319" y="566927"/>
            <a:ext cx="5788152" cy="573024"/>
          </a:xfrm>
          <a:prstGeom prst="rect">
            <a:avLst/>
          </a:prstGeom>
        </p:spPr>
      </p:pic>
      <p:sp>
        <p:nvSpPr>
          <p:cNvPr id="4" name="object 4"/>
          <p:cNvSpPr txBox="1">
            <a:spLocks noGrp="1"/>
          </p:cNvSpPr>
          <p:nvPr>
            <p:ph type="title"/>
          </p:nvPr>
        </p:nvSpPr>
        <p:spPr>
          <a:prstGeom prst="rect">
            <a:avLst/>
          </a:prstGeom>
        </p:spPr>
        <p:txBody>
          <a:bodyPr vert="horz" wrap="square" lIns="0" tIns="329691" rIns="0" bIns="0" rtlCol="0">
            <a:spAutoFit/>
          </a:bodyPr>
          <a:lstStyle/>
          <a:p>
            <a:pPr marL="640715">
              <a:lnSpc>
                <a:spcPct val="100000"/>
              </a:lnSpc>
              <a:spcBef>
                <a:spcPts val="100"/>
              </a:spcBef>
            </a:pPr>
            <a:r>
              <a:rPr dirty="0"/>
              <a:t>Importance</a:t>
            </a:r>
            <a:r>
              <a:rPr spc="-45" dirty="0"/>
              <a:t> </a:t>
            </a:r>
            <a:r>
              <a:rPr dirty="0"/>
              <a:t>of</a:t>
            </a:r>
            <a:r>
              <a:rPr spc="-45" dirty="0"/>
              <a:t> </a:t>
            </a:r>
            <a:r>
              <a:rPr dirty="0"/>
              <a:t>making</a:t>
            </a:r>
            <a:r>
              <a:rPr spc="-45" dirty="0"/>
              <a:t> </a:t>
            </a:r>
            <a:r>
              <a:rPr dirty="0"/>
              <a:t>sound</a:t>
            </a:r>
            <a:r>
              <a:rPr spc="-40" dirty="0"/>
              <a:t> </a:t>
            </a:r>
            <a:r>
              <a:rPr dirty="0"/>
              <a:t>aeronautical</a:t>
            </a:r>
            <a:r>
              <a:rPr spc="-50" dirty="0"/>
              <a:t> </a:t>
            </a:r>
            <a:r>
              <a:rPr spc="-10" dirty="0"/>
              <a:t>decisions:</a:t>
            </a:r>
          </a:p>
        </p:txBody>
      </p:sp>
      <p:pic>
        <p:nvPicPr>
          <p:cNvPr id="5" name="object 5"/>
          <p:cNvPicPr/>
          <p:nvPr/>
        </p:nvPicPr>
        <p:blipFill>
          <a:blip r:embed="rId4" cstate="print"/>
          <a:stretch>
            <a:fillRect/>
          </a:stretch>
        </p:blipFill>
        <p:spPr>
          <a:xfrm>
            <a:off x="1210055" y="0"/>
            <a:ext cx="731519" cy="576072"/>
          </a:xfrm>
          <a:prstGeom prst="rect">
            <a:avLst/>
          </a:prstGeom>
        </p:spPr>
      </p:pic>
      <p:sp>
        <p:nvSpPr>
          <p:cNvPr id="6" name="object 6"/>
          <p:cNvSpPr txBox="1"/>
          <p:nvPr/>
        </p:nvSpPr>
        <p:spPr>
          <a:xfrm>
            <a:off x="1563048" y="1274571"/>
            <a:ext cx="9860280" cy="3844925"/>
          </a:xfrm>
          <a:prstGeom prst="rect">
            <a:avLst/>
          </a:prstGeom>
        </p:spPr>
        <p:txBody>
          <a:bodyPr vert="horz" wrap="square" lIns="0" tIns="22860" rIns="0" bIns="0" rtlCol="0">
            <a:spAutoFit/>
          </a:bodyPr>
          <a:lstStyle/>
          <a:p>
            <a:pPr marL="12700" marR="5080" algn="just">
              <a:lnSpc>
                <a:spcPts val="1900"/>
              </a:lnSpc>
              <a:spcBef>
                <a:spcPts val="180"/>
              </a:spcBef>
            </a:pPr>
            <a:r>
              <a:rPr sz="1600" dirty="0">
                <a:latin typeface="Corbel"/>
                <a:cs typeface="Corbel"/>
              </a:rPr>
              <a:t>Aeronautical</a:t>
            </a:r>
            <a:r>
              <a:rPr sz="1600" spc="475" dirty="0">
                <a:latin typeface="Corbel"/>
                <a:cs typeface="Corbel"/>
              </a:rPr>
              <a:t> </a:t>
            </a:r>
            <a:r>
              <a:rPr sz="1600" spc="-10" dirty="0">
                <a:latin typeface="Corbel"/>
                <a:cs typeface="Corbel"/>
              </a:rPr>
              <a:t>decision-</a:t>
            </a:r>
            <a:r>
              <a:rPr sz="1600" dirty="0">
                <a:latin typeface="Corbel"/>
                <a:cs typeface="Corbel"/>
              </a:rPr>
              <a:t>making</a:t>
            </a:r>
            <a:r>
              <a:rPr sz="1600" spc="475" dirty="0">
                <a:latin typeface="Corbel"/>
                <a:cs typeface="Corbel"/>
              </a:rPr>
              <a:t> </a:t>
            </a:r>
            <a:r>
              <a:rPr sz="1600" dirty="0">
                <a:latin typeface="Corbel"/>
                <a:cs typeface="Corbel"/>
              </a:rPr>
              <a:t>(ADM)</a:t>
            </a:r>
            <a:r>
              <a:rPr sz="1600" spc="470" dirty="0">
                <a:latin typeface="Corbel"/>
                <a:cs typeface="Corbel"/>
              </a:rPr>
              <a:t> </a:t>
            </a:r>
            <a:r>
              <a:rPr sz="1600" dirty="0">
                <a:latin typeface="Corbel"/>
                <a:cs typeface="Corbel"/>
              </a:rPr>
              <a:t>is</a:t>
            </a:r>
            <a:r>
              <a:rPr sz="1600" spc="475" dirty="0">
                <a:latin typeface="Corbel"/>
                <a:cs typeface="Corbel"/>
              </a:rPr>
              <a:t> </a:t>
            </a:r>
            <a:r>
              <a:rPr sz="1600" spc="-10" dirty="0">
                <a:latin typeface="Corbel"/>
                <a:cs typeface="Corbel"/>
              </a:rPr>
              <a:t>decision-</a:t>
            </a:r>
            <a:r>
              <a:rPr sz="1600" dirty="0">
                <a:latin typeface="Corbel"/>
                <a:cs typeface="Corbel"/>
              </a:rPr>
              <a:t>making</a:t>
            </a:r>
            <a:r>
              <a:rPr sz="1600" spc="480" dirty="0">
                <a:latin typeface="Corbel"/>
                <a:cs typeface="Corbel"/>
              </a:rPr>
              <a:t> </a:t>
            </a:r>
            <a:r>
              <a:rPr sz="1600" dirty="0">
                <a:latin typeface="Corbel"/>
                <a:cs typeface="Corbel"/>
              </a:rPr>
              <a:t>in</a:t>
            </a:r>
            <a:r>
              <a:rPr sz="1600" spc="475" dirty="0">
                <a:latin typeface="Corbel"/>
                <a:cs typeface="Corbel"/>
              </a:rPr>
              <a:t> </a:t>
            </a:r>
            <a:r>
              <a:rPr sz="1600" dirty="0">
                <a:latin typeface="Corbel"/>
                <a:cs typeface="Corbel"/>
              </a:rPr>
              <a:t>a</a:t>
            </a:r>
            <a:r>
              <a:rPr sz="1600" spc="480" dirty="0">
                <a:latin typeface="Corbel"/>
                <a:cs typeface="Corbel"/>
              </a:rPr>
              <a:t> </a:t>
            </a:r>
            <a:r>
              <a:rPr sz="1600" dirty="0">
                <a:latin typeface="Corbel"/>
                <a:cs typeface="Corbel"/>
              </a:rPr>
              <a:t>unique</a:t>
            </a:r>
            <a:r>
              <a:rPr sz="1600" spc="475" dirty="0">
                <a:latin typeface="Corbel"/>
                <a:cs typeface="Corbel"/>
              </a:rPr>
              <a:t> </a:t>
            </a:r>
            <a:r>
              <a:rPr sz="1600" spc="-10" dirty="0">
                <a:latin typeface="Corbel"/>
                <a:cs typeface="Corbel"/>
              </a:rPr>
              <a:t>environment—</a:t>
            </a:r>
            <a:r>
              <a:rPr sz="1600" dirty="0">
                <a:latin typeface="Corbel"/>
                <a:cs typeface="Corbel"/>
              </a:rPr>
              <a:t>aviation.</a:t>
            </a:r>
            <a:r>
              <a:rPr sz="1600" spc="480" dirty="0">
                <a:latin typeface="Corbel"/>
                <a:cs typeface="Corbel"/>
              </a:rPr>
              <a:t> </a:t>
            </a:r>
            <a:r>
              <a:rPr sz="1600" dirty="0">
                <a:latin typeface="Corbel"/>
                <a:cs typeface="Corbel"/>
              </a:rPr>
              <a:t>It</a:t>
            </a:r>
            <a:r>
              <a:rPr sz="1600" spc="465" dirty="0">
                <a:latin typeface="Corbel"/>
                <a:cs typeface="Corbel"/>
              </a:rPr>
              <a:t> </a:t>
            </a:r>
            <a:r>
              <a:rPr sz="1600" dirty="0">
                <a:latin typeface="Corbel"/>
                <a:cs typeface="Corbel"/>
              </a:rPr>
              <a:t>is</a:t>
            </a:r>
            <a:r>
              <a:rPr sz="1600" spc="480" dirty="0">
                <a:latin typeface="Corbel"/>
                <a:cs typeface="Corbel"/>
              </a:rPr>
              <a:t> </a:t>
            </a:r>
            <a:r>
              <a:rPr sz="1600" dirty="0">
                <a:latin typeface="Corbel"/>
                <a:cs typeface="Corbel"/>
              </a:rPr>
              <a:t>a</a:t>
            </a:r>
            <a:r>
              <a:rPr sz="1600" spc="475" dirty="0">
                <a:latin typeface="Corbel"/>
                <a:cs typeface="Corbel"/>
              </a:rPr>
              <a:t> </a:t>
            </a:r>
            <a:r>
              <a:rPr sz="1600" spc="-10" dirty="0">
                <a:latin typeface="Corbel"/>
                <a:cs typeface="Corbel"/>
              </a:rPr>
              <a:t>systematic </a:t>
            </a:r>
            <a:r>
              <a:rPr sz="1600" dirty="0">
                <a:latin typeface="Corbel"/>
                <a:cs typeface="Corbel"/>
              </a:rPr>
              <a:t>approach</a:t>
            </a:r>
            <a:r>
              <a:rPr sz="1600" spc="110" dirty="0">
                <a:latin typeface="Corbel"/>
                <a:cs typeface="Corbel"/>
              </a:rPr>
              <a:t> </a:t>
            </a:r>
            <a:r>
              <a:rPr sz="1600" dirty="0">
                <a:latin typeface="Corbel"/>
                <a:cs typeface="Corbel"/>
              </a:rPr>
              <a:t>to</a:t>
            </a:r>
            <a:r>
              <a:rPr sz="1600" spc="110" dirty="0">
                <a:latin typeface="Corbel"/>
                <a:cs typeface="Corbel"/>
              </a:rPr>
              <a:t> </a:t>
            </a:r>
            <a:r>
              <a:rPr sz="1600" dirty="0">
                <a:latin typeface="Corbel"/>
                <a:cs typeface="Corbel"/>
              </a:rPr>
              <a:t>the</a:t>
            </a:r>
            <a:r>
              <a:rPr sz="1600" spc="120" dirty="0">
                <a:latin typeface="Corbel"/>
                <a:cs typeface="Corbel"/>
              </a:rPr>
              <a:t> </a:t>
            </a:r>
            <a:r>
              <a:rPr sz="1600" dirty="0">
                <a:latin typeface="Corbel"/>
                <a:cs typeface="Corbel"/>
              </a:rPr>
              <a:t>mental</a:t>
            </a:r>
            <a:r>
              <a:rPr sz="1600" spc="114" dirty="0">
                <a:latin typeface="Corbel"/>
                <a:cs typeface="Corbel"/>
              </a:rPr>
              <a:t> </a:t>
            </a:r>
            <a:r>
              <a:rPr sz="1600" dirty="0">
                <a:latin typeface="Corbel"/>
                <a:cs typeface="Corbel"/>
              </a:rPr>
              <a:t>process</a:t>
            </a:r>
            <a:r>
              <a:rPr sz="1600" spc="120" dirty="0">
                <a:latin typeface="Corbel"/>
                <a:cs typeface="Corbel"/>
              </a:rPr>
              <a:t> </a:t>
            </a:r>
            <a:r>
              <a:rPr sz="1600" dirty="0">
                <a:latin typeface="Corbel"/>
                <a:cs typeface="Corbel"/>
              </a:rPr>
              <a:t>used</a:t>
            </a:r>
            <a:r>
              <a:rPr sz="1600" spc="120" dirty="0">
                <a:latin typeface="Corbel"/>
                <a:cs typeface="Corbel"/>
              </a:rPr>
              <a:t> </a:t>
            </a:r>
            <a:r>
              <a:rPr sz="1600" dirty="0">
                <a:latin typeface="Corbel"/>
                <a:cs typeface="Corbel"/>
              </a:rPr>
              <a:t>by</a:t>
            </a:r>
            <a:r>
              <a:rPr sz="1600" spc="114" dirty="0">
                <a:latin typeface="Corbel"/>
                <a:cs typeface="Corbel"/>
              </a:rPr>
              <a:t> </a:t>
            </a:r>
            <a:r>
              <a:rPr sz="1600" dirty="0">
                <a:latin typeface="Corbel"/>
                <a:cs typeface="Corbel"/>
              </a:rPr>
              <a:t>pilots</a:t>
            </a:r>
            <a:r>
              <a:rPr sz="1600" spc="114" dirty="0">
                <a:latin typeface="Corbel"/>
                <a:cs typeface="Corbel"/>
              </a:rPr>
              <a:t> </a:t>
            </a:r>
            <a:r>
              <a:rPr sz="1600" dirty="0">
                <a:latin typeface="Corbel"/>
                <a:cs typeface="Corbel"/>
              </a:rPr>
              <a:t>to</a:t>
            </a:r>
            <a:r>
              <a:rPr sz="1600" spc="114" dirty="0">
                <a:latin typeface="Corbel"/>
                <a:cs typeface="Corbel"/>
              </a:rPr>
              <a:t> </a:t>
            </a:r>
            <a:r>
              <a:rPr sz="1600" dirty="0">
                <a:latin typeface="Corbel"/>
                <a:cs typeface="Corbel"/>
              </a:rPr>
              <a:t>consistently</a:t>
            </a:r>
            <a:r>
              <a:rPr sz="1600" spc="105" dirty="0">
                <a:latin typeface="Corbel"/>
                <a:cs typeface="Corbel"/>
              </a:rPr>
              <a:t> </a:t>
            </a:r>
            <a:r>
              <a:rPr sz="1600" dirty="0">
                <a:latin typeface="Corbel"/>
                <a:cs typeface="Corbel"/>
              </a:rPr>
              <a:t>determine</a:t>
            </a:r>
            <a:r>
              <a:rPr sz="1600" spc="120" dirty="0">
                <a:latin typeface="Corbel"/>
                <a:cs typeface="Corbel"/>
              </a:rPr>
              <a:t> </a:t>
            </a:r>
            <a:r>
              <a:rPr sz="1600" dirty="0">
                <a:latin typeface="Corbel"/>
                <a:cs typeface="Corbel"/>
              </a:rPr>
              <a:t>the</a:t>
            </a:r>
            <a:r>
              <a:rPr sz="1600" spc="114" dirty="0">
                <a:latin typeface="Corbel"/>
                <a:cs typeface="Corbel"/>
              </a:rPr>
              <a:t> </a:t>
            </a:r>
            <a:r>
              <a:rPr sz="1600" dirty="0">
                <a:latin typeface="Corbel"/>
                <a:cs typeface="Corbel"/>
              </a:rPr>
              <a:t>best</a:t>
            </a:r>
            <a:r>
              <a:rPr sz="1600" spc="105" dirty="0">
                <a:latin typeface="Corbel"/>
                <a:cs typeface="Corbel"/>
              </a:rPr>
              <a:t> </a:t>
            </a:r>
            <a:r>
              <a:rPr sz="1600" dirty="0">
                <a:latin typeface="Corbel"/>
                <a:cs typeface="Corbel"/>
              </a:rPr>
              <a:t>course</a:t>
            </a:r>
            <a:r>
              <a:rPr sz="1600" spc="120" dirty="0">
                <a:latin typeface="Corbel"/>
                <a:cs typeface="Corbel"/>
              </a:rPr>
              <a:t> </a:t>
            </a:r>
            <a:r>
              <a:rPr sz="1600" dirty="0">
                <a:latin typeface="Corbel"/>
                <a:cs typeface="Corbel"/>
              </a:rPr>
              <a:t>of</a:t>
            </a:r>
            <a:r>
              <a:rPr sz="1600" spc="114" dirty="0">
                <a:latin typeface="Corbel"/>
                <a:cs typeface="Corbel"/>
              </a:rPr>
              <a:t> </a:t>
            </a:r>
            <a:r>
              <a:rPr sz="1600" dirty="0">
                <a:latin typeface="Corbel"/>
                <a:cs typeface="Corbel"/>
              </a:rPr>
              <a:t>action</a:t>
            </a:r>
            <a:r>
              <a:rPr sz="1600" spc="125" dirty="0">
                <a:latin typeface="Corbel"/>
                <a:cs typeface="Corbel"/>
              </a:rPr>
              <a:t> </a:t>
            </a:r>
            <a:r>
              <a:rPr sz="1600" dirty="0">
                <a:latin typeface="Corbel"/>
                <a:cs typeface="Corbel"/>
              </a:rPr>
              <a:t>in</a:t>
            </a:r>
            <a:r>
              <a:rPr sz="1600" spc="120" dirty="0">
                <a:latin typeface="Corbel"/>
                <a:cs typeface="Corbel"/>
              </a:rPr>
              <a:t> </a:t>
            </a:r>
            <a:r>
              <a:rPr sz="1600" dirty="0">
                <a:latin typeface="Corbel"/>
                <a:cs typeface="Corbel"/>
              </a:rPr>
              <a:t>response</a:t>
            </a:r>
            <a:r>
              <a:rPr sz="1600" spc="120" dirty="0">
                <a:latin typeface="Corbel"/>
                <a:cs typeface="Corbel"/>
              </a:rPr>
              <a:t> </a:t>
            </a:r>
            <a:r>
              <a:rPr sz="1600" dirty="0">
                <a:latin typeface="Corbel"/>
                <a:cs typeface="Corbel"/>
              </a:rPr>
              <a:t>to</a:t>
            </a:r>
            <a:r>
              <a:rPr sz="1600" spc="114" dirty="0">
                <a:latin typeface="Corbel"/>
                <a:cs typeface="Corbel"/>
              </a:rPr>
              <a:t> </a:t>
            </a:r>
            <a:r>
              <a:rPr sz="1600" spc="-50" dirty="0">
                <a:latin typeface="Corbel"/>
                <a:cs typeface="Corbel"/>
              </a:rPr>
              <a:t>a </a:t>
            </a:r>
            <a:r>
              <a:rPr sz="1600" dirty="0">
                <a:latin typeface="Corbel"/>
                <a:cs typeface="Corbel"/>
              </a:rPr>
              <a:t>given</a:t>
            </a:r>
            <a:r>
              <a:rPr sz="1600" spc="-15" dirty="0">
                <a:latin typeface="Corbel"/>
                <a:cs typeface="Corbel"/>
              </a:rPr>
              <a:t> </a:t>
            </a:r>
            <a:r>
              <a:rPr sz="1600" dirty="0">
                <a:latin typeface="Corbel"/>
                <a:cs typeface="Corbel"/>
              </a:rPr>
              <a:t>set</a:t>
            </a:r>
            <a:r>
              <a:rPr sz="1600" spc="-25" dirty="0">
                <a:latin typeface="Corbel"/>
                <a:cs typeface="Corbel"/>
              </a:rPr>
              <a:t> </a:t>
            </a:r>
            <a:r>
              <a:rPr sz="1600" dirty="0">
                <a:latin typeface="Corbel"/>
                <a:cs typeface="Corbel"/>
              </a:rPr>
              <a:t>of</a:t>
            </a:r>
            <a:r>
              <a:rPr sz="1600" spc="-20" dirty="0">
                <a:latin typeface="Corbel"/>
                <a:cs typeface="Corbel"/>
              </a:rPr>
              <a:t> </a:t>
            </a:r>
            <a:r>
              <a:rPr sz="1600" spc="-10" dirty="0">
                <a:latin typeface="Corbel"/>
                <a:cs typeface="Corbel"/>
              </a:rPr>
              <a:t>circumstances.</a:t>
            </a:r>
            <a:r>
              <a:rPr sz="1600" spc="-15" dirty="0">
                <a:latin typeface="Corbel"/>
                <a:cs typeface="Corbel"/>
              </a:rPr>
              <a:t> </a:t>
            </a:r>
            <a:r>
              <a:rPr sz="1600" dirty="0">
                <a:latin typeface="Corbel"/>
                <a:cs typeface="Corbel"/>
              </a:rPr>
              <a:t>It</a:t>
            </a:r>
            <a:r>
              <a:rPr sz="1600" spc="-25" dirty="0">
                <a:latin typeface="Corbel"/>
                <a:cs typeface="Corbel"/>
              </a:rPr>
              <a:t> </a:t>
            </a:r>
            <a:r>
              <a:rPr sz="1600" dirty="0">
                <a:latin typeface="Corbel"/>
                <a:cs typeface="Corbel"/>
              </a:rPr>
              <a:t>is</a:t>
            </a:r>
            <a:r>
              <a:rPr sz="1600" spc="-15" dirty="0">
                <a:latin typeface="Corbel"/>
                <a:cs typeface="Corbel"/>
              </a:rPr>
              <a:t> </a:t>
            </a:r>
            <a:r>
              <a:rPr sz="1600" dirty="0">
                <a:latin typeface="Corbel"/>
                <a:cs typeface="Corbel"/>
              </a:rPr>
              <a:t>what</a:t>
            </a:r>
            <a:r>
              <a:rPr sz="1600" spc="-30" dirty="0">
                <a:latin typeface="Corbel"/>
                <a:cs typeface="Corbel"/>
              </a:rPr>
              <a:t> </a:t>
            </a:r>
            <a:r>
              <a:rPr sz="1600" dirty="0">
                <a:latin typeface="Corbel"/>
                <a:cs typeface="Corbel"/>
              </a:rPr>
              <a:t>a</a:t>
            </a:r>
            <a:r>
              <a:rPr sz="1600" spc="-15" dirty="0">
                <a:latin typeface="Corbel"/>
                <a:cs typeface="Corbel"/>
              </a:rPr>
              <a:t> </a:t>
            </a:r>
            <a:r>
              <a:rPr sz="1600" dirty="0">
                <a:latin typeface="Corbel"/>
                <a:cs typeface="Corbel"/>
              </a:rPr>
              <a:t>pilot</a:t>
            </a:r>
            <a:r>
              <a:rPr sz="1600" spc="-20" dirty="0">
                <a:latin typeface="Corbel"/>
                <a:cs typeface="Corbel"/>
              </a:rPr>
              <a:t> </a:t>
            </a:r>
            <a:r>
              <a:rPr sz="1600" dirty="0">
                <a:latin typeface="Corbel"/>
                <a:cs typeface="Corbel"/>
              </a:rPr>
              <a:t>intends</a:t>
            </a:r>
            <a:r>
              <a:rPr sz="1600" spc="-20" dirty="0">
                <a:latin typeface="Corbel"/>
                <a:cs typeface="Corbel"/>
              </a:rPr>
              <a:t> </a:t>
            </a:r>
            <a:r>
              <a:rPr sz="1600" dirty="0">
                <a:latin typeface="Corbel"/>
                <a:cs typeface="Corbel"/>
              </a:rPr>
              <a:t>to</a:t>
            </a:r>
            <a:r>
              <a:rPr sz="1600" spc="-20" dirty="0">
                <a:latin typeface="Corbel"/>
                <a:cs typeface="Corbel"/>
              </a:rPr>
              <a:t> </a:t>
            </a:r>
            <a:r>
              <a:rPr sz="1600" dirty="0">
                <a:latin typeface="Corbel"/>
                <a:cs typeface="Corbel"/>
              </a:rPr>
              <a:t>do</a:t>
            </a:r>
            <a:r>
              <a:rPr sz="1600" spc="-25" dirty="0">
                <a:latin typeface="Corbel"/>
                <a:cs typeface="Corbel"/>
              </a:rPr>
              <a:t> </a:t>
            </a:r>
            <a:r>
              <a:rPr sz="1600" dirty="0">
                <a:latin typeface="Corbel"/>
                <a:cs typeface="Corbel"/>
              </a:rPr>
              <a:t>based</a:t>
            </a:r>
            <a:r>
              <a:rPr sz="1600" spc="-10" dirty="0">
                <a:latin typeface="Corbel"/>
                <a:cs typeface="Corbel"/>
              </a:rPr>
              <a:t> </a:t>
            </a:r>
            <a:r>
              <a:rPr sz="1600" dirty="0">
                <a:latin typeface="Corbel"/>
                <a:cs typeface="Corbel"/>
              </a:rPr>
              <a:t>on</a:t>
            </a:r>
            <a:r>
              <a:rPr sz="1600" spc="-15" dirty="0">
                <a:latin typeface="Corbel"/>
                <a:cs typeface="Corbel"/>
              </a:rPr>
              <a:t> </a:t>
            </a:r>
            <a:r>
              <a:rPr sz="1600" dirty="0">
                <a:latin typeface="Corbel"/>
                <a:cs typeface="Corbel"/>
              </a:rPr>
              <a:t>the</a:t>
            </a:r>
            <a:r>
              <a:rPr sz="1600" spc="-15" dirty="0">
                <a:latin typeface="Corbel"/>
                <a:cs typeface="Corbel"/>
              </a:rPr>
              <a:t> </a:t>
            </a:r>
            <a:r>
              <a:rPr sz="1600" dirty="0">
                <a:latin typeface="Corbel"/>
                <a:cs typeface="Corbel"/>
              </a:rPr>
              <a:t>latest</a:t>
            </a:r>
            <a:r>
              <a:rPr sz="1600" spc="-25" dirty="0">
                <a:latin typeface="Corbel"/>
                <a:cs typeface="Corbel"/>
              </a:rPr>
              <a:t> </a:t>
            </a:r>
            <a:r>
              <a:rPr sz="1600" dirty="0">
                <a:latin typeface="Corbel"/>
                <a:cs typeface="Corbel"/>
              </a:rPr>
              <a:t>information</a:t>
            </a:r>
            <a:r>
              <a:rPr sz="1600" spc="-10" dirty="0">
                <a:latin typeface="Corbel"/>
                <a:cs typeface="Corbel"/>
              </a:rPr>
              <a:t> </a:t>
            </a:r>
            <a:r>
              <a:rPr sz="1600" dirty="0">
                <a:latin typeface="Corbel"/>
                <a:cs typeface="Corbel"/>
              </a:rPr>
              <a:t>he</a:t>
            </a:r>
            <a:r>
              <a:rPr sz="1600" spc="-20" dirty="0">
                <a:latin typeface="Corbel"/>
                <a:cs typeface="Corbel"/>
              </a:rPr>
              <a:t> </a:t>
            </a:r>
            <a:r>
              <a:rPr sz="1600" dirty="0">
                <a:latin typeface="Corbel"/>
                <a:cs typeface="Corbel"/>
              </a:rPr>
              <a:t>or</a:t>
            </a:r>
            <a:r>
              <a:rPr sz="1600" spc="-15" dirty="0">
                <a:latin typeface="Corbel"/>
                <a:cs typeface="Corbel"/>
              </a:rPr>
              <a:t> </a:t>
            </a:r>
            <a:r>
              <a:rPr sz="1600" dirty="0">
                <a:latin typeface="Corbel"/>
                <a:cs typeface="Corbel"/>
              </a:rPr>
              <a:t>she</a:t>
            </a:r>
            <a:r>
              <a:rPr sz="1600" spc="-20" dirty="0">
                <a:latin typeface="Corbel"/>
                <a:cs typeface="Corbel"/>
              </a:rPr>
              <a:t> has.</a:t>
            </a:r>
            <a:endParaRPr sz="1600" dirty="0">
              <a:latin typeface="Corbel"/>
              <a:cs typeface="Corbel"/>
            </a:endParaRPr>
          </a:p>
          <a:p>
            <a:pPr>
              <a:lnSpc>
                <a:spcPct val="100000"/>
              </a:lnSpc>
              <a:spcBef>
                <a:spcPts val="1490"/>
              </a:spcBef>
            </a:pPr>
            <a:endParaRPr sz="1600" dirty="0">
              <a:latin typeface="Corbel"/>
              <a:cs typeface="Corbel"/>
            </a:endParaRPr>
          </a:p>
          <a:p>
            <a:pPr marL="12700" marR="5080" algn="just">
              <a:lnSpc>
                <a:spcPts val="1900"/>
              </a:lnSpc>
            </a:pPr>
            <a:r>
              <a:rPr sz="1600" dirty="0">
                <a:latin typeface="Corbel"/>
                <a:cs typeface="Corbel"/>
              </a:rPr>
              <a:t>Using</a:t>
            </a:r>
            <a:r>
              <a:rPr sz="1600" spc="95" dirty="0">
                <a:latin typeface="Corbel"/>
                <a:cs typeface="Corbel"/>
              </a:rPr>
              <a:t> </a:t>
            </a:r>
            <a:r>
              <a:rPr sz="1600" dirty="0">
                <a:latin typeface="Corbel"/>
                <a:cs typeface="Corbel"/>
              </a:rPr>
              <a:t>the</a:t>
            </a:r>
            <a:r>
              <a:rPr sz="1600" spc="110" dirty="0">
                <a:latin typeface="Corbel"/>
                <a:cs typeface="Corbel"/>
              </a:rPr>
              <a:t> </a:t>
            </a:r>
            <a:r>
              <a:rPr sz="1600" dirty="0">
                <a:latin typeface="Corbel"/>
                <a:cs typeface="Corbel"/>
              </a:rPr>
              <a:t>acronym</a:t>
            </a:r>
            <a:r>
              <a:rPr sz="1600" spc="110" dirty="0">
                <a:latin typeface="Corbel"/>
                <a:cs typeface="Corbel"/>
              </a:rPr>
              <a:t> </a:t>
            </a:r>
            <a:r>
              <a:rPr sz="1600" dirty="0">
                <a:latin typeface="Corbel"/>
                <a:cs typeface="Corbel"/>
              </a:rPr>
              <a:t>“DECIDE,”</a:t>
            </a:r>
            <a:r>
              <a:rPr sz="1600" spc="114" dirty="0">
                <a:latin typeface="Corbel"/>
                <a:cs typeface="Corbel"/>
              </a:rPr>
              <a:t> </a:t>
            </a:r>
            <a:r>
              <a:rPr sz="1600" dirty="0">
                <a:latin typeface="Corbel"/>
                <a:cs typeface="Corbel"/>
              </a:rPr>
              <a:t>the</a:t>
            </a:r>
            <a:r>
              <a:rPr sz="1600" spc="110" dirty="0">
                <a:latin typeface="Corbel"/>
                <a:cs typeface="Corbel"/>
              </a:rPr>
              <a:t> </a:t>
            </a:r>
            <a:r>
              <a:rPr sz="1600" spc="-25" dirty="0">
                <a:latin typeface="Corbel"/>
                <a:cs typeface="Corbel"/>
              </a:rPr>
              <a:t>six-</a:t>
            </a:r>
            <a:r>
              <a:rPr sz="1600" dirty="0">
                <a:latin typeface="Corbel"/>
                <a:cs typeface="Corbel"/>
              </a:rPr>
              <a:t>step</a:t>
            </a:r>
            <a:r>
              <a:rPr sz="1600" spc="110" dirty="0">
                <a:latin typeface="Corbel"/>
                <a:cs typeface="Corbel"/>
              </a:rPr>
              <a:t> </a:t>
            </a:r>
            <a:r>
              <a:rPr sz="1600" dirty="0">
                <a:latin typeface="Corbel"/>
                <a:cs typeface="Corbel"/>
              </a:rPr>
              <a:t>process</a:t>
            </a:r>
            <a:r>
              <a:rPr sz="1600" spc="110" dirty="0">
                <a:latin typeface="Corbel"/>
                <a:cs typeface="Corbel"/>
              </a:rPr>
              <a:t> </a:t>
            </a:r>
            <a:r>
              <a:rPr sz="1600" dirty="0">
                <a:latin typeface="Corbel"/>
                <a:cs typeface="Corbel"/>
              </a:rPr>
              <a:t>DECIDE</a:t>
            </a:r>
            <a:r>
              <a:rPr sz="1600" spc="114" dirty="0">
                <a:latin typeface="Corbel"/>
                <a:cs typeface="Corbel"/>
              </a:rPr>
              <a:t> </a:t>
            </a:r>
            <a:r>
              <a:rPr sz="1600" dirty="0">
                <a:latin typeface="Corbel"/>
                <a:cs typeface="Corbel"/>
              </a:rPr>
              <a:t>Model</a:t>
            </a:r>
            <a:r>
              <a:rPr sz="1600" spc="110" dirty="0">
                <a:latin typeface="Corbel"/>
                <a:cs typeface="Corbel"/>
              </a:rPr>
              <a:t> </a:t>
            </a:r>
            <a:r>
              <a:rPr sz="1600" dirty="0">
                <a:latin typeface="Corbel"/>
                <a:cs typeface="Corbel"/>
              </a:rPr>
              <a:t>is</a:t>
            </a:r>
            <a:r>
              <a:rPr sz="1600" spc="110" dirty="0">
                <a:latin typeface="Corbel"/>
                <a:cs typeface="Corbel"/>
              </a:rPr>
              <a:t> </a:t>
            </a:r>
            <a:r>
              <a:rPr sz="1600" dirty="0">
                <a:latin typeface="Corbel"/>
                <a:cs typeface="Corbel"/>
              </a:rPr>
              <a:t>another</a:t>
            </a:r>
            <a:r>
              <a:rPr sz="1600" spc="114" dirty="0">
                <a:latin typeface="Corbel"/>
                <a:cs typeface="Corbel"/>
              </a:rPr>
              <a:t> </a:t>
            </a:r>
            <a:r>
              <a:rPr sz="1600" dirty="0">
                <a:latin typeface="Corbel"/>
                <a:cs typeface="Corbel"/>
              </a:rPr>
              <a:t>continuous</a:t>
            </a:r>
            <a:r>
              <a:rPr sz="1600" spc="105" dirty="0">
                <a:latin typeface="Corbel"/>
                <a:cs typeface="Corbel"/>
              </a:rPr>
              <a:t> </a:t>
            </a:r>
            <a:r>
              <a:rPr sz="1600" dirty="0">
                <a:latin typeface="Corbel"/>
                <a:cs typeface="Corbel"/>
              </a:rPr>
              <a:t>loop</a:t>
            </a:r>
            <a:r>
              <a:rPr sz="1600" spc="110" dirty="0">
                <a:latin typeface="Corbel"/>
                <a:cs typeface="Corbel"/>
              </a:rPr>
              <a:t> </a:t>
            </a:r>
            <a:r>
              <a:rPr sz="1600" dirty="0">
                <a:latin typeface="Corbel"/>
                <a:cs typeface="Corbel"/>
              </a:rPr>
              <a:t>process</a:t>
            </a:r>
            <a:r>
              <a:rPr sz="1600" spc="110" dirty="0">
                <a:latin typeface="Corbel"/>
                <a:cs typeface="Corbel"/>
              </a:rPr>
              <a:t> </a:t>
            </a:r>
            <a:r>
              <a:rPr sz="1600" dirty="0">
                <a:latin typeface="Corbel"/>
                <a:cs typeface="Corbel"/>
              </a:rPr>
              <a:t>that</a:t>
            </a:r>
            <a:r>
              <a:rPr sz="1600" spc="105" dirty="0">
                <a:latin typeface="Corbel"/>
                <a:cs typeface="Corbel"/>
              </a:rPr>
              <a:t> </a:t>
            </a:r>
            <a:r>
              <a:rPr sz="1600" u="sng" spc="-10" dirty="0">
                <a:uFill>
                  <a:solidFill>
                    <a:srgbClr val="000000"/>
                  </a:solidFill>
                </a:uFill>
                <a:latin typeface="Corbel"/>
                <a:cs typeface="Corbel"/>
              </a:rPr>
              <a:t>provides</a:t>
            </a:r>
            <a:r>
              <a:rPr sz="1600" spc="-10" dirty="0">
                <a:latin typeface="Corbel"/>
                <a:cs typeface="Corbel"/>
              </a:rPr>
              <a:t> </a:t>
            </a:r>
            <a:r>
              <a:rPr sz="1600" u="sng" dirty="0">
                <a:uFill>
                  <a:solidFill>
                    <a:srgbClr val="000000"/>
                  </a:solidFill>
                </a:uFill>
                <a:latin typeface="Corbel"/>
                <a:cs typeface="Corbel"/>
              </a:rPr>
              <a:t>the</a:t>
            </a:r>
            <a:r>
              <a:rPr sz="1600" u="sng" spc="225" dirty="0">
                <a:uFill>
                  <a:solidFill>
                    <a:srgbClr val="000000"/>
                  </a:solidFill>
                </a:uFill>
                <a:latin typeface="Corbel"/>
                <a:cs typeface="Corbel"/>
              </a:rPr>
              <a:t> </a:t>
            </a:r>
            <a:r>
              <a:rPr sz="1600" u="sng" dirty="0">
                <a:uFill>
                  <a:solidFill>
                    <a:srgbClr val="000000"/>
                  </a:solidFill>
                </a:uFill>
                <a:latin typeface="Corbel"/>
                <a:cs typeface="Corbel"/>
              </a:rPr>
              <a:t>pilot</a:t>
            </a:r>
            <a:r>
              <a:rPr sz="1600" u="sng" spc="220" dirty="0">
                <a:uFill>
                  <a:solidFill>
                    <a:srgbClr val="000000"/>
                  </a:solidFill>
                </a:uFill>
                <a:latin typeface="Corbel"/>
                <a:cs typeface="Corbel"/>
              </a:rPr>
              <a:t> </a:t>
            </a:r>
            <a:r>
              <a:rPr sz="1600" u="sng" dirty="0">
                <a:uFill>
                  <a:solidFill>
                    <a:srgbClr val="000000"/>
                  </a:solidFill>
                </a:uFill>
                <a:latin typeface="Corbel"/>
                <a:cs typeface="Corbel"/>
              </a:rPr>
              <a:t>with</a:t>
            </a:r>
            <a:r>
              <a:rPr sz="1600" u="sng" spc="220" dirty="0">
                <a:uFill>
                  <a:solidFill>
                    <a:srgbClr val="000000"/>
                  </a:solidFill>
                </a:uFill>
                <a:latin typeface="Corbel"/>
                <a:cs typeface="Corbel"/>
              </a:rPr>
              <a:t> </a:t>
            </a:r>
            <a:r>
              <a:rPr sz="1600" u="sng" dirty="0">
                <a:uFill>
                  <a:solidFill>
                    <a:srgbClr val="000000"/>
                  </a:solidFill>
                </a:uFill>
                <a:latin typeface="Corbel"/>
                <a:cs typeface="Corbel"/>
              </a:rPr>
              <a:t>a</a:t>
            </a:r>
            <a:r>
              <a:rPr sz="1600" u="sng" spc="229" dirty="0">
                <a:uFill>
                  <a:solidFill>
                    <a:srgbClr val="000000"/>
                  </a:solidFill>
                </a:uFill>
                <a:latin typeface="Corbel"/>
                <a:cs typeface="Corbel"/>
              </a:rPr>
              <a:t> </a:t>
            </a:r>
            <a:r>
              <a:rPr sz="1600" u="sng" dirty="0">
                <a:uFill>
                  <a:solidFill>
                    <a:srgbClr val="000000"/>
                  </a:solidFill>
                </a:uFill>
                <a:latin typeface="Corbel"/>
                <a:cs typeface="Corbel"/>
              </a:rPr>
              <a:t>logical</a:t>
            </a:r>
            <a:r>
              <a:rPr sz="1600" u="sng" spc="229" dirty="0">
                <a:uFill>
                  <a:solidFill>
                    <a:srgbClr val="000000"/>
                  </a:solidFill>
                </a:uFill>
                <a:latin typeface="Corbel"/>
                <a:cs typeface="Corbel"/>
              </a:rPr>
              <a:t> </a:t>
            </a:r>
            <a:r>
              <a:rPr sz="1600" u="sng" dirty="0">
                <a:uFill>
                  <a:solidFill>
                    <a:srgbClr val="000000"/>
                  </a:solidFill>
                </a:uFill>
                <a:latin typeface="Corbel"/>
                <a:cs typeface="Corbel"/>
              </a:rPr>
              <a:t>way</a:t>
            </a:r>
            <a:r>
              <a:rPr sz="1600" u="sng" spc="215" dirty="0">
                <a:uFill>
                  <a:solidFill>
                    <a:srgbClr val="000000"/>
                  </a:solidFill>
                </a:uFill>
                <a:latin typeface="Corbel"/>
                <a:cs typeface="Corbel"/>
              </a:rPr>
              <a:t> </a:t>
            </a:r>
            <a:r>
              <a:rPr sz="1600" u="sng" dirty="0">
                <a:uFill>
                  <a:solidFill>
                    <a:srgbClr val="000000"/>
                  </a:solidFill>
                </a:uFill>
                <a:latin typeface="Corbel"/>
                <a:cs typeface="Corbel"/>
              </a:rPr>
              <a:t>of</a:t>
            </a:r>
            <a:r>
              <a:rPr sz="1600" u="sng" spc="229" dirty="0">
                <a:uFill>
                  <a:solidFill>
                    <a:srgbClr val="000000"/>
                  </a:solidFill>
                </a:uFill>
                <a:latin typeface="Corbel"/>
                <a:cs typeface="Corbel"/>
              </a:rPr>
              <a:t> </a:t>
            </a:r>
            <a:r>
              <a:rPr sz="1600" u="sng" dirty="0">
                <a:uFill>
                  <a:solidFill>
                    <a:srgbClr val="000000"/>
                  </a:solidFill>
                </a:uFill>
                <a:latin typeface="Corbel"/>
                <a:cs typeface="Corbel"/>
              </a:rPr>
              <a:t>making</a:t>
            </a:r>
            <a:r>
              <a:rPr sz="1600" u="sng" spc="229" dirty="0">
                <a:uFill>
                  <a:solidFill>
                    <a:srgbClr val="000000"/>
                  </a:solidFill>
                </a:uFill>
                <a:latin typeface="Corbel"/>
                <a:cs typeface="Corbel"/>
              </a:rPr>
              <a:t> </a:t>
            </a:r>
            <a:r>
              <a:rPr sz="1600" u="sng" dirty="0">
                <a:uFill>
                  <a:solidFill>
                    <a:srgbClr val="000000"/>
                  </a:solidFill>
                </a:uFill>
                <a:latin typeface="Corbel"/>
                <a:cs typeface="Corbel"/>
              </a:rPr>
              <a:t>decisions</a:t>
            </a:r>
            <a:r>
              <a:rPr sz="1600" dirty="0">
                <a:latin typeface="Corbel"/>
                <a:cs typeface="Corbel"/>
              </a:rPr>
              <a:t>.</a:t>
            </a:r>
            <a:r>
              <a:rPr sz="1600" spc="225" dirty="0">
                <a:latin typeface="Corbel"/>
                <a:cs typeface="Corbel"/>
              </a:rPr>
              <a:t> </a:t>
            </a:r>
            <a:r>
              <a:rPr sz="1600" dirty="0">
                <a:latin typeface="Corbel"/>
                <a:cs typeface="Corbel"/>
              </a:rPr>
              <a:t>DECIDE</a:t>
            </a:r>
            <a:r>
              <a:rPr sz="1600" spc="229" dirty="0">
                <a:latin typeface="Corbel"/>
                <a:cs typeface="Corbel"/>
              </a:rPr>
              <a:t> </a:t>
            </a:r>
            <a:r>
              <a:rPr sz="1600" dirty="0">
                <a:latin typeface="Corbel"/>
                <a:cs typeface="Corbel"/>
              </a:rPr>
              <a:t>means</a:t>
            </a:r>
            <a:r>
              <a:rPr sz="1600" spc="225" dirty="0">
                <a:latin typeface="Corbel"/>
                <a:cs typeface="Corbel"/>
              </a:rPr>
              <a:t> </a:t>
            </a:r>
            <a:r>
              <a:rPr sz="1600" dirty="0">
                <a:latin typeface="Corbel"/>
                <a:cs typeface="Corbel"/>
              </a:rPr>
              <a:t>to</a:t>
            </a:r>
            <a:r>
              <a:rPr sz="1600" spc="220" dirty="0">
                <a:latin typeface="Corbel"/>
                <a:cs typeface="Corbel"/>
              </a:rPr>
              <a:t> </a:t>
            </a:r>
            <a:r>
              <a:rPr sz="1600" b="1" u="sng" dirty="0">
                <a:uFill>
                  <a:solidFill>
                    <a:srgbClr val="000000"/>
                  </a:solidFill>
                </a:uFill>
                <a:latin typeface="Corbel"/>
                <a:cs typeface="Corbel"/>
              </a:rPr>
              <a:t>D</a:t>
            </a:r>
            <a:r>
              <a:rPr sz="1600" u="sng" dirty="0">
                <a:uFill>
                  <a:solidFill>
                    <a:srgbClr val="000000"/>
                  </a:solidFill>
                </a:uFill>
                <a:latin typeface="Corbel"/>
                <a:cs typeface="Corbel"/>
              </a:rPr>
              <a:t>etect</a:t>
            </a:r>
            <a:r>
              <a:rPr sz="1600" dirty="0">
                <a:latin typeface="Corbel"/>
                <a:cs typeface="Corbel"/>
              </a:rPr>
              <a:t>,</a:t>
            </a:r>
            <a:r>
              <a:rPr sz="1600" spc="229" dirty="0">
                <a:latin typeface="Corbel"/>
                <a:cs typeface="Corbel"/>
              </a:rPr>
              <a:t> </a:t>
            </a:r>
            <a:r>
              <a:rPr sz="1600" b="1" u="sng" dirty="0">
                <a:uFill>
                  <a:solidFill>
                    <a:srgbClr val="000000"/>
                  </a:solidFill>
                </a:uFill>
                <a:latin typeface="Corbel"/>
                <a:cs typeface="Corbel"/>
              </a:rPr>
              <a:t>E</a:t>
            </a:r>
            <a:r>
              <a:rPr sz="1600" u="sng" dirty="0">
                <a:uFill>
                  <a:solidFill>
                    <a:srgbClr val="000000"/>
                  </a:solidFill>
                </a:uFill>
                <a:latin typeface="Corbel"/>
                <a:cs typeface="Corbel"/>
              </a:rPr>
              <a:t>stimate</a:t>
            </a:r>
            <a:r>
              <a:rPr sz="1600" dirty="0">
                <a:latin typeface="Corbel"/>
                <a:cs typeface="Corbel"/>
              </a:rPr>
              <a:t>,</a:t>
            </a:r>
            <a:r>
              <a:rPr sz="1600" spc="225" dirty="0">
                <a:latin typeface="Corbel"/>
                <a:cs typeface="Corbel"/>
              </a:rPr>
              <a:t> </a:t>
            </a:r>
            <a:r>
              <a:rPr sz="1600" b="1" u="sng" dirty="0">
                <a:uFill>
                  <a:solidFill>
                    <a:srgbClr val="000000"/>
                  </a:solidFill>
                </a:uFill>
                <a:latin typeface="Corbel"/>
                <a:cs typeface="Corbel"/>
              </a:rPr>
              <a:t>C</a:t>
            </a:r>
            <a:r>
              <a:rPr sz="1600" u="sng" dirty="0">
                <a:uFill>
                  <a:solidFill>
                    <a:srgbClr val="000000"/>
                  </a:solidFill>
                </a:uFill>
                <a:latin typeface="Corbel"/>
                <a:cs typeface="Corbel"/>
              </a:rPr>
              <a:t>hoose</a:t>
            </a:r>
            <a:r>
              <a:rPr sz="1600" u="sng" spc="229" dirty="0">
                <a:uFill>
                  <a:solidFill>
                    <a:srgbClr val="000000"/>
                  </a:solidFill>
                </a:uFill>
                <a:latin typeface="Corbel"/>
                <a:cs typeface="Corbel"/>
              </a:rPr>
              <a:t> </a:t>
            </a:r>
            <a:r>
              <a:rPr sz="1600" u="sng" dirty="0">
                <a:uFill>
                  <a:solidFill>
                    <a:srgbClr val="000000"/>
                  </a:solidFill>
                </a:uFill>
                <a:latin typeface="Corbel"/>
                <a:cs typeface="Corbel"/>
              </a:rPr>
              <a:t>a</a:t>
            </a:r>
            <a:r>
              <a:rPr sz="1600" u="sng" spc="229" dirty="0">
                <a:uFill>
                  <a:solidFill>
                    <a:srgbClr val="000000"/>
                  </a:solidFill>
                </a:uFill>
                <a:latin typeface="Corbel"/>
                <a:cs typeface="Corbel"/>
              </a:rPr>
              <a:t> </a:t>
            </a:r>
            <a:r>
              <a:rPr sz="1600" u="sng" dirty="0">
                <a:uFill>
                  <a:solidFill>
                    <a:srgbClr val="000000"/>
                  </a:solidFill>
                </a:uFill>
                <a:latin typeface="Corbel"/>
                <a:cs typeface="Corbel"/>
              </a:rPr>
              <a:t>course</a:t>
            </a:r>
            <a:r>
              <a:rPr sz="1600" u="sng" spc="225" dirty="0">
                <a:uFill>
                  <a:solidFill>
                    <a:srgbClr val="000000"/>
                  </a:solidFill>
                </a:uFill>
                <a:latin typeface="Corbel"/>
                <a:cs typeface="Corbel"/>
              </a:rPr>
              <a:t> </a:t>
            </a:r>
            <a:r>
              <a:rPr sz="1600" u="sng" dirty="0">
                <a:uFill>
                  <a:solidFill>
                    <a:srgbClr val="000000"/>
                  </a:solidFill>
                </a:uFill>
                <a:latin typeface="Corbel"/>
                <a:cs typeface="Corbel"/>
              </a:rPr>
              <a:t>of</a:t>
            </a:r>
            <a:r>
              <a:rPr sz="1600" u="sng" spc="229" dirty="0">
                <a:uFill>
                  <a:solidFill>
                    <a:srgbClr val="000000"/>
                  </a:solidFill>
                </a:uFill>
                <a:latin typeface="Corbel"/>
                <a:cs typeface="Corbel"/>
              </a:rPr>
              <a:t> </a:t>
            </a:r>
            <a:r>
              <a:rPr sz="1600" u="sng" spc="-10" dirty="0">
                <a:uFill>
                  <a:solidFill>
                    <a:srgbClr val="000000"/>
                  </a:solidFill>
                </a:uFill>
                <a:latin typeface="Corbel"/>
                <a:cs typeface="Corbel"/>
              </a:rPr>
              <a:t>action</a:t>
            </a:r>
            <a:r>
              <a:rPr sz="1600" spc="-10" dirty="0">
                <a:latin typeface="Corbel"/>
                <a:cs typeface="Corbel"/>
              </a:rPr>
              <a:t>, </a:t>
            </a:r>
            <a:r>
              <a:rPr sz="1600" b="1" u="sng" dirty="0">
                <a:uFill>
                  <a:solidFill>
                    <a:srgbClr val="000000"/>
                  </a:solidFill>
                </a:uFill>
                <a:latin typeface="Corbel"/>
                <a:cs typeface="Corbel"/>
              </a:rPr>
              <a:t>I</a:t>
            </a:r>
            <a:r>
              <a:rPr sz="1600" u="sng" dirty="0">
                <a:uFill>
                  <a:solidFill>
                    <a:srgbClr val="000000"/>
                  </a:solidFill>
                </a:uFill>
                <a:latin typeface="Corbel"/>
                <a:cs typeface="Corbel"/>
              </a:rPr>
              <a:t>dentify</a:t>
            </a:r>
            <a:r>
              <a:rPr sz="1600" u="sng" spc="-50" dirty="0">
                <a:uFill>
                  <a:solidFill>
                    <a:srgbClr val="000000"/>
                  </a:solidFill>
                </a:uFill>
                <a:latin typeface="Corbel"/>
                <a:cs typeface="Corbel"/>
              </a:rPr>
              <a:t> </a:t>
            </a:r>
            <a:r>
              <a:rPr sz="1600" u="sng" dirty="0">
                <a:uFill>
                  <a:solidFill>
                    <a:srgbClr val="000000"/>
                  </a:solidFill>
                </a:uFill>
                <a:latin typeface="Corbel"/>
                <a:cs typeface="Corbel"/>
              </a:rPr>
              <a:t>solutions</a:t>
            </a:r>
            <a:r>
              <a:rPr sz="1600" dirty="0">
                <a:latin typeface="Corbel"/>
                <a:cs typeface="Corbel"/>
              </a:rPr>
              <a:t>,</a:t>
            </a:r>
            <a:r>
              <a:rPr sz="1600" spc="-30" dirty="0">
                <a:latin typeface="Corbel"/>
                <a:cs typeface="Corbel"/>
              </a:rPr>
              <a:t> </a:t>
            </a:r>
            <a:r>
              <a:rPr sz="1600" b="1" u="sng" dirty="0">
                <a:uFill>
                  <a:solidFill>
                    <a:srgbClr val="000000"/>
                  </a:solidFill>
                </a:uFill>
                <a:latin typeface="Corbel"/>
                <a:cs typeface="Corbel"/>
              </a:rPr>
              <a:t>D</a:t>
            </a:r>
            <a:r>
              <a:rPr sz="1600" u="sng" dirty="0">
                <a:uFill>
                  <a:solidFill>
                    <a:srgbClr val="000000"/>
                  </a:solidFill>
                </a:uFill>
                <a:latin typeface="Corbel"/>
                <a:cs typeface="Corbel"/>
              </a:rPr>
              <a:t>o</a:t>
            </a:r>
            <a:r>
              <a:rPr sz="1600" u="sng" spc="-35" dirty="0">
                <a:uFill>
                  <a:solidFill>
                    <a:srgbClr val="000000"/>
                  </a:solidFill>
                </a:uFill>
                <a:latin typeface="Corbel"/>
                <a:cs typeface="Corbel"/>
              </a:rPr>
              <a:t> </a:t>
            </a:r>
            <a:r>
              <a:rPr sz="1600" u="sng" dirty="0">
                <a:uFill>
                  <a:solidFill>
                    <a:srgbClr val="000000"/>
                  </a:solidFill>
                </a:uFill>
                <a:latin typeface="Corbel"/>
                <a:cs typeface="Corbel"/>
              </a:rPr>
              <a:t>the</a:t>
            </a:r>
            <a:r>
              <a:rPr sz="1600" u="sng" spc="-30" dirty="0">
                <a:uFill>
                  <a:solidFill>
                    <a:srgbClr val="000000"/>
                  </a:solidFill>
                </a:uFill>
                <a:latin typeface="Corbel"/>
                <a:cs typeface="Corbel"/>
              </a:rPr>
              <a:t> </a:t>
            </a:r>
            <a:r>
              <a:rPr sz="1600" u="sng" dirty="0">
                <a:uFill>
                  <a:solidFill>
                    <a:srgbClr val="000000"/>
                  </a:solidFill>
                </a:uFill>
                <a:latin typeface="Corbel"/>
                <a:cs typeface="Corbel"/>
              </a:rPr>
              <a:t>necessary</a:t>
            </a:r>
            <a:r>
              <a:rPr sz="1600" u="sng" spc="-40" dirty="0">
                <a:uFill>
                  <a:solidFill>
                    <a:srgbClr val="000000"/>
                  </a:solidFill>
                </a:uFill>
                <a:latin typeface="Corbel"/>
                <a:cs typeface="Corbel"/>
              </a:rPr>
              <a:t> </a:t>
            </a:r>
            <a:r>
              <a:rPr sz="1600" u="sng" dirty="0">
                <a:uFill>
                  <a:solidFill>
                    <a:srgbClr val="000000"/>
                  </a:solidFill>
                </a:uFill>
                <a:latin typeface="Corbel"/>
                <a:cs typeface="Corbel"/>
              </a:rPr>
              <a:t>actions</a:t>
            </a:r>
            <a:r>
              <a:rPr sz="1600" dirty="0">
                <a:latin typeface="Corbel"/>
                <a:cs typeface="Corbel"/>
              </a:rPr>
              <a:t>,</a:t>
            </a:r>
            <a:r>
              <a:rPr sz="1600" spc="-30" dirty="0">
                <a:latin typeface="Corbel"/>
                <a:cs typeface="Corbel"/>
              </a:rPr>
              <a:t> </a:t>
            </a:r>
            <a:r>
              <a:rPr sz="1600" dirty="0">
                <a:latin typeface="Corbel"/>
                <a:cs typeface="Corbel"/>
              </a:rPr>
              <a:t>and</a:t>
            </a:r>
            <a:r>
              <a:rPr sz="1600" spc="-25" dirty="0">
                <a:latin typeface="Corbel"/>
                <a:cs typeface="Corbel"/>
              </a:rPr>
              <a:t> </a:t>
            </a:r>
            <a:r>
              <a:rPr sz="1600" b="1" u="sng" dirty="0">
                <a:uFill>
                  <a:solidFill>
                    <a:srgbClr val="000000"/>
                  </a:solidFill>
                </a:uFill>
                <a:latin typeface="Corbel"/>
                <a:cs typeface="Corbel"/>
              </a:rPr>
              <a:t>E</a:t>
            </a:r>
            <a:r>
              <a:rPr sz="1600" u="sng" dirty="0">
                <a:uFill>
                  <a:solidFill>
                    <a:srgbClr val="000000"/>
                  </a:solidFill>
                </a:uFill>
                <a:latin typeface="Corbel"/>
                <a:cs typeface="Corbel"/>
              </a:rPr>
              <a:t>valuate</a:t>
            </a:r>
            <a:r>
              <a:rPr sz="1600" u="sng" spc="-35" dirty="0">
                <a:uFill>
                  <a:solidFill>
                    <a:srgbClr val="000000"/>
                  </a:solidFill>
                </a:uFill>
                <a:latin typeface="Corbel"/>
                <a:cs typeface="Corbel"/>
              </a:rPr>
              <a:t> </a:t>
            </a:r>
            <a:r>
              <a:rPr sz="1600" u="sng" dirty="0">
                <a:uFill>
                  <a:solidFill>
                    <a:srgbClr val="000000"/>
                  </a:solidFill>
                </a:uFill>
                <a:latin typeface="Corbel"/>
                <a:cs typeface="Corbel"/>
              </a:rPr>
              <a:t>the</a:t>
            </a:r>
            <a:r>
              <a:rPr sz="1600" u="sng" spc="-30" dirty="0">
                <a:uFill>
                  <a:solidFill>
                    <a:srgbClr val="000000"/>
                  </a:solidFill>
                </a:uFill>
                <a:latin typeface="Corbel"/>
                <a:cs typeface="Corbel"/>
              </a:rPr>
              <a:t> </a:t>
            </a:r>
            <a:r>
              <a:rPr sz="1600" u="sng" dirty="0">
                <a:uFill>
                  <a:solidFill>
                    <a:srgbClr val="000000"/>
                  </a:solidFill>
                </a:uFill>
                <a:latin typeface="Corbel"/>
                <a:cs typeface="Corbel"/>
              </a:rPr>
              <a:t>effects</a:t>
            </a:r>
            <a:r>
              <a:rPr sz="1600" u="sng" spc="-25" dirty="0">
                <a:uFill>
                  <a:solidFill>
                    <a:srgbClr val="000000"/>
                  </a:solidFill>
                </a:uFill>
                <a:latin typeface="Corbel"/>
                <a:cs typeface="Corbel"/>
              </a:rPr>
              <a:t> </a:t>
            </a:r>
            <a:r>
              <a:rPr sz="1600" u="sng" dirty="0">
                <a:uFill>
                  <a:solidFill>
                    <a:srgbClr val="000000"/>
                  </a:solidFill>
                </a:uFill>
                <a:latin typeface="Corbel"/>
                <a:cs typeface="Corbel"/>
              </a:rPr>
              <a:t>of</a:t>
            </a:r>
            <a:r>
              <a:rPr sz="1600" u="sng" spc="-30" dirty="0">
                <a:uFill>
                  <a:solidFill>
                    <a:srgbClr val="000000"/>
                  </a:solidFill>
                </a:uFill>
                <a:latin typeface="Corbel"/>
                <a:cs typeface="Corbel"/>
              </a:rPr>
              <a:t> </a:t>
            </a:r>
            <a:r>
              <a:rPr sz="1600" u="sng" dirty="0">
                <a:uFill>
                  <a:solidFill>
                    <a:srgbClr val="000000"/>
                  </a:solidFill>
                </a:uFill>
                <a:latin typeface="Corbel"/>
                <a:cs typeface="Corbel"/>
              </a:rPr>
              <a:t>the</a:t>
            </a:r>
            <a:r>
              <a:rPr sz="1600" u="sng" spc="-30" dirty="0">
                <a:uFill>
                  <a:solidFill>
                    <a:srgbClr val="000000"/>
                  </a:solidFill>
                </a:uFill>
                <a:latin typeface="Corbel"/>
                <a:cs typeface="Corbel"/>
              </a:rPr>
              <a:t> </a:t>
            </a:r>
            <a:r>
              <a:rPr sz="1600" u="sng" spc="-10" dirty="0">
                <a:uFill>
                  <a:solidFill>
                    <a:srgbClr val="000000"/>
                  </a:solidFill>
                </a:uFill>
                <a:latin typeface="Corbel"/>
                <a:cs typeface="Corbel"/>
              </a:rPr>
              <a:t>actions</a:t>
            </a:r>
            <a:endParaRPr sz="1600" dirty="0">
              <a:latin typeface="Corbel"/>
              <a:cs typeface="Corbel"/>
            </a:endParaRPr>
          </a:p>
          <a:p>
            <a:pPr marL="751205" indent="-281305">
              <a:lnSpc>
                <a:spcPct val="100000"/>
              </a:lnSpc>
              <a:spcBef>
                <a:spcPts val="625"/>
              </a:spcBef>
              <a:buAutoNum type="arabicPeriod"/>
              <a:tabLst>
                <a:tab pos="751205" algn="l"/>
              </a:tabLst>
            </a:pPr>
            <a:r>
              <a:rPr sz="1600" b="1" u="sng" dirty="0">
                <a:uFill>
                  <a:solidFill>
                    <a:srgbClr val="000000"/>
                  </a:solidFill>
                </a:uFill>
                <a:latin typeface="Corbel"/>
                <a:cs typeface="Corbel"/>
              </a:rPr>
              <a:t>Detect</a:t>
            </a:r>
            <a:r>
              <a:rPr sz="1600" b="1" spc="-75" dirty="0">
                <a:latin typeface="Corbel"/>
                <a:cs typeface="Corbel"/>
              </a:rPr>
              <a:t> </a:t>
            </a:r>
            <a:r>
              <a:rPr sz="1600" spc="-10" dirty="0">
                <a:latin typeface="Corbel"/>
                <a:cs typeface="Corbel"/>
              </a:rPr>
              <a:t>–</a:t>
            </a:r>
            <a:r>
              <a:rPr sz="1600" spc="-100" dirty="0">
                <a:latin typeface="Corbel"/>
                <a:cs typeface="Corbel"/>
              </a:rPr>
              <a:t> </a:t>
            </a:r>
            <a:r>
              <a:rPr sz="1600" dirty="0">
                <a:latin typeface="Corbel"/>
                <a:cs typeface="Corbel"/>
              </a:rPr>
              <a:t>The</a:t>
            </a:r>
            <a:r>
              <a:rPr sz="1600" spc="-30" dirty="0">
                <a:latin typeface="Corbel"/>
                <a:cs typeface="Corbel"/>
              </a:rPr>
              <a:t> </a:t>
            </a:r>
            <a:r>
              <a:rPr sz="1600" dirty="0">
                <a:latin typeface="Corbel"/>
                <a:cs typeface="Corbel"/>
              </a:rPr>
              <a:t>decision</a:t>
            </a:r>
            <a:r>
              <a:rPr sz="1600" spc="-25" dirty="0">
                <a:latin typeface="Corbel"/>
                <a:cs typeface="Corbel"/>
              </a:rPr>
              <a:t> </a:t>
            </a:r>
            <a:r>
              <a:rPr sz="1600" dirty="0">
                <a:latin typeface="Corbel"/>
                <a:cs typeface="Corbel"/>
              </a:rPr>
              <a:t>maker</a:t>
            </a:r>
            <a:r>
              <a:rPr sz="1600" spc="-30" dirty="0">
                <a:latin typeface="Corbel"/>
                <a:cs typeface="Corbel"/>
              </a:rPr>
              <a:t> </a:t>
            </a:r>
            <a:r>
              <a:rPr sz="1600" dirty="0">
                <a:latin typeface="Corbel"/>
                <a:cs typeface="Corbel"/>
              </a:rPr>
              <a:t>detects</a:t>
            </a:r>
            <a:r>
              <a:rPr sz="1600" spc="-35" dirty="0">
                <a:latin typeface="Corbel"/>
                <a:cs typeface="Corbel"/>
              </a:rPr>
              <a:t> </a:t>
            </a:r>
            <a:r>
              <a:rPr sz="1600" dirty="0">
                <a:latin typeface="Corbel"/>
                <a:cs typeface="Corbel"/>
              </a:rPr>
              <a:t>the</a:t>
            </a:r>
            <a:r>
              <a:rPr sz="1600" spc="-30" dirty="0">
                <a:latin typeface="Corbel"/>
                <a:cs typeface="Corbel"/>
              </a:rPr>
              <a:t> </a:t>
            </a:r>
            <a:r>
              <a:rPr sz="1600" dirty="0">
                <a:latin typeface="Corbel"/>
                <a:cs typeface="Corbel"/>
              </a:rPr>
              <a:t>fact</a:t>
            </a:r>
            <a:r>
              <a:rPr sz="1600" spc="-35" dirty="0">
                <a:latin typeface="Corbel"/>
                <a:cs typeface="Corbel"/>
              </a:rPr>
              <a:t> </a:t>
            </a:r>
            <a:r>
              <a:rPr sz="1600" dirty="0">
                <a:latin typeface="Corbel"/>
                <a:cs typeface="Corbel"/>
              </a:rPr>
              <a:t>that</a:t>
            </a:r>
            <a:r>
              <a:rPr sz="1600" spc="-35" dirty="0">
                <a:latin typeface="Corbel"/>
                <a:cs typeface="Corbel"/>
              </a:rPr>
              <a:t> </a:t>
            </a:r>
            <a:r>
              <a:rPr sz="1600" dirty="0">
                <a:latin typeface="Corbel"/>
                <a:cs typeface="Corbel"/>
              </a:rPr>
              <a:t>change</a:t>
            </a:r>
            <a:r>
              <a:rPr sz="1600" spc="-30" dirty="0">
                <a:latin typeface="Corbel"/>
                <a:cs typeface="Corbel"/>
              </a:rPr>
              <a:t> </a:t>
            </a:r>
            <a:r>
              <a:rPr sz="1600" dirty="0">
                <a:latin typeface="Corbel"/>
                <a:cs typeface="Corbel"/>
              </a:rPr>
              <a:t>has</a:t>
            </a:r>
            <a:r>
              <a:rPr sz="1600" spc="-30" dirty="0">
                <a:latin typeface="Corbel"/>
                <a:cs typeface="Corbel"/>
              </a:rPr>
              <a:t> </a:t>
            </a:r>
            <a:r>
              <a:rPr sz="1600" spc="-10" dirty="0">
                <a:latin typeface="Corbel"/>
                <a:cs typeface="Corbel"/>
              </a:rPr>
              <a:t>occurred</a:t>
            </a:r>
            <a:endParaRPr sz="1600" dirty="0">
              <a:latin typeface="Corbel"/>
              <a:cs typeface="Corbel"/>
            </a:endParaRPr>
          </a:p>
          <a:p>
            <a:pPr marL="751840" indent="-281940">
              <a:lnSpc>
                <a:spcPct val="100000"/>
              </a:lnSpc>
              <a:spcBef>
                <a:spcPts val="580"/>
              </a:spcBef>
              <a:buAutoNum type="arabicPeriod"/>
              <a:tabLst>
                <a:tab pos="751840" algn="l"/>
              </a:tabLst>
            </a:pPr>
            <a:r>
              <a:rPr sz="1600" b="1" u="sng" dirty="0">
                <a:uFill>
                  <a:solidFill>
                    <a:srgbClr val="000000"/>
                  </a:solidFill>
                </a:uFill>
                <a:latin typeface="Corbel"/>
                <a:cs typeface="Corbel"/>
              </a:rPr>
              <a:t>Estimate</a:t>
            </a:r>
            <a:r>
              <a:rPr sz="1600" b="1" spc="-60" dirty="0">
                <a:latin typeface="Corbel"/>
                <a:cs typeface="Corbel"/>
              </a:rPr>
              <a:t> </a:t>
            </a:r>
            <a:r>
              <a:rPr sz="1600" spc="-10" dirty="0">
                <a:latin typeface="Corbel"/>
                <a:cs typeface="Corbel"/>
              </a:rPr>
              <a:t>–</a:t>
            </a:r>
            <a:r>
              <a:rPr sz="1600" spc="-100"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decision</a:t>
            </a:r>
            <a:r>
              <a:rPr sz="1600" spc="-25" dirty="0">
                <a:latin typeface="Corbel"/>
                <a:cs typeface="Corbel"/>
              </a:rPr>
              <a:t> </a:t>
            </a:r>
            <a:r>
              <a:rPr sz="1600" dirty="0">
                <a:latin typeface="Corbel"/>
                <a:cs typeface="Corbel"/>
              </a:rPr>
              <a:t>maker</a:t>
            </a:r>
            <a:r>
              <a:rPr sz="1600" spc="-25" dirty="0">
                <a:latin typeface="Corbel"/>
                <a:cs typeface="Corbel"/>
              </a:rPr>
              <a:t> </a:t>
            </a:r>
            <a:r>
              <a:rPr sz="1600" dirty="0">
                <a:latin typeface="Corbel"/>
                <a:cs typeface="Corbel"/>
              </a:rPr>
              <a:t>estimates</a:t>
            </a:r>
            <a:r>
              <a:rPr sz="1600" spc="-25"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need</a:t>
            </a:r>
            <a:r>
              <a:rPr sz="1600" spc="-30" dirty="0">
                <a:latin typeface="Corbel"/>
                <a:cs typeface="Corbel"/>
              </a:rPr>
              <a:t> </a:t>
            </a:r>
            <a:r>
              <a:rPr sz="1600" dirty="0">
                <a:latin typeface="Corbel"/>
                <a:cs typeface="Corbel"/>
              </a:rPr>
              <a:t>to</a:t>
            </a:r>
            <a:r>
              <a:rPr sz="1600" spc="-30" dirty="0">
                <a:latin typeface="Corbel"/>
                <a:cs typeface="Corbel"/>
              </a:rPr>
              <a:t> </a:t>
            </a:r>
            <a:r>
              <a:rPr sz="1600" dirty="0">
                <a:latin typeface="Corbel"/>
                <a:cs typeface="Corbel"/>
              </a:rPr>
              <a:t>counter</a:t>
            </a:r>
            <a:r>
              <a:rPr sz="1600" spc="-30" dirty="0">
                <a:latin typeface="Corbel"/>
                <a:cs typeface="Corbel"/>
              </a:rPr>
              <a:t> </a:t>
            </a:r>
            <a:r>
              <a:rPr sz="1600" dirty="0">
                <a:latin typeface="Corbel"/>
                <a:cs typeface="Corbel"/>
              </a:rPr>
              <a:t>or</a:t>
            </a:r>
            <a:r>
              <a:rPr sz="1600" spc="-30" dirty="0">
                <a:latin typeface="Corbel"/>
                <a:cs typeface="Corbel"/>
              </a:rPr>
              <a:t> </a:t>
            </a:r>
            <a:r>
              <a:rPr sz="1600" dirty="0">
                <a:latin typeface="Corbel"/>
                <a:cs typeface="Corbel"/>
              </a:rPr>
              <a:t>react</a:t>
            </a:r>
            <a:r>
              <a:rPr sz="1600" spc="-35" dirty="0">
                <a:latin typeface="Corbel"/>
                <a:cs typeface="Corbel"/>
              </a:rPr>
              <a:t> </a:t>
            </a:r>
            <a:r>
              <a:rPr sz="1600" dirty="0">
                <a:latin typeface="Corbel"/>
                <a:cs typeface="Corbel"/>
              </a:rPr>
              <a:t>to</a:t>
            </a:r>
            <a:r>
              <a:rPr sz="1600" spc="-30" dirty="0">
                <a:latin typeface="Corbel"/>
                <a:cs typeface="Corbel"/>
              </a:rPr>
              <a:t> </a:t>
            </a:r>
            <a:r>
              <a:rPr sz="1600" dirty="0">
                <a:latin typeface="Corbel"/>
                <a:cs typeface="Corbel"/>
              </a:rPr>
              <a:t>the</a:t>
            </a:r>
            <a:r>
              <a:rPr sz="1600" spc="-25" dirty="0">
                <a:latin typeface="Corbel"/>
                <a:cs typeface="Corbel"/>
              </a:rPr>
              <a:t> </a:t>
            </a:r>
            <a:r>
              <a:rPr sz="1600" spc="-10" dirty="0">
                <a:latin typeface="Corbel"/>
                <a:cs typeface="Corbel"/>
              </a:rPr>
              <a:t>change.</a:t>
            </a:r>
            <a:endParaRPr sz="1600" dirty="0">
              <a:latin typeface="Corbel"/>
              <a:cs typeface="Corbel"/>
            </a:endParaRPr>
          </a:p>
          <a:p>
            <a:pPr marL="751205" indent="-281305">
              <a:lnSpc>
                <a:spcPct val="100000"/>
              </a:lnSpc>
              <a:spcBef>
                <a:spcPts val="575"/>
              </a:spcBef>
              <a:buAutoNum type="arabicPeriod"/>
              <a:tabLst>
                <a:tab pos="751205" algn="l"/>
              </a:tabLst>
            </a:pPr>
            <a:r>
              <a:rPr sz="1600" b="1" u="sng" dirty="0">
                <a:uFill>
                  <a:solidFill>
                    <a:srgbClr val="000000"/>
                  </a:solidFill>
                </a:uFill>
                <a:latin typeface="Corbel"/>
                <a:cs typeface="Corbel"/>
              </a:rPr>
              <a:t>Choose</a:t>
            </a:r>
            <a:r>
              <a:rPr sz="1600" b="1" spc="-65" dirty="0">
                <a:latin typeface="Corbel"/>
                <a:cs typeface="Corbel"/>
              </a:rPr>
              <a:t> </a:t>
            </a:r>
            <a:r>
              <a:rPr sz="1600" spc="-10" dirty="0">
                <a:latin typeface="Corbel"/>
                <a:cs typeface="Corbel"/>
              </a:rPr>
              <a:t>–</a:t>
            </a:r>
            <a:r>
              <a:rPr sz="1600" spc="-100"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decision</a:t>
            </a:r>
            <a:r>
              <a:rPr sz="1600" spc="-25" dirty="0">
                <a:latin typeface="Corbel"/>
                <a:cs typeface="Corbel"/>
              </a:rPr>
              <a:t> </a:t>
            </a:r>
            <a:r>
              <a:rPr sz="1600" dirty="0">
                <a:latin typeface="Corbel"/>
                <a:cs typeface="Corbel"/>
              </a:rPr>
              <a:t>maker</a:t>
            </a:r>
            <a:r>
              <a:rPr sz="1600" spc="-30" dirty="0">
                <a:latin typeface="Corbel"/>
                <a:cs typeface="Corbel"/>
              </a:rPr>
              <a:t> </a:t>
            </a:r>
            <a:r>
              <a:rPr sz="1600" dirty="0">
                <a:latin typeface="Corbel"/>
                <a:cs typeface="Corbel"/>
              </a:rPr>
              <a:t>chooses</a:t>
            </a:r>
            <a:r>
              <a:rPr sz="1600" spc="-30" dirty="0">
                <a:latin typeface="Corbel"/>
                <a:cs typeface="Corbel"/>
              </a:rPr>
              <a:t> </a:t>
            </a:r>
            <a:r>
              <a:rPr sz="1600" dirty="0">
                <a:latin typeface="Corbel"/>
                <a:cs typeface="Corbel"/>
              </a:rPr>
              <a:t>a</a:t>
            </a:r>
            <a:r>
              <a:rPr sz="1600" spc="-30" dirty="0">
                <a:latin typeface="Corbel"/>
                <a:cs typeface="Corbel"/>
              </a:rPr>
              <a:t> </a:t>
            </a:r>
            <a:r>
              <a:rPr sz="1600" dirty="0">
                <a:latin typeface="Corbel"/>
                <a:cs typeface="Corbel"/>
              </a:rPr>
              <a:t>desirable</a:t>
            </a:r>
            <a:r>
              <a:rPr sz="1600" spc="-30" dirty="0">
                <a:latin typeface="Corbel"/>
                <a:cs typeface="Corbel"/>
              </a:rPr>
              <a:t> </a:t>
            </a:r>
            <a:r>
              <a:rPr sz="1600" dirty="0">
                <a:latin typeface="Corbel"/>
                <a:cs typeface="Corbel"/>
              </a:rPr>
              <a:t>outcome</a:t>
            </a:r>
            <a:r>
              <a:rPr sz="1600" spc="-25" dirty="0">
                <a:latin typeface="Corbel"/>
                <a:cs typeface="Corbel"/>
              </a:rPr>
              <a:t> </a:t>
            </a:r>
            <a:r>
              <a:rPr sz="1600" dirty="0">
                <a:latin typeface="Corbel"/>
                <a:cs typeface="Corbel"/>
              </a:rPr>
              <a:t>(in</a:t>
            </a:r>
            <a:r>
              <a:rPr sz="1600" spc="-25" dirty="0">
                <a:latin typeface="Corbel"/>
                <a:cs typeface="Corbel"/>
              </a:rPr>
              <a:t> </a:t>
            </a:r>
            <a:r>
              <a:rPr sz="1600" dirty="0">
                <a:latin typeface="Corbel"/>
                <a:cs typeface="Corbel"/>
              </a:rPr>
              <a:t>terms</a:t>
            </a:r>
            <a:r>
              <a:rPr sz="1600" spc="-30" dirty="0">
                <a:latin typeface="Corbel"/>
                <a:cs typeface="Corbel"/>
              </a:rPr>
              <a:t> </a:t>
            </a:r>
            <a:r>
              <a:rPr sz="1600" dirty="0">
                <a:latin typeface="Corbel"/>
                <a:cs typeface="Corbel"/>
              </a:rPr>
              <a:t>of</a:t>
            </a:r>
            <a:r>
              <a:rPr sz="1600" spc="-25" dirty="0">
                <a:latin typeface="Corbel"/>
                <a:cs typeface="Corbel"/>
              </a:rPr>
              <a:t> </a:t>
            </a:r>
            <a:r>
              <a:rPr sz="1600" dirty="0">
                <a:latin typeface="Corbel"/>
                <a:cs typeface="Corbel"/>
              </a:rPr>
              <a:t>success)</a:t>
            </a:r>
            <a:r>
              <a:rPr sz="1600" spc="-40" dirty="0">
                <a:latin typeface="Corbel"/>
                <a:cs typeface="Corbel"/>
              </a:rPr>
              <a:t> </a:t>
            </a:r>
            <a:r>
              <a:rPr sz="1600" dirty="0">
                <a:latin typeface="Corbel"/>
                <a:cs typeface="Corbel"/>
              </a:rPr>
              <a:t>for</a:t>
            </a:r>
            <a:r>
              <a:rPr sz="1600" spc="-30" dirty="0">
                <a:latin typeface="Corbel"/>
                <a:cs typeface="Corbel"/>
              </a:rPr>
              <a:t> </a:t>
            </a:r>
            <a:r>
              <a:rPr sz="1600" dirty="0">
                <a:latin typeface="Corbel"/>
                <a:cs typeface="Corbel"/>
              </a:rPr>
              <a:t>the</a:t>
            </a:r>
            <a:r>
              <a:rPr sz="1600" spc="-25" dirty="0">
                <a:latin typeface="Corbel"/>
                <a:cs typeface="Corbel"/>
              </a:rPr>
              <a:t> </a:t>
            </a:r>
            <a:r>
              <a:rPr sz="1600" spc="-10" dirty="0">
                <a:latin typeface="Corbel"/>
                <a:cs typeface="Corbel"/>
              </a:rPr>
              <a:t>flight.</a:t>
            </a:r>
            <a:endParaRPr sz="1600" dirty="0">
              <a:latin typeface="Corbel"/>
              <a:cs typeface="Corbel"/>
            </a:endParaRPr>
          </a:p>
          <a:p>
            <a:pPr marL="751205" indent="-281305">
              <a:lnSpc>
                <a:spcPct val="100000"/>
              </a:lnSpc>
              <a:spcBef>
                <a:spcPts val="575"/>
              </a:spcBef>
              <a:buAutoNum type="arabicPeriod"/>
              <a:tabLst>
                <a:tab pos="751205" algn="l"/>
              </a:tabLst>
            </a:pPr>
            <a:r>
              <a:rPr sz="1600" b="1" u="sng" dirty="0">
                <a:uFill>
                  <a:solidFill>
                    <a:srgbClr val="000000"/>
                  </a:solidFill>
                </a:uFill>
                <a:latin typeface="Corbel"/>
                <a:cs typeface="Corbel"/>
              </a:rPr>
              <a:t>Identify</a:t>
            </a:r>
            <a:r>
              <a:rPr sz="1600" b="1" spc="-65" dirty="0">
                <a:latin typeface="Corbel"/>
                <a:cs typeface="Corbel"/>
              </a:rPr>
              <a:t> </a:t>
            </a:r>
            <a:r>
              <a:rPr sz="1600" spc="-10" dirty="0">
                <a:latin typeface="Corbel"/>
                <a:cs typeface="Corbel"/>
              </a:rPr>
              <a:t>–</a:t>
            </a:r>
            <a:r>
              <a:rPr sz="1600" spc="-100" dirty="0">
                <a:latin typeface="Corbel"/>
                <a:cs typeface="Corbel"/>
              </a:rPr>
              <a:t> </a:t>
            </a:r>
            <a:r>
              <a:rPr sz="1600" dirty="0">
                <a:latin typeface="Corbel"/>
                <a:cs typeface="Corbel"/>
              </a:rPr>
              <a:t>The</a:t>
            </a:r>
            <a:r>
              <a:rPr sz="1600" spc="-30" dirty="0">
                <a:latin typeface="Corbel"/>
                <a:cs typeface="Corbel"/>
              </a:rPr>
              <a:t> </a:t>
            </a:r>
            <a:r>
              <a:rPr sz="1600" dirty="0">
                <a:latin typeface="Corbel"/>
                <a:cs typeface="Corbel"/>
              </a:rPr>
              <a:t>decision</a:t>
            </a:r>
            <a:r>
              <a:rPr sz="1600" spc="-25" dirty="0">
                <a:latin typeface="Corbel"/>
                <a:cs typeface="Corbel"/>
              </a:rPr>
              <a:t> </a:t>
            </a:r>
            <a:r>
              <a:rPr sz="1600" dirty="0">
                <a:latin typeface="Corbel"/>
                <a:cs typeface="Corbel"/>
              </a:rPr>
              <a:t>maker</a:t>
            </a:r>
            <a:r>
              <a:rPr sz="1600" spc="-30" dirty="0">
                <a:latin typeface="Corbel"/>
                <a:cs typeface="Corbel"/>
              </a:rPr>
              <a:t> </a:t>
            </a:r>
            <a:r>
              <a:rPr sz="1600" dirty="0">
                <a:latin typeface="Corbel"/>
                <a:cs typeface="Corbel"/>
              </a:rPr>
              <a:t>identifies</a:t>
            </a:r>
            <a:r>
              <a:rPr sz="1600" spc="-30" dirty="0">
                <a:latin typeface="Corbel"/>
                <a:cs typeface="Corbel"/>
              </a:rPr>
              <a:t> </a:t>
            </a:r>
            <a:r>
              <a:rPr sz="1600" dirty="0">
                <a:latin typeface="Corbel"/>
                <a:cs typeface="Corbel"/>
              </a:rPr>
              <a:t>actions</a:t>
            </a:r>
            <a:r>
              <a:rPr sz="1600" spc="-25" dirty="0">
                <a:latin typeface="Corbel"/>
                <a:cs typeface="Corbel"/>
              </a:rPr>
              <a:t> </a:t>
            </a:r>
            <a:r>
              <a:rPr sz="1600" dirty="0">
                <a:latin typeface="Corbel"/>
                <a:cs typeface="Corbel"/>
              </a:rPr>
              <a:t>which</a:t>
            </a:r>
            <a:r>
              <a:rPr sz="1600" spc="-35" dirty="0">
                <a:latin typeface="Corbel"/>
                <a:cs typeface="Corbel"/>
              </a:rPr>
              <a:t> </a:t>
            </a:r>
            <a:r>
              <a:rPr sz="1600" dirty="0">
                <a:latin typeface="Corbel"/>
                <a:cs typeface="Corbel"/>
              </a:rPr>
              <a:t>could</a:t>
            </a:r>
            <a:r>
              <a:rPr sz="1600" spc="-30" dirty="0">
                <a:latin typeface="Corbel"/>
                <a:cs typeface="Corbel"/>
              </a:rPr>
              <a:t> </a:t>
            </a:r>
            <a:r>
              <a:rPr sz="1600" spc="-10" dirty="0">
                <a:latin typeface="Corbel"/>
                <a:cs typeface="Corbel"/>
              </a:rPr>
              <a:t>successfully</a:t>
            </a:r>
            <a:r>
              <a:rPr sz="1600" spc="-40" dirty="0">
                <a:latin typeface="Corbel"/>
                <a:cs typeface="Corbel"/>
              </a:rPr>
              <a:t> </a:t>
            </a:r>
            <a:r>
              <a:rPr sz="1600" dirty="0">
                <a:latin typeface="Corbel"/>
                <a:cs typeface="Corbel"/>
              </a:rPr>
              <a:t>control</a:t>
            </a:r>
            <a:r>
              <a:rPr sz="1600" spc="-30" dirty="0">
                <a:latin typeface="Corbel"/>
                <a:cs typeface="Corbel"/>
              </a:rPr>
              <a:t> </a:t>
            </a:r>
            <a:r>
              <a:rPr sz="1600" dirty="0">
                <a:latin typeface="Corbel"/>
                <a:cs typeface="Corbel"/>
              </a:rPr>
              <a:t>the</a:t>
            </a:r>
            <a:r>
              <a:rPr sz="1600" spc="-30" dirty="0">
                <a:latin typeface="Corbel"/>
                <a:cs typeface="Corbel"/>
              </a:rPr>
              <a:t> </a:t>
            </a:r>
            <a:r>
              <a:rPr sz="1600" spc="-10" dirty="0">
                <a:latin typeface="Corbel"/>
                <a:cs typeface="Corbel"/>
              </a:rPr>
              <a:t>change.</a:t>
            </a:r>
            <a:endParaRPr sz="1600" dirty="0">
              <a:latin typeface="Corbel"/>
              <a:cs typeface="Corbel"/>
            </a:endParaRPr>
          </a:p>
          <a:p>
            <a:pPr marL="751840" indent="-281940">
              <a:lnSpc>
                <a:spcPct val="100000"/>
              </a:lnSpc>
              <a:spcBef>
                <a:spcPts val="575"/>
              </a:spcBef>
              <a:buAutoNum type="arabicPeriod"/>
              <a:tabLst>
                <a:tab pos="751840" algn="l"/>
              </a:tabLst>
            </a:pPr>
            <a:r>
              <a:rPr sz="1600" b="1" u="sng" dirty="0">
                <a:uFill>
                  <a:solidFill>
                    <a:srgbClr val="000000"/>
                  </a:solidFill>
                </a:uFill>
                <a:latin typeface="Corbel"/>
                <a:cs typeface="Corbel"/>
              </a:rPr>
              <a:t>Do</a:t>
            </a:r>
            <a:r>
              <a:rPr sz="1600" b="1" spc="-70" dirty="0">
                <a:latin typeface="Corbel"/>
                <a:cs typeface="Corbel"/>
              </a:rPr>
              <a:t> </a:t>
            </a:r>
            <a:r>
              <a:rPr sz="1600" spc="-10" dirty="0">
                <a:latin typeface="Corbel"/>
                <a:cs typeface="Corbel"/>
              </a:rPr>
              <a:t>–</a:t>
            </a:r>
            <a:r>
              <a:rPr sz="1600" spc="-100" dirty="0">
                <a:latin typeface="Corbel"/>
                <a:cs typeface="Corbel"/>
              </a:rPr>
              <a:t> </a:t>
            </a:r>
            <a:r>
              <a:rPr sz="1600" dirty="0">
                <a:latin typeface="Corbel"/>
                <a:cs typeface="Corbel"/>
              </a:rPr>
              <a:t>The</a:t>
            </a:r>
            <a:r>
              <a:rPr sz="1600" spc="-30" dirty="0">
                <a:latin typeface="Corbel"/>
                <a:cs typeface="Corbel"/>
              </a:rPr>
              <a:t> </a:t>
            </a:r>
            <a:r>
              <a:rPr sz="1600" dirty="0">
                <a:latin typeface="Corbel"/>
                <a:cs typeface="Corbel"/>
              </a:rPr>
              <a:t>decision</a:t>
            </a:r>
            <a:r>
              <a:rPr sz="1600" spc="-25" dirty="0">
                <a:latin typeface="Corbel"/>
                <a:cs typeface="Corbel"/>
              </a:rPr>
              <a:t> </a:t>
            </a:r>
            <a:r>
              <a:rPr sz="1600" dirty="0">
                <a:latin typeface="Corbel"/>
                <a:cs typeface="Corbel"/>
              </a:rPr>
              <a:t>maker</a:t>
            </a:r>
            <a:r>
              <a:rPr sz="1600" spc="-35" dirty="0">
                <a:latin typeface="Corbel"/>
                <a:cs typeface="Corbel"/>
              </a:rPr>
              <a:t> </a:t>
            </a:r>
            <a:r>
              <a:rPr sz="1600" dirty="0">
                <a:latin typeface="Corbel"/>
                <a:cs typeface="Corbel"/>
              </a:rPr>
              <a:t>takes</a:t>
            </a:r>
            <a:r>
              <a:rPr sz="1600" spc="-30" dirty="0">
                <a:latin typeface="Corbel"/>
                <a:cs typeface="Corbel"/>
              </a:rPr>
              <a:t> </a:t>
            </a:r>
            <a:r>
              <a:rPr sz="1600" dirty="0">
                <a:latin typeface="Corbel"/>
                <a:cs typeface="Corbel"/>
              </a:rPr>
              <a:t>the</a:t>
            </a:r>
            <a:r>
              <a:rPr sz="1600" spc="-30" dirty="0">
                <a:latin typeface="Corbel"/>
                <a:cs typeface="Corbel"/>
              </a:rPr>
              <a:t> </a:t>
            </a:r>
            <a:r>
              <a:rPr sz="1600" dirty="0">
                <a:latin typeface="Corbel"/>
                <a:cs typeface="Corbel"/>
              </a:rPr>
              <a:t>necessary</a:t>
            </a:r>
            <a:r>
              <a:rPr sz="1600" spc="-45" dirty="0">
                <a:latin typeface="Corbel"/>
                <a:cs typeface="Corbel"/>
              </a:rPr>
              <a:t> </a:t>
            </a:r>
            <a:r>
              <a:rPr sz="1600" spc="-10" dirty="0">
                <a:latin typeface="Corbel"/>
                <a:cs typeface="Corbel"/>
              </a:rPr>
              <a:t>action.</a:t>
            </a:r>
            <a:endParaRPr sz="1600" dirty="0">
              <a:latin typeface="Corbel"/>
              <a:cs typeface="Corbel"/>
            </a:endParaRPr>
          </a:p>
          <a:p>
            <a:pPr marL="751205" indent="-281305">
              <a:lnSpc>
                <a:spcPct val="100000"/>
              </a:lnSpc>
              <a:spcBef>
                <a:spcPts val="695"/>
              </a:spcBef>
              <a:buAutoNum type="arabicPeriod"/>
              <a:tabLst>
                <a:tab pos="751205" algn="l"/>
              </a:tabLst>
            </a:pPr>
            <a:r>
              <a:rPr sz="1600" b="1" u="sng" dirty="0">
                <a:uFill>
                  <a:solidFill>
                    <a:srgbClr val="000000"/>
                  </a:solidFill>
                </a:uFill>
                <a:latin typeface="Corbel"/>
                <a:cs typeface="Corbel"/>
              </a:rPr>
              <a:t>Evaluate</a:t>
            </a:r>
            <a:r>
              <a:rPr sz="1600" b="1" spc="-50" dirty="0">
                <a:latin typeface="Corbel"/>
                <a:cs typeface="Corbel"/>
              </a:rPr>
              <a:t> </a:t>
            </a:r>
            <a:r>
              <a:rPr sz="1600" dirty="0">
                <a:latin typeface="Corbel"/>
                <a:cs typeface="Corbel"/>
              </a:rPr>
              <a:t>–</a:t>
            </a:r>
            <a:r>
              <a:rPr sz="1600" spc="-35" dirty="0">
                <a:latin typeface="Corbel"/>
                <a:cs typeface="Corbel"/>
              </a:rPr>
              <a:t> </a:t>
            </a:r>
            <a:r>
              <a:rPr sz="1600" dirty="0">
                <a:latin typeface="Corbel"/>
                <a:cs typeface="Corbel"/>
              </a:rPr>
              <a:t>the</a:t>
            </a:r>
            <a:r>
              <a:rPr sz="1600" spc="-40" dirty="0">
                <a:latin typeface="Corbel"/>
                <a:cs typeface="Corbel"/>
              </a:rPr>
              <a:t> </a:t>
            </a:r>
            <a:r>
              <a:rPr sz="1600" dirty="0">
                <a:latin typeface="Corbel"/>
                <a:cs typeface="Corbel"/>
              </a:rPr>
              <a:t>decision</a:t>
            </a:r>
            <a:r>
              <a:rPr sz="1600" spc="-35" dirty="0">
                <a:latin typeface="Corbel"/>
                <a:cs typeface="Corbel"/>
              </a:rPr>
              <a:t> </a:t>
            </a:r>
            <a:r>
              <a:rPr sz="1600" dirty="0">
                <a:latin typeface="Corbel"/>
                <a:cs typeface="Corbel"/>
              </a:rPr>
              <a:t>maker</a:t>
            </a:r>
            <a:r>
              <a:rPr sz="1600" spc="-35" dirty="0">
                <a:latin typeface="Corbel"/>
                <a:cs typeface="Corbel"/>
              </a:rPr>
              <a:t> </a:t>
            </a:r>
            <a:r>
              <a:rPr sz="1600" dirty="0">
                <a:latin typeface="Corbel"/>
                <a:cs typeface="Corbel"/>
              </a:rPr>
              <a:t>evaluates</a:t>
            </a:r>
            <a:r>
              <a:rPr sz="1600" spc="-40" dirty="0">
                <a:latin typeface="Corbel"/>
                <a:cs typeface="Corbel"/>
              </a:rPr>
              <a:t> </a:t>
            </a:r>
            <a:r>
              <a:rPr sz="1600" dirty="0">
                <a:latin typeface="Corbel"/>
                <a:cs typeface="Corbel"/>
              </a:rPr>
              <a:t>the</a:t>
            </a:r>
            <a:r>
              <a:rPr sz="1600" spc="-40" dirty="0">
                <a:latin typeface="Corbel"/>
                <a:cs typeface="Corbel"/>
              </a:rPr>
              <a:t> </a:t>
            </a:r>
            <a:r>
              <a:rPr sz="1600" dirty="0">
                <a:latin typeface="Corbel"/>
                <a:cs typeface="Corbel"/>
              </a:rPr>
              <a:t>effect(s)</a:t>
            </a:r>
            <a:r>
              <a:rPr sz="1600" spc="-40" dirty="0">
                <a:latin typeface="Corbel"/>
                <a:cs typeface="Corbel"/>
              </a:rPr>
              <a:t> </a:t>
            </a:r>
            <a:r>
              <a:rPr sz="1600" dirty="0">
                <a:latin typeface="Corbel"/>
                <a:cs typeface="Corbel"/>
              </a:rPr>
              <a:t>of</a:t>
            </a:r>
            <a:r>
              <a:rPr sz="1600" spc="-35" dirty="0">
                <a:latin typeface="Corbel"/>
                <a:cs typeface="Corbel"/>
              </a:rPr>
              <a:t> </a:t>
            </a:r>
            <a:r>
              <a:rPr sz="1600" dirty="0">
                <a:latin typeface="Corbel"/>
                <a:cs typeface="Corbel"/>
              </a:rPr>
              <a:t>his/her</a:t>
            </a:r>
            <a:r>
              <a:rPr sz="1600" spc="-40" dirty="0">
                <a:latin typeface="Corbel"/>
                <a:cs typeface="Corbel"/>
              </a:rPr>
              <a:t> </a:t>
            </a:r>
            <a:r>
              <a:rPr sz="1600" dirty="0">
                <a:latin typeface="Corbel"/>
                <a:cs typeface="Corbel"/>
              </a:rPr>
              <a:t>action</a:t>
            </a:r>
            <a:r>
              <a:rPr sz="1600" spc="-35" dirty="0">
                <a:latin typeface="Corbel"/>
                <a:cs typeface="Corbel"/>
              </a:rPr>
              <a:t> </a:t>
            </a:r>
            <a:r>
              <a:rPr sz="1600" dirty="0">
                <a:latin typeface="Corbel"/>
                <a:cs typeface="Corbel"/>
              </a:rPr>
              <a:t>countering</a:t>
            </a:r>
            <a:r>
              <a:rPr sz="1600" spc="-45" dirty="0">
                <a:latin typeface="Corbel"/>
                <a:cs typeface="Corbel"/>
              </a:rPr>
              <a:t> </a:t>
            </a:r>
            <a:r>
              <a:rPr sz="1600" dirty="0">
                <a:latin typeface="Corbel"/>
                <a:cs typeface="Corbel"/>
              </a:rPr>
              <a:t>the</a:t>
            </a:r>
            <a:r>
              <a:rPr sz="1600" spc="-35" dirty="0">
                <a:latin typeface="Corbel"/>
                <a:cs typeface="Corbel"/>
              </a:rPr>
              <a:t> </a:t>
            </a:r>
            <a:r>
              <a:rPr sz="1600" spc="-10" dirty="0">
                <a:latin typeface="Corbel"/>
                <a:cs typeface="Corbel"/>
              </a:rPr>
              <a:t>change.</a:t>
            </a:r>
            <a:endParaRPr sz="1600" dirty="0">
              <a:latin typeface="Corbel"/>
              <a:cs typeface="Corbel"/>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045"/>
              </a:lnSpc>
            </a:pPr>
            <a:r>
              <a:rPr spc="-25" dirty="0"/>
              <a:t>66</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3" cstate="print"/>
          <a:stretch>
            <a:fillRect/>
          </a:stretch>
        </p:blipFill>
        <p:spPr>
          <a:xfrm>
            <a:off x="1417319" y="566927"/>
            <a:ext cx="6909816" cy="573024"/>
          </a:xfrm>
          <a:prstGeom prst="rect">
            <a:avLst/>
          </a:prstGeom>
        </p:spPr>
      </p:pic>
      <p:sp>
        <p:nvSpPr>
          <p:cNvPr id="4" name="object 4"/>
          <p:cNvSpPr txBox="1">
            <a:spLocks noGrp="1"/>
          </p:cNvSpPr>
          <p:nvPr>
            <p:ph type="title"/>
          </p:nvPr>
        </p:nvSpPr>
        <p:spPr>
          <a:prstGeom prst="rect">
            <a:avLst/>
          </a:prstGeom>
        </p:spPr>
        <p:txBody>
          <a:bodyPr vert="horz" wrap="square" lIns="0" tIns="329691" rIns="0" bIns="0" rtlCol="0">
            <a:spAutoFit/>
          </a:bodyPr>
          <a:lstStyle/>
          <a:p>
            <a:pPr marL="640715">
              <a:lnSpc>
                <a:spcPct val="100000"/>
              </a:lnSpc>
              <a:spcBef>
                <a:spcPts val="100"/>
              </a:spcBef>
            </a:pPr>
            <a:r>
              <a:rPr dirty="0"/>
              <a:t>060</a:t>
            </a:r>
            <a:r>
              <a:rPr spc="-50" dirty="0"/>
              <a:t> </a:t>
            </a:r>
            <a:r>
              <a:rPr dirty="0"/>
              <a:t>02</a:t>
            </a:r>
            <a:r>
              <a:rPr spc="-45" dirty="0"/>
              <a:t> </a:t>
            </a:r>
            <a:r>
              <a:rPr dirty="0"/>
              <a:t>02:</a:t>
            </a:r>
            <a:r>
              <a:rPr spc="-45" dirty="0"/>
              <a:t> </a:t>
            </a:r>
            <a:r>
              <a:rPr dirty="0"/>
              <a:t>Importance</a:t>
            </a:r>
            <a:r>
              <a:rPr spc="-45" dirty="0"/>
              <a:t> </a:t>
            </a:r>
            <a:r>
              <a:rPr dirty="0"/>
              <a:t>of</a:t>
            </a:r>
            <a:r>
              <a:rPr spc="-40" dirty="0"/>
              <a:t> </a:t>
            </a:r>
            <a:r>
              <a:rPr dirty="0"/>
              <a:t>making</a:t>
            </a:r>
            <a:r>
              <a:rPr spc="-45" dirty="0"/>
              <a:t> </a:t>
            </a:r>
            <a:r>
              <a:rPr dirty="0"/>
              <a:t>sound</a:t>
            </a:r>
            <a:r>
              <a:rPr spc="-45" dirty="0"/>
              <a:t> </a:t>
            </a:r>
            <a:r>
              <a:rPr dirty="0"/>
              <a:t>aeronautical</a:t>
            </a:r>
            <a:r>
              <a:rPr spc="-45" dirty="0"/>
              <a:t> </a:t>
            </a:r>
            <a:r>
              <a:rPr spc="-10" dirty="0"/>
              <a:t>decisions: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045"/>
              </a:lnSpc>
            </a:pPr>
            <a:r>
              <a:rPr spc="-25" dirty="0"/>
              <a:t>67</a:t>
            </a:r>
          </a:p>
        </p:txBody>
      </p:sp>
      <p:sp>
        <p:nvSpPr>
          <p:cNvPr id="5" name="object 5"/>
          <p:cNvSpPr txBox="1"/>
          <p:nvPr/>
        </p:nvSpPr>
        <p:spPr>
          <a:xfrm>
            <a:off x="1563049" y="1432433"/>
            <a:ext cx="9860280" cy="2733040"/>
          </a:xfrm>
          <a:prstGeom prst="rect">
            <a:avLst/>
          </a:prstGeom>
        </p:spPr>
        <p:txBody>
          <a:bodyPr vert="horz" wrap="square" lIns="0" tIns="109855" rIns="0" bIns="0" rtlCol="0">
            <a:spAutoFit/>
          </a:bodyPr>
          <a:lstStyle/>
          <a:p>
            <a:pPr marL="12700">
              <a:lnSpc>
                <a:spcPct val="100000"/>
              </a:lnSpc>
              <a:spcBef>
                <a:spcPts val="865"/>
              </a:spcBef>
            </a:pPr>
            <a:r>
              <a:rPr sz="1800" b="1" u="sng" spc="-10" dirty="0">
                <a:uFill>
                  <a:solidFill>
                    <a:srgbClr val="000000"/>
                  </a:solidFill>
                </a:uFill>
                <a:latin typeface="Corbel"/>
                <a:cs typeface="Corbel"/>
              </a:rPr>
              <a:t>Perceive,</a:t>
            </a:r>
            <a:r>
              <a:rPr sz="1800" b="1" u="sng" spc="-45" dirty="0">
                <a:uFill>
                  <a:solidFill>
                    <a:srgbClr val="000000"/>
                  </a:solidFill>
                </a:uFill>
                <a:latin typeface="Corbel"/>
                <a:cs typeface="Corbel"/>
              </a:rPr>
              <a:t> </a:t>
            </a:r>
            <a:r>
              <a:rPr sz="1800" b="1" u="sng" dirty="0">
                <a:uFill>
                  <a:solidFill>
                    <a:srgbClr val="000000"/>
                  </a:solidFill>
                </a:uFill>
                <a:latin typeface="Corbel"/>
                <a:cs typeface="Corbel"/>
              </a:rPr>
              <a:t>Process,</a:t>
            </a:r>
            <a:r>
              <a:rPr sz="1800" b="1" u="sng" spc="-45" dirty="0">
                <a:uFill>
                  <a:solidFill>
                    <a:srgbClr val="000000"/>
                  </a:solidFill>
                </a:uFill>
                <a:latin typeface="Corbel"/>
                <a:cs typeface="Corbel"/>
              </a:rPr>
              <a:t> </a:t>
            </a:r>
            <a:r>
              <a:rPr sz="1800" b="1" u="sng" spc="-10" dirty="0">
                <a:uFill>
                  <a:solidFill>
                    <a:srgbClr val="000000"/>
                  </a:solidFill>
                </a:uFill>
                <a:latin typeface="Corbel"/>
                <a:cs typeface="Corbel"/>
              </a:rPr>
              <a:t>Perform</a:t>
            </a:r>
            <a:r>
              <a:rPr sz="1800" b="1" u="sng" spc="-45" dirty="0">
                <a:uFill>
                  <a:solidFill>
                    <a:srgbClr val="000000"/>
                  </a:solidFill>
                </a:uFill>
                <a:latin typeface="Corbel"/>
                <a:cs typeface="Corbel"/>
              </a:rPr>
              <a:t> </a:t>
            </a:r>
            <a:r>
              <a:rPr sz="1800" b="1" u="sng" dirty="0">
                <a:uFill>
                  <a:solidFill>
                    <a:srgbClr val="000000"/>
                  </a:solidFill>
                </a:uFill>
                <a:latin typeface="Corbel"/>
                <a:cs typeface="Corbel"/>
              </a:rPr>
              <a:t>(3P)</a:t>
            </a:r>
            <a:r>
              <a:rPr sz="1800" b="1" u="sng" spc="-45" dirty="0">
                <a:uFill>
                  <a:solidFill>
                    <a:srgbClr val="000000"/>
                  </a:solidFill>
                </a:uFill>
                <a:latin typeface="Corbel"/>
                <a:cs typeface="Corbel"/>
              </a:rPr>
              <a:t> </a:t>
            </a:r>
            <a:r>
              <a:rPr sz="1800" b="1" u="sng" spc="-10" dirty="0">
                <a:uFill>
                  <a:solidFill>
                    <a:srgbClr val="000000"/>
                  </a:solidFill>
                </a:uFill>
                <a:latin typeface="Corbel"/>
                <a:cs typeface="Corbel"/>
              </a:rPr>
              <a:t>Model</a:t>
            </a:r>
            <a:endParaRPr sz="1800" dirty="0">
              <a:latin typeface="Corbel"/>
              <a:cs typeface="Corbel"/>
            </a:endParaRPr>
          </a:p>
          <a:p>
            <a:pPr marL="296545" marR="5080" indent="-284480">
              <a:lnSpc>
                <a:spcPts val="1900"/>
              </a:lnSpc>
              <a:spcBef>
                <a:spcPts val="760"/>
              </a:spcBef>
              <a:buFont typeface="Arial MT"/>
              <a:buChar char="•"/>
              <a:tabLst>
                <a:tab pos="296545" algn="l"/>
              </a:tabLst>
            </a:pPr>
            <a:r>
              <a:rPr sz="1600" dirty="0">
                <a:latin typeface="Corbel"/>
                <a:cs typeface="Corbel"/>
              </a:rPr>
              <a:t>The</a:t>
            </a:r>
            <a:r>
              <a:rPr sz="1600" spc="-30" dirty="0">
                <a:latin typeface="Corbel"/>
                <a:cs typeface="Corbel"/>
              </a:rPr>
              <a:t> </a:t>
            </a:r>
            <a:r>
              <a:rPr sz="1600" spc="-10" dirty="0">
                <a:latin typeface="Corbel"/>
                <a:cs typeface="Corbel"/>
              </a:rPr>
              <a:t>Perceive,</a:t>
            </a:r>
            <a:r>
              <a:rPr sz="1600" spc="-35" dirty="0">
                <a:latin typeface="Corbel"/>
                <a:cs typeface="Corbel"/>
              </a:rPr>
              <a:t> </a:t>
            </a:r>
            <a:r>
              <a:rPr sz="1600" dirty="0">
                <a:latin typeface="Corbel"/>
                <a:cs typeface="Corbel"/>
              </a:rPr>
              <a:t>Process,</a:t>
            </a:r>
            <a:r>
              <a:rPr sz="1600" spc="-30" dirty="0">
                <a:latin typeface="Corbel"/>
                <a:cs typeface="Corbel"/>
              </a:rPr>
              <a:t> </a:t>
            </a:r>
            <a:r>
              <a:rPr sz="1600" spc="-10" dirty="0">
                <a:latin typeface="Corbel"/>
                <a:cs typeface="Corbel"/>
              </a:rPr>
              <a:t>Perform</a:t>
            </a:r>
            <a:r>
              <a:rPr sz="1600" spc="-35" dirty="0">
                <a:latin typeface="Corbel"/>
                <a:cs typeface="Corbel"/>
              </a:rPr>
              <a:t> </a:t>
            </a:r>
            <a:r>
              <a:rPr sz="1600" dirty="0">
                <a:latin typeface="Corbel"/>
                <a:cs typeface="Corbel"/>
              </a:rPr>
              <a:t>(3P)</a:t>
            </a:r>
            <a:r>
              <a:rPr sz="1600" spc="-40" dirty="0">
                <a:latin typeface="Corbel"/>
                <a:cs typeface="Corbel"/>
              </a:rPr>
              <a:t> </a:t>
            </a:r>
            <a:r>
              <a:rPr sz="1600" dirty="0">
                <a:latin typeface="Corbel"/>
                <a:cs typeface="Corbel"/>
              </a:rPr>
              <a:t>model</a:t>
            </a:r>
            <a:r>
              <a:rPr sz="1600" spc="-30" dirty="0">
                <a:latin typeface="Corbel"/>
                <a:cs typeface="Corbel"/>
              </a:rPr>
              <a:t> </a:t>
            </a:r>
            <a:r>
              <a:rPr sz="1600" dirty="0">
                <a:latin typeface="Corbel"/>
                <a:cs typeface="Corbel"/>
              </a:rPr>
              <a:t>for</a:t>
            </a:r>
            <a:r>
              <a:rPr sz="1600" spc="-35" dirty="0">
                <a:latin typeface="Corbel"/>
                <a:cs typeface="Corbel"/>
              </a:rPr>
              <a:t> </a:t>
            </a:r>
            <a:r>
              <a:rPr sz="1600" dirty="0">
                <a:latin typeface="Corbel"/>
                <a:cs typeface="Corbel"/>
              </a:rPr>
              <a:t>ADM</a:t>
            </a:r>
            <a:r>
              <a:rPr sz="1600" spc="-35" dirty="0">
                <a:latin typeface="Corbel"/>
                <a:cs typeface="Corbel"/>
              </a:rPr>
              <a:t> </a:t>
            </a:r>
            <a:r>
              <a:rPr sz="1600" dirty="0">
                <a:latin typeface="Corbel"/>
                <a:cs typeface="Corbel"/>
              </a:rPr>
              <a:t>offers</a:t>
            </a:r>
            <a:r>
              <a:rPr sz="1600" spc="-30" dirty="0">
                <a:latin typeface="Corbel"/>
                <a:cs typeface="Corbel"/>
              </a:rPr>
              <a:t> </a:t>
            </a:r>
            <a:r>
              <a:rPr sz="1600" dirty="0">
                <a:latin typeface="Corbel"/>
                <a:cs typeface="Corbel"/>
              </a:rPr>
              <a:t>a</a:t>
            </a:r>
            <a:r>
              <a:rPr sz="1600" spc="-30" dirty="0">
                <a:latin typeface="Corbel"/>
                <a:cs typeface="Corbel"/>
              </a:rPr>
              <a:t> </a:t>
            </a:r>
            <a:r>
              <a:rPr sz="1600" dirty="0">
                <a:latin typeface="Corbel"/>
                <a:cs typeface="Corbel"/>
              </a:rPr>
              <a:t>simple,</a:t>
            </a:r>
            <a:r>
              <a:rPr sz="1600" spc="-30" dirty="0">
                <a:latin typeface="Corbel"/>
                <a:cs typeface="Corbel"/>
              </a:rPr>
              <a:t> </a:t>
            </a:r>
            <a:r>
              <a:rPr sz="1600" dirty="0">
                <a:latin typeface="Corbel"/>
                <a:cs typeface="Corbel"/>
              </a:rPr>
              <a:t>practical,</a:t>
            </a:r>
            <a:r>
              <a:rPr sz="1600" spc="-30" dirty="0">
                <a:latin typeface="Corbel"/>
                <a:cs typeface="Corbel"/>
              </a:rPr>
              <a:t> </a:t>
            </a:r>
            <a:r>
              <a:rPr sz="1600" dirty="0">
                <a:latin typeface="Corbel"/>
                <a:cs typeface="Corbel"/>
              </a:rPr>
              <a:t>and</a:t>
            </a:r>
            <a:r>
              <a:rPr sz="1600" spc="-25" dirty="0">
                <a:latin typeface="Corbel"/>
                <a:cs typeface="Corbel"/>
              </a:rPr>
              <a:t> </a:t>
            </a:r>
            <a:r>
              <a:rPr sz="1600" dirty="0">
                <a:latin typeface="Corbel"/>
                <a:cs typeface="Corbel"/>
              </a:rPr>
              <a:t>systematic</a:t>
            </a:r>
            <a:r>
              <a:rPr sz="1600" spc="-30" dirty="0">
                <a:latin typeface="Corbel"/>
                <a:cs typeface="Corbel"/>
              </a:rPr>
              <a:t> </a:t>
            </a:r>
            <a:r>
              <a:rPr sz="1600" dirty="0">
                <a:latin typeface="Corbel"/>
                <a:cs typeface="Corbel"/>
              </a:rPr>
              <a:t>approach</a:t>
            </a:r>
            <a:r>
              <a:rPr sz="1600" spc="-35" dirty="0">
                <a:latin typeface="Corbel"/>
                <a:cs typeface="Corbel"/>
              </a:rPr>
              <a:t> </a:t>
            </a:r>
            <a:r>
              <a:rPr sz="1600" dirty="0">
                <a:latin typeface="Corbel"/>
                <a:cs typeface="Corbel"/>
              </a:rPr>
              <a:t>that</a:t>
            </a:r>
            <a:r>
              <a:rPr sz="1600" spc="-40" dirty="0">
                <a:latin typeface="Corbel"/>
                <a:cs typeface="Corbel"/>
              </a:rPr>
              <a:t> </a:t>
            </a:r>
            <a:r>
              <a:rPr sz="1600" u="sng" dirty="0">
                <a:uFill>
                  <a:solidFill>
                    <a:srgbClr val="000000"/>
                  </a:solidFill>
                </a:uFill>
                <a:latin typeface="Corbel"/>
                <a:cs typeface="Corbel"/>
              </a:rPr>
              <a:t>can</a:t>
            </a:r>
            <a:r>
              <a:rPr sz="1600" u="sng" spc="-30" dirty="0">
                <a:uFill>
                  <a:solidFill>
                    <a:srgbClr val="000000"/>
                  </a:solidFill>
                </a:uFill>
                <a:latin typeface="Corbel"/>
                <a:cs typeface="Corbel"/>
              </a:rPr>
              <a:t> </a:t>
            </a:r>
            <a:r>
              <a:rPr sz="1600" u="sng" spc="-25" dirty="0">
                <a:uFill>
                  <a:solidFill>
                    <a:srgbClr val="000000"/>
                  </a:solidFill>
                </a:uFill>
                <a:latin typeface="Corbel"/>
                <a:cs typeface="Corbel"/>
              </a:rPr>
              <a:t>be</a:t>
            </a:r>
            <a:r>
              <a:rPr sz="1600" spc="-25" dirty="0">
                <a:latin typeface="Corbel"/>
                <a:cs typeface="Corbel"/>
              </a:rPr>
              <a:t> </a:t>
            </a:r>
            <a:r>
              <a:rPr sz="1600" u="sng" dirty="0">
                <a:uFill>
                  <a:solidFill>
                    <a:srgbClr val="000000"/>
                  </a:solidFill>
                </a:uFill>
                <a:latin typeface="Corbel"/>
                <a:cs typeface="Corbel"/>
              </a:rPr>
              <a:t>used</a:t>
            </a:r>
            <a:r>
              <a:rPr sz="1600" u="sng" spc="-25" dirty="0">
                <a:uFill>
                  <a:solidFill>
                    <a:srgbClr val="000000"/>
                  </a:solidFill>
                </a:uFill>
                <a:latin typeface="Corbel"/>
                <a:cs typeface="Corbel"/>
              </a:rPr>
              <a:t> </a:t>
            </a:r>
            <a:r>
              <a:rPr sz="1600" u="sng" dirty="0">
                <a:uFill>
                  <a:solidFill>
                    <a:srgbClr val="000000"/>
                  </a:solidFill>
                </a:uFill>
                <a:latin typeface="Corbel"/>
                <a:cs typeface="Corbel"/>
              </a:rPr>
              <a:t>during</a:t>
            </a:r>
            <a:r>
              <a:rPr sz="1600" u="sng" spc="-15" dirty="0">
                <a:uFill>
                  <a:solidFill>
                    <a:srgbClr val="000000"/>
                  </a:solidFill>
                </a:uFill>
                <a:latin typeface="Corbel"/>
                <a:cs typeface="Corbel"/>
              </a:rPr>
              <a:t> </a:t>
            </a:r>
            <a:r>
              <a:rPr sz="1600" u="sng" dirty="0">
                <a:uFill>
                  <a:solidFill>
                    <a:srgbClr val="000000"/>
                  </a:solidFill>
                </a:uFill>
                <a:latin typeface="Corbel"/>
                <a:cs typeface="Corbel"/>
              </a:rPr>
              <a:t>all</a:t>
            </a:r>
            <a:r>
              <a:rPr sz="1600" u="sng" spc="-15" dirty="0">
                <a:uFill>
                  <a:solidFill>
                    <a:srgbClr val="000000"/>
                  </a:solidFill>
                </a:uFill>
                <a:latin typeface="Corbel"/>
                <a:cs typeface="Corbel"/>
              </a:rPr>
              <a:t> </a:t>
            </a:r>
            <a:r>
              <a:rPr sz="1600" u="sng" dirty="0">
                <a:uFill>
                  <a:solidFill>
                    <a:srgbClr val="000000"/>
                  </a:solidFill>
                </a:uFill>
                <a:latin typeface="Corbel"/>
                <a:cs typeface="Corbel"/>
              </a:rPr>
              <a:t>phases</a:t>
            </a:r>
            <a:r>
              <a:rPr sz="1600" u="sng" spc="-20" dirty="0">
                <a:uFill>
                  <a:solidFill>
                    <a:srgbClr val="000000"/>
                  </a:solidFill>
                </a:uFill>
                <a:latin typeface="Corbel"/>
                <a:cs typeface="Corbel"/>
              </a:rPr>
              <a:t> </a:t>
            </a:r>
            <a:r>
              <a:rPr sz="1600" u="sng" dirty="0">
                <a:uFill>
                  <a:solidFill>
                    <a:srgbClr val="000000"/>
                  </a:solidFill>
                </a:uFill>
                <a:latin typeface="Corbel"/>
                <a:cs typeface="Corbel"/>
              </a:rPr>
              <a:t>of</a:t>
            </a:r>
            <a:r>
              <a:rPr sz="1600" u="sng" spc="-15" dirty="0">
                <a:uFill>
                  <a:solidFill>
                    <a:srgbClr val="000000"/>
                  </a:solidFill>
                </a:uFill>
                <a:latin typeface="Corbel"/>
                <a:cs typeface="Corbel"/>
              </a:rPr>
              <a:t> </a:t>
            </a:r>
            <a:r>
              <a:rPr sz="1600" u="sng" spc="-10" dirty="0">
                <a:uFill>
                  <a:solidFill>
                    <a:srgbClr val="000000"/>
                  </a:solidFill>
                </a:uFill>
                <a:latin typeface="Corbel"/>
                <a:cs typeface="Corbel"/>
              </a:rPr>
              <a:t>flight.</a:t>
            </a:r>
            <a:r>
              <a:rPr sz="1600" spc="-105" dirty="0">
                <a:latin typeface="Corbel"/>
                <a:cs typeface="Corbel"/>
              </a:rPr>
              <a:t> </a:t>
            </a:r>
            <a:r>
              <a:rPr sz="1600" spc="-30" dirty="0">
                <a:latin typeface="Corbel"/>
                <a:cs typeface="Corbel"/>
              </a:rPr>
              <a:t>To</a:t>
            </a:r>
            <a:r>
              <a:rPr sz="1600" spc="-20" dirty="0">
                <a:latin typeface="Corbel"/>
                <a:cs typeface="Corbel"/>
              </a:rPr>
              <a:t> </a:t>
            </a:r>
            <a:r>
              <a:rPr sz="1600" dirty="0">
                <a:latin typeface="Corbel"/>
                <a:cs typeface="Corbel"/>
              </a:rPr>
              <a:t>use</a:t>
            </a:r>
            <a:r>
              <a:rPr sz="1600" spc="-15" dirty="0">
                <a:latin typeface="Corbel"/>
                <a:cs typeface="Corbel"/>
              </a:rPr>
              <a:t> </a:t>
            </a:r>
            <a:r>
              <a:rPr sz="1600" dirty="0">
                <a:latin typeface="Corbel"/>
                <a:cs typeface="Corbel"/>
              </a:rPr>
              <a:t>it,</a:t>
            </a:r>
            <a:r>
              <a:rPr sz="1600" spc="-15" dirty="0">
                <a:latin typeface="Corbel"/>
                <a:cs typeface="Corbel"/>
              </a:rPr>
              <a:t> </a:t>
            </a:r>
            <a:r>
              <a:rPr sz="1600" dirty="0">
                <a:latin typeface="Corbel"/>
                <a:cs typeface="Corbel"/>
              </a:rPr>
              <a:t>the</a:t>
            </a:r>
            <a:r>
              <a:rPr sz="1600" spc="-15" dirty="0">
                <a:latin typeface="Corbel"/>
                <a:cs typeface="Corbel"/>
              </a:rPr>
              <a:t> </a:t>
            </a:r>
            <a:r>
              <a:rPr sz="1600" dirty="0">
                <a:latin typeface="Corbel"/>
                <a:cs typeface="Corbel"/>
              </a:rPr>
              <a:t>pilot</a:t>
            </a:r>
            <a:r>
              <a:rPr sz="1600" spc="-20" dirty="0">
                <a:latin typeface="Corbel"/>
                <a:cs typeface="Corbel"/>
              </a:rPr>
              <a:t> </a:t>
            </a:r>
            <a:r>
              <a:rPr sz="1600" spc="-10" dirty="0">
                <a:latin typeface="Corbel"/>
                <a:cs typeface="Corbel"/>
              </a:rPr>
              <a:t>will:</a:t>
            </a:r>
            <a:endParaRPr sz="1600" dirty="0">
              <a:latin typeface="Corbel"/>
              <a:cs typeface="Corbel"/>
            </a:endParaRPr>
          </a:p>
          <a:p>
            <a:pPr marL="753745" lvl="1" indent="-283845">
              <a:lnSpc>
                <a:spcPct val="100000"/>
              </a:lnSpc>
              <a:spcBef>
                <a:spcPts val="509"/>
              </a:spcBef>
              <a:buFont typeface="Arial MT"/>
              <a:buChar char="•"/>
              <a:tabLst>
                <a:tab pos="753745" algn="l"/>
              </a:tabLst>
            </a:pPr>
            <a:r>
              <a:rPr sz="1600" b="1" u="sng" spc="-10" dirty="0">
                <a:uFill>
                  <a:solidFill>
                    <a:srgbClr val="000000"/>
                  </a:solidFill>
                </a:uFill>
                <a:latin typeface="Corbel"/>
                <a:cs typeface="Corbel"/>
              </a:rPr>
              <a:t>Perceive</a:t>
            </a:r>
            <a:r>
              <a:rPr sz="1600" b="1" spc="-25" dirty="0">
                <a:latin typeface="Corbel"/>
                <a:cs typeface="Corbel"/>
              </a:rPr>
              <a:t> </a:t>
            </a:r>
            <a:r>
              <a:rPr sz="1600" dirty="0">
                <a:latin typeface="Corbel"/>
                <a:cs typeface="Corbel"/>
              </a:rPr>
              <a:t>the</a:t>
            </a:r>
            <a:r>
              <a:rPr sz="1600" spc="-15" dirty="0">
                <a:latin typeface="Corbel"/>
                <a:cs typeface="Corbel"/>
              </a:rPr>
              <a:t> </a:t>
            </a:r>
            <a:r>
              <a:rPr sz="1600" dirty="0">
                <a:latin typeface="Corbel"/>
                <a:cs typeface="Corbel"/>
              </a:rPr>
              <a:t>given</a:t>
            </a:r>
            <a:r>
              <a:rPr sz="1600" spc="-10" dirty="0">
                <a:latin typeface="Corbel"/>
                <a:cs typeface="Corbel"/>
              </a:rPr>
              <a:t> </a:t>
            </a:r>
            <a:r>
              <a:rPr sz="1600" dirty="0">
                <a:latin typeface="Corbel"/>
                <a:cs typeface="Corbel"/>
              </a:rPr>
              <a:t>set</a:t>
            </a:r>
            <a:r>
              <a:rPr sz="1600" spc="-25" dirty="0">
                <a:latin typeface="Corbel"/>
                <a:cs typeface="Corbel"/>
              </a:rPr>
              <a:t> </a:t>
            </a:r>
            <a:r>
              <a:rPr sz="1600" dirty="0">
                <a:latin typeface="Corbel"/>
                <a:cs typeface="Corbel"/>
              </a:rPr>
              <a:t>of</a:t>
            </a:r>
            <a:r>
              <a:rPr sz="1600" spc="-15" dirty="0">
                <a:latin typeface="Corbel"/>
                <a:cs typeface="Corbel"/>
              </a:rPr>
              <a:t> </a:t>
            </a:r>
            <a:r>
              <a:rPr sz="1600" spc="-10" dirty="0">
                <a:latin typeface="Corbel"/>
                <a:cs typeface="Corbel"/>
              </a:rPr>
              <a:t>circumstances</a:t>
            </a:r>
            <a:r>
              <a:rPr sz="1600" spc="-15" dirty="0">
                <a:latin typeface="Corbel"/>
                <a:cs typeface="Corbel"/>
              </a:rPr>
              <a:t> </a:t>
            </a:r>
            <a:r>
              <a:rPr sz="1600" dirty="0">
                <a:latin typeface="Corbel"/>
                <a:cs typeface="Corbel"/>
              </a:rPr>
              <a:t>for</a:t>
            </a:r>
            <a:r>
              <a:rPr sz="1600" spc="-15" dirty="0">
                <a:latin typeface="Corbel"/>
                <a:cs typeface="Corbel"/>
              </a:rPr>
              <a:t> </a:t>
            </a:r>
            <a:r>
              <a:rPr sz="1600" dirty="0">
                <a:latin typeface="Corbel"/>
                <a:cs typeface="Corbel"/>
              </a:rPr>
              <a:t>a</a:t>
            </a:r>
            <a:r>
              <a:rPr sz="1600" spc="-15" dirty="0">
                <a:latin typeface="Corbel"/>
                <a:cs typeface="Corbel"/>
              </a:rPr>
              <a:t> </a:t>
            </a:r>
            <a:r>
              <a:rPr sz="1600" spc="-10" dirty="0">
                <a:latin typeface="Corbel"/>
                <a:cs typeface="Corbel"/>
              </a:rPr>
              <a:t>flight</a:t>
            </a:r>
            <a:endParaRPr sz="1600" dirty="0">
              <a:latin typeface="Corbel"/>
              <a:cs typeface="Corbel"/>
            </a:endParaRPr>
          </a:p>
          <a:p>
            <a:pPr marL="753745" lvl="1" indent="-283845">
              <a:lnSpc>
                <a:spcPct val="100000"/>
              </a:lnSpc>
              <a:spcBef>
                <a:spcPts val="670"/>
              </a:spcBef>
              <a:buFont typeface="Arial MT"/>
              <a:buChar char="•"/>
              <a:tabLst>
                <a:tab pos="753745" algn="l"/>
              </a:tabLst>
            </a:pPr>
            <a:r>
              <a:rPr sz="1600" b="1" u="sng" dirty="0">
                <a:uFill>
                  <a:solidFill>
                    <a:srgbClr val="000000"/>
                  </a:solidFill>
                </a:uFill>
                <a:latin typeface="Corbel"/>
                <a:cs typeface="Corbel"/>
              </a:rPr>
              <a:t>Process</a:t>
            </a:r>
            <a:r>
              <a:rPr sz="1600" b="1" spc="-50" dirty="0">
                <a:latin typeface="Corbel"/>
                <a:cs typeface="Corbel"/>
              </a:rPr>
              <a:t> </a:t>
            </a:r>
            <a:r>
              <a:rPr sz="1600" dirty="0">
                <a:latin typeface="Corbel"/>
                <a:cs typeface="Corbel"/>
              </a:rPr>
              <a:t>by</a:t>
            </a:r>
            <a:r>
              <a:rPr sz="1600" spc="-35" dirty="0">
                <a:latin typeface="Corbel"/>
                <a:cs typeface="Corbel"/>
              </a:rPr>
              <a:t> </a:t>
            </a:r>
            <a:r>
              <a:rPr sz="1600" dirty="0">
                <a:latin typeface="Corbel"/>
                <a:cs typeface="Corbel"/>
              </a:rPr>
              <a:t>evaluating</a:t>
            </a:r>
            <a:r>
              <a:rPr sz="1600" spc="-35" dirty="0">
                <a:latin typeface="Corbel"/>
                <a:cs typeface="Corbel"/>
              </a:rPr>
              <a:t> </a:t>
            </a:r>
            <a:r>
              <a:rPr sz="1600" dirty="0">
                <a:latin typeface="Corbel"/>
                <a:cs typeface="Corbel"/>
              </a:rPr>
              <a:t>their</a:t>
            </a:r>
            <a:r>
              <a:rPr sz="1600" spc="-30" dirty="0">
                <a:latin typeface="Corbel"/>
                <a:cs typeface="Corbel"/>
              </a:rPr>
              <a:t> </a:t>
            </a:r>
            <a:r>
              <a:rPr sz="1600" dirty="0">
                <a:latin typeface="Corbel"/>
                <a:cs typeface="Corbel"/>
              </a:rPr>
              <a:t>impact</a:t>
            </a:r>
            <a:r>
              <a:rPr sz="1600" spc="-40" dirty="0">
                <a:latin typeface="Corbel"/>
                <a:cs typeface="Corbel"/>
              </a:rPr>
              <a:t> </a:t>
            </a:r>
            <a:r>
              <a:rPr sz="1600" dirty="0">
                <a:latin typeface="Corbel"/>
                <a:cs typeface="Corbel"/>
              </a:rPr>
              <a:t>on</a:t>
            </a:r>
            <a:r>
              <a:rPr sz="1600" spc="-30" dirty="0">
                <a:latin typeface="Corbel"/>
                <a:cs typeface="Corbel"/>
              </a:rPr>
              <a:t> </a:t>
            </a:r>
            <a:r>
              <a:rPr sz="1600" dirty="0">
                <a:latin typeface="Corbel"/>
                <a:cs typeface="Corbel"/>
              </a:rPr>
              <a:t>flight</a:t>
            </a:r>
            <a:r>
              <a:rPr sz="1600" spc="-40" dirty="0">
                <a:latin typeface="Corbel"/>
                <a:cs typeface="Corbel"/>
              </a:rPr>
              <a:t> </a:t>
            </a:r>
            <a:r>
              <a:rPr sz="1600" spc="-10" dirty="0">
                <a:latin typeface="Corbel"/>
                <a:cs typeface="Corbel"/>
              </a:rPr>
              <a:t>safety</a:t>
            </a:r>
            <a:endParaRPr sz="1600" dirty="0">
              <a:latin typeface="Corbel"/>
              <a:cs typeface="Corbel"/>
            </a:endParaRPr>
          </a:p>
          <a:p>
            <a:pPr marL="753745" lvl="1" indent="-283845">
              <a:lnSpc>
                <a:spcPct val="100000"/>
              </a:lnSpc>
              <a:spcBef>
                <a:spcPts val="600"/>
              </a:spcBef>
              <a:buFont typeface="Arial MT"/>
              <a:buChar char="•"/>
              <a:tabLst>
                <a:tab pos="753745" algn="l"/>
              </a:tabLst>
            </a:pPr>
            <a:r>
              <a:rPr sz="1600" b="1" u="sng" spc="-10" dirty="0">
                <a:uFill>
                  <a:solidFill>
                    <a:srgbClr val="000000"/>
                  </a:solidFill>
                </a:uFill>
                <a:latin typeface="Corbel"/>
                <a:cs typeface="Corbel"/>
              </a:rPr>
              <a:t>Perform</a:t>
            </a:r>
            <a:r>
              <a:rPr sz="1600" b="1" spc="-30" dirty="0">
                <a:latin typeface="Corbel"/>
                <a:cs typeface="Corbel"/>
              </a:rPr>
              <a:t> </a:t>
            </a:r>
            <a:r>
              <a:rPr sz="1600" dirty="0">
                <a:latin typeface="Corbel"/>
                <a:cs typeface="Corbel"/>
              </a:rPr>
              <a:t>by</a:t>
            </a:r>
            <a:r>
              <a:rPr sz="1600" spc="-20" dirty="0">
                <a:latin typeface="Corbel"/>
                <a:cs typeface="Corbel"/>
              </a:rPr>
              <a:t> </a:t>
            </a:r>
            <a:r>
              <a:rPr sz="1600" spc="-10" dirty="0">
                <a:latin typeface="Corbel"/>
                <a:cs typeface="Corbel"/>
              </a:rPr>
              <a:t>implementing</a:t>
            </a:r>
            <a:r>
              <a:rPr sz="1600" spc="-15" dirty="0">
                <a:latin typeface="Corbel"/>
                <a:cs typeface="Corbel"/>
              </a:rPr>
              <a:t> </a:t>
            </a:r>
            <a:r>
              <a:rPr sz="1600" dirty="0">
                <a:latin typeface="Corbel"/>
                <a:cs typeface="Corbel"/>
              </a:rPr>
              <a:t>the</a:t>
            </a:r>
            <a:r>
              <a:rPr sz="1600" spc="-15" dirty="0">
                <a:latin typeface="Corbel"/>
                <a:cs typeface="Corbel"/>
              </a:rPr>
              <a:t> </a:t>
            </a:r>
            <a:r>
              <a:rPr sz="1600" dirty="0">
                <a:latin typeface="Corbel"/>
                <a:cs typeface="Corbel"/>
              </a:rPr>
              <a:t>best</a:t>
            </a:r>
            <a:r>
              <a:rPr sz="1600" spc="-20" dirty="0">
                <a:latin typeface="Corbel"/>
                <a:cs typeface="Corbel"/>
              </a:rPr>
              <a:t> </a:t>
            </a:r>
            <a:r>
              <a:rPr sz="1600" dirty="0">
                <a:latin typeface="Corbel"/>
                <a:cs typeface="Corbel"/>
              </a:rPr>
              <a:t>course</a:t>
            </a:r>
            <a:r>
              <a:rPr sz="1600" spc="-15" dirty="0">
                <a:latin typeface="Corbel"/>
                <a:cs typeface="Corbel"/>
              </a:rPr>
              <a:t> </a:t>
            </a:r>
            <a:r>
              <a:rPr sz="1600" dirty="0">
                <a:latin typeface="Corbel"/>
                <a:cs typeface="Corbel"/>
              </a:rPr>
              <a:t>of</a:t>
            </a:r>
            <a:r>
              <a:rPr sz="1600" spc="-15" dirty="0">
                <a:latin typeface="Corbel"/>
                <a:cs typeface="Corbel"/>
              </a:rPr>
              <a:t> </a:t>
            </a:r>
            <a:r>
              <a:rPr sz="1600" spc="-10" dirty="0">
                <a:latin typeface="Corbel"/>
                <a:cs typeface="Corbel"/>
              </a:rPr>
              <a:t>action</a:t>
            </a:r>
            <a:endParaRPr sz="1600" dirty="0">
              <a:latin typeface="Corbel"/>
              <a:cs typeface="Corbel"/>
            </a:endParaRPr>
          </a:p>
          <a:p>
            <a:pPr marL="296545" marR="5715" indent="-284480" algn="just">
              <a:lnSpc>
                <a:spcPts val="1900"/>
              </a:lnSpc>
              <a:spcBef>
                <a:spcPts val="660"/>
              </a:spcBef>
              <a:buFont typeface="Arial MT"/>
              <a:buChar char="•"/>
              <a:tabLst>
                <a:tab pos="296545" algn="l"/>
                <a:tab pos="299085" algn="l"/>
              </a:tabLst>
            </a:pPr>
            <a:r>
              <a:rPr sz="1600" dirty="0">
                <a:latin typeface="Corbel"/>
                <a:cs typeface="Corbel"/>
              </a:rPr>
              <a:t>	Use</a:t>
            </a:r>
            <a:r>
              <a:rPr sz="1600" spc="75" dirty="0">
                <a:latin typeface="Corbel"/>
                <a:cs typeface="Corbel"/>
              </a:rPr>
              <a:t> </a:t>
            </a:r>
            <a:r>
              <a:rPr sz="1600" dirty="0">
                <a:latin typeface="Corbel"/>
                <a:cs typeface="Corbel"/>
              </a:rPr>
              <a:t>the</a:t>
            </a:r>
            <a:r>
              <a:rPr sz="1600" spc="75" dirty="0">
                <a:latin typeface="Corbel"/>
                <a:cs typeface="Corbel"/>
              </a:rPr>
              <a:t> </a:t>
            </a:r>
            <a:r>
              <a:rPr sz="1600" dirty="0">
                <a:latin typeface="Corbel"/>
                <a:cs typeface="Corbel"/>
              </a:rPr>
              <a:t>Perceive,</a:t>
            </a:r>
            <a:r>
              <a:rPr sz="1600" spc="70" dirty="0">
                <a:latin typeface="Corbel"/>
                <a:cs typeface="Corbel"/>
              </a:rPr>
              <a:t> </a:t>
            </a:r>
            <a:r>
              <a:rPr sz="1600" dirty="0">
                <a:latin typeface="Corbel"/>
                <a:cs typeface="Corbel"/>
              </a:rPr>
              <a:t>Process,</a:t>
            </a:r>
            <a:r>
              <a:rPr sz="1600" spc="75" dirty="0">
                <a:latin typeface="Corbel"/>
                <a:cs typeface="Corbel"/>
              </a:rPr>
              <a:t> </a:t>
            </a:r>
            <a:r>
              <a:rPr sz="1600" dirty="0">
                <a:latin typeface="Corbel"/>
                <a:cs typeface="Corbel"/>
              </a:rPr>
              <a:t>Perform,</a:t>
            </a:r>
            <a:r>
              <a:rPr sz="1600" spc="70" dirty="0">
                <a:latin typeface="Corbel"/>
                <a:cs typeface="Corbel"/>
              </a:rPr>
              <a:t> </a:t>
            </a:r>
            <a:r>
              <a:rPr sz="1600" dirty="0">
                <a:latin typeface="Corbel"/>
                <a:cs typeface="Corbel"/>
              </a:rPr>
              <a:t>and</a:t>
            </a:r>
            <a:r>
              <a:rPr sz="1600" spc="75" dirty="0">
                <a:latin typeface="Corbel"/>
                <a:cs typeface="Corbel"/>
              </a:rPr>
              <a:t> </a:t>
            </a:r>
            <a:r>
              <a:rPr sz="1600" dirty="0">
                <a:latin typeface="Corbel"/>
                <a:cs typeface="Corbel"/>
              </a:rPr>
              <a:t>Evaluate</a:t>
            </a:r>
            <a:r>
              <a:rPr sz="1600" spc="75" dirty="0">
                <a:latin typeface="Corbel"/>
                <a:cs typeface="Corbel"/>
              </a:rPr>
              <a:t> </a:t>
            </a:r>
            <a:r>
              <a:rPr sz="1600" dirty="0">
                <a:latin typeface="Corbel"/>
                <a:cs typeface="Corbel"/>
              </a:rPr>
              <a:t>method</a:t>
            </a:r>
            <a:r>
              <a:rPr sz="1600" spc="75" dirty="0">
                <a:latin typeface="Corbel"/>
                <a:cs typeface="Corbel"/>
              </a:rPr>
              <a:t> </a:t>
            </a:r>
            <a:r>
              <a:rPr sz="1600" dirty="0">
                <a:latin typeface="Corbel"/>
                <a:cs typeface="Corbel"/>
              </a:rPr>
              <a:t>as</a:t>
            </a:r>
            <a:r>
              <a:rPr sz="1600" spc="80" dirty="0">
                <a:latin typeface="Corbel"/>
                <a:cs typeface="Corbel"/>
              </a:rPr>
              <a:t> </a:t>
            </a:r>
            <a:r>
              <a:rPr sz="1600" dirty="0">
                <a:latin typeface="Corbel"/>
                <a:cs typeface="Corbel"/>
              </a:rPr>
              <a:t>a</a:t>
            </a:r>
            <a:r>
              <a:rPr sz="1600" spc="75" dirty="0">
                <a:latin typeface="Corbel"/>
                <a:cs typeface="Corbel"/>
              </a:rPr>
              <a:t> </a:t>
            </a:r>
            <a:r>
              <a:rPr sz="1600" dirty="0">
                <a:latin typeface="Corbel"/>
                <a:cs typeface="Corbel"/>
              </a:rPr>
              <a:t>continuous</a:t>
            </a:r>
            <a:r>
              <a:rPr sz="1600" spc="70" dirty="0">
                <a:latin typeface="Corbel"/>
                <a:cs typeface="Corbel"/>
              </a:rPr>
              <a:t> </a:t>
            </a:r>
            <a:r>
              <a:rPr sz="1600" dirty="0">
                <a:latin typeface="Corbel"/>
                <a:cs typeface="Corbel"/>
              </a:rPr>
              <a:t>model</a:t>
            </a:r>
            <a:r>
              <a:rPr sz="1600" spc="75" dirty="0">
                <a:latin typeface="Corbel"/>
                <a:cs typeface="Corbel"/>
              </a:rPr>
              <a:t> </a:t>
            </a:r>
            <a:r>
              <a:rPr sz="1600" dirty="0">
                <a:latin typeface="Corbel"/>
                <a:cs typeface="Corbel"/>
              </a:rPr>
              <a:t>for</a:t>
            </a:r>
            <a:r>
              <a:rPr sz="1600" spc="75" dirty="0">
                <a:latin typeface="Corbel"/>
                <a:cs typeface="Corbel"/>
              </a:rPr>
              <a:t> </a:t>
            </a:r>
            <a:r>
              <a:rPr sz="1600" dirty="0">
                <a:latin typeface="Corbel"/>
                <a:cs typeface="Corbel"/>
              </a:rPr>
              <a:t>every</a:t>
            </a:r>
            <a:r>
              <a:rPr sz="1600" spc="65" dirty="0">
                <a:latin typeface="Corbel"/>
                <a:cs typeface="Corbel"/>
              </a:rPr>
              <a:t> </a:t>
            </a:r>
            <a:r>
              <a:rPr sz="1600" dirty="0">
                <a:latin typeface="Corbel"/>
                <a:cs typeface="Corbel"/>
              </a:rPr>
              <a:t>aeronautical</a:t>
            </a:r>
            <a:r>
              <a:rPr sz="1600" spc="75" dirty="0">
                <a:latin typeface="Corbel"/>
                <a:cs typeface="Corbel"/>
              </a:rPr>
              <a:t> </a:t>
            </a:r>
            <a:r>
              <a:rPr sz="1600" spc="-10" dirty="0">
                <a:latin typeface="Corbel"/>
                <a:cs typeface="Corbel"/>
              </a:rPr>
              <a:t>decision </a:t>
            </a:r>
            <a:r>
              <a:rPr sz="1600" dirty="0">
                <a:latin typeface="Corbel"/>
                <a:cs typeface="Corbel"/>
              </a:rPr>
              <a:t>that</a:t>
            </a:r>
            <a:r>
              <a:rPr sz="1600" spc="20" dirty="0">
                <a:latin typeface="Corbel"/>
                <a:cs typeface="Corbel"/>
              </a:rPr>
              <a:t> </a:t>
            </a:r>
            <a:r>
              <a:rPr sz="1600" dirty="0">
                <a:latin typeface="Corbel"/>
                <a:cs typeface="Corbel"/>
              </a:rPr>
              <a:t>you</a:t>
            </a:r>
            <a:r>
              <a:rPr sz="1600" spc="20" dirty="0">
                <a:latin typeface="Corbel"/>
                <a:cs typeface="Corbel"/>
              </a:rPr>
              <a:t> </a:t>
            </a:r>
            <a:r>
              <a:rPr sz="1600" dirty="0">
                <a:latin typeface="Corbel"/>
                <a:cs typeface="Corbel"/>
              </a:rPr>
              <a:t>make.</a:t>
            </a:r>
            <a:r>
              <a:rPr sz="1600" spc="25" dirty="0">
                <a:latin typeface="Corbel"/>
                <a:cs typeface="Corbel"/>
              </a:rPr>
              <a:t> </a:t>
            </a:r>
            <a:r>
              <a:rPr sz="1600" dirty="0">
                <a:latin typeface="Corbel"/>
                <a:cs typeface="Corbel"/>
              </a:rPr>
              <a:t>Although</a:t>
            </a:r>
            <a:r>
              <a:rPr sz="1600" spc="25" dirty="0">
                <a:latin typeface="Corbel"/>
                <a:cs typeface="Corbel"/>
              </a:rPr>
              <a:t> </a:t>
            </a:r>
            <a:r>
              <a:rPr sz="1600" dirty="0">
                <a:latin typeface="Corbel"/>
                <a:cs typeface="Corbel"/>
              </a:rPr>
              <a:t>human</a:t>
            </a:r>
            <a:r>
              <a:rPr sz="1600" spc="30" dirty="0">
                <a:latin typeface="Corbel"/>
                <a:cs typeface="Corbel"/>
              </a:rPr>
              <a:t> </a:t>
            </a:r>
            <a:r>
              <a:rPr sz="1600" dirty="0">
                <a:latin typeface="Corbel"/>
                <a:cs typeface="Corbel"/>
              </a:rPr>
              <a:t>beings</a:t>
            </a:r>
            <a:r>
              <a:rPr sz="1600" spc="30" dirty="0">
                <a:latin typeface="Corbel"/>
                <a:cs typeface="Corbel"/>
              </a:rPr>
              <a:t> </a:t>
            </a:r>
            <a:r>
              <a:rPr sz="1600" dirty="0">
                <a:latin typeface="Corbel"/>
                <a:cs typeface="Corbel"/>
              </a:rPr>
              <a:t>will</a:t>
            </a:r>
            <a:r>
              <a:rPr sz="1600" spc="25" dirty="0">
                <a:latin typeface="Corbel"/>
                <a:cs typeface="Corbel"/>
              </a:rPr>
              <a:t> </a:t>
            </a:r>
            <a:r>
              <a:rPr sz="1600" dirty="0">
                <a:latin typeface="Corbel"/>
                <a:cs typeface="Corbel"/>
              </a:rPr>
              <a:t>inevitably</a:t>
            </a:r>
            <a:r>
              <a:rPr sz="1600" spc="20" dirty="0">
                <a:latin typeface="Corbel"/>
                <a:cs typeface="Corbel"/>
              </a:rPr>
              <a:t> </a:t>
            </a:r>
            <a:r>
              <a:rPr sz="1600" dirty="0">
                <a:latin typeface="Corbel"/>
                <a:cs typeface="Corbel"/>
              </a:rPr>
              <a:t>make</a:t>
            </a:r>
            <a:r>
              <a:rPr sz="1600" spc="30" dirty="0">
                <a:latin typeface="Corbel"/>
                <a:cs typeface="Corbel"/>
              </a:rPr>
              <a:t> </a:t>
            </a:r>
            <a:r>
              <a:rPr sz="1600" dirty="0">
                <a:latin typeface="Corbel"/>
                <a:cs typeface="Corbel"/>
              </a:rPr>
              <a:t>mistakes,</a:t>
            </a:r>
            <a:r>
              <a:rPr sz="1600" spc="30" dirty="0">
                <a:latin typeface="Corbel"/>
                <a:cs typeface="Corbel"/>
              </a:rPr>
              <a:t> </a:t>
            </a:r>
            <a:r>
              <a:rPr sz="1600" dirty="0">
                <a:latin typeface="Corbel"/>
                <a:cs typeface="Corbel"/>
              </a:rPr>
              <a:t>anything</a:t>
            </a:r>
            <a:r>
              <a:rPr sz="1600" spc="35" dirty="0">
                <a:latin typeface="Corbel"/>
                <a:cs typeface="Corbel"/>
              </a:rPr>
              <a:t> </a:t>
            </a:r>
            <a:r>
              <a:rPr sz="1600" dirty="0">
                <a:latin typeface="Corbel"/>
                <a:cs typeface="Corbel"/>
              </a:rPr>
              <a:t>that</a:t>
            </a:r>
            <a:r>
              <a:rPr sz="1600" spc="20" dirty="0">
                <a:latin typeface="Corbel"/>
                <a:cs typeface="Corbel"/>
              </a:rPr>
              <a:t> </a:t>
            </a:r>
            <a:r>
              <a:rPr sz="1600" dirty="0">
                <a:latin typeface="Corbel"/>
                <a:cs typeface="Corbel"/>
              </a:rPr>
              <a:t>you</a:t>
            </a:r>
            <a:r>
              <a:rPr sz="1600" spc="20" dirty="0">
                <a:latin typeface="Corbel"/>
                <a:cs typeface="Corbel"/>
              </a:rPr>
              <a:t> </a:t>
            </a:r>
            <a:r>
              <a:rPr sz="1600" dirty="0">
                <a:latin typeface="Corbel"/>
                <a:cs typeface="Corbel"/>
              </a:rPr>
              <a:t>can</a:t>
            </a:r>
            <a:r>
              <a:rPr sz="1600" spc="30" dirty="0">
                <a:latin typeface="Corbel"/>
                <a:cs typeface="Corbel"/>
              </a:rPr>
              <a:t> </a:t>
            </a:r>
            <a:r>
              <a:rPr sz="1600" dirty="0">
                <a:latin typeface="Corbel"/>
                <a:cs typeface="Corbel"/>
              </a:rPr>
              <a:t>do</a:t>
            </a:r>
            <a:r>
              <a:rPr sz="1600" spc="20" dirty="0">
                <a:latin typeface="Corbel"/>
                <a:cs typeface="Corbel"/>
              </a:rPr>
              <a:t> </a:t>
            </a:r>
            <a:r>
              <a:rPr sz="1600" dirty="0">
                <a:latin typeface="Corbel"/>
                <a:cs typeface="Corbel"/>
              </a:rPr>
              <a:t>to</a:t>
            </a:r>
            <a:r>
              <a:rPr sz="1600" spc="25" dirty="0">
                <a:latin typeface="Corbel"/>
                <a:cs typeface="Corbel"/>
              </a:rPr>
              <a:t> </a:t>
            </a:r>
            <a:r>
              <a:rPr sz="1600" dirty="0">
                <a:latin typeface="Corbel"/>
                <a:cs typeface="Corbel"/>
              </a:rPr>
              <a:t>recognize</a:t>
            </a:r>
            <a:r>
              <a:rPr sz="1600" spc="30" dirty="0">
                <a:latin typeface="Corbel"/>
                <a:cs typeface="Corbel"/>
              </a:rPr>
              <a:t> </a:t>
            </a:r>
            <a:r>
              <a:rPr sz="1600" spc="-25" dirty="0">
                <a:latin typeface="Corbel"/>
                <a:cs typeface="Corbel"/>
              </a:rPr>
              <a:t>and </a:t>
            </a:r>
            <a:r>
              <a:rPr sz="1600" dirty="0">
                <a:latin typeface="Corbel"/>
                <a:cs typeface="Corbel"/>
              </a:rPr>
              <a:t>minimize</a:t>
            </a:r>
            <a:r>
              <a:rPr sz="1600" spc="-30" dirty="0">
                <a:latin typeface="Corbel"/>
                <a:cs typeface="Corbel"/>
              </a:rPr>
              <a:t> </a:t>
            </a:r>
            <a:r>
              <a:rPr sz="1600" dirty="0">
                <a:latin typeface="Corbel"/>
                <a:cs typeface="Corbel"/>
              </a:rPr>
              <a:t>potential</a:t>
            </a:r>
            <a:r>
              <a:rPr sz="1600" spc="-30" dirty="0">
                <a:latin typeface="Corbel"/>
                <a:cs typeface="Corbel"/>
              </a:rPr>
              <a:t> </a:t>
            </a:r>
            <a:r>
              <a:rPr sz="1600" dirty="0">
                <a:latin typeface="Corbel"/>
                <a:cs typeface="Corbel"/>
              </a:rPr>
              <a:t>threats</a:t>
            </a:r>
            <a:r>
              <a:rPr sz="1600" spc="-30" dirty="0">
                <a:latin typeface="Corbel"/>
                <a:cs typeface="Corbel"/>
              </a:rPr>
              <a:t> </a:t>
            </a:r>
            <a:r>
              <a:rPr sz="1600" dirty="0">
                <a:latin typeface="Corbel"/>
                <a:cs typeface="Corbel"/>
              </a:rPr>
              <a:t>to</a:t>
            </a:r>
            <a:r>
              <a:rPr sz="1600" spc="-35" dirty="0">
                <a:latin typeface="Corbel"/>
                <a:cs typeface="Corbel"/>
              </a:rPr>
              <a:t> </a:t>
            </a:r>
            <a:r>
              <a:rPr sz="1600" dirty="0">
                <a:latin typeface="Corbel"/>
                <a:cs typeface="Corbel"/>
              </a:rPr>
              <a:t>your</a:t>
            </a:r>
            <a:r>
              <a:rPr sz="1600" spc="-30" dirty="0">
                <a:latin typeface="Corbel"/>
                <a:cs typeface="Corbel"/>
              </a:rPr>
              <a:t> </a:t>
            </a:r>
            <a:r>
              <a:rPr sz="1600" dirty="0">
                <a:latin typeface="Corbel"/>
                <a:cs typeface="Corbel"/>
              </a:rPr>
              <a:t>safety</a:t>
            </a:r>
            <a:r>
              <a:rPr sz="1600" spc="-35" dirty="0">
                <a:latin typeface="Corbel"/>
                <a:cs typeface="Corbel"/>
              </a:rPr>
              <a:t> </a:t>
            </a:r>
            <a:r>
              <a:rPr sz="1600" dirty="0">
                <a:latin typeface="Corbel"/>
                <a:cs typeface="Corbel"/>
              </a:rPr>
              <a:t>will</a:t>
            </a:r>
            <a:r>
              <a:rPr sz="1600" spc="-30" dirty="0">
                <a:latin typeface="Corbel"/>
                <a:cs typeface="Corbel"/>
              </a:rPr>
              <a:t> </a:t>
            </a:r>
            <a:r>
              <a:rPr sz="1600" dirty="0">
                <a:latin typeface="Corbel"/>
                <a:cs typeface="Corbel"/>
              </a:rPr>
              <a:t>make</a:t>
            </a:r>
            <a:r>
              <a:rPr sz="1600" spc="-30" dirty="0">
                <a:latin typeface="Corbel"/>
                <a:cs typeface="Corbel"/>
              </a:rPr>
              <a:t> </a:t>
            </a:r>
            <a:r>
              <a:rPr sz="1600" dirty="0">
                <a:latin typeface="Corbel"/>
                <a:cs typeface="Corbel"/>
              </a:rPr>
              <a:t>you</a:t>
            </a:r>
            <a:r>
              <a:rPr sz="1600" spc="-40" dirty="0">
                <a:latin typeface="Corbel"/>
                <a:cs typeface="Corbel"/>
              </a:rPr>
              <a:t> </a:t>
            </a:r>
            <a:r>
              <a:rPr sz="1600" dirty="0">
                <a:latin typeface="Corbel"/>
                <a:cs typeface="Corbel"/>
              </a:rPr>
              <a:t>a</a:t>
            </a:r>
            <a:r>
              <a:rPr sz="1600" spc="-30" dirty="0">
                <a:latin typeface="Corbel"/>
                <a:cs typeface="Corbel"/>
              </a:rPr>
              <a:t> </a:t>
            </a:r>
            <a:r>
              <a:rPr sz="1600" dirty="0">
                <a:latin typeface="Corbel"/>
                <a:cs typeface="Corbel"/>
              </a:rPr>
              <a:t>better</a:t>
            </a:r>
            <a:r>
              <a:rPr sz="1600" spc="-35" dirty="0">
                <a:latin typeface="Corbel"/>
                <a:cs typeface="Corbel"/>
              </a:rPr>
              <a:t> </a:t>
            </a:r>
            <a:r>
              <a:rPr sz="1600" spc="-10" dirty="0">
                <a:latin typeface="Corbel"/>
                <a:cs typeface="Corbel"/>
              </a:rPr>
              <a:t>pilot.</a:t>
            </a:r>
            <a:endParaRPr sz="1600" dirty="0">
              <a:latin typeface="Corbel"/>
              <a:cs typeface="Corbe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566927"/>
            <a:ext cx="7568565" cy="573405"/>
            <a:chOff x="1417319" y="566927"/>
            <a:chExt cx="7568565" cy="573405"/>
          </a:xfrm>
        </p:grpSpPr>
        <p:pic>
          <p:nvPicPr>
            <p:cNvPr id="4" name="object 4"/>
            <p:cNvPicPr/>
            <p:nvPr/>
          </p:nvPicPr>
          <p:blipFill>
            <a:blip r:embed="rId3" cstate="print"/>
            <a:stretch>
              <a:fillRect/>
            </a:stretch>
          </p:blipFill>
          <p:spPr>
            <a:xfrm>
              <a:off x="1417319" y="566927"/>
              <a:ext cx="3422904" cy="573024"/>
            </a:xfrm>
            <a:prstGeom prst="rect">
              <a:avLst/>
            </a:prstGeom>
          </p:spPr>
        </p:pic>
        <p:pic>
          <p:nvPicPr>
            <p:cNvPr id="5" name="object 5"/>
            <p:cNvPicPr/>
            <p:nvPr/>
          </p:nvPicPr>
          <p:blipFill>
            <a:blip r:embed="rId4" cstate="print"/>
            <a:stretch>
              <a:fillRect/>
            </a:stretch>
          </p:blipFill>
          <p:spPr>
            <a:xfrm>
              <a:off x="4495799" y="566927"/>
              <a:ext cx="426720" cy="573024"/>
            </a:xfrm>
            <a:prstGeom prst="rect">
              <a:avLst/>
            </a:prstGeom>
          </p:spPr>
        </p:pic>
        <p:pic>
          <p:nvPicPr>
            <p:cNvPr id="6" name="object 6"/>
            <p:cNvPicPr/>
            <p:nvPr/>
          </p:nvPicPr>
          <p:blipFill>
            <a:blip r:embed="rId5" cstate="print"/>
            <a:stretch>
              <a:fillRect/>
            </a:stretch>
          </p:blipFill>
          <p:spPr>
            <a:xfrm>
              <a:off x="4578096" y="566927"/>
              <a:ext cx="987551" cy="573024"/>
            </a:xfrm>
            <a:prstGeom prst="rect">
              <a:avLst/>
            </a:prstGeom>
          </p:spPr>
        </p:pic>
        <p:pic>
          <p:nvPicPr>
            <p:cNvPr id="7" name="object 7"/>
            <p:cNvPicPr/>
            <p:nvPr/>
          </p:nvPicPr>
          <p:blipFill>
            <a:blip r:embed="rId6" cstate="print"/>
            <a:stretch>
              <a:fillRect/>
            </a:stretch>
          </p:blipFill>
          <p:spPr>
            <a:xfrm>
              <a:off x="5221223" y="566927"/>
              <a:ext cx="429768" cy="573024"/>
            </a:xfrm>
            <a:prstGeom prst="rect">
              <a:avLst/>
            </a:prstGeom>
          </p:spPr>
        </p:pic>
        <p:pic>
          <p:nvPicPr>
            <p:cNvPr id="8" name="object 8"/>
            <p:cNvPicPr/>
            <p:nvPr/>
          </p:nvPicPr>
          <p:blipFill>
            <a:blip r:embed="rId7" cstate="print"/>
            <a:stretch>
              <a:fillRect/>
            </a:stretch>
          </p:blipFill>
          <p:spPr>
            <a:xfrm>
              <a:off x="5306567" y="566927"/>
              <a:ext cx="3678936" cy="573024"/>
            </a:xfrm>
            <a:prstGeom prst="rect">
              <a:avLst/>
            </a:prstGeom>
          </p:spPr>
        </p:pic>
      </p:grpSp>
      <p:sp>
        <p:nvSpPr>
          <p:cNvPr id="9" name="object 9"/>
          <p:cNvSpPr txBox="1">
            <a:spLocks noGrp="1"/>
          </p:cNvSpPr>
          <p:nvPr>
            <p:ph type="title"/>
          </p:nvPr>
        </p:nvSpPr>
        <p:spPr>
          <a:prstGeom prst="rect">
            <a:avLst/>
          </a:prstGeom>
        </p:spPr>
        <p:txBody>
          <a:bodyPr vert="horz" wrap="square" lIns="0" tIns="329691" rIns="0" bIns="0" rtlCol="0">
            <a:spAutoFit/>
          </a:bodyPr>
          <a:lstStyle/>
          <a:p>
            <a:pPr marL="640715">
              <a:lnSpc>
                <a:spcPct val="100000"/>
              </a:lnSpc>
              <a:spcBef>
                <a:spcPts val="100"/>
              </a:spcBef>
            </a:pPr>
            <a:r>
              <a:rPr dirty="0"/>
              <a:t>060</a:t>
            </a:r>
            <a:r>
              <a:rPr spc="-40" dirty="0"/>
              <a:t> </a:t>
            </a:r>
            <a:r>
              <a:rPr dirty="0"/>
              <a:t>02</a:t>
            </a:r>
            <a:r>
              <a:rPr spc="-20" dirty="0"/>
              <a:t> </a:t>
            </a:r>
            <a:r>
              <a:rPr spc="-25" dirty="0"/>
              <a:t>03:</a:t>
            </a:r>
            <a:r>
              <a:rPr spc="-145" dirty="0"/>
              <a:t> </a:t>
            </a:r>
            <a:r>
              <a:rPr dirty="0"/>
              <a:t>The</a:t>
            </a:r>
            <a:r>
              <a:rPr spc="-20" dirty="0"/>
              <a:t> </a:t>
            </a:r>
            <a:r>
              <a:rPr dirty="0"/>
              <a:t>dangers</a:t>
            </a:r>
            <a:r>
              <a:rPr spc="-20" dirty="0"/>
              <a:t> </a:t>
            </a:r>
            <a:r>
              <a:rPr dirty="0"/>
              <a:t>of</a:t>
            </a:r>
            <a:r>
              <a:rPr spc="-100" dirty="0"/>
              <a:t> </a:t>
            </a:r>
            <a:r>
              <a:rPr spc="-25" dirty="0"/>
              <a:t>Get-</a:t>
            </a:r>
            <a:r>
              <a:rPr spc="-10" dirty="0"/>
              <a:t>Home-</a:t>
            </a:r>
            <a:r>
              <a:rPr dirty="0"/>
              <a:t>Itis</a:t>
            </a:r>
            <a:r>
              <a:rPr spc="-20" dirty="0"/>
              <a:t> </a:t>
            </a:r>
            <a:r>
              <a:rPr dirty="0"/>
              <a:t>mindsets</a:t>
            </a:r>
            <a:r>
              <a:rPr spc="-20" dirty="0"/>
              <a:t> </a:t>
            </a:r>
            <a:r>
              <a:rPr dirty="0"/>
              <a:t>on</a:t>
            </a:r>
            <a:r>
              <a:rPr spc="-80" dirty="0"/>
              <a:t> </a:t>
            </a:r>
            <a:r>
              <a:rPr dirty="0"/>
              <a:t>UAS</a:t>
            </a:r>
            <a:r>
              <a:rPr spc="-25" dirty="0"/>
              <a:t> </a:t>
            </a:r>
            <a:r>
              <a:rPr spc="-10" dirty="0"/>
              <a:t>operations</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045"/>
              </a:lnSpc>
            </a:pPr>
            <a:r>
              <a:rPr spc="-25" dirty="0"/>
              <a:t>69</a:t>
            </a:r>
          </a:p>
        </p:txBody>
      </p:sp>
      <p:sp>
        <p:nvSpPr>
          <p:cNvPr id="10" name="object 10"/>
          <p:cNvSpPr txBox="1"/>
          <p:nvPr/>
        </p:nvSpPr>
        <p:spPr>
          <a:xfrm>
            <a:off x="1563048" y="1149603"/>
            <a:ext cx="9859645" cy="3213735"/>
          </a:xfrm>
          <a:prstGeom prst="rect">
            <a:avLst/>
          </a:prstGeom>
        </p:spPr>
        <p:txBody>
          <a:bodyPr vert="horz" wrap="square" lIns="0" tIns="137795" rIns="0" bIns="0" rtlCol="0">
            <a:spAutoFit/>
          </a:bodyPr>
          <a:lstStyle/>
          <a:p>
            <a:pPr marL="12700">
              <a:lnSpc>
                <a:spcPct val="100000"/>
              </a:lnSpc>
              <a:spcBef>
                <a:spcPts val="1085"/>
              </a:spcBef>
            </a:pPr>
            <a:r>
              <a:rPr sz="1600" spc="-10" dirty="0">
                <a:latin typeface="Corbel"/>
                <a:cs typeface="Corbel"/>
              </a:rPr>
              <a:t>Mental</a:t>
            </a:r>
            <a:r>
              <a:rPr sz="1600" spc="-50" dirty="0">
                <a:latin typeface="Corbel"/>
                <a:cs typeface="Corbel"/>
              </a:rPr>
              <a:t> </a:t>
            </a:r>
            <a:r>
              <a:rPr sz="1600" spc="-10" dirty="0">
                <a:latin typeface="Corbel"/>
                <a:cs typeface="Corbel"/>
              </a:rPr>
              <a:t>Conversations</a:t>
            </a:r>
            <a:endParaRPr sz="1600" dirty="0">
              <a:latin typeface="Corbel"/>
              <a:cs typeface="Corbel"/>
            </a:endParaRPr>
          </a:p>
          <a:p>
            <a:pPr marL="297815" indent="-285115">
              <a:lnSpc>
                <a:spcPct val="100000"/>
              </a:lnSpc>
              <a:spcBef>
                <a:spcPts val="980"/>
              </a:spcBef>
              <a:buFont typeface="Arial MT"/>
              <a:buChar char="•"/>
              <a:tabLst>
                <a:tab pos="297815" algn="l"/>
              </a:tabLst>
            </a:pPr>
            <a:r>
              <a:rPr sz="1600" dirty="0">
                <a:latin typeface="Corbel"/>
                <a:cs typeface="Corbel"/>
              </a:rPr>
              <a:t>“If</a:t>
            </a:r>
            <a:r>
              <a:rPr sz="1600" spc="-15" dirty="0">
                <a:latin typeface="Corbel"/>
                <a:cs typeface="Corbel"/>
              </a:rPr>
              <a:t> </a:t>
            </a:r>
            <a:r>
              <a:rPr sz="1600" dirty="0">
                <a:latin typeface="Corbel"/>
                <a:cs typeface="Corbel"/>
              </a:rPr>
              <a:t>that</a:t>
            </a:r>
            <a:r>
              <a:rPr sz="1600" spc="-20" dirty="0">
                <a:latin typeface="Corbel"/>
                <a:cs typeface="Corbel"/>
              </a:rPr>
              <a:t> </a:t>
            </a:r>
            <a:r>
              <a:rPr sz="1600" dirty="0">
                <a:latin typeface="Corbel"/>
                <a:cs typeface="Corbel"/>
              </a:rPr>
              <a:t>other</a:t>
            </a:r>
            <a:r>
              <a:rPr sz="1600" spc="-15" dirty="0">
                <a:latin typeface="Corbel"/>
                <a:cs typeface="Corbel"/>
              </a:rPr>
              <a:t> </a:t>
            </a:r>
            <a:r>
              <a:rPr sz="1600" dirty="0">
                <a:latin typeface="Corbel"/>
                <a:cs typeface="Corbel"/>
              </a:rPr>
              <a:t>guy</a:t>
            </a:r>
            <a:r>
              <a:rPr sz="1600" spc="-20" dirty="0">
                <a:latin typeface="Corbel"/>
                <a:cs typeface="Corbel"/>
              </a:rPr>
              <a:t> </a:t>
            </a:r>
            <a:r>
              <a:rPr sz="1600" dirty="0">
                <a:latin typeface="Corbel"/>
                <a:cs typeface="Corbel"/>
              </a:rPr>
              <a:t>made</a:t>
            </a:r>
            <a:r>
              <a:rPr sz="1600" spc="-15" dirty="0">
                <a:latin typeface="Corbel"/>
                <a:cs typeface="Corbel"/>
              </a:rPr>
              <a:t> </a:t>
            </a:r>
            <a:r>
              <a:rPr sz="1600" dirty="0">
                <a:latin typeface="Corbel"/>
                <a:cs typeface="Corbel"/>
              </a:rPr>
              <a:t>it,</a:t>
            </a:r>
            <a:r>
              <a:rPr sz="1600" spc="-15" dirty="0">
                <a:latin typeface="Corbel"/>
                <a:cs typeface="Corbel"/>
              </a:rPr>
              <a:t> </a:t>
            </a:r>
            <a:r>
              <a:rPr sz="1600" dirty="0">
                <a:latin typeface="Corbel"/>
                <a:cs typeface="Corbel"/>
              </a:rPr>
              <a:t>then</a:t>
            </a:r>
            <a:r>
              <a:rPr sz="1600" spc="-10" dirty="0">
                <a:latin typeface="Corbel"/>
                <a:cs typeface="Corbel"/>
              </a:rPr>
              <a:t> </a:t>
            </a:r>
            <a:r>
              <a:rPr sz="1600" dirty="0">
                <a:latin typeface="Corbel"/>
                <a:cs typeface="Corbel"/>
              </a:rPr>
              <a:t>so</a:t>
            </a:r>
            <a:r>
              <a:rPr sz="1600" spc="-20" dirty="0">
                <a:latin typeface="Corbel"/>
                <a:cs typeface="Corbel"/>
              </a:rPr>
              <a:t> </a:t>
            </a:r>
            <a:r>
              <a:rPr sz="1600" dirty="0">
                <a:latin typeface="Corbel"/>
                <a:cs typeface="Corbel"/>
              </a:rPr>
              <a:t>can</a:t>
            </a:r>
            <a:r>
              <a:rPr sz="1600" spc="-15" dirty="0">
                <a:latin typeface="Corbel"/>
                <a:cs typeface="Corbel"/>
              </a:rPr>
              <a:t> </a:t>
            </a:r>
            <a:r>
              <a:rPr sz="1600" spc="-25" dirty="0">
                <a:latin typeface="Corbel"/>
                <a:cs typeface="Corbel"/>
              </a:rPr>
              <a:t>I!”</a:t>
            </a:r>
            <a:endParaRPr sz="1600" dirty="0">
              <a:latin typeface="Corbel"/>
              <a:cs typeface="Corbel"/>
            </a:endParaRPr>
          </a:p>
          <a:p>
            <a:pPr marL="297815" indent="-285115">
              <a:lnSpc>
                <a:spcPct val="100000"/>
              </a:lnSpc>
              <a:spcBef>
                <a:spcPts val="985"/>
              </a:spcBef>
              <a:buFont typeface="Arial MT"/>
              <a:buChar char="•"/>
              <a:tabLst>
                <a:tab pos="297815" algn="l"/>
              </a:tabLst>
            </a:pPr>
            <a:r>
              <a:rPr sz="1600" dirty="0">
                <a:latin typeface="Corbel"/>
                <a:cs typeface="Corbel"/>
              </a:rPr>
              <a:t>“I’m</a:t>
            </a:r>
            <a:r>
              <a:rPr sz="1600" spc="-25" dirty="0">
                <a:latin typeface="Corbel"/>
                <a:cs typeface="Corbel"/>
              </a:rPr>
              <a:t> </a:t>
            </a:r>
            <a:r>
              <a:rPr sz="1600" dirty="0">
                <a:latin typeface="Corbel"/>
                <a:cs typeface="Corbel"/>
              </a:rPr>
              <a:t>almost</a:t>
            </a:r>
            <a:r>
              <a:rPr sz="1600" spc="-30" dirty="0">
                <a:latin typeface="Corbel"/>
                <a:cs typeface="Corbel"/>
              </a:rPr>
              <a:t> </a:t>
            </a:r>
            <a:r>
              <a:rPr sz="1600" dirty="0">
                <a:latin typeface="Corbel"/>
                <a:cs typeface="Corbel"/>
              </a:rPr>
              <a:t>there,</a:t>
            </a:r>
            <a:r>
              <a:rPr sz="1600" spc="-20" dirty="0">
                <a:latin typeface="Corbel"/>
                <a:cs typeface="Corbel"/>
              </a:rPr>
              <a:t> </a:t>
            </a:r>
            <a:r>
              <a:rPr sz="1600" dirty="0">
                <a:latin typeface="Corbel"/>
                <a:cs typeface="Corbel"/>
              </a:rPr>
              <a:t>let’s</a:t>
            </a:r>
            <a:r>
              <a:rPr sz="1600" spc="-15" dirty="0">
                <a:latin typeface="Corbel"/>
                <a:cs typeface="Corbel"/>
              </a:rPr>
              <a:t> </a:t>
            </a:r>
            <a:r>
              <a:rPr sz="1600" dirty="0">
                <a:latin typeface="Corbel"/>
                <a:cs typeface="Corbel"/>
              </a:rPr>
              <a:t>just</a:t>
            </a:r>
            <a:r>
              <a:rPr sz="1600" spc="-30" dirty="0">
                <a:latin typeface="Corbel"/>
                <a:cs typeface="Corbel"/>
              </a:rPr>
              <a:t> </a:t>
            </a:r>
            <a:r>
              <a:rPr sz="1600" dirty="0">
                <a:latin typeface="Corbel"/>
                <a:cs typeface="Corbel"/>
              </a:rPr>
              <a:t>do</a:t>
            </a:r>
            <a:r>
              <a:rPr sz="1600" spc="-25" dirty="0">
                <a:latin typeface="Corbel"/>
                <a:cs typeface="Corbel"/>
              </a:rPr>
              <a:t> </a:t>
            </a:r>
            <a:r>
              <a:rPr sz="1600" dirty="0">
                <a:latin typeface="Corbel"/>
                <a:cs typeface="Corbel"/>
              </a:rPr>
              <a:t>it</a:t>
            </a:r>
            <a:r>
              <a:rPr sz="1600" spc="-25" dirty="0">
                <a:latin typeface="Corbel"/>
                <a:cs typeface="Corbel"/>
              </a:rPr>
              <a:t> </a:t>
            </a:r>
            <a:r>
              <a:rPr sz="1600" dirty="0">
                <a:latin typeface="Corbel"/>
                <a:cs typeface="Corbel"/>
              </a:rPr>
              <a:t>and</a:t>
            </a:r>
            <a:r>
              <a:rPr sz="1600" spc="-15" dirty="0">
                <a:latin typeface="Corbel"/>
                <a:cs typeface="Corbel"/>
              </a:rPr>
              <a:t> </a:t>
            </a:r>
            <a:r>
              <a:rPr sz="1600" dirty="0">
                <a:latin typeface="Corbel"/>
                <a:cs typeface="Corbel"/>
              </a:rPr>
              <a:t>get</a:t>
            </a:r>
            <a:r>
              <a:rPr sz="1600" spc="-30" dirty="0">
                <a:latin typeface="Corbel"/>
                <a:cs typeface="Corbel"/>
              </a:rPr>
              <a:t> </a:t>
            </a:r>
            <a:r>
              <a:rPr sz="1600" dirty="0">
                <a:latin typeface="Corbel"/>
                <a:cs typeface="Corbel"/>
              </a:rPr>
              <a:t>it</a:t>
            </a:r>
            <a:r>
              <a:rPr sz="1600" spc="-25" dirty="0">
                <a:latin typeface="Corbel"/>
                <a:cs typeface="Corbel"/>
              </a:rPr>
              <a:t> </a:t>
            </a:r>
            <a:r>
              <a:rPr sz="1600" dirty="0">
                <a:latin typeface="Corbel"/>
                <a:cs typeface="Corbel"/>
              </a:rPr>
              <a:t>over</a:t>
            </a:r>
            <a:r>
              <a:rPr sz="1600" spc="-20" dirty="0">
                <a:latin typeface="Corbel"/>
                <a:cs typeface="Corbel"/>
              </a:rPr>
              <a:t> </a:t>
            </a:r>
            <a:r>
              <a:rPr sz="1600" spc="-10" dirty="0">
                <a:latin typeface="Corbel"/>
                <a:cs typeface="Corbel"/>
              </a:rPr>
              <a:t>with.”</a:t>
            </a:r>
            <a:endParaRPr sz="1600" dirty="0">
              <a:latin typeface="Corbel"/>
              <a:cs typeface="Corbel"/>
            </a:endParaRPr>
          </a:p>
          <a:p>
            <a:pPr marL="297815" indent="-285115">
              <a:lnSpc>
                <a:spcPct val="100000"/>
              </a:lnSpc>
              <a:spcBef>
                <a:spcPts val="960"/>
              </a:spcBef>
              <a:buFont typeface="Arial MT"/>
              <a:buChar char="•"/>
              <a:tabLst>
                <a:tab pos="297815" algn="l"/>
              </a:tabLst>
            </a:pPr>
            <a:r>
              <a:rPr sz="1600" dirty="0">
                <a:latin typeface="Corbel"/>
                <a:cs typeface="Corbel"/>
              </a:rPr>
              <a:t>“I</a:t>
            </a:r>
            <a:r>
              <a:rPr sz="1600" spc="-20" dirty="0">
                <a:latin typeface="Corbel"/>
                <a:cs typeface="Corbel"/>
              </a:rPr>
              <a:t> </a:t>
            </a:r>
            <a:r>
              <a:rPr sz="1600" dirty="0">
                <a:latin typeface="Corbel"/>
                <a:cs typeface="Corbel"/>
              </a:rPr>
              <a:t>don’t</a:t>
            </a:r>
            <a:r>
              <a:rPr sz="1600" spc="-15" dirty="0">
                <a:latin typeface="Corbel"/>
                <a:cs typeface="Corbel"/>
              </a:rPr>
              <a:t> </a:t>
            </a:r>
            <a:r>
              <a:rPr sz="1600" dirty="0">
                <a:latin typeface="Corbel"/>
                <a:cs typeface="Corbel"/>
              </a:rPr>
              <a:t>want</a:t>
            </a:r>
            <a:r>
              <a:rPr sz="1600" spc="-15" dirty="0">
                <a:latin typeface="Corbel"/>
                <a:cs typeface="Corbel"/>
              </a:rPr>
              <a:t> </a:t>
            </a:r>
            <a:r>
              <a:rPr sz="1600" dirty="0">
                <a:latin typeface="Corbel"/>
                <a:cs typeface="Corbel"/>
              </a:rPr>
              <a:t>to</a:t>
            </a:r>
            <a:r>
              <a:rPr sz="1600" spc="-15" dirty="0">
                <a:latin typeface="Corbel"/>
                <a:cs typeface="Corbel"/>
              </a:rPr>
              <a:t> </a:t>
            </a:r>
            <a:r>
              <a:rPr sz="1600" dirty="0">
                <a:latin typeface="Corbel"/>
                <a:cs typeface="Corbel"/>
              </a:rPr>
              <a:t>divert</a:t>
            </a:r>
            <a:r>
              <a:rPr sz="1600" spc="-20" dirty="0">
                <a:latin typeface="Corbel"/>
                <a:cs typeface="Corbel"/>
              </a:rPr>
              <a:t> </a:t>
            </a:r>
            <a:r>
              <a:rPr sz="1600" dirty="0">
                <a:latin typeface="Corbel"/>
                <a:cs typeface="Corbel"/>
              </a:rPr>
              <a:t>—</a:t>
            </a:r>
            <a:r>
              <a:rPr sz="1600" spc="-15" dirty="0">
                <a:latin typeface="Corbel"/>
                <a:cs typeface="Corbel"/>
              </a:rPr>
              <a:t> </a:t>
            </a:r>
            <a:r>
              <a:rPr sz="1600" dirty="0">
                <a:latin typeface="Corbel"/>
                <a:cs typeface="Corbel"/>
              </a:rPr>
              <a:t>too</a:t>
            </a:r>
            <a:r>
              <a:rPr sz="1600" spc="-15" dirty="0">
                <a:latin typeface="Corbel"/>
                <a:cs typeface="Corbel"/>
              </a:rPr>
              <a:t> </a:t>
            </a:r>
            <a:r>
              <a:rPr sz="1600" dirty="0">
                <a:latin typeface="Corbel"/>
                <a:cs typeface="Corbel"/>
              </a:rPr>
              <a:t>much</a:t>
            </a:r>
            <a:r>
              <a:rPr sz="1600" spc="-15" dirty="0">
                <a:latin typeface="Corbel"/>
                <a:cs typeface="Corbel"/>
              </a:rPr>
              <a:t> </a:t>
            </a:r>
            <a:r>
              <a:rPr sz="1600" spc="-10" dirty="0">
                <a:latin typeface="Corbel"/>
                <a:cs typeface="Corbel"/>
              </a:rPr>
              <a:t>work.”</a:t>
            </a:r>
            <a:endParaRPr sz="1600" dirty="0">
              <a:latin typeface="Corbel"/>
              <a:cs typeface="Corbel"/>
            </a:endParaRPr>
          </a:p>
          <a:p>
            <a:pPr marL="297815" indent="-285115">
              <a:lnSpc>
                <a:spcPct val="100000"/>
              </a:lnSpc>
              <a:spcBef>
                <a:spcPts val="985"/>
              </a:spcBef>
              <a:buFont typeface="Arial MT"/>
              <a:buChar char="•"/>
              <a:tabLst>
                <a:tab pos="297815" algn="l"/>
              </a:tabLst>
            </a:pPr>
            <a:r>
              <a:rPr sz="1600" dirty="0">
                <a:latin typeface="Corbel"/>
                <a:cs typeface="Corbel"/>
              </a:rPr>
              <a:t>“I’ve</a:t>
            </a:r>
            <a:r>
              <a:rPr sz="1600" spc="-20" dirty="0">
                <a:latin typeface="Corbel"/>
                <a:cs typeface="Corbel"/>
              </a:rPr>
              <a:t> </a:t>
            </a:r>
            <a:r>
              <a:rPr sz="1600" dirty="0">
                <a:latin typeface="Corbel"/>
                <a:cs typeface="Corbel"/>
              </a:rPr>
              <a:t>done</a:t>
            </a:r>
            <a:r>
              <a:rPr sz="1600" spc="-15" dirty="0">
                <a:latin typeface="Corbel"/>
                <a:cs typeface="Corbel"/>
              </a:rPr>
              <a:t> </a:t>
            </a:r>
            <a:r>
              <a:rPr sz="1600" dirty="0">
                <a:latin typeface="Corbel"/>
                <a:cs typeface="Corbel"/>
              </a:rPr>
              <a:t>this</a:t>
            </a:r>
            <a:r>
              <a:rPr sz="1600" spc="-15" dirty="0">
                <a:latin typeface="Corbel"/>
                <a:cs typeface="Corbel"/>
              </a:rPr>
              <a:t> </a:t>
            </a:r>
            <a:r>
              <a:rPr sz="1600" dirty="0">
                <a:latin typeface="Corbel"/>
                <a:cs typeface="Corbel"/>
              </a:rPr>
              <a:t>before,</a:t>
            </a:r>
            <a:r>
              <a:rPr sz="1600" spc="-15" dirty="0">
                <a:latin typeface="Corbel"/>
                <a:cs typeface="Corbel"/>
              </a:rPr>
              <a:t> </a:t>
            </a:r>
            <a:r>
              <a:rPr sz="1600" dirty="0">
                <a:latin typeface="Corbel"/>
                <a:cs typeface="Corbel"/>
              </a:rPr>
              <a:t>I</a:t>
            </a:r>
            <a:r>
              <a:rPr sz="1600" spc="-25" dirty="0">
                <a:latin typeface="Corbel"/>
                <a:cs typeface="Corbel"/>
              </a:rPr>
              <a:t> </a:t>
            </a:r>
            <a:r>
              <a:rPr sz="1600" dirty="0">
                <a:latin typeface="Corbel"/>
                <a:cs typeface="Corbel"/>
              </a:rPr>
              <a:t>can</a:t>
            </a:r>
            <a:r>
              <a:rPr sz="1600" spc="-20" dirty="0">
                <a:latin typeface="Corbel"/>
                <a:cs typeface="Corbel"/>
              </a:rPr>
              <a:t> </a:t>
            </a:r>
            <a:r>
              <a:rPr sz="1600" dirty="0">
                <a:latin typeface="Corbel"/>
                <a:cs typeface="Corbel"/>
              </a:rPr>
              <a:t>do</a:t>
            </a:r>
            <a:r>
              <a:rPr sz="1600" spc="-20" dirty="0">
                <a:latin typeface="Corbel"/>
                <a:cs typeface="Corbel"/>
              </a:rPr>
              <a:t> </a:t>
            </a:r>
            <a:r>
              <a:rPr sz="1600" dirty="0">
                <a:latin typeface="Corbel"/>
                <a:cs typeface="Corbel"/>
              </a:rPr>
              <a:t>it</a:t>
            </a:r>
            <a:r>
              <a:rPr sz="1600" spc="-25" dirty="0">
                <a:latin typeface="Corbel"/>
                <a:cs typeface="Corbel"/>
              </a:rPr>
              <a:t> </a:t>
            </a:r>
            <a:r>
              <a:rPr sz="1600" spc="-10" dirty="0">
                <a:latin typeface="Corbel"/>
                <a:cs typeface="Corbel"/>
              </a:rPr>
              <a:t>again.”</a:t>
            </a:r>
            <a:endParaRPr sz="1600" dirty="0">
              <a:latin typeface="Corbel"/>
              <a:cs typeface="Corbel"/>
            </a:endParaRPr>
          </a:p>
          <a:p>
            <a:pPr marL="297815" indent="-285115">
              <a:lnSpc>
                <a:spcPct val="100000"/>
              </a:lnSpc>
              <a:spcBef>
                <a:spcPts val="985"/>
              </a:spcBef>
              <a:buFont typeface="Arial MT"/>
              <a:buChar char="•"/>
              <a:tabLst>
                <a:tab pos="297815" algn="l"/>
              </a:tabLst>
            </a:pPr>
            <a:r>
              <a:rPr sz="1600" dirty="0">
                <a:latin typeface="Corbel"/>
                <a:cs typeface="Corbel"/>
              </a:rPr>
              <a:t>“I</a:t>
            </a:r>
            <a:r>
              <a:rPr sz="1600" spc="-35" dirty="0">
                <a:latin typeface="Corbel"/>
                <a:cs typeface="Corbel"/>
              </a:rPr>
              <a:t> </a:t>
            </a:r>
            <a:r>
              <a:rPr sz="1600" dirty="0">
                <a:latin typeface="Corbel"/>
                <a:cs typeface="Corbel"/>
              </a:rPr>
              <a:t>can</a:t>
            </a:r>
            <a:r>
              <a:rPr sz="1600" spc="-20" dirty="0">
                <a:latin typeface="Corbel"/>
                <a:cs typeface="Corbel"/>
              </a:rPr>
              <a:t> </a:t>
            </a:r>
            <a:r>
              <a:rPr sz="1600" dirty="0">
                <a:latin typeface="Corbel"/>
                <a:cs typeface="Corbel"/>
              </a:rPr>
              <a:t>handle</a:t>
            </a:r>
            <a:r>
              <a:rPr sz="1600" spc="-20" dirty="0">
                <a:latin typeface="Corbel"/>
                <a:cs typeface="Corbel"/>
              </a:rPr>
              <a:t> </a:t>
            </a:r>
            <a:r>
              <a:rPr sz="1600" dirty="0">
                <a:latin typeface="Corbel"/>
                <a:cs typeface="Corbel"/>
              </a:rPr>
              <a:t>this.</a:t>
            </a:r>
            <a:r>
              <a:rPr sz="1600" spc="-20" dirty="0">
                <a:latin typeface="Corbel"/>
                <a:cs typeface="Corbel"/>
              </a:rPr>
              <a:t> </a:t>
            </a:r>
            <a:r>
              <a:rPr sz="1600" dirty="0">
                <a:latin typeface="Corbel"/>
                <a:cs typeface="Corbel"/>
              </a:rPr>
              <a:t>I’ve</a:t>
            </a:r>
            <a:r>
              <a:rPr sz="1600" spc="-25" dirty="0">
                <a:latin typeface="Corbel"/>
                <a:cs typeface="Corbel"/>
              </a:rPr>
              <a:t> </a:t>
            </a:r>
            <a:r>
              <a:rPr sz="1600" dirty="0">
                <a:latin typeface="Corbel"/>
                <a:cs typeface="Corbel"/>
              </a:rPr>
              <a:t>got</a:t>
            </a:r>
            <a:r>
              <a:rPr sz="1600" spc="-25" dirty="0">
                <a:latin typeface="Corbel"/>
                <a:cs typeface="Corbel"/>
              </a:rPr>
              <a:t> </a:t>
            </a:r>
            <a:r>
              <a:rPr sz="1600" dirty="0">
                <a:latin typeface="Corbel"/>
                <a:cs typeface="Corbel"/>
              </a:rPr>
              <a:t>20</a:t>
            </a:r>
            <a:r>
              <a:rPr sz="1600" spc="-20" dirty="0">
                <a:latin typeface="Corbel"/>
                <a:cs typeface="Corbel"/>
              </a:rPr>
              <a:t> </a:t>
            </a:r>
            <a:r>
              <a:rPr sz="1600" dirty="0">
                <a:latin typeface="Corbel"/>
                <a:cs typeface="Corbel"/>
              </a:rPr>
              <a:t>years</a:t>
            </a:r>
            <a:r>
              <a:rPr sz="1600" spc="-20" dirty="0">
                <a:latin typeface="Corbel"/>
                <a:cs typeface="Corbel"/>
              </a:rPr>
              <a:t> </a:t>
            </a:r>
            <a:r>
              <a:rPr sz="1600" dirty="0">
                <a:latin typeface="Corbel"/>
                <a:cs typeface="Corbel"/>
              </a:rPr>
              <a:t>of</a:t>
            </a:r>
            <a:r>
              <a:rPr sz="1600" spc="-25" dirty="0">
                <a:latin typeface="Corbel"/>
                <a:cs typeface="Corbel"/>
              </a:rPr>
              <a:t> </a:t>
            </a:r>
            <a:r>
              <a:rPr sz="1600" dirty="0">
                <a:latin typeface="Corbel"/>
                <a:cs typeface="Corbel"/>
              </a:rPr>
              <a:t>experience</a:t>
            </a:r>
            <a:r>
              <a:rPr sz="1600" spc="-15" dirty="0">
                <a:latin typeface="Corbel"/>
                <a:cs typeface="Corbel"/>
              </a:rPr>
              <a:t> </a:t>
            </a:r>
            <a:r>
              <a:rPr sz="1600" dirty="0">
                <a:latin typeface="Corbel"/>
                <a:cs typeface="Corbel"/>
              </a:rPr>
              <a:t>on</a:t>
            </a:r>
            <a:r>
              <a:rPr sz="1600" spc="-15" dirty="0">
                <a:latin typeface="Corbel"/>
                <a:cs typeface="Corbel"/>
              </a:rPr>
              <a:t> </a:t>
            </a:r>
            <a:r>
              <a:rPr sz="1600" dirty="0">
                <a:latin typeface="Corbel"/>
                <a:cs typeface="Corbel"/>
              </a:rPr>
              <a:t>my</a:t>
            </a:r>
            <a:r>
              <a:rPr sz="1600" spc="-25" dirty="0">
                <a:latin typeface="Corbel"/>
                <a:cs typeface="Corbel"/>
              </a:rPr>
              <a:t> </a:t>
            </a:r>
            <a:r>
              <a:rPr sz="1600" spc="-10" dirty="0">
                <a:latin typeface="Corbel"/>
                <a:cs typeface="Corbel"/>
              </a:rPr>
              <a:t>side.”</a:t>
            </a:r>
            <a:endParaRPr sz="1600" dirty="0">
              <a:latin typeface="Corbel"/>
              <a:cs typeface="Corbel"/>
            </a:endParaRPr>
          </a:p>
          <a:p>
            <a:pPr marL="297815" indent="-285115">
              <a:lnSpc>
                <a:spcPct val="100000"/>
              </a:lnSpc>
              <a:spcBef>
                <a:spcPts val="985"/>
              </a:spcBef>
              <a:buFont typeface="Arial MT"/>
              <a:buChar char="•"/>
              <a:tabLst>
                <a:tab pos="297815" algn="l"/>
              </a:tabLst>
            </a:pPr>
            <a:r>
              <a:rPr sz="1600" dirty="0">
                <a:latin typeface="Corbel"/>
                <a:cs typeface="Corbel"/>
              </a:rPr>
              <a:t>“I’m</a:t>
            </a:r>
            <a:r>
              <a:rPr sz="1600" spc="-15" dirty="0">
                <a:latin typeface="Corbel"/>
                <a:cs typeface="Corbel"/>
              </a:rPr>
              <a:t> </a:t>
            </a:r>
            <a:r>
              <a:rPr sz="1600" dirty="0">
                <a:latin typeface="Corbel"/>
                <a:cs typeface="Corbel"/>
              </a:rPr>
              <a:t>so</a:t>
            </a:r>
            <a:r>
              <a:rPr sz="1600" spc="-10" dirty="0">
                <a:latin typeface="Corbel"/>
                <a:cs typeface="Corbel"/>
              </a:rPr>
              <a:t> </a:t>
            </a:r>
            <a:r>
              <a:rPr sz="1600" dirty="0">
                <a:latin typeface="Corbel"/>
                <a:cs typeface="Corbel"/>
              </a:rPr>
              <a:t>tired,</a:t>
            </a:r>
            <a:r>
              <a:rPr sz="1600" spc="-10" dirty="0">
                <a:latin typeface="Corbel"/>
                <a:cs typeface="Corbel"/>
              </a:rPr>
              <a:t> </a:t>
            </a:r>
            <a:r>
              <a:rPr sz="1600" dirty="0">
                <a:latin typeface="Corbel"/>
                <a:cs typeface="Corbel"/>
              </a:rPr>
              <a:t>I</a:t>
            </a:r>
            <a:r>
              <a:rPr sz="1600" spc="-15" dirty="0">
                <a:latin typeface="Corbel"/>
                <a:cs typeface="Corbel"/>
              </a:rPr>
              <a:t> </a:t>
            </a:r>
            <a:r>
              <a:rPr sz="1600" dirty="0">
                <a:latin typeface="Corbel"/>
                <a:cs typeface="Corbel"/>
              </a:rPr>
              <a:t>just</a:t>
            </a:r>
            <a:r>
              <a:rPr sz="1600" spc="-20" dirty="0">
                <a:latin typeface="Corbel"/>
                <a:cs typeface="Corbel"/>
              </a:rPr>
              <a:t> </a:t>
            </a:r>
            <a:r>
              <a:rPr sz="1600" dirty="0">
                <a:latin typeface="Corbel"/>
                <a:cs typeface="Corbel"/>
              </a:rPr>
              <a:t>want</a:t>
            </a:r>
            <a:r>
              <a:rPr sz="1600" spc="-10" dirty="0">
                <a:latin typeface="Corbel"/>
                <a:cs typeface="Corbel"/>
              </a:rPr>
              <a:t> </a:t>
            </a:r>
            <a:r>
              <a:rPr sz="1600" dirty="0">
                <a:latin typeface="Corbel"/>
                <a:cs typeface="Corbel"/>
              </a:rPr>
              <a:t>to</a:t>
            </a:r>
            <a:r>
              <a:rPr sz="1600" spc="-15" dirty="0">
                <a:latin typeface="Corbel"/>
                <a:cs typeface="Corbel"/>
              </a:rPr>
              <a:t> </a:t>
            </a:r>
            <a:r>
              <a:rPr sz="1600" dirty="0">
                <a:latin typeface="Corbel"/>
                <a:cs typeface="Corbel"/>
              </a:rPr>
              <a:t>get</a:t>
            </a:r>
            <a:r>
              <a:rPr sz="1600" spc="-15" dirty="0">
                <a:latin typeface="Corbel"/>
                <a:cs typeface="Corbel"/>
              </a:rPr>
              <a:t> </a:t>
            </a:r>
            <a:r>
              <a:rPr sz="1600" spc="-10" dirty="0">
                <a:latin typeface="Corbel"/>
                <a:cs typeface="Corbel"/>
              </a:rPr>
              <a:t>home!”</a:t>
            </a:r>
            <a:endParaRPr sz="1600" dirty="0">
              <a:latin typeface="Corbel"/>
              <a:cs typeface="Corbel"/>
            </a:endParaRPr>
          </a:p>
          <a:p>
            <a:pPr marL="12700" marR="5080">
              <a:lnSpc>
                <a:spcPts val="1900"/>
              </a:lnSpc>
              <a:spcBef>
                <a:spcPts val="1060"/>
              </a:spcBef>
            </a:pPr>
            <a:r>
              <a:rPr sz="1600" dirty="0">
                <a:latin typeface="Corbel"/>
                <a:cs typeface="Corbel"/>
              </a:rPr>
              <a:t>“</a:t>
            </a:r>
            <a:r>
              <a:rPr sz="1600" b="1" dirty="0">
                <a:latin typeface="Corbel"/>
                <a:cs typeface="Corbel"/>
              </a:rPr>
              <a:t>GET</a:t>
            </a:r>
            <a:r>
              <a:rPr sz="1600" b="1" spc="60" dirty="0">
                <a:latin typeface="Corbel"/>
                <a:cs typeface="Corbel"/>
              </a:rPr>
              <a:t> </a:t>
            </a:r>
            <a:r>
              <a:rPr sz="1600" b="1" dirty="0">
                <a:latin typeface="Corbel"/>
                <a:cs typeface="Corbel"/>
              </a:rPr>
              <a:t>ME</a:t>
            </a:r>
            <a:r>
              <a:rPr sz="1600" b="1" spc="65" dirty="0">
                <a:latin typeface="Corbel"/>
                <a:cs typeface="Corbel"/>
              </a:rPr>
              <a:t> </a:t>
            </a:r>
            <a:r>
              <a:rPr sz="1600" b="1" spc="-10" dirty="0">
                <a:latin typeface="Corbel"/>
                <a:cs typeface="Corbel"/>
              </a:rPr>
              <a:t>HOME-</a:t>
            </a:r>
            <a:r>
              <a:rPr sz="1600" b="1" dirty="0">
                <a:latin typeface="Corbel"/>
                <a:cs typeface="Corbel"/>
              </a:rPr>
              <a:t>ITIS</a:t>
            </a:r>
            <a:r>
              <a:rPr sz="1600" dirty="0">
                <a:latin typeface="Corbel"/>
                <a:cs typeface="Corbel"/>
              </a:rPr>
              <a:t>”;</a:t>
            </a:r>
            <a:r>
              <a:rPr sz="1600" spc="75" dirty="0">
                <a:latin typeface="Corbel"/>
                <a:cs typeface="Corbel"/>
              </a:rPr>
              <a:t> </a:t>
            </a:r>
            <a:r>
              <a:rPr sz="1600" dirty="0">
                <a:latin typeface="Corbel"/>
                <a:cs typeface="Corbel"/>
              </a:rPr>
              <a:t>the</a:t>
            </a:r>
            <a:r>
              <a:rPr sz="1600" spc="75" dirty="0">
                <a:latin typeface="Corbel"/>
                <a:cs typeface="Corbel"/>
              </a:rPr>
              <a:t> </a:t>
            </a:r>
            <a:r>
              <a:rPr sz="1600" dirty="0">
                <a:latin typeface="Corbel"/>
                <a:cs typeface="Corbel"/>
              </a:rPr>
              <a:t>danger</a:t>
            </a:r>
            <a:r>
              <a:rPr sz="1600" spc="75" dirty="0">
                <a:latin typeface="Corbel"/>
                <a:cs typeface="Corbel"/>
              </a:rPr>
              <a:t> </a:t>
            </a:r>
            <a:r>
              <a:rPr sz="1600" dirty="0">
                <a:latin typeface="Corbel"/>
                <a:cs typeface="Corbel"/>
              </a:rPr>
              <a:t>behind</a:t>
            </a:r>
            <a:r>
              <a:rPr sz="1600" spc="75" dirty="0">
                <a:latin typeface="Corbel"/>
                <a:cs typeface="Corbel"/>
              </a:rPr>
              <a:t> </a:t>
            </a:r>
            <a:r>
              <a:rPr sz="1600" dirty="0">
                <a:latin typeface="Corbel"/>
                <a:cs typeface="Corbel"/>
              </a:rPr>
              <a:t>it</a:t>
            </a:r>
            <a:r>
              <a:rPr sz="1600" spc="70" dirty="0">
                <a:latin typeface="Corbel"/>
                <a:cs typeface="Corbel"/>
              </a:rPr>
              <a:t> </a:t>
            </a:r>
            <a:r>
              <a:rPr sz="1600" dirty="0">
                <a:latin typeface="Corbel"/>
                <a:cs typeface="Corbel"/>
              </a:rPr>
              <a:t>is</a:t>
            </a:r>
            <a:r>
              <a:rPr sz="1600" spc="75" dirty="0">
                <a:latin typeface="Corbel"/>
                <a:cs typeface="Corbel"/>
              </a:rPr>
              <a:t> </a:t>
            </a:r>
            <a:r>
              <a:rPr sz="1600" dirty="0">
                <a:latin typeface="Corbel"/>
                <a:cs typeface="Corbel"/>
              </a:rPr>
              <a:t>very</a:t>
            </a:r>
            <a:r>
              <a:rPr sz="1600" spc="65" dirty="0">
                <a:latin typeface="Corbel"/>
                <a:cs typeface="Corbel"/>
              </a:rPr>
              <a:t> </a:t>
            </a:r>
            <a:r>
              <a:rPr sz="1600" dirty="0">
                <a:latin typeface="Corbel"/>
                <a:cs typeface="Corbel"/>
              </a:rPr>
              <a:t>real.</a:t>
            </a:r>
            <a:r>
              <a:rPr sz="1600" spc="80" dirty="0">
                <a:latin typeface="Corbel"/>
                <a:cs typeface="Corbel"/>
              </a:rPr>
              <a:t> </a:t>
            </a:r>
            <a:r>
              <a:rPr sz="1600" dirty="0">
                <a:latin typeface="Corbel"/>
                <a:cs typeface="Corbel"/>
              </a:rPr>
              <a:t>It</a:t>
            </a:r>
            <a:r>
              <a:rPr sz="1600" spc="65" dirty="0">
                <a:latin typeface="Corbel"/>
                <a:cs typeface="Corbel"/>
              </a:rPr>
              <a:t> </a:t>
            </a:r>
            <a:r>
              <a:rPr sz="1600" dirty="0">
                <a:latin typeface="Corbel"/>
                <a:cs typeface="Corbel"/>
              </a:rPr>
              <a:t>is</a:t>
            </a:r>
            <a:r>
              <a:rPr sz="1600" spc="75" dirty="0">
                <a:latin typeface="Corbel"/>
                <a:cs typeface="Corbel"/>
              </a:rPr>
              <a:t> </a:t>
            </a:r>
            <a:r>
              <a:rPr sz="1600" dirty="0">
                <a:latin typeface="Corbel"/>
                <a:cs typeface="Corbel"/>
              </a:rPr>
              <a:t>when</a:t>
            </a:r>
            <a:r>
              <a:rPr sz="1600" spc="75" dirty="0">
                <a:latin typeface="Corbel"/>
                <a:cs typeface="Corbel"/>
              </a:rPr>
              <a:t> </a:t>
            </a:r>
            <a:r>
              <a:rPr sz="1600" u="sng" dirty="0">
                <a:uFill>
                  <a:solidFill>
                    <a:srgbClr val="000000"/>
                  </a:solidFill>
                </a:uFill>
                <a:latin typeface="Corbel"/>
                <a:cs typeface="Corbel"/>
              </a:rPr>
              <a:t>the</a:t>
            </a:r>
            <a:r>
              <a:rPr sz="1600" u="sng" spc="80" dirty="0">
                <a:uFill>
                  <a:solidFill>
                    <a:srgbClr val="000000"/>
                  </a:solidFill>
                </a:uFill>
                <a:latin typeface="Corbel"/>
                <a:cs typeface="Corbel"/>
              </a:rPr>
              <a:t> </a:t>
            </a:r>
            <a:r>
              <a:rPr sz="1600" u="sng" dirty="0">
                <a:uFill>
                  <a:solidFill>
                    <a:srgbClr val="000000"/>
                  </a:solidFill>
                </a:uFill>
                <a:latin typeface="Corbel"/>
                <a:cs typeface="Corbel"/>
              </a:rPr>
              <a:t>desire</a:t>
            </a:r>
            <a:r>
              <a:rPr sz="1600" u="sng" spc="75" dirty="0">
                <a:uFill>
                  <a:solidFill>
                    <a:srgbClr val="000000"/>
                  </a:solidFill>
                </a:uFill>
                <a:latin typeface="Corbel"/>
                <a:cs typeface="Corbel"/>
              </a:rPr>
              <a:t> </a:t>
            </a:r>
            <a:r>
              <a:rPr sz="1600" u="sng" dirty="0">
                <a:uFill>
                  <a:solidFill>
                    <a:srgbClr val="000000"/>
                  </a:solidFill>
                </a:uFill>
                <a:latin typeface="Corbel"/>
                <a:cs typeface="Corbel"/>
              </a:rPr>
              <a:t>to</a:t>
            </a:r>
            <a:r>
              <a:rPr sz="1600" u="sng" spc="70" dirty="0">
                <a:uFill>
                  <a:solidFill>
                    <a:srgbClr val="000000"/>
                  </a:solidFill>
                </a:uFill>
                <a:latin typeface="Corbel"/>
                <a:cs typeface="Corbel"/>
              </a:rPr>
              <a:t> </a:t>
            </a:r>
            <a:r>
              <a:rPr sz="1600" u="sng" dirty="0">
                <a:uFill>
                  <a:solidFill>
                    <a:srgbClr val="000000"/>
                  </a:solidFill>
                </a:uFill>
                <a:latin typeface="Corbel"/>
                <a:cs typeface="Corbel"/>
              </a:rPr>
              <a:t>get</a:t>
            </a:r>
            <a:r>
              <a:rPr sz="1600" u="sng" spc="70" dirty="0">
                <a:uFill>
                  <a:solidFill>
                    <a:srgbClr val="000000"/>
                  </a:solidFill>
                </a:uFill>
                <a:latin typeface="Corbel"/>
                <a:cs typeface="Corbel"/>
              </a:rPr>
              <a:t> </a:t>
            </a:r>
            <a:r>
              <a:rPr sz="1600" u="sng" dirty="0">
                <a:uFill>
                  <a:solidFill>
                    <a:srgbClr val="000000"/>
                  </a:solidFill>
                </a:uFill>
                <a:latin typeface="Corbel"/>
                <a:cs typeface="Corbel"/>
              </a:rPr>
              <a:t>to</a:t>
            </a:r>
            <a:r>
              <a:rPr sz="1600" u="sng" spc="70" dirty="0">
                <a:uFill>
                  <a:solidFill>
                    <a:srgbClr val="000000"/>
                  </a:solidFill>
                </a:uFill>
                <a:latin typeface="Corbel"/>
                <a:cs typeface="Corbel"/>
              </a:rPr>
              <a:t> </a:t>
            </a:r>
            <a:r>
              <a:rPr sz="1600" u="sng" dirty="0">
                <a:uFill>
                  <a:solidFill>
                    <a:srgbClr val="000000"/>
                  </a:solidFill>
                </a:uFill>
                <a:latin typeface="Corbel"/>
                <a:cs typeface="Corbel"/>
              </a:rPr>
              <a:t>a</a:t>
            </a:r>
            <a:r>
              <a:rPr sz="1600" u="sng" spc="75" dirty="0">
                <a:uFill>
                  <a:solidFill>
                    <a:srgbClr val="000000"/>
                  </a:solidFill>
                </a:uFill>
                <a:latin typeface="Corbel"/>
                <a:cs typeface="Corbel"/>
              </a:rPr>
              <a:t> </a:t>
            </a:r>
            <a:r>
              <a:rPr sz="1600" u="sng" dirty="0">
                <a:uFill>
                  <a:solidFill>
                    <a:srgbClr val="000000"/>
                  </a:solidFill>
                </a:uFill>
                <a:latin typeface="Corbel"/>
                <a:cs typeface="Corbel"/>
              </a:rPr>
              <a:t>destination</a:t>
            </a:r>
            <a:r>
              <a:rPr sz="1600" u="sng" spc="75" dirty="0">
                <a:uFill>
                  <a:solidFill>
                    <a:srgbClr val="000000"/>
                  </a:solidFill>
                </a:uFill>
                <a:latin typeface="Corbel"/>
                <a:cs typeface="Corbel"/>
              </a:rPr>
              <a:t> </a:t>
            </a:r>
            <a:r>
              <a:rPr sz="1600" u="sng" dirty="0">
                <a:uFill>
                  <a:solidFill>
                    <a:srgbClr val="000000"/>
                  </a:solidFill>
                </a:uFill>
                <a:latin typeface="Corbel"/>
                <a:cs typeface="Corbel"/>
              </a:rPr>
              <a:t>overrides</a:t>
            </a:r>
            <a:r>
              <a:rPr sz="1600" u="sng" spc="75" dirty="0">
                <a:uFill>
                  <a:solidFill>
                    <a:srgbClr val="000000"/>
                  </a:solidFill>
                </a:uFill>
                <a:latin typeface="Corbel"/>
                <a:cs typeface="Corbel"/>
              </a:rPr>
              <a:t> </a:t>
            </a:r>
            <a:r>
              <a:rPr sz="1600" u="sng" spc="-10" dirty="0">
                <a:uFill>
                  <a:solidFill>
                    <a:srgbClr val="000000"/>
                  </a:solidFill>
                </a:uFill>
                <a:latin typeface="Corbel"/>
                <a:cs typeface="Corbel"/>
              </a:rPr>
              <a:t>logic,</a:t>
            </a:r>
            <a:r>
              <a:rPr sz="1600" spc="-10" dirty="0">
                <a:latin typeface="Corbel"/>
                <a:cs typeface="Corbel"/>
              </a:rPr>
              <a:t> </a:t>
            </a:r>
            <a:r>
              <a:rPr sz="1600" u="sng" dirty="0">
                <a:uFill>
                  <a:solidFill>
                    <a:srgbClr val="000000"/>
                  </a:solidFill>
                </a:uFill>
                <a:latin typeface="Corbel"/>
                <a:cs typeface="Corbel"/>
              </a:rPr>
              <a:t>sound</a:t>
            </a:r>
            <a:r>
              <a:rPr sz="1600" u="sng" spc="-15" dirty="0">
                <a:uFill>
                  <a:solidFill>
                    <a:srgbClr val="000000"/>
                  </a:solidFill>
                </a:uFill>
                <a:latin typeface="Corbel"/>
                <a:cs typeface="Corbel"/>
              </a:rPr>
              <a:t> </a:t>
            </a:r>
            <a:r>
              <a:rPr sz="1600" u="sng" spc="-10" dirty="0">
                <a:uFill>
                  <a:solidFill>
                    <a:srgbClr val="000000"/>
                  </a:solidFill>
                </a:uFill>
                <a:latin typeface="Corbel"/>
                <a:cs typeface="Corbel"/>
              </a:rPr>
              <a:t>decision-</a:t>
            </a:r>
            <a:r>
              <a:rPr sz="1600" u="sng" dirty="0">
                <a:uFill>
                  <a:solidFill>
                    <a:srgbClr val="000000"/>
                  </a:solidFill>
                </a:uFill>
                <a:latin typeface="Corbel"/>
                <a:cs typeface="Corbel"/>
              </a:rPr>
              <a:t>making,</a:t>
            </a:r>
            <a:r>
              <a:rPr sz="1600" u="sng" spc="-15" dirty="0">
                <a:uFill>
                  <a:solidFill>
                    <a:srgbClr val="000000"/>
                  </a:solidFill>
                </a:uFill>
                <a:latin typeface="Corbel"/>
                <a:cs typeface="Corbel"/>
              </a:rPr>
              <a:t> </a:t>
            </a:r>
            <a:r>
              <a:rPr sz="1600" u="sng" dirty="0">
                <a:uFill>
                  <a:solidFill>
                    <a:srgbClr val="000000"/>
                  </a:solidFill>
                </a:uFill>
                <a:latin typeface="Corbel"/>
                <a:cs typeface="Corbel"/>
              </a:rPr>
              <a:t>and</a:t>
            </a:r>
            <a:r>
              <a:rPr sz="1600" u="sng" spc="-10" dirty="0">
                <a:uFill>
                  <a:solidFill>
                    <a:srgbClr val="000000"/>
                  </a:solidFill>
                </a:uFill>
                <a:latin typeface="Corbel"/>
                <a:cs typeface="Corbel"/>
              </a:rPr>
              <a:t> </a:t>
            </a:r>
            <a:r>
              <a:rPr sz="1600" u="sng" dirty="0">
                <a:uFill>
                  <a:solidFill>
                    <a:srgbClr val="000000"/>
                  </a:solidFill>
                </a:uFill>
                <a:latin typeface="Corbel"/>
                <a:cs typeface="Corbel"/>
              </a:rPr>
              <a:t>basic</a:t>
            </a:r>
            <a:r>
              <a:rPr sz="1600" u="sng" spc="-20" dirty="0">
                <a:uFill>
                  <a:solidFill>
                    <a:srgbClr val="000000"/>
                  </a:solidFill>
                </a:uFill>
                <a:latin typeface="Corbel"/>
                <a:cs typeface="Corbel"/>
              </a:rPr>
              <a:t> </a:t>
            </a:r>
            <a:r>
              <a:rPr sz="1600" u="sng" spc="-10" dirty="0">
                <a:uFill>
                  <a:solidFill>
                    <a:srgbClr val="000000"/>
                  </a:solidFill>
                </a:uFill>
                <a:latin typeface="Corbel"/>
                <a:cs typeface="Corbel"/>
              </a:rPr>
              <a:t>instinct</a:t>
            </a:r>
            <a:r>
              <a:rPr sz="1600" spc="-10" dirty="0">
                <a:latin typeface="Corbel"/>
                <a:cs typeface="Corbel"/>
              </a:rPr>
              <a:t>.</a:t>
            </a:r>
            <a:endParaRPr sz="1600" dirty="0">
              <a:latin typeface="Corbel"/>
              <a:cs typeface="Corbe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9646920" cy="878205"/>
            <a:chOff x="1417319" y="414527"/>
            <a:chExt cx="9646920" cy="878205"/>
          </a:xfrm>
        </p:grpSpPr>
        <p:pic>
          <p:nvPicPr>
            <p:cNvPr id="4" name="object 4"/>
            <p:cNvPicPr/>
            <p:nvPr/>
          </p:nvPicPr>
          <p:blipFill>
            <a:blip r:embed="rId3" cstate="print"/>
            <a:stretch>
              <a:fillRect/>
            </a:stretch>
          </p:blipFill>
          <p:spPr>
            <a:xfrm>
              <a:off x="1417319" y="414527"/>
              <a:ext cx="9646920" cy="573024"/>
            </a:xfrm>
            <a:prstGeom prst="rect">
              <a:avLst/>
            </a:prstGeom>
          </p:spPr>
        </p:pic>
        <p:pic>
          <p:nvPicPr>
            <p:cNvPr id="5" name="object 5"/>
            <p:cNvPicPr/>
            <p:nvPr/>
          </p:nvPicPr>
          <p:blipFill>
            <a:blip r:embed="rId4" cstate="print"/>
            <a:stretch>
              <a:fillRect/>
            </a:stretch>
          </p:blipFill>
          <p:spPr>
            <a:xfrm>
              <a:off x="1417319" y="719327"/>
              <a:ext cx="1469136" cy="573024"/>
            </a:xfrm>
            <a:prstGeom prst="rect">
              <a:avLst/>
            </a:prstGeom>
          </p:spPr>
        </p:pic>
      </p:grpSp>
      <p:sp>
        <p:nvSpPr>
          <p:cNvPr id="6" name="object 6"/>
          <p:cNvSpPr txBox="1">
            <a:spLocks noGrp="1"/>
          </p:cNvSpPr>
          <p:nvPr>
            <p:ph type="title"/>
          </p:nvPr>
        </p:nvSpPr>
        <p:spPr>
          <a:prstGeom prst="rect">
            <a:avLst/>
          </a:prstGeom>
        </p:spPr>
        <p:txBody>
          <a:bodyPr vert="horz" wrap="square" lIns="0" tIns="177291" rIns="0" bIns="0" rtlCol="0">
            <a:spAutoFit/>
          </a:bodyPr>
          <a:lstStyle/>
          <a:p>
            <a:pPr marL="640715" marR="5080">
              <a:lnSpc>
                <a:spcPct val="100000"/>
              </a:lnSpc>
              <a:spcBef>
                <a:spcPts val="100"/>
              </a:spcBef>
            </a:pPr>
            <a:r>
              <a:rPr dirty="0"/>
              <a:t>060</a:t>
            </a:r>
            <a:r>
              <a:rPr spc="-60" dirty="0"/>
              <a:t> </a:t>
            </a:r>
            <a:r>
              <a:rPr dirty="0"/>
              <a:t>02</a:t>
            </a:r>
            <a:r>
              <a:rPr spc="-30" dirty="0"/>
              <a:t> </a:t>
            </a:r>
            <a:r>
              <a:rPr spc="-10" dirty="0"/>
              <a:t>04:</a:t>
            </a:r>
            <a:r>
              <a:rPr spc="-90" dirty="0"/>
              <a:t> </a:t>
            </a:r>
            <a:r>
              <a:rPr dirty="0"/>
              <a:t>Crew</a:t>
            </a:r>
            <a:r>
              <a:rPr spc="-35" dirty="0"/>
              <a:t> </a:t>
            </a:r>
            <a:r>
              <a:rPr dirty="0"/>
              <a:t>resource</a:t>
            </a:r>
            <a:r>
              <a:rPr spc="-30" dirty="0"/>
              <a:t> </a:t>
            </a:r>
            <a:r>
              <a:rPr dirty="0"/>
              <a:t>management</a:t>
            </a:r>
            <a:r>
              <a:rPr spc="-30" dirty="0"/>
              <a:t> </a:t>
            </a:r>
            <a:r>
              <a:rPr spc="-10" dirty="0"/>
              <a:t>(CRM)</a:t>
            </a:r>
            <a:r>
              <a:rPr spc="-30" dirty="0"/>
              <a:t> </a:t>
            </a:r>
            <a:r>
              <a:rPr dirty="0"/>
              <a:t>and</a:t>
            </a:r>
            <a:r>
              <a:rPr spc="-30" dirty="0"/>
              <a:t> </a:t>
            </a:r>
            <a:r>
              <a:rPr dirty="0"/>
              <a:t>how</a:t>
            </a:r>
            <a:r>
              <a:rPr spc="-35" dirty="0"/>
              <a:t> </a:t>
            </a:r>
            <a:r>
              <a:rPr dirty="0"/>
              <a:t>it</a:t>
            </a:r>
            <a:r>
              <a:rPr spc="-25" dirty="0"/>
              <a:t> </a:t>
            </a:r>
            <a:r>
              <a:rPr dirty="0"/>
              <a:t>can</a:t>
            </a:r>
            <a:r>
              <a:rPr spc="-40" dirty="0"/>
              <a:t> </a:t>
            </a:r>
            <a:r>
              <a:rPr dirty="0"/>
              <a:t>contribute</a:t>
            </a:r>
            <a:r>
              <a:rPr spc="-35" dirty="0"/>
              <a:t> </a:t>
            </a:r>
            <a:r>
              <a:rPr dirty="0"/>
              <a:t>to</a:t>
            </a:r>
            <a:r>
              <a:rPr spc="-35" dirty="0"/>
              <a:t> </a:t>
            </a:r>
            <a:r>
              <a:rPr dirty="0"/>
              <a:t>safety</a:t>
            </a:r>
            <a:r>
              <a:rPr spc="-35" dirty="0"/>
              <a:t> </a:t>
            </a:r>
            <a:r>
              <a:rPr dirty="0"/>
              <a:t>of</a:t>
            </a:r>
            <a:r>
              <a:rPr spc="-85" dirty="0"/>
              <a:t> </a:t>
            </a:r>
            <a:r>
              <a:rPr spc="-25" dirty="0"/>
              <a:t>UAS </a:t>
            </a:r>
            <a:r>
              <a:rPr spc="-10" dirty="0"/>
              <a:t>operations</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045"/>
              </a:lnSpc>
            </a:pPr>
            <a:r>
              <a:rPr spc="-25" dirty="0"/>
              <a:t>70</a:t>
            </a:r>
          </a:p>
        </p:txBody>
      </p:sp>
      <p:sp>
        <p:nvSpPr>
          <p:cNvPr id="7" name="object 7"/>
          <p:cNvSpPr txBox="1"/>
          <p:nvPr/>
        </p:nvSpPr>
        <p:spPr>
          <a:xfrm>
            <a:off x="1563049" y="1124584"/>
            <a:ext cx="9720580" cy="1629410"/>
          </a:xfrm>
          <a:prstGeom prst="rect">
            <a:avLst/>
          </a:prstGeom>
        </p:spPr>
        <p:txBody>
          <a:bodyPr vert="horz" wrap="square" lIns="0" tIns="137160" rIns="0" bIns="0" rtlCol="0">
            <a:spAutoFit/>
          </a:bodyPr>
          <a:lstStyle/>
          <a:p>
            <a:pPr marL="12700">
              <a:lnSpc>
                <a:spcPct val="100000"/>
              </a:lnSpc>
              <a:spcBef>
                <a:spcPts val="1080"/>
              </a:spcBef>
            </a:pPr>
            <a:r>
              <a:rPr sz="1800" b="1" u="sng" dirty="0">
                <a:uFill>
                  <a:solidFill>
                    <a:srgbClr val="000000"/>
                  </a:solidFill>
                </a:uFill>
                <a:latin typeface="Corbel"/>
                <a:cs typeface="Corbel"/>
              </a:rPr>
              <a:t>Crew</a:t>
            </a:r>
            <a:r>
              <a:rPr sz="1800" b="1" u="sng" spc="-20" dirty="0">
                <a:uFill>
                  <a:solidFill>
                    <a:srgbClr val="000000"/>
                  </a:solidFill>
                </a:uFill>
                <a:latin typeface="Corbel"/>
                <a:cs typeface="Corbel"/>
              </a:rPr>
              <a:t> </a:t>
            </a:r>
            <a:r>
              <a:rPr sz="1800" b="1" u="sng" spc="-10" dirty="0">
                <a:uFill>
                  <a:solidFill>
                    <a:srgbClr val="000000"/>
                  </a:solidFill>
                </a:uFill>
                <a:latin typeface="Corbel"/>
                <a:cs typeface="Corbel"/>
              </a:rPr>
              <a:t>Resource</a:t>
            </a:r>
            <a:r>
              <a:rPr sz="1800" b="1" u="sng" spc="-15" dirty="0">
                <a:uFill>
                  <a:solidFill>
                    <a:srgbClr val="000000"/>
                  </a:solidFill>
                </a:uFill>
                <a:latin typeface="Corbel"/>
                <a:cs typeface="Corbel"/>
              </a:rPr>
              <a:t> </a:t>
            </a:r>
            <a:r>
              <a:rPr sz="1800" b="1" u="sng" spc="-10" dirty="0">
                <a:uFill>
                  <a:solidFill>
                    <a:srgbClr val="000000"/>
                  </a:solidFill>
                </a:uFill>
                <a:latin typeface="Corbel"/>
                <a:cs typeface="Corbel"/>
              </a:rPr>
              <a:t>Management</a:t>
            </a:r>
            <a:r>
              <a:rPr sz="1800" b="1" u="sng" spc="-15" dirty="0">
                <a:uFill>
                  <a:solidFill>
                    <a:srgbClr val="000000"/>
                  </a:solidFill>
                </a:uFill>
                <a:latin typeface="Corbel"/>
                <a:cs typeface="Corbel"/>
              </a:rPr>
              <a:t> </a:t>
            </a:r>
            <a:r>
              <a:rPr sz="1800" b="1" u="sng" spc="-10" dirty="0">
                <a:uFill>
                  <a:solidFill>
                    <a:srgbClr val="000000"/>
                  </a:solidFill>
                </a:uFill>
                <a:latin typeface="Corbel"/>
                <a:cs typeface="Corbel"/>
              </a:rPr>
              <a:t>(CRM)</a:t>
            </a:r>
            <a:endParaRPr sz="1800" dirty="0">
              <a:latin typeface="Corbel"/>
              <a:cs typeface="Corbel"/>
            </a:endParaRPr>
          </a:p>
          <a:p>
            <a:pPr marL="12700" marR="5080">
              <a:lnSpc>
                <a:spcPts val="1900"/>
              </a:lnSpc>
              <a:spcBef>
                <a:spcPts val="950"/>
              </a:spcBef>
            </a:pPr>
            <a:r>
              <a:rPr sz="1600" dirty="0">
                <a:latin typeface="Corbel"/>
                <a:cs typeface="Corbel"/>
              </a:rPr>
              <a:t>Crew</a:t>
            </a:r>
            <a:r>
              <a:rPr sz="1600" spc="-35" dirty="0">
                <a:latin typeface="Corbel"/>
                <a:cs typeface="Corbel"/>
              </a:rPr>
              <a:t> </a:t>
            </a:r>
            <a:r>
              <a:rPr sz="1600" dirty="0">
                <a:latin typeface="Corbel"/>
                <a:cs typeface="Corbel"/>
              </a:rPr>
              <a:t>Resource</a:t>
            </a:r>
            <a:r>
              <a:rPr sz="1600" spc="-30" dirty="0">
                <a:latin typeface="Corbel"/>
                <a:cs typeface="Corbel"/>
              </a:rPr>
              <a:t> </a:t>
            </a:r>
            <a:r>
              <a:rPr sz="1600" dirty="0">
                <a:latin typeface="Corbel"/>
                <a:cs typeface="Corbel"/>
              </a:rPr>
              <a:t>Management</a:t>
            </a:r>
            <a:r>
              <a:rPr sz="1600" spc="-40" dirty="0">
                <a:latin typeface="Corbel"/>
                <a:cs typeface="Corbel"/>
              </a:rPr>
              <a:t> </a:t>
            </a:r>
            <a:r>
              <a:rPr sz="1600" spc="-10" dirty="0">
                <a:latin typeface="Corbel"/>
                <a:cs typeface="Corbel"/>
              </a:rPr>
              <a:t>(CRM)</a:t>
            </a:r>
            <a:r>
              <a:rPr sz="1600" spc="-35" dirty="0">
                <a:latin typeface="Corbel"/>
                <a:cs typeface="Corbel"/>
              </a:rPr>
              <a:t> </a:t>
            </a:r>
            <a:r>
              <a:rPr sz="1600" dirty="0">
                <a:latin typeface="Corbel"/>
                <a:cs typeface="Corbel"/>
              </a:rPr>
              <a:t>is</a:t>
            </a:r>
            <a:r>
              <a:rPr sz="1600" spc="-30" dirty="0">
                <a:latin typeface="Corbel"/>
                <a:cs typeface="Corbel"/>
              </a:rPr>
              <a:t> </a:t>
            </a:r>
            <a:r>
              <a:rPr sz="1600" dirty="0">
                <a:latin typeface="Corbel"/>
                <a:cs typeface="Corbel"/>
              </a:rPr>
              <a:t>the</a:t>
            </a:r>
            <a:r>
              <a:rPr sz="1600" spc="-30" dirty="0">
                <a:latin typeface="Corbel"/>
                <a:cs typeface="Corbel"/>
              </a:rPr>
              <a:t> </a:t>
            </a:r>
            <a:r>
              <a:rPr sz="1600" dirty="0">
                <a:latin typeface="Corbel"/>
                <a:cs typeface="Corbel"/>
              </a:rPr>
              <a:t>effective</a:t>
            </a:r>
            <a:r>
              <a:rPr sz="1600" spc="-30" dirty="0">
                <a:latin typeface="Corbel"/>
                <a:cs typeface="Corbel"/>
              </a:rPr>
              <a:t> </a:t>
            </a:r>
            <a:r>
              <a:rPr sz="1600" dirty="0">
                <a:latin typeface="Corbel"/>
                <a:cs typeface="Corbel"/>
              </a:rPr>
              <a:t>use</a:t>
            </a:r>
            <a:r>
              <a:rPr sz="1600" spc="-30" dirty="0">
                <a:latin typeface="Corbel"/>
                <a:cs typeface="Corbel"/>
              </a:rPr>
              <a:t> </a:t>
            </a:r>
            <a:r>
              <a:rPr sz="1600" dirty="0">
                <a:latin typeface="Corbel"/>
                <a:cs typeface="Corbel"/>
              </a:rPr>
              <a:t>of</a:t>
            </a:r>
            <a:r>
              <a:rPr sz="1600" spc="-30" dirty="0">
                <a:latin typeface="Corbel"/>
                <a:cs typeface="Corbel"/>
              </a:rPr>
              <a:t> </a:t>
            </a:r>
            <a:r>
              <a:rPr sz="1600" dirty="0">
                <a:latin typeface="Corbel"/>
                <a:cs typeface="Corbel"/>
              </a:rPr>
              <a:t>all</a:t>
            </a:r>
            <a:r>
              <a:rPr sz="1600" spc="-25" dirty="0">
                <a:latin typeface="Corbel"/>
                <a:cs typeface="Corbel"/>
              </a:rPr>
              <a:t> </a:t>
            </a:r>
            <a:r>
              <a:rPr sz="1600" dirty="0">
                <a:latin typeface="Corbel"/>
                <a:cs typeface="Corbel"/>
              </a:rPr>
              <a:t>available</a:t>
            </a:r>
            <a:r>
              <a:rPr sz="1600" spc="-30" dirty="0">
                <a:latin typeface="Corbel"/>
                <a:cs typeface="Corbel"/>
              </a:rPr>
              <a:t> </a:t>
            </a:r>
            <a:r>
              <a:rPr sz="1600" dirty="0">
                <a:latin typeface="Corbel"/>
                <a:cs typeface="Corbel"/>
              </a:rPr>
              <a:t>resources</a:t>
            </a:r>
            <a:r>
              <a:rPr sz="1600" spc="-30" dirty="0">
                <a:latin typeface="Corbel"/>
                <a:cs typeface="Corbel"/>
              </a:rPr>
              <a:t> </a:t>
            </a:r>
            <a:r>
              <a:rPr sz="1600" dirty="0">
                <a:latin typeface="Corbel"/>
                <a:cs typeface="Corbel"/>
              </a:rPr>
              <a:t>for</a:t>
            </a:r>
            <a:r>
              <a:rPr sz="1600" spc="-30" dirty="0">
                <a:latin typeface="Corbel"/>
                <a:cs typeface="Corbel"/>
              </a:rPr>
              <a:t> </a:t>
            </a:r>
            <a:r>
              <a:rPr sz="1600" dirty="0">
                <a:latin typeface="Corbel"/>
                <a:cs typeface="Corbel"/>
              </a:rPr>
              <a:t>flight</a:t>
            </a:r>
            <a:r>
              <a:rPr sz="1600" spc="-40" dirty="0">
                <a:latin typeface="Corbel"/>
                <a:cs typeface="Corbel"/>
              </a:rPr>
              <a:t> </a:t>
            </a:r>
            <a:r>
              <a:rPr sz="1600" dirty="0">
                <a:latin typeface="Corbel"/>
                <a:cs typeface="Corbel"/>
              </a:rPr>
              <a:t>crew</a:t>
            </a:r>
            <a:r>
              <a:rPr sz="1600" spc="-30" dirty="0">
                <a:latin typeface="Corbel"/>
                <a:cs typeface="Corbel"/>
              </a:rPr>
              <a:t> </a:t>
            </a:r>
            <a:r>
              <a:rPr sz="1600" dirty="0">
                <a:latin typeface="Corbel"/>
                <a:cs typeface="Corbel"/>
              </a:rPr>
              <a:t>personnel</a:t>
            </a:r>
            <a:r>
              <a:rPr sz="1600" spc="-30" dirty="0">
                <a:latin typeface="Corbel"/>
                <a:cs typeface="Corbel"/>
              </a:rPr>
              <a:t> </a:t>
            </a:r>
            <a:r>
              <a:rPr sz="1600" dirty="0">
                <a:latin typeface="Corbel"/>
                <a:cs typeface="Corbel"/>
              </a:rPr>
              <a:t>to</a:t>
            </a:r>
            <a:r>
              <a:rPr sz="1600" spc="-35" dirty="0">
                <a:latin typeface="Corbel"/>
                <a:cs typeface="Corbel"/>
              </a:rPr>
              <a:t> </a:t>
            </a:r>
            <a:r>
              <a:rPr sz="1600" dirty="0">
                <a:latin typeface="Corbel"/>
                <a:cs typeface="Corbel"/>
              </a:rPr>
              <a:t>assure</a:t>
            </a:r>
            <a:r>
              <a:rPr sz="1600" spc="-30" dirty="0">
                <a:latin typeface="Corbel"/>
                <a:cs typeface="Corbel"/>
              </a:rPr>
              <a:t> </a:t>
            </a:r>
            <a:r>
              <a:rPr sz="1600" spc="-50" dirty="0">
                <a:latin typeface="Corbel"/>
                <a:cs typeface="Corbel"/>
              </a:rPr>
              <a:t>a </a:t>
            </a:r>
            <a:r>
              <a:rPr sz="1600" dirty="0">
                <a:latin typeface="Corbel"/>
                <a:cs typeface="Corbel"/>
              </a:rPr>
              <a:t>safe</a:t>
            </a:r>
            <a:r>
              <a:rPr sz="1600" spc="-40" dirty="0">
                <a:latin typeface="Corbel"/>
                <a:cs typeface="Corbel"/>
              </a:rPr>
              <a:t> </a:t>
            </a:r>
            <a:r>
              <a:rPr sz="1600" dirty="0">
                <a:latin typeface="Corbel"/>
                <a:cs typeface="Corbel"/>
              </a:rPr>
              <a:t>and</a:t>
            </a:r>
            <a:r>
              <a:rPr sz="1600" spc="-30" dirty="0">
                <a:latin typeface="Corbel"/>
                <a:cs typeface="Corbel"/>
              </a:rPr>
              <a:t> </a:t>
            </a:r>
            <a:r>
              <a:rPr sz="1600" dirty="0">
                <a:latin typeface="Corbel"/>
                <a:cs typeface="Corbel"/>
              </a:rPr>
              <a:t>efficient</a:t>
            </a:r>
            <a:r>
              <a:rPr sz="1600" spc="-45" dirty="0">
                <a:latin typeface="Corbel"/>
                <a:cs typeface="Corbel"/>
              </a:rPr>
              <a:t> </a:t>
            </a:r>
            <a:r>
              <a:rPr sz="1600" dirty="0">
                <a:latin typeface="Corbel"/>
                <a:cs typeface="Corbel"/>
              </a:rPr>
              <a:t>operation,</a:t>
            </a:r>
            <a:r>
              <a:rPr sz="1600" spc="-35" dirty="0">
                <a:latin typeface="Corbel"/>
                <a:cs typeface="Corbel"/>
              </a:rPr>
              <a:t> </a:t>
            </a:r>
            <a:r>
              <a:rPr sz="1600" dirty="0">
                <a:latin typeface="Corbel"/>
                <a:cs typeface="Corbel"/>
              </a:rPr>
              <a:t>reducing</a:t>
            </a:r>
            <a:r>
              <a:rPr sz="1600" spc="-35" dirty="0">
                <a:latin typeface="Corbel"/>
                <a:cs typeface="Corbel"/>
              </a:rPr>
              <a:t> </a:t>
            </a:r>
            <a:r>
              <a:rPr sz="1600" spc="-10" dirty="0">
                <a:latin typeface="Corbel"/>
                <a:cs typeface="Corbel"/>
              </a:rPr>
              <a:t>error,</a:t>
            </a:r>
            <a:r>
              <a:rPr sz="1600" spc="-40" dirty="0">
                <a:latin typeface="Corbel"/>
                <a:cs typeface="Corbel"/>
              </a:rPr>
              <a:t> </a:t>
            </a:r>
            <a:r>
              <a:rPr sz="1600" dirty="0">
                <a:latin typeface="Corbel"/>
                <a:cs typeface="Corbel"/>
              </a:rPr>
              <a:t>avoiding</a:t>
            </a:r>
            <a:r>
              <a:rPr sz="1600" spc="-35" dirty="0">
                <a:latin typeface="Corbel"/>
                <a:cs typeface="Corbel"/>
              </a:rPr>
              <a:t> </a:t>
            </a:r>
            <a:r>
              <a:rPr sz="1600" dirty="0">
                <a:latin typeface="Corbel"/>
                <a:cs typeface="Corbel"/>
              </a:rPr>
              <a:t>stress</a:t>
            </a:r>
            <a:r>
              <a:rPr sz="1600" spc="-35" dirty="0">
                <a:latin typeface="Corbel"/>
                <a:cs typeface="Corbel"/>
              </a:rPr>
              <a:t> </a:t>
            </a:r>
            <a:r>
              <a:rPr sz="1600" dirty="0">
                <a:latin typeface="Corbel"/>
                <a:cs typeface="Corbel"/>
              </a:rPr>
              <a:t>and</a:t>
            </a:r>
            <a:r>
              <a:rPr sz="1600" spc="-30" dirty="0">
                <a:latin typeface="Corbel"/>
                <a:cs typeface="Corbel"/>
              </a:rPr>
              <a:t> </a:t>
            </a:r>
            <a:r>
              <a:rPr sz="1600" dirty="0">
                <a:latin typeface="Corbel"/>
                <a:cs typeface="Corbel"/>
              </a:rPr>
              <a:t>increasing</a:t>
            </a:r>
            <a:r>
              <a:rPr sz="1600" spc="-40" dirty="0">
                <a:latin typeface="Corbel"/>
                <a:cs typeface="Corbel"/>
              </a:rPr>
              <a:t> </a:t>
            </a:r>
            <a:r>
              <a:rPr sz="1600" spc="-10" dirty="0">
                <a:latin typeface="Corbel"/>
                <a:cs typeface="Corbel"/>
              </a:rPr>
              <a:t>efficiency.</a:t>
            </a:r>
            <a:endParaRPr sz="1600" dirty="0">
              <a:latin typeface="Corbel"/>
              <a:cs typeface="Corbel"/>
            </a:endParaRPr>
          </a:p>
          <a:p>
            <a:pPr marL="12700" marR="140335">
              <a:lnSpc>
                <a:spcPts val="1900"/>
              </a:lnSpc>
              <a:spcBef>
                <a:spcPts val="1000"/>
              </a:spcBef>
            </a:pPr>
            <a:r>
              <a:rPr sz="1600" dirty="0">
                <a:latin typeface="Corbel"/>
                <a:cs typeface="Corbel"/>
              </a:rPr>
              <a:t>CRM</a:t>
            </a:r>
            <a:r>
              <a:rPr sz="1600" spc="-30" dirty="0">
                <a:latin typeface="Corbel"/>
                <a:cs typeface="Corbel"/>
              </a:rPr>
              <a:t> </a:t>
            </a:r>
            <a:r>
              <a:rPr sz="1600" dirty="0">
                <a:latin typeface="Corbel"/>
                <a:cs typeface="Corbel"/>
              </a:rPr>
              <a:t>is</a:t>
            </a:r>
            <a:r>
              <a:rPr sz="1600" spc="-20" dirty="0">
                <a:latin typeface="Corbel"/>
                <a:cs typeface="Corbel"/>
              </a:rPr>
              <a:t> </a:t>
            </a:r>
            <a:r>
              <a:rPr sz="1600" dirty="0">
                <a:latin typeface="Corbel"/>
                <a:cs typeface="Corbel"/>
              </a:rPr>
              <a:t>concerned</a:t>
            </a:r>
            <a:r>
              <a:rPr sz="1600" spc="-20" dirty="0">
                <a:latin typeface="Corbel"/>
                <a:cs typeface="Corbel"/>
              </a:rPr>
              <a:t> </a:t>
            </a:r>
            <a:r>
              <a:rPr sz="1600" dirty="0">
                <a:latin typeface="Corbel"/>
                <a:cs typeface="Corbel"/>
              </a:rPr>
              <a:t>not</a:t>
            </a:r>
            <a:r>
              <a:rPr sz="1600" spc="-30" dirty="0">
                <a:latin typeface="Corbel"/>
                <a:cs typeface="Corbel"/>
              </a:rPr>
              <a:t> </a:t>
            </a:r>
            <a:r>
              <a:rPr sz="1600" dirty="0">
                <a:latin typeface="Corbel"/>
                <a:cs typeface="Corbel"/>
              </a:rPr>
              <a:t>so</a:t>
            </a:r>
            <a:r>
              <a:rPr sz="1600" spc="-30" dirty="0">
                <a:latin typeface="Corbel"/>
                <a:cs typeface="Corbel"/>
              </a:rPr>
              <a:t> </a:t>
            </a:r>
            <a:r>
              <a:rPr sz="1600" dirty="0">
                <a:latin typeface="Corbel"/>
                <a:cs typeface="Corbel"/>
              </a:rPr>
              <a:t>much</a:t>
            </a:r>
            <a:r>
              <a:rPr sz="1600" spc="-25" dirty="0">
                <a:latin typeface="Corbel"/>
                <a:cs typeface="Corbel"/>
              </a:rPr>
              <a:t> </a:t>
            </a:r>
            <a:r>
              <a:rPr sz="1600" dirty="0">
                <a:latin typeface="Corbel"/>
                <a:cs typeface="Corbel"/>
              </a:rPr>
              <a:t>with</a:t>
            </a:r>
            <a:r>
              <a:rPr sz="1600" spc="-25" dirty="0">
                <a:latin typeface="Corbel"/>
                <a:cs typeface="Corbel"/>
              </a:rPr>
              <a:t> </a:t>
            </a:r>
            <a:r>
              <a:rPr sz="1600" dirty="0">
                <a:latin typeface="Corbel"/>
                <a:cs typeface="Corbel"/>
              </a:rPr>
              <a:t>the</a:t>
            </a:r>
            <a:r>
              <a:rPr sz="1600" spc="-20" dirty="0">
                <a:latin typeface="Corbel"/>
                <a:cs typeface="Corbel"/>
              </a:rPr>
              <a:t> </a:t>
            </a:r>
            <a:r>
              <a:rPr sz="1600" dirty="0">
                <a:latin typeface="Corbel"/>
                <a:cs typeface="Corbel"/>
              </a:rPr>
              <a:t>technical</a:t>
            </a:r>
            <a:r>
              <a:rPr sz="1600" spc="-25" dirty="0">
                <a:latin typeface="Corbel"/>
                <a:cs typeface="Corbel"/>
              </a:rPr>
              <a:t> </a:t>
            </a:r>
            <a:r>
              <a:rPr sz="1600" dirty="0">
                <a:latin typeface="Corbel"/>
                <a:cs typeface="Corbel"/>
              </a:rPr>
              <a:t>knowledge</a:t>
            </a:r>
            <a:r>
              <a:rPr sz="1600" spc="-20" dirty="0">
                <a:latin typeface="Corbel"/>
                <a:cs typeface="Corbel"/>
              </a:rPr>
              <a:t> </a:t>
            </a:r>
            <a:r>
              <a:rPr sz="1600" dirty="0">
                <a:latin typeface="Corbel"/>
                <a:cs typeface="Corbel"/>
              </a:rPr>
              <a:t>and</a:t>
            </a:r>
            <a:r>
              <a:rPr sz="1600" spc="-20" dirty="0">
                <a:latin typeface="Corbel"/>
                <a:cs typeface="Corbel"/>
              </a:rPr>
              <a:t> </a:t>
            </a:r>
            <a:r>
              <a:rPr sz="1600" dirty="0">
                <a:latin typeface="Corbel"/>
                <a:cs typeface="Corbel"/>
              </a:rPr>
              <a:t>skills</a:t>
            </a:r>
            <a:r>
              <a:rPr sz="1600" spc="-20" dirty="0">
                <a:latin typeface="Corbel"/>
                <a:cs typeface="Corbel"/>
              </a:rPr>
              <a:t> </a:t>
            </a:r>
            <a:r>
              <a:rPr sz="1600" dirty="0">
                <a:latin typeface="Corbel"/>
                <a:cs typeface="Corbel"/>
              </a:rPr>
              <a:t>required</a:t>
            </a:r>
            <a:r>
              <a:rPr sz="1600" spc="-25" dirty="0">
                <a:latin typeface="Corbel"/>
                <a:cs typeface="Corbel"/>
              </a:rPr>
              <a:t> </a:t>
            </a:r>
            <a:r>
              <a:rPr sz="1600" dirty="0">
                <a:latin typeface="Corbel"/>
                <a:cs typeface="Corbel"/>
              </a:rPr>
              <a:t>to</a:t>
            </a:r>
            <a:r>
              <a:rPr sz="1600" spc="-25" dirty="0">
                <a:latin typeface="Corbel"/>
                <a:cs typeface="Corbel"/>
              </a:rPr>
              <a:t> </a:t>
            </a:r>
            <a:r>
              <a:rPr sz="1600" dirty="0">
                <a:latin typeface="Corbel"/>
                <a:cs typeface="Corbel"/>
              </a:rPr>
              <a:t>fly</a:t>
            </a:r>
            <a:r>
              <a:rPr sz="1600" spc="-25" dirty="0">
                <a:latin typeface="Corbel"/>
                <a:cs typeface="Corbel"/>
              </a:rPr>
              <a:t> </a:t>
            </a:r>
            <a:r>
              <a:rPr sz="1600" dirty="0">
                <a:latin typeface="Corbel"/>
                <a:cs typeface="Corbel"/>
              </a:rPr>
              <a:t>and</a:t>
            </a:r>
            <a:r>
              <a:rPr sz="1600" spc="-20" dirty="0">
                <a:latin typeface="Corbel"/>
                <a:cs typeface="Corbel"/>
              </a:rPr>
              <a:t> </a:t>
            </a:r>
            <a:r>
              <a:rPr sz="1600" dirty="0">
                <a:latin typeface="Corbel"/>
                <a:cs typeface="Corbel"/>
              </a:rPr>
              <a:t>operate</a:t>
            </a:r>
            <a:r>
              <a:rPr sz="1600" spc="-25" dirty="0">
                <a:latin typeface="Corbel"/>
                <a:cs typeface="Corbel"/>
              </a:rPr>
              <a:t> </a:t>
            </a:r>
            <a:r>
              <a:rPr sz="1600" dirty="0">
                <a:latin typeface="Corbel"/>
                <a:cs typeface="Corbel"/>
              </a:rPr>
              <a:t>an</a:t>
            </a:r>
            <a:r>
              <a:rPr sz="1600" spc="-15" dirty="0">
                <a:latin typeface="Corbel"/>
                <a:cs typeface="Corbel"/>
              </a:rPr>
              <a:t> </a:t>
            </a:r>
            <a:r>
              <a:rPr sz="1600" dirty="0">
                <a:latin typeface="Corbel"/>
                <a:cs typeface="Corbel"/>
              </a:rPr>
              <a:t>aircraft</a:t>
            </a:r>
            <a:r>
              <a:rPr sz="1600" spc="-30" dirty="0">
                <a:latin typeface="Corbel"/>
                <a:cs typeface="Corbel"/>
              </a:rPr>
              <a:t> </a:t>
            </a:r>
            <a:r>
              <a:rPr sz="1600" spc="-25" dirty="0">
                <a:latin typeface="Corbel"/>
                <a:cs typeface="Corbel"/>
              </a:rPr>
              <a:t>but </a:t>
            </a:r>
            <a:r>
              <a:rPr sz="1600" dirty="0">
                <a:latin typeface="Corbel"/>
                <a:cs typeface="Corbel"/>
              </a:rPr>
              <a:t>rather</a:t>
            </a:r>
            <a:r>
              <a:rPr sz="1600" spc="-30" dirty="0">
                <a:latin typeface="Corbel"/>
                <a:cs typeface="Corbel"/>
              </a:rPr>
              <a:t> </a:t>
            </a:r>
            <a:r>
              <a:rPr sz="1600" dirty="0">
                <a:latin typeface="Corbel"/>
                <a:cs typeface="Corbel"/>
              </a:rPr>
              <a:t>with</a:t>
            </a:r>
            <a:r>
              <a:rPr sz="1600" spc="-30"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cognitive</a:t>
            </a:r>
            <a:r>
              <a:rPr sz="1600" spc="-25" dirty="0">
                <a:latin typeface="Corbel"/>
                <a:cs typeface="Corbel"/>
              </a:rPr>
              <a:t> </a:t>
            </a:r>
            <a:r>
              <a:rPr sz="1600" dirty="0">
                <a:latin typeface="Corbel"/>
                <a:cs typeface="Corbel"/>
              </a:rPr>
              <a:t>and</a:t>
            </a:r>
            <a:r>
              <a:rPr sz="1600" spc="-30" dirty="0">
                <a:latin typeface="Corbel"/>
                <a:cs typeface="Corbel"/>
              </a:rPr>
              <a:t> </a:t>
            </a:r>
            <a:r>
              <a:rPr sz="1600" spc="-10" dirty="0">
                <a:latin typeface="Corbel"/>
                <a:cs typeface="Corbel"/>
              </a:rPr>
              <a:t>interpersonal</a:t>
            </a:r>
            <a:r>
              <a:rPr sz="1600" spc="-25" dirty="0">
                <a:latin typeface="Corbel"/>
                <a:cs typeface="Corbel"/>
              </a:rPr>
              <a:t> </a:t>
            </a:r>
            <a:r>
              <a:rPr sz="1600" dirty="0">
                <a:latin typeface="Corbel"/>
                <a:cs typeface="Corbel"/>
              </a:rPr>
              <a:t>skills</a:t>
            </a:r>
            <a:r>
              <a:rPr sz="1600" spc="-25" dirty="0">
                <a:latin typeface="Corbel"/>
                <a:cs typeface="Corbel"/>
              </a:rPr>
              <a:t> </a:t>
            </a:r>
            <a:r>
              <a:rPr sz="1600" dirty="0">
                <a:latin typeface="Corbel"/>
                <a:cs typeface="Corbel"/>
              </a:rPr>
              <a:t>needed</a:t>
            </a:r>
            <a:r>
              <a:rPr sz="1600" spc="-25" dirty="0">
                <a:latin typeface="Corbel"/>
                <a:cs typeface="Corbel"/>
              </a:rPr>
              <a:t> </a:t>
            </a:r>
            <a:r>
              <a:rPr sz="1600" dirty="0">
                <a:latin typeface="Corbel"/>
                <a:cs typeface="Corbel"/>
              </a:rPr>
              <a:t>to</a:t>
            </a:r>
            <a:r>
              <a:rPr sz="1600" spc="-30" dirty="0">
                <a:latin typeface="Corbel"/>
                <a:cs typeface="Corbel"/>
              </a:rPr>
              <a:t> </a:t>
            </a:r>
            <a:r>
              <a:rPr sz="1600" dirty="0">
                <a:latin typeface="Corbel"/>
                <a:cs typeface="Corbel"/>
              </a:rPr>
              <a:t>manage</a:t>
            </a:r>
            <a:r>
              <a:rPr sz="1600" spc="-30"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flight</a:t>
            </a:r>
            <a:r>
              <a:rPr sz="1600" spc="-35" dirty="0">
                <a:latin typeface="Corbel"/>
                <a:cs typeface="Corbel"/>
              </a:rPr>
              <a:t> </a:t>
            </a:r>
            <a:r>
              <a:rPr sz="1600" dirty="0">
                <a:latin typeface="Corbel"/>
                <a:cs typeface="Corbel"/>
              </a:rPr>
              <a:t>within</a:t>
            </a:r>
            <a:r>
              <a:rPr sz="1600" spc="-20" dirty="0">
                <a:latin typeface="Corbel"/>
                <a:cs typeface="Corbel"/>
              </a:rPr>
              <a:t> </a:t>
            </a:r>
            <a:r>
              <a:rPr sz="1600" dirty="0">
                <a:latin typeface="Corbel"/>
                <a:cs typeface="Corbel"/>
              </a:rPr>
              <a:t>an</a:t>
            </a:r>
            <a:r>
              <a:rPr sz="1600" spc="-15" dirty="0">
                <a:latin typeface="Corbel"/>
                <a:cs typeface="Corbel"/>
              </a:rPr>
              <a:t> </a:t>
            </a:r>
            <a:r>
              <a:rPr sz="1600" dirty="0">
                <a:latin typeface="Corbel"/>
                <a:cs typeface="Corbel"/>
              </a:rPr>
              <a:t>organised</a:t>
            </a:r>
            <a:r>
              <a:rPr sz="1600" spc="-25" dirty="0">
                <a:latin typeface="Corbel"/>
                <a:cs typeface="Corbel"/>
              </a:rPr>
              <a:t> </a:t>
            </a:r>
            <a:r>
              <a:rPr sz="1600" dirty="0">
                <a:latin typeface="Corbel"/>
                <a:cs typeface="Corbel"/>
              </a:rPr>
              <a:t>aviation</a:t>
            </a:r>
            <a:r>
              <a:rPr sz="1600" spc="-20" dirty="0">
                <a:latin typeface="Corbel"/>
                <a:cs typeface="Corbel"/>
              </a:rPr>
              <a:t> </a:t>
            </a:r>
            <a:r>
              <a:rPr sz="1600" spc="-10" dirty="0">
                <a:latin typeface="Corbel"/>
                <a:cs typeface="Corbel"/>
              </a:rPr>
              <a:t>system.</a:t>
            </a:r>
            <a:endParaRPr sz="1600" dirty="0">
              <a:latin typeface="Corbel"/>
              <a:cs typeface="Corbe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3" cstate="print"/>
          <a:stretch>
            <a:fillRect/>
          </a:stretch>
        </p:blipFill>
        <p:spPr>
          <a:xfrm>
            <a:off x="1417319" y="566927"/>
            <a:ext cx="8671560" cy="573024"/>
          </a:xfrm>
          <a:prstGeom prst="rect">
            <a:avLst/>
          </a:prstGeom>
        </p:spPr>
      </p:pic>
      <p:sp>
        <p:nvSpPr>
          <p:cNvPr id="4" name="object 4"/>
          <p:cNvSpPr txBox="1">
            <a:spLocks noGrp="1"/>
          </p:cNvSpPr>
          <p:nvPr>
            <p:ph type="title"/>
          </p:nvPr>
        </p:nvSpPr>
        <p:spPr>
          <a:prstGeom prst="rect">
            <a:avLst/>
          </a:prstGeom>
        </p:spPr>
        <p:txBody>
          <a:bodyPr vert="horz" wrap="square" lIns="0" tIns="329691" rIns="0" bIns="0" rtlCol="0">
            <a:spAutoFit/>
          </a:bodyPr>
          <a:lstStyle/>
          <a:p>
            <a:pPr marL="640715">
              <a:lnSpc>
                <a:spcPct val="100000"/>
              </a:lnSpc>
              <a:spcBef>
                <a:spcPts val="100"/>
              </a:spcBef>
            </a:pPr>
            <a:r>
              <a:rPr dirty="0"/>
              <a:t>060</a:t>
            </a:r>
            <a:r>
              <a:rPr spc="-35" dirty="0"/>
              <a:t> </a:t>
            </a:r>
            <a:r>
              <a:rPr dirty="0"/>
              <a:t>02</a:t>
            </a:r>
            <a:r>
              <a:rPr spc="-30" dirty="0"/>
              <a:t> </a:t>
            </a:r>
            <a:r>
              <a:rPr dirty="0"/>
              <a:t>05:</a:t>
            </a:r>
            <a:r>
              <a:rPr spc="-35" dirty="0"/>
              <a:t> </a:t>
            </a:r>
            <a:r>
              <a:rPr dirty="0"/>
              <a:t>5</a:t>
            </a:r>
            <a:r>
              <a:rPr spc="-30" dirty="0"/>
              <a:t> </a:t>
            </a:r>
            <a:r>
              <a:rPr dirty="0"/>
              <a:t>hazardous</a:t>
            </a:r>
            <a:r>
              <a:rPr spc="-30" dirty="0"/>
              <a:t> </a:t>
            </a:r>
            <a:r>
              <a:rPr dirty="0"/>
              <a:t>attitudes</a:t>
            </a:r>
            <a:r>
              <a:rPr spc="-30" dirty="0"/>
              <a:t> </a:t>
            </a:r>
            <a:r>
              <a:rPr dirty="0"/>
              <a:t>that</a:t>
            </a:r>
            <a:r>
              <a:rPr spc="-25" dirty="0"/>
              <a:t> </a:t>
            </a:r>
            <a:r>
              <a:rPr dirty="0"/>
              <a:t>may</a:t>
            </a:r>
            <a:r>
              <a:rPr spc="-30" dirty="0"/>
              <a:t> </a:t>
            </a:r>
            <a:r>
              <a:rPr dirty="0"/>
              <a:t>impact</a:t>
            </a:r>
            <a:r>
              <a:rPr spc="-25" dirty="0"/>
              <a:t> </a:t>
            </a:r>
            <a:r>
              <a:rPr dirty="0"/>
              <a:t>the</a:t>
            </a:r>
            <a:r>
              <a:rPr spc="-30" dirty="0"/>
              <a:t> </a:t>
            </a:r>
            <a:r>
              <a:rPr dirty="0"/>
              <a:t>safety</a:t>
            </a:r>
            <a:r>
              <a:rPr spc="-30" dirty="0"/>
              <a:t> </a:t>
            </a:r>
            <a:r>
              <a:rPr dirty="0"/>
              <a:t>of</a:t>
            </a:r>
            <a:r>
              <a:rPr spc="-85" dirty="0"/>
              <a:t> </a:t>
            </a:r>
            <a:r>
              <a:rPr dirty="0"/>
              <a:t>UAS</a:t>
            </a:r>
            <a:r>
              <a:rPr spc="-35" dirty="0"/>
              <a:t> </a:t>
            </a:r>
            <a:r>
              <a:rPr spc="-10" dirty="0"/>
              <a:t>operations: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045"/>
              </a:lnSpc>
            </a:pPr>
            <a:r>
              <a:rPr spc="-25" dirty="0"/>
              <a:t>71</a:t>
            </a:r>
          </a:p>
        </p:txBody>
      </p:sp>
      <p:sp>
        <p:nvSpPr>
          <p:cNvPr id="5" name="object 5"/>
          <p:cNvSpPr txBox="1"/>
          <p:nvPr/>
        </p:nvSpPr>
        <p:spPr>
          <a:xfrm>
            <a:off x="1563049" y="1274571"/>
            <a:ext cx="9861550" cy="4844415"/>
          </a:xfrm>
          <a:prstGeom prst="rect">
            <a:avLst/>
          </a:prstGeom>
        </p:spPr>
        <p:txBody>
          <a:bodyPr vert="horz" wrap="square" lIns="0" tIns="22860" rIns="0" bIns="0" rtlCol="0">
            <a:spAutoFit/>
          </a:bodyPr>
          <a:lstStyle/>
          <a:p>
            <a:pPr marL="12700" marR="6350" algn="just">
              <a:lnSpc>
                <a:spcPts val="1900"/>
              </a:lnSpc>
              <a:spcBef>
                <a:spcPts val="180"/>
              </a:spcBef>
            </a:pPr>
            <a:r>
              <a:rPr sz="1600" dirty="0">
                <a:latin typeface="Corbel"/>
                <a:cs typeface="Corbel"/>
              </a:rPr>
              <a:t>Being</a:t>
            </a:r>
            <a:r>
              <a:rPr sz="1600" spc="110" dirty="0">
                <a:latin typeface="Corbel"/>
                <a:cs typeface="Corbel"/>
              </a:rPr>
              <a:t> </a:t>
            </a:r>
            <a:r>
              <a:rPr sz="1600" dirty="0">
                <a:latin typeface="Corbel"/>
                <a:cs typeface="Corbel"/>
              </a:rPr>
              <a:t>fit</a:t>
            </a:r>
            <a:r>
              <a:rPr sz="1600" spc="105" dirty="0">
                <a:latin typeface="Corbel"/>
                <a:cs typeface="Corbel"/>
              </a:rPr>
              <a:t> </a:t>
            </a:r>
            <a:r>
              <a:rPr sz="1600" dirty="0">
                <a:latin typeface="Corbel"/>
                <a:cs typeface="Corbel"/>
              </a:rPr>
              <a:t>to</a:t>
            </a:r>
            <a:r>
              <a:rPr sz="1600" spc="110" dirty="0">
                <a:latin typeface="Corbel"/>
                <a:cs typeface="Corbel"/>
              </a:rPr>
              <a:t> </a:t>
            </a:r>
            <a:r>
              <a:rPr sz="1600" dirty="0">
                <a:latin typeface="Corbel"/>
                <a:cs typeface="Corbel"/>
              </a:rPr>
              <a:t>fly</a:t>
            </a:r>
            <a:r>
              <a:rPr sz="1600" spc="110" dirty="0">
                <a:latin typeface="Corbel"/>
                <a:cs typeface="Corbel"/>
              </a:rPr>
              <a:t> </a:t>
            </a:r>
            <a:r>
              <a:rPr sz="1600" dirty="0">
                <a:latin typeface="Corbel"/>
                <a:cs typeface="Corbel"/>
              </a:rPr>
              <a:t>depends</a:t>
            </a:r>
            <a:r>
              <a:rPr sz="1600" spc="114" dirty="0">
                <a:latin typeface="Corbel"/>
                <a:cs typeface="Corbel"/>
              </a:rPr>
              <a:t> </a:t>
            </a:r>
            <a:r>
              <a:rPr sz="1600" dirty="0">
                <a:latin typeface="Corbel"/>
                <a:cs typeface="Corbel"/>
              </a:rPr>
              <a:t>on</a:t>
            </a:r>
            <a:r>
              <a:rPr sz="1600" spc="120" dirty="0">
                <a:latin typeface="Corbel"/>
                <a:cs typeface="Corbel"/>
              </a:rPr>
              <a:t> </a:t>
            </a:r>
            <a:r>
              <a:rPr sz="1600" dirty="0">
                <a:latin typeface="Corbel"/>
                <a:cs typeface="Corbel"/>
              </a:rPr>
              <a:t>more</a:t>
            </a:r>
            <a:r>
              <a:rPr sz="1600" spc="114" dirty="0">
                <a:latin typeface="Corbel"/>
                <a:cs typeface="Corbel"/>
              </a:rPr>
              <a:t> </a:t>
            </a:r>
            <a:r>
              <a:rPr sz="1600" dirty="0">
                <a:latin typeface="Corbel"/>
                <a:cs typeface="Corbel"/>
              </a:rPr>
              <a:t>than</a:t>
            </a:r>
            <a:r>
              <a:rPr sz="1600" spc="120" dirty="0">
                <a:latin typeface="Corbel"/>
                <a:cs typeface="Corbel"/>
              </a:rPr>
              <a:t> </a:t>
            </a:r>
            <a:r>
              <a:rPr sz="1600" dirty="0">
                <a:latin typeface="Corbel"/>
                <a:cs typeface="Corbel"/>
              </a:rPr>
              <a:t>just</a:t>
            </a:r>
            <a:r>
              <a:rPr sz="1600" spc="105" dirty="0">
                <a:latin typeface="Corbel"/>
                <a:cs typeface="Corbel"/>
              </a:rPr>
              <a:t> </a:t>
            </a:r>
            <a:r>
              <a:rPr sz="1600" dirty="0">
                <a:latin typeface="Corbel"/>
                <a:cs typeface="Corbel"/>
              </a:rPr>
              <a:t>a</a:t>
            </a:r>
            <a:r>
              <a:rPr sz="1600" spc="114" dirty="0">
                <a:latin typeface="Corbel"/>
                <a:cs typeface="Corbel"/>
              </a:rPr>
              <a:t> </a:t>
            </a:r>
            <a:r>
              <a:rPr sz="1600" dirty="0">
                <a:latin typeface="Corbel"/>
                <a:cs typeface="Corbel"/>
              </a:rPr>
              <a:t>pilot’s</a:t>
            </a:r>
            <a:r>
              <a:rPr sz="1600" spc="114" dirty="0">
                <a:latin typeface="Corbel"/>
                <a:cs typeface="Corbel"/>
              </a:rPr>
              <a:t> </a:t>
            </a:r>
            <a:r>
              <a:rPr sz="1600" dirty="0">
                <a:latin typeface="Corbel"/>
                <a:cs typeface="Corbel"/>
              </a:rPr>
              <a:t>physical</a:t>
            </a:r>
            <a:r>
              <a:rPr sz="1600" spc="120" dirty="0">
                <a:latin typeface="Corbel"/>
                <a:cs typeface="Corbel"/>
              </a:rPr>
              <a:t> </a:t>
            </a:r>
            <a:r>
              <a:rPr sz="1600" dirty="0">
                <a:latin typeface="Corbel"/>
                <a:cs typeface="Corbel"/>
              </a:rPr>
              <a:t>condition</a:t>
            </a:r>
            <a:r>
              <a:rPr sz="1600" spc="114" dirty="0">
                <a:latin typeface="Corbel"/>
                <a:cs typeface="Corbel"/>
              </a:rPr>
              <a:t> </a:t>
            </a:r>
            <a:r>
              <a:rPr sz="1600" dirty="0">
                <a:latin typeface="Corbel"/>
                <a:cs typeface="Corbel"/>
              </a:rPr>
              <a:t>and</a:t>
            </a:r>
            <a:r>
              <a:rPr sz="1600" spc="120" dirty="0">
                <a:latin typeface="Corbel"/>
                <a:cs typeface="Corbel"/>
              </a:rPr>
              <a:t> </a:t>
            </a:r>
            <a:r>
              <a:rPr sz="1600" dirty="0">
                <a:latin typeface="Corbel"/>
                <a:cs typeface="Corbel"/>
              </a:rPr>
              <a:t>recent</a:t>
            </a:r>
            <a:r>
              <a:rPr sz="1600" spc="105" dirty="0">
                <a:latin typeface="Corbel"/>
                <a:cs typeface="Corbel"/>
              </a:rPr>
              <a:t> </a:t>
            </a:r>
            <a:r>
              <a:rPr sz="1600" dirty="0">
                <a:latin typeface="Corbel"/>
                <a:cs typeface="Corbel"/>
              </a:rPr>
              <a:t>experience.</a:t>
            </a:r>
            <a:r>
              <a:rPr sz="1600" spc="114" dirty="0">
                <a:latin typeface="Corbel"/>
                <a:cs typeface="Corbel"/>
              </a:rPr>
              <a:t> </a:t>
            </a:r>
            <a:r>
              <a:rPr sz="1600" dirty="0">
                <a:latin typeface="Corbel"/>
                <a:cs typeface="Corbel"/>
              </a:rPr>
              <a:t>For</a:t>
            </a:r>
            <a:r>
              <a:rPr sz="1600" spc="114" dirty="0">
                <a:latin typeface="Corbel"/>
                <a:cs typeface="Corbel"/>
              </a:rPr>
              <a:t> </a:t>
            </a:r>
            <a:r>
              <a:rPr sz="1600" dirty="0">
                <a:latin typeface="Corbel"/>
                <a:cs typeface="Corbel"/>
              </a:rPr>
              <a:t>example,</a:t>
            </a:r>
            <a:r>
              <a:rPr sz="1600" spc="114" dirty="0">
                <a:latin typeface="Corbel"/>
                <a:cs typeface="Corbel"/>
              </a:rPr>
              <a:t> </a:t>
            </a:r>
            <a:r>
              <a:rPr sz="1600" spc="-10" dirty="0">
                <a:latin typeface="Corbel"/>
                <a:cs typeface="Corbel"/>
              </a:rPr>
              <a:t>attitude </a:t>
            </a:r>
            <a:r>
              <a:rPr sz="1600" dirty="0">
                <a:latin typeface="Corbel"/>
                <a:cs typeface="Corbel"/>
              </a:rPr>
              <a:t>affects</a:t>
            </a:r>
            <a:r>
              <a:rPr sz="1600" spc="5" dirty="0">
                <a:latin typeface="Corbel"/>
                <a:cs typeface="Corbel"/>
              </a:rPr>
              <a:t> </a:t>
            </a:r>
            <a:r>
              <a:rPr sz="1600" dirty="0">
                <a:latin typeface="Corbel"/>
                <a:cs typeface="Corbel"/>
              </a:rPr>
              <a:t>the quality</a:t>
            </a:r>
            <a:r>
              <a:rPr sz="1600" spc="-10" dirty="0">
                <a:latin typeface="Corbel"/>
                <a:cs typeface="Corbel"/>
              </a:rPr>
              <a:t> </a:t>
            </a:r>
            <a:r>
              <a:rPr sz="1600" dirty="0">
                <a:latin typeface="Corbel"/>
                <a:cs typeface="Corbel"/>
              </a:rPr>
              <a:t>of decisions.</a:t>
            </a:r>
            <a:r>
              <a:rPr sz="1600" spc="5" dirty="0">
                <a:latin typeface="Corbel"/>
                <a:cs typeface="Corbel"/>
              </a:rPr>
              <a:t> </a:t>
            </a:r>
            <a:r>
              <a:rPr sz="1600" dirty="0">
                <a:latin typeface="Corbel"/>
                <a:cs typeface="Corbel"/>
              </a:rPr>
              <a:t>Attitude is a motivational</a:t>
            </a:r>
            <a:r>
              <a:rPr sz="1600" spc="5" dirty="0">
                <a:latin typeface="Corbel"/>
                <a:cs typeface="Corbel"/>
              </a:rPr>
              <a:t> </a:t>
            </a:r>
            <a:r>
              <a:rPr sz="1600" dirty="0">
                <a:latin typeface="Corbel"/>
                <a:cs typeface="Corbel"/>
              </a:rPr>
              <a:t>predisposition</a:t>
            </a:r>
            <a:r>
              <a:rPr sz="1600" spc="5" dirty="0">
                <a:latin typeface="Corbel"/>
                <a:cs typeface="Corbel"/>
              </a:rPr>
              <a:t> </a:t>
            </a:r>
            <a:r>
              <a:rPr sz="1600" dirty="0">
                <a:latin typeface="Corbel"/>
                <a:cs typeface="Corbel"/>
              </a:rPr>
              <a:t>to</a:t>
            </a:r>
            <a:r>
              <a:rPr sz="1600" spc="-5" dirty="0">
                <a:latin typeface="Corbel"/>
                <a:cs typeface="Corbel"/>
              </a:rPr>
              <a:t> </a:t>
            </a:r>
            <a:r>
              <a:rPr sz="1600" dirty="0">
                <a:latin typeface="Corbel"/>
                <a:cs typeface="Corbel"/>
              </a:rPr>
              <a:t>respond</a:t>
            </a:r>
            <a:r>
              <a:rPr sz="1600" spc="5" dirty="0">
                <a:latin typeface="Corbel"/>
                <a:cs typeface="Corbel"/>
              </a:rPr>
              <a:t> </a:t>
            </a:r>
            <a:r>
              <a:rPr sz="1600" dirty="0">
                <a:latin typeface="Corbel"/>
                <a:cs typeface="Corbel"/>
              </a:rPr>
              <a:t>to</a:t>
            </a:r>
            <a:r>
              <a:rPr sz="1600" spc="-5" dirty="0">
                <a:latin typeface="Corbel"/>
                <a:cs typeface="Corbel"/>
              </a:rPr>
              <a:t> </a:t>
            </a:r>
            <a:r>
              <a:rPr sz="1600" dirty="0">
                <a:latin typeface="Corbel"/>
                <a:cs typeface="Corbel"/>
              </a:rPr>
              <a:t>people,</a:t>
            </a:r>
            <a:r>
              <a:rPr sz="1600" spc="5" dirty="0">
                <a:latin typeface="Corbel"/>
                <a:cs typeface="Corbel"/>
              </a:rPr>
              <a:t> </a:t>
            </a:r>
            <a:r>
              <a:rPr sz="1600" dirty="0">
                <a:latin typeface="Corbel"/>
                <a:cs typeface="Corbel"/>
              </a:rPr>
              <a:t>situations, or events </a:t>
            </a:r>
            <a:r>
              <a:rPr sz="1600" spc="-25" dirty="0">
                <a:latin typeface="Corbel"/>
                <a:cs typeface="Corbel"/>
              </a:rPr>
              <a:t>in </a:t>
            </a:r>
            <a:r>
              <a:rPr sz="1600" dirty="0">
                <a:latin typeface="Corbel"/>
                <a:cs typeface="Corbel"/>
              </a:rPr>
              <a:t>a</a:t>
            </a:r>
            <a:r>
              <a:rPr sz="1600" spc="-20" dirty="0">
                <a:latin typeface="Corbel"/>
                <a:cs typeface="Corbel"/>
              </a:rPr>
              <a:t> </a:t>
            </a:r>
            <a:r>
              <a:rPr sz="1600" dirty="0">
                <a:latin typeface="Corbel"/>
                <a:cs typeface="Corbel"/>
              </a:rPr>
              <a:t>given</a:t>
            </a:r>
            <a:r>
              <a:rPr sz="1600" spc="-10" dirty="0">
                <a:latin typeface="Corbel"/>
                <a:cs typeface="Corbel"/>
              </a:rPr>
              <a:t> manner.</a:t>
            </a:r>
            <a:endParaRPr sz="1600" dirty="0">
              <a:latin typeface="Corbel"/>
              <a:cs typeface="Corbel"/>
            </a:endParaRPr>
          </a:p>
          <a:p>
            <a:pPr marL="12700" marR="6350" algn="just">
              <a:lnSpc>
                <a:spcPct val="101899"/>
              </a:lnSpc>
              <a:spcBef>
                <a:spcPts val="880"/>
              </a:spcBef>
            </a:pPr>
            <a:r>
              <a:rPr sz="1600" dirty="0">
                <a:latin typeface="Corbel"/>
                <a:cs typeface="Corbel"/>
              </a:rPr>
              <a:t>Hazardous</a:t>
            </a:r>
            <a:r>
              <a:rPr sz="1600" spc="395" dirty="0">
                <a:latin typeface="Corbel"/>
                <a:cs typeface="Corbel"/>
              </a:rPr>
              <a:t> </a:t>
            </a:r>
            <a:r>
              <a:rPr sz="1600" dirty="0">
                <a:latin typeface="Corbel"/>
                <a:cs typeface="Corbel"/>
              </a:rPr>
              <a:t>attitudes</a:t>
            </a:r>
            <a:r>
              <a:rPr sz="1600" spc="405" dirty="0">
                <a:latin typeface="Corbel"/>
                <a:cs typeface="Corbel"/>
              </a:rPr>
              <a:t> </a:t>
            </a:r>
            <a:r>
              <a:rPr sz="1600" dirty="0">
                <a:latin typeface="Corbel"/>
                <a:cs typeface="Corbel"/>
              </a:rPr>
              <a:t>contribute</a:t>
            </a:r>
            <a:r>
              <a:rPr sz="1600" spc="400" dirty="0">
                <a:latin typeface="Corbel"/>
                <a:cs typeface="Corbel"/>
              </a:rPr>
              <a:t> </a:t>
            </a:r>
            <a:r>
              <a:rPr sz="1600" dirty="0">
                <a:latin typeface="Corbel"/>
                <a:cs typeface="Corbel"/>
              </a:rPr>
              <a:t>to</a:t>
            </a:r>
            <a:r>
              <a:rPr sz="1600" spc="390" dirty="0">
                <a:latin typeface="Corbel"/>
                <a:cs typeface="Corbel"/>
              </a:rPr>
              <a:t> </a:t>
            </a:r>
            <a:r>
              <a:rPr sz="1600" dirty="0">
                <a:latin typeface="Corbel"/>
                <a:cs typeface="Corbel"/>
              </a:rPr>
              <a:t>poor</a:t>
            </a:r>
            <a:r>
              <a:rPr sz="1600" spc="395" dirty="0">
                <a:latin typeface="Corbel"/>
                <a:cs typeface="Corbel"/>
              </a:rPr>
              <a:t> </a:t>
            </a:r>
            <a:r>
              <a:rPr sz="1600" dirty="0">
                <a:latin typeface="Corbel"/>
                <a:cs typeface="Corbel"/>
              </a:rPr>
              <a:t>pilot</a:t>
            </a:r>
            <a:r>
              <a:rPr sz="1600" spc="390" dirty="0">
                <a:latin typeface="Corbel"/>
                <a:cs typeface="Corbel"/>
              </a:rPr>
              <a:t> </a:t>
            </a:r>
            <a:r>
              <a:rPr sz="1600" dirty="0">
                <a:latin typeface="Corbel"/>
                <a:cs typeface="Corbel"/>
              </a:rPr>
              <a:t>judgment</a:t>
            </a:r>
            <a:r>
              <a:rPr sz="1600" spc="390" dirty="0">
                <a:latin typeface="Corbel"/>
                <a:cs typeface="Corbel"/>
              </a:rPr>
              <a:t> </a:t>
            </a:r>
            <a:r>
              <a:rPr sz="1600" dirty="0">
                <a:latin typeface="Corbel"/>
                <a:cs typeface="Corbel"/>
              </a:rPr>
              <a:t>but</a:t>
            </a:r>
            <a:r>
              <a:rPr sz="1600" spc="390" dirty="0">
                <a:latin typeface="Corbel"/>
                <a:cs typeface="Corbel"/>
              </a:rPr>
              <a:t> </a:t>
            </a:r>
            <a:r>
              <a:rPr sz="1600" dirty="0">
                <a:latin typeface="Corbel"/>
                <a:cs typeface="Corbel"/>
              </a:rPr>
              <a:t>can</a:t>
            </a:r>
            <a:r>
              <a:rPr sz="1600" spc="400" dirty="0">
                <a:latin typeface="Corbel"/>
                <a:cs typeface="Corbel"/>
              </a:rPr>
              <a:t> </a:t>
            </a:r>
            <a:r>
              <a:rPr sz="1600" dirty="0">
                <a:latin typeface="Corbel"/>
                <a:cs typeface="Corbel"/>
              </a:rPr>
              <a:t>be</a:t>
            </a:r>
            <a:r>
              <a:rPr sz="1600" spc="400" dirty="0">
                <a:latin typeface="Corbel"/>
                <a:cs typeface="Corbel"/>
              </a:rPr>
              <a:t> </a:t>
            </a:r>
            <a:r>
              <a:rPr sz="1600" dirty="0">
                <a:latin typeface="Corbel"/>
                <a:cs typeface="Corbel"/>
              </a:rPr>
              <a:t>effectively</a:t>
            </a:r>
            <a:r>
              <a:rPr sz="1600" spc="400" dirty="0">
                <a:latin typeface="Corbel"/>
                <a:cs typeface="Corbel"/>
              </a:rPr>
              <a:t> </a:t>
            </a:r>
            <a:r>
              <a:rPr sz="1600" dirty="0">
                <a:latin typeface="Corbel"/>
                <a:cs typeface="Corbel"/>
              </a:rPr>
              <a:t>counteracted</a:t>
            </a:r>
            <a:r>
              <a:rPr sz="1600" spc="400" dirty="0">
                <a:latin typeface="Corbel"/>
                <a:cs typeface="Corbel"/>
              </a:rPr>
              <a:t> </a:t>
            </a:r>
            <a:r>
              <a:rPr sz="1600" dirty="0">
                <a:latin typeface="Corbel"/>
                <a:cs typeface="Corbel"/>
              </a:rPr>
              <a:t>by</a:t>
            </a:r>
            <a:r>
              <a:rPr sz="1600" spc="390" dirty="0">
                <a:latin typeface="Corbel"/>
                <a:cs typeface="Corbel"/>
              </a:rPr>
              <a:t> </a:t>
            </a:r>
            <a:r>
              <a:rPr sz="1600" dirty="0">
                <a:latin typeface="Corbel"/>
                <a:cs typeface="Corbel"/>
              </a:rPr>
              <a:t>redirecting</a:t>
            </a:r>
            <a:r>
              <a:rPr sz="1600" spc="395" dirty="0">
                <a:latin typeface="Corbel"/>
                <a:cs typeface="Corbel"/>
              </a:rPr>
              <a:t> </a:t>
            </a:r>
            <a:r>
              <a:rPr sz="1600" spc="-25" dirty="0">
                <a:latin typeface="Corbel"/>
                <a:cs typeface="Corbel"/>
              </a:rPr>
              <a:t>the </a:t>
            </a:r>
            <a:r>
              <a:rPr sz="1600" dirty="0">
                <a:latin typeface="Corbel"/>
                <a:cs typeface="Corbel"/>
              </a:rPr>
              <a:t>hazardous</a:t>
            </a:r>
            <a:r>
              <a:rPr sz="1600" spc="145" dirty="0">
                <a:latin typeface="Corbel"/>
                <a:cs typeface="Corbel"/>
              </a:rPr>
              <a:t> </a:t>
            </a:r>
            <a:r>
              <a:rPr sz="1600" dirty="0">
                <a:latin typeface="Corbel"/>
                <a:cs typeface="Corbel"/>
              </a:rPr>
              <a:t>attitude</a:t>
            </a:r>
            <a:r>
              <a:rPr sz="1600" spc="155" dirty="0">
                <a:latin typeface="Corbel"/>
                <a:cs typeface="Corbel"/>
              </a:rPr>
              <a:t> </a:t>
            </a:r>
            <a:r>
              <a:rPr sz="1600" dirty="0">
                <a:latin typeface="Corbel"/>
                <a:cs typeface="Corbel"/>
              </a:rPr>
              <a:t>so</a:t>
            </a:r>
            <a:r>
              <a:rPr sz="1600" spc="145" dirty="0">
                <a:latin typeface="Corbel"/>
                <a:cs typeface="Corbel"/>
              </a:rPr>
              <a:t> </a:t>
            </a:r>
            <a:r>
              <a:rPr sz="1600" dirty="0">
                <a:latin typeface="Corbel"/>
                <a:cs typeface="Corbel"/>
              </a:rPr>
              <a:t>that</a:t>
            </a:r>
            <a:r>
              <a:rPr sz="1600" spc="140" dirty="0">
                <a:latin typeface="Corbel"/>
                <a:cs typeface="Corbel"/>
              </a:rPr>
              <a:t> </a:t>
            </a:r>
            <a:r>
              <a:rPr sz="1600" dirty="0">
                <a:latin typeface="Corbel"/>
                <a:cs typeface="Corbel"/>
              </a:rPr>
              <a:t>correct</a:t>
            </a:r>
            <a:r>
              <a:rPr sz="1600" spc="140" dirty="0">
                <a:latin typeface="Corbel"/>
                <a:cs typeface="Corbel"/>
              </a:rPr>
              <a:t> </a:t>
            </a:r>
            <a:r>
              <a:rPr sz="1600" dirty="0">
                <a:latin typeface="Corbel"/>
                <a:cs typeface="Corbel"/>
              </a:rPr>
              <a:t>action</a:t>
            </a:r>
            <a:r>
              <a:rPr sz="1600" spc="155" dirty="0">
                <a:latin typeface="Corbel"/>
                <a:cs typeface="Corbel"/>
              </a:rPr>
              <a:t> </a:t>
            </a:r>
            <a:r>
              <a:rPr sz="1600" dirty="0">
                <a:latin typeface="Corbel"/>
                <a:cs typeface="Corbel"/>
              </a:rPr>
              <a:t>can</a:t>
            </a:r>
            <a:r>
              <a:rPr sz="1600" spc="145" dirty="0">
                <a:latin typeface="Corbel"/>
                <a:cs typeface="Corbel"/>
              </a:rPr>
              <a:t> </a:t>
            </a:r>
            <a:r>
              <a:rPr sz="1600" dirty="0">
                <a:latin typeface="Corbel"/>
                <a:cs typeface="Corbel"/>
              </a:rPr>
              <a:t>be</a:t>
            </a:r>
            <a:r>
              <a:rPr sz="1600" spc="150" dirty="0">
                <a:latin typeface="Corbel"/>
                <a:cs typeface="Corbel"/>
              </a:rPr>
              <a:t> </a:t>
            </a:r>
            <a:r>
              <a:rPr sz="1600" dirty="0">
                <a:latin typeface="Corbel"/>
                <a:cs typeface="Corbel"/>
              </a:rPr>
              <a:t>taken.</a:t>
            </a:r>
            <a:r>
              <a:rPr sz="1600" spc="150" dirty="0">
                <a:latin typeface="Corbel"/>
                <a:cs typeface="Corbel"/>
              </a:rPr>
              <a:t> </a:t>
            </a:r>
            <a:r>
              <a:rPr sz="1600" dirty="0">
                <a:latin typeface="Corbel"/>
                <a:cs typeface="Corbel"/>
              </a:rPr>
              <a:t>Recognition</a:t>
            </a:r>
            <a:r>
              <a:rPr sz="1600" spc="150" dirty="0">
                <a:latin typeface="Corbel"/>
                <a:cs typeface="Corbel"/>
              </a:rPr>
              <a:t> </a:t>
            </a:r>
            <a:r>
              <a:rPr sz="1600" dirty="0">
                <a:latin typeface="Corbel"/>
                <a:cs typeface="Corbel"/>
              </a:rPr>
              <a:t>of</a:t>
            </a:r>
            <a:r>
              <a:rPr sz="1600" spc="150" dirty="0">
                <a:latin typeface="Corbel"/>
                <a:cs typeface="Corbel"/>
              </a:rPr>
              <a:t> </a:t>
            </a:r>
            <a:r>
              <a:rPr sz="1600" dirty="0">
                <a:latin typeface="Corbel"/>
                <a:cs typeface="Corbel"/>
              </a:rPr>
              <a:t>hazardous</a:t>
            </a:r>
            <a:r>
              <a:rPr sz="1600" spc="150" dirty="0">
                <a:latin typeface="Corbel"/>
                <a:cs typeface="Corbel"/>
              </a:rPr>
              <a:t> </a:t>
            </a:r>
            <a:r>
              <a:rPr sz="1600" dirty="0">
                <a:latin typeface="Corbel"/>
                <a:cs typeface="Corbel"/>
              </a:rPr>
              <a:t>thoughts</a:t>
            </a:r>
            <a:r>
              <a:rPr sz="1600" spc="150" dirty="0">
                <a:latin typeface="Corbel"/>
                <a:cs typeface="Corbel"/>
              </a:rPr>
              <a:t> </a:t>
            </a:r>
            <a:r>
              <a:rPr sz="1600" dirty="0">
                <a:latin typeface="Corbel"/>
                <a:cs typeface="Corbel"/>
              </a:rPr>
              <a:t>is</a:t>
            </a:r>
            <a:r>
              <a:rPr sz="1600" spc="150" dirty="0">
                <a:latin typeface="Corbel"/>
                <a:cs typeface="Corbel"/>
              </a:rPr>
              <a:t> </a:t>
            </a:r>
            <a:r>
              <a:rPr sz="1600" dirty="0">
                <a:latin typeface="Corbel"/>
                <a:cs typeface="Corbel"/>
              </a:rPr>
              <a:t>the</a:t>
            </a:r>
            <a:r>
              <a:rPr sz="1600" spc="145" dirty="0">
                <a:latin typeface="Corbel"/>
                <a:cs typeface="Corbel"/>
              </a:rPr>
              <a:t> </a:t>
            </a:r>
            <a:r>
              <a:rPr sz="1600" dirty="0">
                <a:latin typeface="Corbel"/>
                <a:cs typeface="Corbel"/>
              </a:rPr>
              <a:t>first</a:t>
            </a:r>
            <a:r>
              <a:rPr sz="1600" spc="140" dirty="0">
                <a:latin typeface="Corbel"/>
                <a:cs typeface="Corbel"/>
              </a:rPr>
              <a:t> </a:t>
            </a:r>
            <a:r>
              <a:rPr sz="1600" dirty="0">
                <a:latin typeface="Corbel"/>
                <a:cs typeface="Corbel"/>
              </a:rPr>
              <a:t>step</a:t>
            </a:r>
            <a:r>
              <a:rPr sz="1600" spc="145" dirty="0">
                <a:latin typeface="Corbel"/>
                <a:cs typeface="Corbel"/>
              </a:rPr>
              <a:t> </a:t>
            </a:r>
            <a:r>
              <a:rPr sz="1600" spc="-10" dirty="0">
                <a:latin typeface="Corbel"/>
                <a:cs typeface="Corbel"/>
              </a:rPr>
              <a:t>toward </a:t>
            </a:r>
            <a:r>
              <a:rPr sz="1600" dirty="0">
                <a:latin typeface="Corbel"/>
                <a:cs typeface="Corbel"/>
              </a:rPr>
              <a:t>neutralizing</a:t>
            </a:r>
            <a:r>
              <a:rPr sz="1600" spc="-80" dirty="0">
                <a:latin typeface="Corbel"/>
                <a:cs typeface="Corbel"/>
              </a:rPr>
              <a:t> </a:t>
            </a:r>
            <a:r>
              <a:rPr sz="1600" spc="-20" dirty="0">
                <a:latin typeface="Corbel"/>
                <a:cs typeface="Corbel"/>
              </a:rPr>
              <a:t>them.</a:t>
            </a:r>
            <a:endParaRPr sz="1600" dirty="0">
              <a:latin typeface="Corbel"/>
              <a:cs typeface="Corbel"/>
            </a:endParaRPr>
          </a:p>
          <a:p>
            <a:pPr>
              <a:lnSpc>
                <a:spcPct val="100000"/>
              </a:lnSpc>
              <a:spcBef>
                <a:spcPts val="430"/>
              </a:spcBef>
            </a:pPr>
            <a:endParaRPr sz="1600" dirty="0">
              <a:latin typeface="Corbel"/>
              <a:cs typeface="Corbel"/>
            </a:endParaRPr>
          </a:p>
          <a:p>
            <a:pPr marL="298450" marR="6350" indent="-285750">
              <a:lnSpc>
                <a:spcPts val="1900"/>
              </a:lnSpc>
              <a:buFont typeface="Arial MT"/>
              <a:buChar char="•"/>
              <a:tabLst>
                <a:tab pos="298450" algn="l"/>
              </a:tabLst>
            </a:pPr>
            <a:r>
              <a:rPr sz="1600" b="1" u="sng" spc="-10" dirty="0">
                <a:uFill>
                  <a:solidFill>
                    <a:srgbClr val="000000"/>
                  </a:solidFill>
                </a:uFill>
                <a:latin typeface="Corbel"/>
                <a:cs typeface="Corbel"/>
              </a:rPr>
              <a:t>Anti-</a:t>
            </a:r>
            <a:r>
              <a:rPr sz="1600" b="1" u="sng" dirty="0">
                <a:uFill>
                  <a:solidFill>
                    <a:srgbClr val="000000"/>
                  </a:solidFill>
                </a:uFill>
                <a:latin typeface="Corbel"/>
                <a:cs typeface="Corbel"/>
              </a:rPr>
              <a:t>authority</a:t>
            </a:r>
            <a:r>
              <a:rPr sz="1600" b="1" spc="130" dirty="0">
                <a:latin typeface="Corbel"/>
                <a:cs typeface="Corbel"/>
              </a:rPr>
              <a:t> </a:t>
            </a:r>
            <a:r>
              <a:rPr sz="1600" dirty="0">
                <a:latin typeface="Corbel"/>
                <a:cs typeface="Corbel"/>
              </a:rPr>
              <a:t>-</a:t>
            </a:r>
            <a:r>
              <a:rPr sz="1600" spc="150" dirty="0">
                <a:latin typeface="Corbel"/>
                <a:cs typeface="Corbel"/>
              </a:rPr>
              <a:t> </a:t>
            </a:r>
            <a:r>
              <a:rPr sz="1600" dirty="0">
                <a:latin typeface="Corbel"/>
                <a:cs typeface="Corbel"/>
              </a:rPr>
              <a:t>This</a:t>
            </a:r>
            <a:r>
              <a:rPr sz="1600" spc="145" dirty="0">
                <a:latin typeface="Corbel"/>
                <a:cs typeface="Corbel"/>
              </a:rPr>
              <a:t> </a:t>
            </a:r>
            <a:r>
              <a:rPr sz="1600" dirty="0">
                <a:latin typeface="Corbel"/>
                <a:cs typeface="Corbel"/>
              </a:rPr>
              <a:t>is</a:t>
            </a:r>
            <a:r>
              <a:rPr sz="1600" spc="150" dirty="0">
                <a:latin typeface="Corbel"/>
                <a:cs typeface="Corbel"/>
              </a:rPr>
              <a:t> </a:t>
            </a:r>
            <a:r>
              <a:rPr sz="1600" dirty="0">
                <a:latin typeface="Corbel"/>
                <a:cs typeface="Corbel"/>
              </a:rPr>
              <a:t>the</a:t>
            </a:r>
            <a:r>
              <a:rPr sz="1600" spc="145" dirty="0">
                <a:latin typeface="Corbel"/>
                <a:cs typeface="Corbel"/>
              </a:rPr>
              <a:t> </a:t>
            </a:r>
            <a:r>
              <a:rPr sz="1600" dirty="0">
                <a:latin typeface="Corbel"/>
                <a:cs typeface="Corbel"/>
              </a:rPr>
              <a:t>teenage</a:t>
            </a:r>
            <a:r>
              <a:rPr sz="1600" spc="150" dirty="0">
                <a:latin typeface="Corbel"/>
                <a:cs typeface="Corbel"/>
              </a:rPr>
              <a:t> </a:t>
            </a:r>
            <a:r>
              <a:rPr sz="1600" dirty="0">
                <a:latin typeface="Corbel"/>
                <a:cs typeface="Corbel"/>
              </a:rPr>
              <a:t>equivalent</a:t>
            </a:r>
            <a:r>
              <a:rPr sz="1600" spc="140" dirty="0">
                <a:latin typeface="Corbel"/>
                <a:cs typeface="Corbel"/>
              </a:rPr>
              <a:t> </a:t>
            </a:r>
            <a:r>
              <a:rPr sz="1600" dirty="0">
                <a:latin typeface="Corbel"/>
                <a:cs typeface="Corbel"/>
              </a:rPr>
              <a:t>of</a:t>
            </a:r>
            <a:r>
              <a:rPr sz="1600" spc="150" dirty="0">
                <a:latin typeface="Corbel"/>
                <a:cs typeface="Corbel"/>
              </a:rPr>
              <a:t> </a:t>
            </a:r>
            <a:r>
              <a:rPr sz="1600" u="sng" dirty="0">
                <a:uFill>
                  <a:solidFill>
                    <a:srgbClr val="000000"/>
                  </a:solidFill>
                </a:uFill>
                <a:latin typeface="Corbel"/>
                <a:cs typeface="Corbel"/>
              </a:rPr>
              <a:t>“don't</a:t>
            </a:r>
            <a:r>
              <a:rPr sz="1600" u="sng" spc="135" dirty="0">
                <a:uFill>
                  <a:solidFill>
                    <a:srgbClr val="000000"/>
                  </a:solidFill>
                </a:uFill>
                <a:latin typeface="Corbel"/>
                <a:cs typeface="Corbel"/>
              </a:rPr>
              <a:t> </a:t>
            </a:r>
            <a:r>
              <a:rPr sz="1600" u="sng" dirty="0">
                <a:uFill>
                  <a:solidFill>
                    <a:srgbClr val="000000"/>
                  </a:solidFill>
                </a:uFill>
                <a:latin typeface="Corbel"/>
                <a:cs typeface="Corbel"/>
              </a:rPr>
              <a:t>tell</a:t>
            </a:r>
            <a:r>
              <a:rPr sz="1600" u="sng" spc="150" dirty="0">
                <a:uFill>
                  <a:solidFill>
                    <a:srgbClr val="000000"/>
                  </a:solidFill>
                </a:uFill>
                <a:latin typeface="Corbel"/>
                <a:cs typeface="Corbel"/>
              </a:rPr>
              <a:t> </a:t>
            </a:r>
            <a:r>
              <a:rPr sz="1600" u="sng" dirty="0">
                <a:uFill>
                  <a:solidFill>
                    <a:srgbClr val="000000"/>
                  </a:solidFill>
                </a:uFill>
                <a:latin typeface="Corbel"/>
                <a:cs typeface="Corbel"/>
              </a:rPr>
              <a:t>me</a:t>
            </a:r>
            <a:r>
              <a:rPr sz="1600" u="sng" spc="145" dirty="0">
                <a:uFill>
                  <a:solidFill>
                    <a:srgbClr val="000000"/>
                  </a:solidFill>
                </a:uFill>
                <a:latin typeface="Corbel"/>
                <a:cs typeface="Corbel"/>
              </a:rPr>
              <a:t> </a:t>
            </a:r>
            <a:r>
              <a:rPr sz="1600" u="sng" dirty="0">
                <a:uFill>
                  <a:solidFill>
                    <a:srgbClr val="000000"/>
                  </a:solidFill>
                </a:uFill>
                <a:latin typeface="Corbel"/>
                <a:cs typeface="Corbel"/>
              </a:rPr>
              <a:t>what</a:t>
            </a:r>
            <a:r>
              <a:rPr sz="1600" u="sng" spc="140" dirty="0">
                <a:uFill>
                  <a:solidFill>
                    <a:srgbClr val="000000"/>
                  </a:solidFill>
                </a:uFill>
                <a:latin typeface="Corbel"/>
                <a:cs typeface="Corbel"/>
              </a:rPr>
              <a:t> </a:t>
            </a:r>
            <a:r>
              <a:rPr sz="1600" u="sng" dirty="0">
                <a:uFill>
                  <a:solidFill>
                    <a:srgbClr val="000000"/>
                  </a:solidFill>
                </a:uFill>
                <a:latin typeface="Corbel"/>
                <a:cs typeface="Corbel"/>
              </a:rPr>
              <a:t>to</a:t>
            </a:r>
            <a:r>
              <a:rPr sz="1600" u="sng" spc="145" dirty="0">
                <a:uFill>
                  <a:solidFill>
                    <a:srgbClr val="000000"/>
                  </a:solidFill>
                </a:uFill>
                <a:latin typeface="Corbel"/>
                <a:cs typeface="Corbel"/>
              </a:rPr>
              <a:t> </a:t>
            </a:r>
            <a:r>
              <a:rPr sz="1600" u="sng" dirty="0">
                <a:uFill>
                  <a:solidFill>
                    <a:srgbClr val="000000"/>
                  </a:solidFill>
                </a:uFill>
                <a:latin typeface="Corbel"/>
                <a:cs typeface="Corbel"/>
              </a:rPr>
              <a:t>do”</a:t>
            </a:r>
            <a:r>
              <a:rPr sz="1600" spc="145" dirty="0">
                <a:latin typeface="Corbel"/>
                <a:cs typeface="Corbel"/>
              </a:rPr>
              <a:t> </a:t>
            </a:r>
            <a:r>
              <a:rPr sz="1600" dirty="0">
                <a:latin typeface="Corbel"/>
                <a:cs typeface="Corbel"/>
              </a:rPr>
              <a:t>attitude.</a:t>
            </a:r>
            <a:r>
              <a:rPr sz="1600" spc="150" dirty="0">
                <a:latin typeface="Corbel"/>
                <a:cs typeface="Corbel"/>
              </a:rPr>
              <a:t> </a:t>
            </a:r>
            <a:r>
              <a:rPr sz="1600" dirty="0">
                <a:latin typeface="Corbel"/>
                <a:cs typeface="Corbel"/>
              </a:rPr>
              <a:t>The</a:t>
            </a:r>
            <a:r>
              <a:rPr sz="1600" spc="145" dirty="0">
                <a:latin typeface="Corbel"/>
                <a:cs typeface="Corbel"/>
              </a:rPr>
              <a:t> </a:t>
            </a:r>
            <a:r>
              <a:rPr sz="1600" dirty="0">
                <a:latin typeface="Corbel"/>
                <a:cs typeface="Corbel"/>
              </a:rPr>
              <a:t>rules</a:t>
            </a:r>
            <a:r>
              <a:rPr sz="1600" spc="145" dirty="0">
                <a:latin typeface="Corbel"/>
                <a:cs typeface="Corbel"/>
              </a:rPr>
              <a:t> </a:t>
            </a:r>
            <a:r>
              <a:rPr sz="1600" dirty="0">
                <a:latin typeface="Corbel"/>
                <a:cs typeface="Corbel"/>
              </a:rPr>
              <a:t>are</a:t>
            </a:r>
            <a:r>
              <a:rPr sz="1600" spc="145" dirty="0">
                <a:latin typeface="Corbel"/>
                <a:cs typeface="Corbel"/>
              </a:rPr>
              <a:t> </a:t>
            </a:r>
            <a:r>
              <a:rPr sz="1600" dirty="0">
                <a:latin typeface="Corbel"/>
                <a:cs typeface="Corbel"/>
              </a:rPr>
              <a:t>there</a:t>
            </a:r>
            <a:r>
              <a:rPr sz="1600" spc="150" dirty="0">
                <a:latin typeface="Corbel"/>
                <a:cs typeface="Corbel"/>
              </a:rPr>
              <a:t> </a:t>
            </a:r>
            <a:r>
              <a:rPr sz="1600" dirty="0">
                <a:latin typeface="Corbel"/>
                <a:cs typeface="Corbel"/>
              </a:rPr>
              <a:t>for</a:t>
            </a:r>
            <a:r>
              <a:rPr sz="1600" spc="145" dirty="0">
                <a:latin typeface="Corbel"/>
                <a:cs typeface="Corbel"/>
              </a:rPr>
              <a:t> </a:t>
            </a:r>
            <a:r>
              <a:rPr sz="1600" spc="-50" dirty="0">
                <a:latin typeface="Corbel"/>
                <a:cs typeface="Corbel"/>
              </a:rPr>
              <a:t>a </a:t>
            </a:r>
            <a:r>
              <a:rPr sz="1600" spc="-10" dirty="0">
                <a:latin typeface="Corbel"/>
                <a:cs typeface="Corbel"/>
              </a:rPr>
              <a:t>reason.</a:t>
            </a:r>
            <a:r>
              <a:rPr sz="1600" spc="-105" dirty="0">
                <a:latin typeface="Corbel"/>
                <a:cs typeface="Corbel"/>
              </a:rPr>
              <a:t> </a:t>
            </a:r>
            <a:r>
              <a:rPr sz="1600" dirty="0">
                <a:latin typeface="Corbel"/>
                <a:cs typeface="Corbel"/>
              </a:rPr>
              <a:t>The</a:t>
            </a:r>
            <a:r>
              <a:rPr sz="1600" spc="-40" dirty="0">
                <a:latin typeface="Corbel"/>
                <a:cs typeface="Corbel"/>
              </a:rPr>
              <a:t> </a:t>
            </a:r>
            <a:r>
              <a:rPr sz="1600" dirty="0">
                <a:latin typeface="Corbel"/>
                <a:cs typeface="Corbel"/>
              </a:rPr>
              <a:t>antidote</a:t>
            </a:r>
            <a:r>
              <a:rPr sz="1600" spc="-20" dirty="0">
                <a:latin typeface="Corbel"/>
                <a:cs typeface="Corbel"/>
              </a:rPr>
              <a:t> </a:t>
            </a:r>
            <a:r>
              <a:rPr sz="1600" dirty="0">
                <a:latin typeface="Corbel"/>
                <a:cs typeface="Corbel"/>
              </a:rPr>
              <a:t>for</a:t>
            </a:r>
            <a:r>
              <a:rPr sz="1600" spc="-20" dirty="0">
                <a:latin typeface="Corbel"/>
                <a:cs typeface="Corbel"/>
              </a:rPr>
              <a:t> </a:t>
            </a:r>
            <a:r>
              <a:rPr sz="1600" dirty="0">
                <a:latin typeface="Corbel"/>
                <a:cs typeface="Corbel"/>
              </a:rPr>
              <a:t>this</a:t>
            </a:r>
            <a:r>
              <a:rPr sz="1600" spc="-20" dirty="0">
                <a:latin typeface="Corbel"/>
                <a:cs typeface="Corbel"/>
              </a:rPr>
              <a:t> </a:t>
            </a:r>
            <a:r>
              <a:rPr sz="1600" dirty="0">
                <a:latin typeface="Corbel"/>
                <a:cs typeface="Corbel"/>
              </a:rPr>
              <a:t>is,</a:t>
            </a:r>
            <a:r>
              <a:rPr sz="1600" spc="-20" dirty="0">
                <a:latin typeface="Corbel"/>
                <a:cs typeface="Corbel"/>
              </a:rPr>
              <a:t> </a:t>
            </a:r>
            <a:r>
              <a:rPr sz="1600" u="sng" dirty="0">
                <a:uFill>
                  <a:solidFill>
                    <a:srgbClr val="000000"/>
                  </a:solidFill>
                </a:uFill>
                <a:latin typeface="Corbel"/>
                <a:cs typeface="Corbel"/>
              </a:rPr>
              <a:t>“Follow</a:t>
            </a:r>
            <a:r>
              <a:rPr sz="1600" u="sng" spc="-25" dirty="0">
                <a:uFill>
                  <a:solidFill>
                    <a:srgbClr val="000000"/>
                  </a:solidFill>
                </a:uFill>
                <a:latin typeface="Corbel"/>
                <a:cs typeface="Corbel"/>
              </a:rPr>
              <a:t> </a:t>
            </a:r>
            <a:r>
              <a:rPr sz="1600" u="sng" dirty="0">
                <a:uFill>
                  <a:solidFill>
                    <a:srgbClr val="000000"/>
                  </a:solidFill>
                </a:uFill>
                <a:latin typeface="Corbel"/>
                <a:cs typeface="Corbel"/>
              </a:rPr>
              <a:t>the</a:t>
            </a:r>
            <a:r>
              <a:rPr sz="1600" u="sng" spc="-20" dirty="0">
                <a:uFill>
                  <a:solidFill>
                    <a:srgbClr val="000000"/>
                  </a:solidFill>
                </a:uFill>
                <a:latin typeface="Corbel"/>
                <a:cs typeface="Corbel"/>
              </a:rPr>
              <a:t> </a:t>
            </a:r>
            <a:r>
              <a:rPr sz="1600" u="sng" dirty="0">
                <a:uFill>
                  <a:solidFill>
                    <a:srgbClr val="000000"/>
                  </a:solidFill>
                </a:uFill>
                <a:latin typeface="Corbel"/>
                <a:cs typeface="Corbel"/>
              </a:rPr>
              <a:t>rules,</a:t>
            </a:r>
            <a:r>
              <a:rPr sz="1600" u="sng" spc="-20" dirty="0">
                <a:uFill>
                  <a:solidFill>
                    <a:srgbClr val="000000"/>
                  </a:solidFill>
                </a:uFill>
                <a:latin typeface="Corbel"/>
                <a:cs typeface="Corbel"/>
              </a:rPr>
              <a:t> </a:t>
            </a:r>
            <a:r>
              <a:rPr sz="1600" u="sng" dirty="0">
                <a:uFill>
                  <a:solidFill>
                    <a:srgbClr val="000000"/>
                  </a:solidFill>
                </a:uFill>
                <a:latin typeface="Corbel"/>
                <a:cs typeface="Corbel"/>
              </a:rPr>
              <a:t>they</a:t>
            </a:r>
            <a:r>
              <a:rPr sz="1600" u="sng" spc="-25" dirty="0">
                <a:uFill>
                  <a:solidFill>
                    <a:srgbClr val="000000"/>
                  </a:solidFill>
                </a:uFill>
                <a:latin typeface="Corbel"/>
                <a:cs typeface="Corbel"/>
              </a:rPr>
              <a:t> </a:t>
            </a:r>
            <a:r>
              <a:rPr sz="1600" u="sng" dirty="0">
                <a:uFill>
                  <a:solidFill>
                    <a:srgbClr val="000000"/>
                  </a:solidFill>
                </a:uFill>
                <a:latin typeface="Corbel"/>
                <a:cs typeface="Corbel"/>
              </a:rPr>
              <a:t>are</a:t>
            </a:r>
            <a:r>
              <a:rPr sz="1600" u="sng" spc="-20" dirty="0">
                <a:uFill>
                  <a:solidFill>
                    <a:srgbClr val="000000"/>
                  </a:solidFill>
                </a:uFill>
                <a:latin typeface="Corbel"/>
                <a:cs typeface="Corbel"/>
              </a:rPr>
              <a:t> </a:t>
            </a:r>
            <a:r>
              <a:rPr sz="1600" u="sng" dirty="0">
                <a:uFill>
                  <a:solidFill>
                    <a:srgbClr val="000000"/>
                  </a:solidFill>
                </a:uFill>
                <a:latin typeface="Corbel"/>
                <a:cs typeface="Corbel"/>
              </a:rPr>
              <a:t>usually</a:t>
            </a:r>
            <a:r>
              <a:rPr sz="1600" u="sng" spc="-30" dirty="0">
                <a:uFill>
                  <a:solidFill>
                    <a:srgbClr val="000000"/>
                  </a:solidFill>
                </a:uFill>
                <a:latin typeface="Corbel"/>
                <a:cs typeface="Corbel"/>
              </a:rPr>
              <a:t> </a:t>
            </a:r>
            <a:r>
              <a:rPr sz="1600" u="sng" spc="-10" dirty="0">
                <a:uFill>
                  <a:solidFill>
                    <a:srgbClr val="000000"/>
                  </a:solidFill>
                </a:uFill>
                <a:latin typeface="Corbel"/>
                <a:cs typeface="Corbel"/>
              </a:rPr>
              <a:t>right”</a:t>
            </a:r>
            <a:r>
              <a:rPr sz="1600" spc="-10" dirty="0">
                <a:latin typeface="Corbel"/>
                <a:cs typeface="Corbel"/>
              </a:rPr>
              <a:t>.</a:t>
            </a:r>
            <a:endParaRPr sz="1600" dirty="0">
              <a:latin typeface="Corbel"/>
              <a:cs typeface="Corbel"/>
            </a:endParaRPr>
          </a:p>
          <a:p>
            <a:pPr marL="298450" marR="5080" indent="-285750">
              <a:lnSpc>
                <a:spcPts val="1900"/>
              </a:lnSpc>
              <a:spcBef>
                <a:spcPts val="1000"/>
              </a:spcBef>
              <a:buFont typeface="Arial MT"/>
              <a:buChar char="•"/>
              <a:tabLst>
                <a:tab pos="298450" algn="l"/>
              </a:tabLst>
            </a:pPr>
            <a:r>
              <a:rPr sz="1600" b="1" u="sng" dirty="0">
                <a:uFill>
                  <a:solidFill>
                    <a:srgbClr val="000000"/>
                  </a:solidFill>
                </a:uFill>
                <a:latin typeface="Corbel"/>
                <a:cs typeface="Corbel"/>
              </a:rPr>
              <a:t>Impulsivity</a:t>
            </a:r>
            <a:r>
              <a:rPr sz="1600" b="1" spc="-25" dirty="0">
                <a:latin typeface="Corbel"/>
                <a:cs typeface="Corbel"/>
              </a:rPr>
              <a:t> </a:t>
            </a:r>
            <a:r>
              <a:rPr sz="1600" dirty="0">
                <a:latin typeface="Corbel"/>
                <a:cs typeface="Corbel"/>
              </a:rPr>
              <a:t>-</a:t>
            </a:r>
            <a:r>
              <a:rPr sz="1600" spc="-15" dirty="0">
                <a:latin typeface="Corbel"/>
                <a:cs typeface="Corbel"/>
              </a:rPr>
              <a:t> </a:t>
            </a:r>
            <a:r>
              <a:rPr sz="1600" dirty="0">
                <a:latin typeface="Corbel"/>
                <a:cs typeface="Corbel"/>
              </a:rPr>
              <a:t>This</a:t>
            </a:r>
            <a:r>
              <a:rPr sz="1600" spc="-15" dirty="0">
                <a:latin typeface="Corbel"/>
                <a:cs typeface="Corbel"/>
              </a:rPr>
              <a:t> </a:t>
            </a:r>
            <a:r>
              <a:rPr sz="1600" dirty="0">
                <a:latin typeface="Corbel"/>
                <a:cs typeface="Corbel"/>
              </a:rPr>
              <a:t>is</a:t>
            </a:r>
            <a:r>
              <a:rPr sz="1600" spc="-15" dirty="0">
                <a:latin typeface="Corbel"/>
                <a:cs typeface="Corbel"/>
              </a:rPr>
              <a:t> </a:t>
            </a:r>
            <a:r>
              <a:rPr sz="1600" dirty="0">
                <a:latin typeface="Corbel"/>
                <a:cs typeface="Corbel"/>
              </a:rPr>
              <a:t>the</a:t>
            </a:r>
            <a:r>
              <a:rPr sz="1600" spc="-15" dirty="0">
                <a:latin typeface="Corbel"/>
                <a:cs typeface="Corbel"/>
              </a:rPr>
              <a:t> </a:t>
            </a:r>
            <a:r>
              <a:rPr sz="1600" u="sng" dirty="0">
                <a:uFill>
                  <a:solidFill>
                    <a:srgbClr val="000000"/>
                  </a:solidFill>
                </a:uFill>
                <a:latin typeface="Corbel"/>
                <a:cs typeface="Corbel"/>
              </a:rPr>
              <a:t>“act</a:t>
            </a:r>
            <a:r>
              <a:rPr sz="1600" u="sng" spc="-25" dirty="0">
                <a:uFill>
                  <a:solidFill>
                    <a:srgbClr val="000000"/>
                  </a:solidFill>
                </a:uFill>
                <a:latin typeface="Corbel"/>
                <a:cs typeface="Corbel"/>
              </a:rPr>
              <a:t> </a:t>
            </a:r>
            <a:r>
              <a:rPr sz="1600" u="sng" dirty="0">
                <a:uFill>
                  <a:solidFill>
                    <a:srgbClr val="000000"/>
                  </a:solidFill>
                </a:uFill>
                <a:latin typeface="Corbel"/>
                <a:cs typeface="Corbel"/>
              </a:rPr>
              <a:t>first,</a:t>
            </a:r>
            <a:r>
              <a:rPr sz="1600" u="sng" spc="-15" dirty="0">
                <a:uFill>
                  <a:solidFill>
                    <a:srgbClr val="000000"/>
                  </a:solidFill>
                </a:uFill>
                <a:latin typeface="Corbel"/>
                <a:cs typeface="Corbel"/>
              </a:rPr>
              <a:t> </a:t>
            </a:r>
            <a:r>
              <a:rPr sz="1600" u="sng" dirty="0">
                <a:uFill>
                  <a:solidFill>
                    <a:srgbClr val="000000"/>
                  </a:solidFill>
                </a:uFill>
                <a:latin typeface="Corbel"/>
                <a:cs typeface="Corbel"/>
              </a:rPr>
              <a:t>think</a:t>
            </a:r>
            <a:r>
              <a:rPr sz="1600" u="sng" spc="-25" dirty="0">
                <a:uFill>
                  <a:solidFill>
                    <a:srgbClr val="000000"/>
                  </a:solidFill>
                </a:uFill>
                <a:latin typeface="Corbel"/>
                <a:cs typeface="Corbel"/>
              </a:rPr>
              <a:t> </a:t>
            </a:r>
            <a:r>
              <a:rPr sz="1600" u="sng" dirty="0">
                <a:uFill>
                  <a:solidFill>
                    <a:srgbClr val="000000"/>
                  </a:solidFill>
                </a:uFill>
                <a:latin typeface="Corbel"/>
                <a:cs typeface="Corbel"/>
              </a:rPr>
              <a:t>later”</a:t>
            </a:r>
            <a:r>
              <a:rPr sz="1600" spc="-10" dirty="0">
                <a:latin typeface="Corbel"/>
                <a:cs typeface="Corbel"/>
              </a:rPr>
              <a:t> </a:t>
            </a:r>
            <a:r>
              <a:rPr sz="1600" dirty="0">
                <a:latin typeface="Corbel"/>
                <a:cs typeface="Corbel"/>
              </a:rPr>
              <a:t>attitude.</a:t>
            </a:r>
            <a:r>
              <a:rPr sz="1600" spc="290" dirty="0">
                <a:latin typeface="Corbel"/>
                <a:cs typeface="Corbel"/>
              </a:rPr>
              <a:t> </a:t>
            </a:r>
            <a:r>
              <a:rPr sz="1600" dirty="0">
                <a:latin typeface="Corbel"/>
                <a:cs typeface="Corbel"/>
              </a:rPr>
              <a:t>Acting</a:t>
            </a:r>
            <a:r>
              <a:rPr sz="1600" spc="-20" dirty="0">
                <a:latin typeface="Corbel"/>
                <a:cs typeface="Corbel"/>
              </a:rPr>
              <a:t> </a:t>
            </a:r>
            <a:r>
              <a:rPr sz="1600" spc="-10" dirty="0">
                <a:latin typeface="Corbel"/>
                <a:cs typeface="Corbel"/>
              </a:rPr>
              <a:t>impulsively</a:t>
            </a:r>
            <a:r>
              <a:rPr sz="1600" spc="-25" dirty="0">
                <a:latin typeface="Corbel"/>
                <a:cs typeface="Corbel"/>
              </a:rPr>
              <a:t> </a:t>
            </a:r>
            <a:r>
              <a:rPr sz="1600" dirty="0">
                <a:latin typeface="Corbel"/>
                <a:cs typeface="Corbel"/>
              </a:rPr>
              <a:t>is</a:t>
            </a:r>
            <a:r>
              <a:rPr sz="1600" spc="-15" dirty="0">
                <a:latin typeface="Corbel"/>
                <a:cs typeface="Corbel"/>
              </a:rPr>
              <a:t> </a:t>
            </a:r>
            <a:r>
              <a:rPr sz="1600" dirty="0">
                <a:latin typeface="Corbel"/>
                <a:cs typeface="Corbel"/>
              </a:rPr>
              <a:t>not</a:t>
            </a:r>
            <a:r>
              <a:rPr sz="1600" spc="-25" dirty="0">
                <a:latin typeface="Corbel"/>
                <a:cs typeface="Corbel"/>
              </a:rPr>
              <a:t> </a:t>
            </a:r>
            <a:r>
              <a:rPr sz="1600" dirty="0">
                <a:latin typeface="Corbel"/>
                <a:cs typeface="Corbel"/>
              </a:rPr>
              <a:t>safe</a:t>
            </a:r>
            <a:r>
              <a:rPr sz="1600" spc="-15" dirty="0">
                <a:latin typeface="Corbel"/>
                <a:cs typeface="Corbel"/>
              </a:rPr>
              <a:t> </a:t>
            </a:r>
            <a:r>
              <a:rPr sz="1600" dirty="0">
                <a:latin typeface="Corbel"/>
                <a:cs typeface="Corbel"/>
              </a:rPr>
              <a:t>and</a:t>
            </a:r>
            <a:r>
              <a:rPr sz="1600" spc="-10" dirty="0">
                <a:latin typeface="Corbel"/>
                <a:cs typeface="Corbel"/>
              </a:rPr>
              <a:t> </a:t>
            </a:r>
            <a:r>
              <a:rPr sz="1600" dirty="0">
                <a:latin typeface="Corbel"/>
                <a:cs typeface="Corbel"/>
              </a:rPr>
              <a:t>can</a:t>
            </a:r>
            <a:r>
              <a:rPr sz="1600" spc="-15" dirty="0">
                <a:latin typeface="Corbel"/>
                <a:cs typeface="Corbel"/>
              </a:rPr>
              <a:t> </a:t>
            </a:r>
            <a:r>
              <a:rPr sz="1600" dirty="0">
                <a:latin typeface="Corbel"/>
                <a:cs typeface="Corbel"/>
              </a:rPr>
              <a:t>put</a:t>
            </a:r>
            <a:r>
              <a:rPr sz="1600" spc="-25" dirty="0">
                <a:latin typeface="Corbel"/>
                <a:cs typeface="Corbel"/>
              </a:rPr>
              <a:t> </a:t>
            </a:r>
            <a:r>
              <a:rPr sz="1600" dirty="0">
                <a:latin typeface="Corbel"/>
                <a:cs typeface="Corbel"/>
              </a:rPr>
              <a:t>you</a:t>
            </a:r>
            <a:r>
              <a:rPr sz="1600" spc="-20" dirty="0">
                <a:latin typeface="Corbel"/>
                <a:cs typeface="Corbel"/>
              </a:rPr>
              <a:t> </a:t>
            </a:r>
            <a:r>
              <a:rPr sz="1600" dirty="0">
                <a:latin typeface="Corbel"/>
                <a:cs typeface="Corbel"/>
              </a:rPr>
              <a:t>or</a:t>
            </a:r>
            <a:r>
              <a:rPr sz="1600" spc="-20" dirty="0">
                <a:latin typeface="Corbel"/>
                <a:cs typeface="Corbel"/>
              </a:rPr>
              <a:t> </a:t>
            </a:r>
            <a:r>
              <a:rPr sz="1600" dirty="0">
                <a:latin typeface="Corbel"/>
                <a:cs typeface="Corbel"/>
              </a:rPr>
              <a:t>yourself</a:t>
            </a:r>
            <a:r>
              <a:rPr sz="1600" spc="-15" dirty="0">
                <a:latin typeface="Corbel"/>
                <a:cs typeface="Corbel"/>
              </a:rPr>
              <a:t> </a:t>
            </a:r>
            <a:r>
              <a:rPr sz="1600" spc="-25" dirty="0">
                <a:latin typeface="Corbel"/>
                <a:cs typeface="Corbel"/>
              </a:rPr>
              <a:t>at </a:t>
            </a:r>
            <a:r>
              <a:rPr sz="1600" spc="-10" dirty="0">
                <a:latin typeface="Corbel"/>
                <a:cs typeface="Corbel"/>
              </a:rPr>
              <a:t>risk.</a:t>
            </a:r>
            <a:r>
              <a:rPr sz="1600" spc="-105" dirty="0">
                <a:latin typeface="Corbel"/>
                <a:cs typeface="Corbel"/>
              </a:rPr>
              <a:t> </a:t>
            </a:r>
            <a:r>
              <a:rPr sz="1600" dirty="0">
                <a:latin typeface="Corbel"/>
                <a:cs typeface="Corbel"/>
              </a:rPr>
              <a:t>The</a:t>
            </a:r>
            <a:r>
              <a:rPr sz="1600" spc="-35" dirty="0">
                <a:latin typeface="Corbel"/>
                <a:cs typeface="Corbel"/>
              </a:rPr>
              <a:t> </a:t>
            </a:r>
            <a:r>
              <a:rPr sz="1600" dirty="0">
                <a:latin typeface="Corbel"/>
                <a:cs typeface="Corbel"/>
              </a:rPr>
              <a:t>antidote</a:t>
            </a:r>
            <a:r>
              <a:rPr sz="1600" spc="-10" dirty="0">
                <a:latin typeface="Corbel"/>
                <a:cs typeface="Corbel"/>
              </a:rPr>
              <a:t> </a:t>
            </a:r>
            <a:r>
              <a:rPr sz="1600" dirty="0">
                <a:latin typeface="Corbel"/>
                <a:cs typeface="Corbel"/>
              </a:rPr>
              <a:t>for</a:t>
            </a:r>
            <a:r>
              <a:rPr sz="1600" spc="-10" dirty="0">
                <a:latin typeface="Corbel"/>
                <a:cs typeface="Corbel"/>
              </a:rPr>
              <a:t> </a:t>
            </a:r>
            <a:r>
              <a:rPr sz="1600" dirty="0">
                <a:latin typeface="Corbel"/>
                <a:cs typeface="Corbel"/>
              </a:rPr>
              <a:t>this</a:t>
            </a:r>
            <a:r>
              <a:rPr sz="1600" spc="-10" dirty="0">
                <a:latin typeface="Corbel"/>
                <a:cs typeface="Corbel"/>
              </a:rPr>
              <a:t> </a:t>
            </a:r>
            <a:r>
              <a:rPr sz="1600" dirty="0">
                <a:latin typeface="Corbel"/>
                <a:cs typeface="Corbel"/>
              </a:rPr>
              <a:t>is,</a:t>
            </a:r>
            <a:r>
              <a:rPr sz="1600" spc="-10" dirty="0">
                <a:latin typeface="Corbel"/>
                <a:cs typeface="Corbel"/>
              </a:rPr>
              <a:t> </a:t>
            </a:r>
            <a:r>
              <a:rPr sz="1600" u="sng" dirty="0">
                <a:uFill>
                  <a:solidFill>
                    <a:srgbClr val="000000"/>
                  </a:solidFill>
                </a:uFill>
                <a:latin typeface="Corbel"/>
                <a:cs typeface="Corbel"/>
              </a:rPr>
              <a:t>“Not</a:t>
            </a:r>
            <a:r>
              <a:rPr sz="1600" u="sng" spc="-20" dirty="0">
                <a:uFill>
                  <a:solidFill>
                    <a:srgbClr val="000000"/>
                  </a:solidFill>
                </a:uFill>
                <a:latin typeface="Corbel"/>
                <a:cs typeface="Corbel"/>
              </a:rPr>
              <a:t> </a:t>
            </a:r>
            <a:r>
              <a:rPr sz="1600" u="sng" dirty="0">
                <a:uFill>
                  <a:solidFill>
                    <a:srgbClr val="000000"/>
                  </a:solidFill>
                </a:uFill>
                <a:latin typeface="Corbel"/>
                <a:cs typeface="Corbel"/>
              </a:rPr>
              <a:t>so</a:t>
            </a:r>
            <a:r>
              <a:rPr sz="1600" u="sng" spc="-15" dirty="0">
                <a:uFill>
                  <a:solidFill>
                    <a:srgbClr val="000000"/>
                  </a:solidFill>
                </a:uFill>
                <a:latin typeface="Corbel"/>
                <a:cs typeface="Corbel"/>
              </a:rPr>
              <a:t> </a:t>
            </a:r>
            <a:r>
              <a:rPr sz="1600" u="sng" spc="-10" dirty="0">
                <a:uFill>
                  <a:solidFill>
                    <a:srgbClr val="000000"/>
                  </a:solidFill>
                </a:uFill>
                <a:latin typeface="Corbel"/>
                <a:cs typeface="Corbel"/>
              </a:rPr>
              <a:t>fast.</a:t>
            </a:r>
            <a:r>
              <a:rPr sz="1600" u="sng" spc="-105" dirty="0">
                <a:uFill>
                  <a:solidFill>
                    <a:srgbClr val="000000"/>
                  </a:solidFill>
                </a:uFill>
                <a:latin typeface="Corbel"/>
                <a:cs typeface="Corbel"/>
              </a:rPr>
              <a:t> </a:t>
            </a:r>
            <a:r>
              <a:rPr sz="1600" u="sng" dirty="0">
                <a:uFill>
                  <a:solidFill>
                    <a:srgbClr val="000000"/>
                  </a:solidFill>
                </a:uFill>
                <a:latin typeface="Corbel"/>
                <a:cs typeface="Corbel"/>
              </a:rPr>
              <a:t>Think</a:t>
            </a:r>
            <a:r>
              <a:rPr sz="1600" u="sng" spc="-15" dirty="0">
                <a:uFill>
                  <a:solidFill>
                    <a:srgbClr val="000000"/>
                  </a:solidFill>
                </a:uFill>
                <a:latin typeface="Corbel"/>
                <a:cs typeface="Corbel"/>
              </a:rPr>
              <a:t> </a:t>
            </a:r>
            <a:r>
              <a:rPr sz="1600" u="sng" spc="-10" dirty="0">
                <a:uFill>
                  <a:solidFill>
                    <a:srgbClr val="000000"/>
                  </a:solidFill>
                </a:uFill>
                <a:latin typeface="Corbel"/>
                <a:cs typeface="Corbel"/>
              </a:rPr>
              <a:t>first”</a:t>
            </a:r>
            <a:r>
              <a:rPr sz="1600" spc="-10" dirty="0">
                <a:latin typeface="Corbel"/>
                <a:cs typeface="Corbel"/>
              </a:rPr>
              <a:t>.</a:t>
            </a:r>
            <a:endParaRPr sz="1600" dirty="0">
              <a:latin typeface="Corbel"/>
              <a:cs typeface="Corbel"/>
            </a:endParaRPr>
          </a:p>
          <a:p>
            <a:pPr marL="298450" marR="6350" indent="-285750">
              <a:lnSpc>
                <a:spcPct val="103800"/>
              </a:lnSpc>
              <a:spcBef>
                <a:spcPts val="844"/>
              </a:spcBef>
              <a:buFont typeface="Arial MT"/>
              <a:buChar char="•"/>
              <a:tabLst>
                <a:tab pos="298450" algn="l"/>
              </a:tabLst>
            </a:pPr>
            <a:r>
              <a:rPr sz="1600" b="1" u="sng" dirty="0">
                <a:uFill>
                  <a:solidFill>
                    <a:srgbClr val="000000"/>
                  </a:solidFill>
                </a:uFill>
                <a:latin typeface="Corbel"/>
                <a:cs typeface="Corbel"/>
              </a:rPr>
              <a:t>Invulnerability</a:t>
            </a:r>
            <a:r>
              <a:rPr sz="1600" b="1" spc="15" dirty="0">
                <a:latin typeface="Corbel"/>
                <a:cs typeface="Corbel"/>
              </a:rPr>
              <a:t> </a:t>
            </a:r>
            <a:r>
              <a:rPr sz="1600" dirty="0">
                <a:latin typeface="Corbel"/>
                <a:cs typeface="Corbel"/>
              </a:rPr>
              <a:t>-</a:t>
            </a:r>
            <a:r>
              <a:rPr sz="1600" spc="25" dirty="0">
                <a:latin typeface="Corbel"/>
                <a:cs typeface="Corbel"/>
              </a:rPr>
              <a:t> </a:t>
            </a:r>
            <a:r>
              <a:rPr sz="1600" dirty="0">
                <a:latin typeface="Corbel"/>
                <a:cs typeface="Corbel"/>
              </a:rPr>
              <a:t>This</a:t>
            </a:r>
            <a:r>
              <a:rPr sz="1600" spc="25" dirty="0">
                <a:latin typeface="Corbel"/>
                <a:cs typeface="Corbel"/>
              </a:rPr>
              <a:t> </a:t>
            </a:r>
            <a:r>
              <a:rPr sz="1600" dirty="0">
                <a:latin typeface="Corbel"/>
                <a:cs typeface="Corbel"/>
              </a:rPr>
              <a:t>is</a:t>
            </a:r>
            <a:r>
              <a:rPr sz="1600" spc="30" dirty="0">
                <a:latin typeface="Corbel"/>
                <a:cs typeface="Corbel"/>
              </a:rPr>
              <a:t> </a:t>
            </a:r>
            <a:r>
              <a:rPr sz="1600" dirty="0">
                <a:latin typeface="Corbel"/>
                <a:cs typeface="Corbel"/>
              </a:rPr>
              <a:t>the</a:t>
            </a:r>
            <a:r>
              <a:rPr sz="1600" spc="25" dirty="0">
                <a:latin typeface="Corbel"/>
                <a:cs typeface="Corbel"/>
              </a:rPr>
              <a:t> </a:t>
            </a:r>
            <a:r>
              <a:rPr sz="1600" u="sng" dirty="0">
                <a:uFill>
                  <a:solidFill>
                    <a:srgbClr val="000000"/>
                  </a:solidFill>
                </a:uFill>
                <a:latin typeface="Corbel"/>
                <a:cs typeface="Corbel"/>
              </a:rPr>
              <a:t>“It</a:t>
            </a:r>
            <a:r>
              <a:rPr sz="1600" u="sng" spc="15" dirty="0">
                <a:uFill>
                  <a:solidFill>
                    <a:srgbClr val="000000"/>
                  </a:solidFill>
                </a:uFill>
                <a:latin typeface="Corbel"/>
                <a:cs typeface="Corbel"/>
              </a:rPr>
              <a:t> </a:t>
            </a:r>
            <a:r>
              <a:rPr sz="1600" u="sng" dirty="0">
                <a:uFill>
                  <a:solidFill>
                    <a:srgbClr val="000000"/>
                  </a:solidFill>
                </a:uFill>
                <a:latin typeface="Corbel"/>
                <a:cs typeface="Corbel"/>
              </a:rPr>
              <a:t>won't</a:t>
            </a:r>
            <a:r>
              <a:rPr sz="1600" u="sng" spc="20" dirty="0">
                <a:uFill>
                  <a:solidFill>
                    <a:srgbClr val="000000"/>
                  </a:solidFill>
                </a:uFill>
                <a:latin typeface="Corbel"/>
                <a:cs typeface="Corbel"/>
              </a:rPr>
              <a:t> </a:t>
            </a:r>
            <a:r>
              <a:rPr sz="1600" u="sng" dirty="0">
                <a:uFill>
                  <a:solidFill>
                    <a:srgbClr val="000000"/>
                  </a:solidFill>
                </a:uFill>
                <a:latin typeface="Corbel"/>
                <a:cs typeface="Corbel"/>
              </a:rPr>
              <a:t>happen</a:t>
            </a:r>
            <a:r>
              <a:rPr sz="1600" u="sng" spc="30" dirty="0">
                <a:uFill>
                  <a:solidFill>
                    <a:srgbClr val="000000"/>
                  </a:solidFill>
                </a:uFill>
                <a:latin typeface="Corbel"/>
                <a:cs typeface="Corbel"/>
              </a:rPr>
              <a:t> </a:t>
            </a:r>
            <a:r>
              <a:rPr sz="1600" u="sng" dirty="0">
                <a:uFill>
                  <a:solidFill>
                    <a:srgbClr val="000000"/>
                  </a:solidFill>
                </a:uFill>
                <a:latin typeface="Corbel"/>
                <a:cs typeface="Corbel"/>
              </a:rPr>
              <a:t>to</a:t>
            </a:r>
            <a:r>
              <a:rPr sz="1600" u="sng" spc="20" dirty="0">
                <a:uFill>
                  <a:solidFill>
                    <a:srgbClr val="000000"/>
                  </a:solidFill>
                </a:uFill>
                <a:latin typeface="Corbel"/>
                <a:cs typeface="Corbel"/>
              </a:rPr>
              <a:t> </a:t>
            </a:r>
            <a:r>
              <a:rPr sz="1600" u="sng" dirty="0">
                <a:uFill>
                  <a:solidFill>
                    <a:srgbClr val="000000"/>
                  </a:solidFill>
                </a:uFill>
                <a:latin typeface="Corbel"/>
                <a:cs typeface="Corbel"/>
              </a:rPr>
              <a:t>me”</a:t>
            </a:r>
            <a:r>
              <a:rPr sz="1600" spc="25" dirty="0">
                <a:latin typeface="Corbel"/>
                <a:cs typeface="Corbel"/>
              </a:rPr>
              <a:t> </a:t>
            </a:r>
            <a:r>
              <a:rPr sz="1600" dirty="0">
                <a:latin typeface="Corbel"/>
                <a:cs typeface="Corbel"/>
              </a:rPr>
              <a:t>attitude.</a:t>
            </a:r>
            <a:r>
              <a:rPr sz="1600" spc="25" dirty="0">
                <a:latin typeface="Corbel"/>
                <a:cs typeface="Corbel"/>
              </a:rPr>
              <a:t> </a:t>
            </a:r>
            <a:r>
              <a:rPr sz="1600" dirty="0">
                <a:latin typeface="Corbel"/>
                <a:cs typeface="Corbel"/>
              </a:rPr>
              <a:t>A</a:t>
            </a:r>
            <a:r>
              <a:rPr sz="1600" spc="20" dirty="0">
                <a:latin typeface="Corbel"/>
                <a:cs typeface="Corbel"/>
              </a:rPr>
              <a:t> </a:t>
            </a:r>
            <a:r>
              <a:rPr sz="1600" dirty="0">
                <a:latin typeface="Corbel"/>
                <a:cs typeface="Corbel"/>
              </a:rPr>
              <a:t>person</a:t>
            </a:r>
            <a:r>
              <a:rPr sz="1600" spc="25" dirty="0">
                <a:latin typeface="Corbel"/>
                <a:cs typeface="Corbel"/>
              </a:rPr>
              <a:t> </a:t>
            </a:r>
            <a:r>
              <a:rPr sz="1600" dirty="0">
                <a:latin typeface="Corbel"/>
                <a:cs typeface="Corbel"/>
              </a:rPr>
              <a:t>with</a:t>
            </a:r>
            <a:r>
              <a:rPr sz="1600" spc="20" dirty="0">
                <a:latin typeface="Corbel"/>
                <a:cs typeface="Corbel"/>
              </a:rPr>
              <a:t> </a:t>
            </a:r>
            <a:r>
              <a:rPr sz="1600" dirty="0">
                <a:latin typeface="Corbel"/>
                <a:cs typeface="Corbel"/>
              </a:rPr>
              <a:t>this</a:t>
            </a:r>
            <a:r>
              <a:rPr sz="1600" spc="25" dirty="0">
                <a:latin typeface="Corbel"/>
                <a:cs typeface="Corbel"/>
              </a:rPr>
              <a:t> </a:t>
            </a:r>
            <a:r>
              <a:rPr sz="1600" dirty="0">
                <a:latin typeface="Corbel"/>
                <a:cs typeface="Corbel"/>
              </a:rPr>
              <a:t>attitude</a:t>
            </a:r>
            <a:r>
              <a:rPr sz="1600" spc="35" dirty="0">
                <a:latin typeface="Corbel"/>
                <a:cs typeface="Corbel"/>
              </a:rPr>
              <a:t> </a:t>
            </a:r>
            <a:r>
              <a:rPr sz="1600" dirty="0">
                <a:latin typeface="Corbel"/>
                <a:cs typeface="Corbel"/>
              </a:rPr>
              <a:t>could</a:t>
            </a:r>
            <a:r>
              <a:rPr sz="1600" spc="25" dirty="0">
                <a:latin typeface="Corbel"/>
                <a:cs typeface="Corbel"/>
              </a:rPr>
              <a:t> </a:t>
            </a:r>
            <a:r>
              <a:rPr sz="1600" dirty="0">
                <a:latin typeface="Corbel"/>
                <a:cs typeface="Corbel"/>
              </a:rPr>
              <a:t>think</a:t>
            </a:r>
            <a:r>
              <a:rPr sz="1600" spc="20" dirty="0">
                <a:latin typeface="Corbel"/>
                <a:cs typeface="Corbel"/>
              </a:rPr>
              <a:t> </a:t>
            </a:r>
            <a:r>
              <a:rPr sz="1600" dirty="0">
                <a:latin typeface="Corbel"/>
                <a:cs typeface="Corbel"/>
              </a:rPr>
              <a:t>that</a:t>
            </a:r>
            <a:r>
              <a:rPr sz="1600" spc="20" dirty="0">
                <a:latin typeface="Corbel"/>
                <a:cs typeface="Corbel"/>
              </a:rPr>
              <a:t> </a:t>
            </a:r>
            <a:r>
              <a:rPr sz="1600" dirty="0">
                <a:latin typeface="Corbel"/>
                <a:cs typeface="Corbel"/>
              </a:rPr>
              <a:t>they</a:t>
            </a:r>
            <a:r>
              <a:rPr sz="1600" spc="25" dirty="0">
                <a:latin typeface="Corbel"/>
                <a:cs typeface="Corbel"/>
              </a:rPr>
              <a:t> </a:t>
            </a:r>
            <a:r>
              <a:rPr sz="1600" spc="-25" dirty="0">
                <a:latin typeface="Corbel"/>
                <a:cs typeface="Corbel"/>
              </a:rPr>
              <a:t>are </a:t>
            </a:r>
            <a:r>
              <a:rPr sz="1600" dirty="0">
                <a:latin typeface="Corbel"/>
                <a:cs typeface="Corbel"/>
              </a:rPr>
              <a:t>invincible,</a:t>
            </a:r>
            <a:r>
              <a:rPr sz="1600" spc="-30" dirty="0">
                <a:latin typeface="Corbel"/>
                <a:cs typeface="Corbel"/>
              </a:rPr>
              <a:t> </a:t>
            </a:r>
            <a:r>
              <a:rPr sz="1600" spc="-10" dirty="0">
                <a:latin typeface="Corbel"/>
                <a:cs typeface="Corbel"/>
              </a:rPr>
              <a:t>indestructible,</a:t>
            </a:r>
            <a:r>
              <a:rPr sz="1600" spc="-15" dirty="0">
                <a:latin typeface="Corbel"/>
                <a:cs typeface="Corbel"/>
              </a:rPr>
              <a:t> </a:t>
            </a:r>
            <a:r>
              <a:rPr sz="1600" dirty="0">
                <a:latin typeface="Corbel"/>
                <a:cs typeface="Corbel"/>
              </a:rPr>
              <a:t>but</a:t>
            </a:r>
            <a:r>
              <a:rPr sz="1600" spc="-20" dirty="0">
                <a:latin typeface="Corbel"/>
                <a:cs typeface="Corbel"/>
              </a:rPr>
              <a:t> </a:t>
            </a:r>
            <a:r>
              <a:rPr sz="1600" dirty="0">
                <a:latin typeface="Corbel"/>
                <a:cs typeface="Corbel"/>
              </a:rPr>
              <a:t>we</a:t>
            </a:r>
            <a:r>
              <a:rPr sz="1600" spc="-15" dirty="0">
                <a:latin typeface="Corbel"/>
                <a:cs typeface="Corbel"/>
              </a:rPr>
              <a:t> </a:t>
            </a:r>
            <a:r>
              <a:rPr sz="1600" dirty="0">
                <a:latin typeface="Corbel"/>
                <a:cs typeface="Corbel"/>
              </a:rPr>
              <a:t>both</a:t>
            </a:r>
            <a:r>
              <a:rPr sz="1600" spc="-20" dirty="0">
                <a:latin typeface="Corbel"/>
                <a:cs typeface="Corbel"/>
              </a:rPr>
              <a:t> </a:t>
            </a:r>
            <a:r>
              <a:rPr sz="1600" dirty="0">
                <a:latin typeface="Corbel"/>
                <a:cs typeface="Corbel"/>
              </a:rPr>
              <a:t>know</a:t>
            </a:r>
            <a:r>
              <a:rPr sz="1600" spc="-15" dirty="0">
                <a:latin typeface="Corbel"/>
                <a:cs typeface="Corbel"/>
              </a:rPr>
              <a:t> </a:t>
            </a:r>
            <a:r>
              <a:rPr sz="1600" dirty="0">
                <a:latin typeface="Corbel"/>
                <a:cs typeface="Corbel"/>
              </a:rPr>
              <a:t>this</a:t>
            </a:r>
            <a:r>
              <a:rPr sz="1600" spc="-15" dirty="0">
                <a:latin typeface="Corbel"/>
                <a:cs typeface="Corbel"/>
              </a:rPr>
              <a:t> </a:t>
            </a:r>
            <a:r>
              <a:rPr sz="1600" dirty="0">
                <a:latin typeface="Corbel"/>
                <a:cs typeface="Corbel"/>
              </a:rPr>
              <a:t>isn't</a:t>
            </a:r>
            <a:r>
              <a:rPr sz="1600" spc="-25" dirty="0">
                <a:latin typeface="Corbel"/>
                <a:cs typeface="Corbel"/>
              </a:rPr>
              <a:t> </a:t>
            </a:r>
            <a:r>
              <a:rPr sz="1600" spc="-10" dirty="0">
                <a:latin typeface="Corbel"/>
                <a:cs typeface="Corbel"/>
              </a:rPr>
              <a:t>true.</a:t>
            </a:r>
            <a:r>
              <a:rPr sz="1600" spc="-105" dirty="0">
                <a:latin typeface="Corbel"/>
                <a:cs typeface="Corbel"/>
              </a:rPr>
              <a:t> </a:t>
            </a:r>
            <a:r>
              <a:rPr sz="1600" dirty="0">
                <a:latin typeface="Corbel"/>
                <a:cs typeface="Corbel"/>
              </a:rPr>
              <a:t>The</a:t>
            </a:r>
            <a:r>
              <a:rPr sz="1600" spc="-15" dirty="0">
                <a:latin typeface="Corbel"/>
                <a:cs typeface="Corbel"/>
              </a:rPr>
              <a:t> </a:t>
            </a:r>
            <a:r>
              <a:rPr sz="1600" dirty="0">
                <a:latin typeface="Corbel"/>
                <a:cs typeface="Corbel"/>
              </a:rPr>
              <a:t>antidote</a:t>
            </a:r>
            <a:r>
              <a:rPr sz="1600" spc="-10" dirty="0">
                <a:latin typeface="Corbel"/>
                <a:cs typeface="Corbel"/>
              </a:rPr>
              <a:t> </a:t>
            </a:r>
            <a:r>
              <a:rPr sz="1600" dirty="0">
                <a:latin typeface="Corbel"/>
                <a:cs typeface="Corbel"/>
              </a:rPr>
              <a:t>for</a:t>
            </a:r>
            <a:r>
              <a:rPr sz="1600" spc="-15" dirty="0">
                <a:latin typeface="Corbel"/>
                <a:cs typeface="Corbel"/>
              </a:rPr>
              <a:t> </a:t>
            </a:r>
            <a:r>
              <a:rPr sz="1600" dirty="0">
                <a:latin typeface="Corbel"/>
                <a:cs typeface="Corbel"/>
              </a:rPr>
              <a:t>this</a:t>
            </a:r>
            <a:r>
              <a:rPr sz="1600" spc="-15" dirty="0">
                <a:latin typeface="Corbel"/>
                <a:cs typeface="Corbel"/>
              </a:rPr>
              <a:t> </a:t>
            </a:r>
            <a:r>
              <a:rPr sz="1600" dirty="0">
                <a:latin typeface="Corbel"/>
                <a:cs typeface="Corbel"/>
              </a:rPr>
              <a:t>is</a:t>
            </a:r>
            <a:r>
              <a:rPr sz="1600" spc="-15" dirty="0">
                <a:latin typeface="Corbel"/>
                <a:cs typeface="Corbel"/>
              </a:rPr>
              <a:t> </a:t>
            </a:r>
            <a:r>
              <a:rPr sz="1600" u="sng" dirty="0">
                <a:uFill>
                  <a:solidFill>
                    <a:srgbClr val="000000"/>
                  </a:solidFill>
                </a:uFill>
                <a:latin typeface="Corbel"/>
                <a:cs typeface="Corbel"/>
              </a:rPr>
              <a:t>“It</a:t>
            </a:r>
            <a:r>
              <a:rPr sz="1600" u="sng" spc="-20" dirty="0">
                <a:uFill>
                  <a:solidFill>
                    <a:srgbClr val="000000"/>
                  </a:solidFill>
                </a:uFill>
                <a:latin typeface="Corbel"/>
                <a:cs typeface="Corbel"/>
              </a:rPr>
              <a:t> </a:t>
            </a:r>
            <a:r>
              <a:rPr sz="1600" u="sng" dirty="0">
                <a:uFill>
                  <a:solidFill>
                    <a:srgbClr val="000000"/>
                  </a:solidFill>
                </a:uFill>
                <a:latin typeface="Corbel"/>
                <a:cs typeface="Corbel"/>
              </a:rPr>
              <a:t>could</a:t>
            </a:r>
            <a:r>
              <a:rPr sz="1600" u="sng" spc="-15" dirty="0">
                <a:uFill>
                  <a:solidFill>
                    <a:srgbClr val="000000"/>
                  </a:solidFill>
                </a:uFill>
                <a:latin typeface="Corbel"/>
                <a:cs typeface="Corbel"/>
              </a:rPr>
              <a:t> </a:t>
            </a:r>
            <a:r>
              <a:rPr sz="1600" u="sng" dirty="0">
                <a:uFill>
                  <a:solidFill>
                    <a:srgbClr val="000000"/>
                  </a:solidFill>
                </a:uFill>
                <a:latin typeface="Corbel"/>
                <a:cs typeface="Corbel"/>
              </a:rPr>
              <a:t>happen</a:t>
            </a:r>
            <a:r>
              <a:rPr sz="1600" u="sng" spc="-10" dirty="0">
                <a:uFill>
                  <a:solidFill>
                    <a:srgbClr val="000000"/>
                  </a:solidFill>
                </a:uFill>
                <a:latin typeface="Corbel"/>
                <a:cs typeface="Corbel"/>
              </a:rPr>
              <a:t> </a:t>
            </a:r>
            <a:r>
              <a:rPr sz="1600" u="sng" dirty="0">
                <a:uFill>
                  <a:solidFill>
                    <a:srgbClr val="000000"/>
                  </a:solidFill>
                </a:uFill>
                <a:latin typeface="Corbel"/>
                <a:cs typeface="Corbel"/>
              </a:rPr>
              <a:t>to</a:t>
            </a:r>
            <a:r>
              <a:rPr sz="1600" u="sng" spc="-20" dirty="0">
                <a:uFill>
                  <a:solidFill>
                    <a:srgbClr val="000000"/>
                  </a:solidFill>
                </a:uFill>
                <a:latin typeface="Corbel"/>
                <a:cs typeface="Corbel"/>
              </a:rPr>
              <a:t> me”</a:t>
            </a:r>
            <a:r>
              <a:rPr sz="1600" spc="-20" dirty="0">
                <a:latin typeface="Corbel"/>
                <a:cs typeface="Corbel"/>
              </a:rPr>
              <a:t>.</a:t>
            </a:r>
            <a:endParaRPr sz="1600" dirty="0">
              <a:latin typeface="Corbel"/>
              <a:cs typeface="Corbel"/>
            </a:endParaRPr>
          </a:p>
          <a:p>
            <a:pPr marL="298450" marR="6350" indent="-285750">
              <a:lnSpc>
                <a:spcPts val="1900"/>
              </a:lnSpc>
              <a:spcBef>
                <a:spcPts val="1065"/>
              </a:spcBef>
              <a:buFont typeface="Arial MT"/>
              <a:buChar char="•"/>
              <a:tabLst>
                <a:tab pos="298450" algn="l"/>
              </a:tabLst>
            </a:pPr>
            <a:r>
              <a:rPr sz="1600" b="1" u="sng" dirty="0">
                <a:uFill>
                  <a:solidFill>
                    <a:srgbClr val="000000"/>
                  </a:solidFill>
                </a:uFill>
                <a:latin typeface="Corbel"/>
                <a:cs typeface="Corbel"/>
              </a:rPr>
              <a:t>Macho</a:t>
            </a:r>
            <a:r>
              <a:rPr sz="1600" b="1" spc="15" dirty="0">
                <a:latin typeface="Corbel"/>
                <a:cs typeface="Corbel"/>
              </a:rPr>
              <a:t> </a:t>
            </a:r>
            <a:r>
              <a:rPr sz="1600" dirty="0">
                <a:latin typeface="Corbel"/>
                <a:cs typeface="Corbel"/>
              </a:rPr>
              <a:t>-</a:t>
            </a:r>
            <a:r>
              <a:rPr sz="1600" spc="30" dirty="0">
                <a:latin typeface="Corbel"/>
                <a:cs typeface="Corbel"/>
              </a:rPr>
              <a:t> </a:t>
            </a:r>
            <a:r>
              <a:rPr sz="1600" dirty="0">
                <a:latin typeface="Corbel"/>
                <a:cs typeface="Corbel"/>
              </a:rPr>
              <a:t>This</a:t>
            </a:r>
            <a:r>
              <a:rPr sz="1600" spc="35" dirty="0">
                <a:latin typeface="Corbel"/>
                <a:cs typeface="Corbel"/>
              </a:rPr>
              <a:t> </a:t>
            </a:r>
            <a:r>
              <a:rPr sz="1600" dirty="0">
                <a:latin typeface="Corbel"/>
                <a:cs typeface="Corbel"/>
              </a:rPr>
              <a:t>is</a:t>
            </a:r>
            <a:r>
              <a:rPr sz="1600" spc="30" dirty="0">
                <a:latin typeface="Corbel"/>
                <a:cs typeface="Corbel"/>
              </a:rPr>
              <a:t> </a:t>
            </a:r>
            <a:r>
              <a:rPr sz="1600" dirty="0">
                <a:latin typeface="Corbel"/>
                <a:cs typeface="Corbel"/>
              </a:rPr>
              <a:t>the</a:t>
            </a:r>
            <a:r>
              <a:rPr sz="1600" spc="30" dirty="0">
                <a:latin typeface="Corbel"/>
                <a:cs typeface="Corbel"/>
              </a:rPr>
              <a:t> </a:t>
            </a:r>
            <a:r>
              <a:rPr sz="1600" u="sng" dirty="0">
                <a:uFill>
                  <a:solidFill>
                    <a:srgbClr val="000000"/>
                  </a:solidFill>
                </a:uFill>
                <a:latin typeface="Corbel"/>
                <a:cs typeface="Corbel"/>
              </a:rPr>
              <a:t>“I</a:t>
            </a:r>
            <a:r>
              <a:rPr sz="1600" u="sng" spc="25" dirty="0">
                <a:uFill>
                  <a:solidFill>
                    <a:srgbClr val="000000"/>
                  </a:solidFill>
                </a:uFill>
                <a:latin typeface="Corbel"/>
                <a:cs typeface="Corbel"/>
              </a:rPr>
              <a:t> </a:t>
            </a:r>
            <a:r>
              <a:rPr sz="1600" u="sng" dirty="0">
                <a:uFill>
                  <a:solidFill>
                    <a:srgbClr val="000000"/>
                  </a:solidFill>
                </a:uFill>
                <a:latin typeface="Corbel"/>
                <a:cs typeface="Corbel"/>
              </a:rPr>
              <a:t>can</a:t>
            </a:r>
            <a:r>
              <a:rPr sz="1600" u="sng" spc="30" dirty="0">
                <a:uFill>
                  <a:solidFill>
                    <a:srgbClr val="000000"/>
                  </a:solidFill>
                </a:uFill>
                <a:latin typeface="Corbel"/>
                <a:cs typeface="Corbel"/>
              </a:rPr>
              <a:t> </a:t>
            </a:r>
            <a:r>
              <a:rPr sz="1600" u="sng" dirty="0">
                <a:uFill>
                  <a:solidFill>
                    <a:srgbClr val="000000"/>
                  </a:solidFill>
                </a:uFill>
                <a:latin typeface="Corbel"/>
                <a:cs typeface="Corbel"/>
              </a:rPr>
              <a:t>do</a:t>
            </a:r>
            <a:r>
              <a:rPr sz="1600" u="sng" spc="25" dirty="0">
                <a:uFill>
                  <a:solidFill>
                    <a:srgbClr val="000000"/>
                  </a:solidFill>
                </a:uFill>
                <a:latin typeface="Corbel"/>
                <a:cs typeface="Corbel"/>
              </a:rPr>
              <a:t> </a:t>
            </a:r>
            <a:r>
              <a:rPr sz="1600" u="sng" dirty="0">
                <a:uFill>
                  <a:solidFill>
                    <a:srgbClr val="000000"/>
                  </a:solidFill>
                </a:uFill>
                <a:latin typeface="Corbel"/>
                <a:cs typeface="Corbel"/>
              </a:rPr>
              <a:t>it</a:t>
            </a:r>
            <a:r>
              <a:rPr sz="1600" u="sng" spc="25" dirty="0">
                <a:uFill>
                  <a:solidFill>
                    <a:srgbClr val="000000"/>
                  </a:solidFill>
                </a:uFill>
                <a:latin typeface="Corbel"/>
                <a:cs typeface="Corbel"/>
              </a:rPr>
              <a:t> </a:t>
            </a:r>
            <a:r>
              <a:rPr sz="1600" u="sng" dirty="0">
                <a:uFill>
                  <a:solidFill>
                    <a:srgbClr val="000000"/>
                  </a:solidFill>
                </a:uFill>
                <a:latin typeface="Corbel"/>
                <a:cs typeface="Corbel"/>
              </a:rPr>
              <a:t>-</a:t>
            </a:r>
            <a:r>
              <a:rPr sz="1600" u="sng" spc="30" dirty="0">
                <a:uFill>
                  <a:solidFill>
                    <a:srgbClr val="000000"/>
                  </a:solidFill>
                </a:uFill>
                <a:latin typeface="Corbel"/>
                <a:cs typeface="Corbel"/>
              </a:rPr>
              <a:t> </a:t>
            </a:r>
            <a:r>
              <a:rPr sz="1600" u="sng" dirty="0">
                <a:uFill>
                  <a:solidFill>
                    <a:srgbClr val="000000"/>
                  </a:solidFill>
                </a:uFill>
                <a:latin typeface="Corbel"/>
                <a:cs typeface="Corbel"/>
              </a:rPr>
              <a:t>I'll</a:t>
            </a:r>
            <a:r>
              <a:rPr sz="1600" u="sng" spc="30" dirty="0">
                <a:uFill>
                  <a:solidFill>
                    <a:srgbClr val="000000"/>
                  </a:solidFill>
                </a:uFill>
                <a:latin typeface="Corbel"/>
                <a:cs typeface="Corbel"/>
              </a:rPr>
              <a:t> </a:t>
            </a:r>
            <a:r>
              <a:rPr sz="1600" u="sng" dirty="0">
                <a:uFill>
                  <a:solidFill>
                    <a:srgbClr val="000000"/>
                  </a:solidFill>
                </a:uFill>
                <a:latin typeface="Corbel"/>
                <a:cs typeface="Corbel"/>
              </a:rPr>
              <a:t>show</a:t>
            </a:r>
            <a:r>
              <a:rPr sz="1600" u="sng" spc="30" dirty="0">
                <a:uFill>
                  <a:solidFill>
                    <a:srgbClr val="000000"/>
                  </a:solidFill>
                </a:uFill>
                <a:latin typeface="Corbel"/>
                <a:cs typeface="Corbel"/>
              </a:rPr>
              <a:t> </a:t>
            </a:r>
            <a:r>
              <a:rPr sz="1600" u="sng" dirty="0">
                <a:uFill>
                  <a:solidFill>
                    <a:srgbClr val="000000"/>
                  </a:solidFill>
                </a:uFill>
                <a:latin typeface="Corbel"/>
                <a:cs typeface="Corbel"/>
              </a:rPr>
              <a:t>them”</a:t>
            </a:r>
            <a:r>
              <a:rPr sz="1600" dirty="0">
                <a:latin typeface="Corbel"/>
                <a:cs typeface="Corbel"/>
              </a:rPr>
              <a:t>.</a:t>
            </a:r>
            <a:r>
              <a:rPr sz="1600" spc="30" dirty="0">
                <a:latin typeface="Corbel"/>
                <a:cs typeface="Corbel"/>
              </a:rPr>
              <a:t> </a:t>
            </a:r>
            <a:r>
              <a:rPr sz="1600" dirty="0">
                <a:latin typeface="Corbel"/>
                <a:cs typeface="Corbel"/>
              </a:rPr>
              <a:t>Pilots</a:t>
            </a:r>
            <a:r>
              <a:rPr sz="1600" spc="30" dirty="0">
                <a:latin typeface="Corbel"/>
                <a:cs typeface="Corbel"/>
              </a:rPr>
              <a:t> </a:t>
            </a:r>
            <a:r>
              <a:rPr sz="1600" dirty="0">
                <a:latin typeface="Corbel"/>
                <a:cs typeface="Corbel"/>
              </a:rPr>
              <a:t>with</a:t>
            </a:r>
            <a:r>
              <a:rPr sz="1600" spc="30" dirty="0">
                <a:latin typeface="Corbel"/>
                <a:cs typeface="Corbel"/>
              </a:rPr>
              <a:t> </a:t>
            </a:r>
            <a:r>
              <a:rPr sz="1600" dirty="0">
                <a:latin typeface="Corbel"/>
                <a:cs typeface="Corbel"/>
              </a:rPr>
              <a:t>this</a:t>
            </a:r>
            <a:r>
              <a:rPr sz="1600" spc="30" dirty="0">
                <a:latin typeface="Corbel"/>
                <a:cs typeface="Corbel"/>
              </a:rPr>
              <a:t> </a:t>
            </a:r>
            <a:r>
              <a:rPr sz="1600" dirty="0">
                <a:latin typeface="Corbel"/>
                <a:cs typeface="Corbel"/>
              </a:rPr>
              <a:t>attitude</a:t>
            </a:r>
            <a:r>
              <a:rPr sz="1600" spc="35" dirty="0">
                <a:latin typeface="Corbel"/>
                <a:cs typeface="Corbel"/>
              </a:rPr>
              <a:t> </a:t>
            </a:r>
            <a:r>
              <a:rPr sz="1600" dirty="0">
                <a:latin typeface="Corbel"/>
                <a:cs typeface="Corbel"/>
              </a:rPr>
              <a:t>try</a:t>
            </a:r>
            <a:r>
              <a:rPr sz="1600" spc="20" dirty="0">
                <a:latin typeface="Corbel"/>
                <a:cs typeface="Corbel"/>
              </a:rPr>
              <a:t> </a:t>
            </a:r>
            <a:r>
              <a:rPr sz="1600" dirty="0">
                <a:latin typeface="Corbel"/>
                <a:cs typeface="Corbel"/>
              </a:rPr>
              <a:t>to</a:t>
            </a:r>
            <a:r>
              <a:rPr sz="1600" spc="30" dirty="0">
                <a:latin typeface="Corbel"/>
                <a:cs typeface="Corbel"/>
              </a:rPr>
              <a:t> </a:t>
            </a:r>
            <a:r>
              <a:rPr sz="1600" dirty="0">
                <a:latin typeface="Corbel"/>
                <a:cs typeface="Corbel"/>
              </a:rPr>
              <a:t>prove</a:t>
            </a:r>
            <a:r>
              <a:rPr sz="1600" spc="30" dirty="0">
                <a:latin typeface="Corbel"/>
                <a:cs typeface="Corbel"/>
              </a:rPr>
              <a:t> </a:t>
            </a:r>
            <a:r>
              <a:rPr sz="1600" dirty="0">
                <a:latin typeface="Corbel"/>
                <a:cs typeface="Corbel"/>
              </a:rPr>
              <a:t>themselves</a:t>
            </a:r>
            <a:r>
              <a:rPr sz="1600" spc="30" dirty="0">
                <a:latin typeface="Corbel"/>
                <a:cs typeface="Corbel"/>
              </a:rPr>
              <a:t> </a:t>
            </a:r>
            <a:r>
              <a:rPr sz="1600" dirty="0">
                <a:latin typeface="Corbel"/>
                <a:cs typeface="Corbel"/>
              </a:rPr>
              <a:t>by</a:t>
            </a:r>
            <a:r>
              <a:rPr sz="1600" spc="30" dirty="0">
                <a:latin typeface="Corbel"/>
                <a:cs typeface="Corbel"/>
              </a:rPr>
              <a:t> </a:t>
            </a:r>
            <a:r>
              <a:rPr sz="1600" dirty="0">
                <a:latin typeface="Corbel"/>
                <a:cs typeface="Corbel"/>
              </a:rPr>
              <a:t>taking</a:t>
            </a:r>
            <a:r>
              <a:rPr sz="1600" spc="25" dirty="0">
                <a:latin typeface="Corbel"/>
                <a:cs typeface="Corbel"/>
              </a:rPr>
              <a:t> </a:t>
            </a:r>
            <a:r>
              <a:rPr sz="1600" dirty="0">
                <a:latin typeface="Corbel"/>
                <a:cs typeface="Corbel"/>
              </a:rPr>
              <a:t>risks</a:t>
            </a:r>
            <a:r>
              <a:rPr sz="1600" spc="30" dirty="0">
                <a:latin typeface="Corbel"/>
                <a:cs typeface="Corbel"/>
              </a:rPr>
              <a:t> </a:t>
            </a:r>
            <a:r>
              <a:rPr sz="1600" spc="-25" dirty="0">
                <a:latin typeface="Corbel"/>
                <a:cs typeface="Corbel"/>
              </a:rPr>
              <a:t>in </a:t>
            </a:r>
            <a:r>
              <a:rPr sz="1600" dirty="0">
                <a:latin typeface="Corbel"/>
                <a:cs typeface="Corbel"/>
              </a:rPr>
              <a:t>order</a:t>
            </a:r>
            <a:r>
              <a:rPr sz="1600" spc="-40" dirty="0">
                <a:latin typeface="Corbel"/>
                <a:cs typeface="Corbel"/>
              </a:rPr>
              <a:t> </a:t>
            </a:r>
            <a:r>
              <a:rPr sz="1600" dirty="0">
                <a:latin typeface="Corbel"/>
                <a:cs typeface="Corbel"/>
              </a:rPr>
              <a:t>to</a:t>
            </a:r>
            <a:r>
              <a:rPr sz="1600" spc="-25" dirty="0">
                <a:latin typeface="Corbel"/>
                <a:cs typeface="Corbel"/>
              </a:rPr>
              <a:t> </a:t>
            </a:r>
            <a:r>
              <a:rPr sz="1600" dirty="0">
                <a:latin typeface="Corbel"/>
                <a:cs typeface="Corbel"/>
              </a:rPr>
              <a:t>impress</a:t>
            </a:r>
            <a:r>
              <a:rPr sz="1600" spc="-20" dirty="0">
                <a:latin typeface="Corbel"/>
                <a:cs typeface="Corbel"/>
              </a:rPr>
              <a:t> </a:t>
            </a:r>
            <a:r>
              <a:rPr sz="1600" spc="-10" dirty="0">
                <a:latin typeface="Corbel"/>
                <a:cs typeface="Corbel"/>
              </a:rPr>
              <a:t>others.</a:t>
            </a:r>
            <a:r>
              <a:rPr sz="1600" spc="-105" dirty="0">
                <a:latin typeface="Corbel"/>
                <a:cs typeface="Corbel"/>
              </a:rPr>
              <a:t> </a:t>
            </a:r>
            <a:r>
              <a:rPr sz="1600" dirty="0">
                <a:latin typeface="Corbel"/>
                <a:cs typeface="Corbel"/>
              </a:rPr>
              <a:t>The</a:t>
            </a:r>
            <a:r>
              <a:rPr sz="1600" spc="-20" dirty="0">
                <a:latin typeface="Corbel"/>
                <a:cs typeface="Corbel"/>
              </a:rPr>
              <a:t> </a:t>
            </a:r>
            <a:r>
              <a:rPr sz="1600" dirty="0">
                <a:latin typeface="Corbel"/>
                <a:cs typeface="Corbel"/>
              </a:rPr>
              <a:t>antidote</a:t>
            </a:r>
            <a:r>
              <a:rPr sz="1600" spc="-20" dirty="0">
                <a:latin typeface="Corbel"/>
                <a:cs typeface="Corbel"/>
              </a:rPr>
              <a:t> </a:t>
            </a:r>
            <a:r>
              <a:rPr sz="1600" dirty="0">
                <a:latin typeface="Corbel"/>
                <a:cs typeface="Corbel"/>
              </a:rPr>
              <a:t>for</a:t>
            </a:r>
            <a:r>
              <a:rPr sz="1600" spc="-20" dirty="0">
                <a:latin typeface="Corbel"/>
                <a:cs typeface="Corbel"/>
              </a:rPr>
              <a:t> </a:t>
            </a:r>
            <a:r>
              <a:rPr sz="1600" dirty="0">
                <a:latin typeface="Corbel"/>
                <a:cs typeface="Corbel"/>
              </a:rPr>
              <a:t>this</a:t>
            </a:r>
            <a:r>
              <a:rPr sz="1600" spc="-25" dirty="0">
                <a:latin typeface="Corbel"/>
                <a:cs typeface="Corbel"/>
              </a:rPr>
              <a:t> </a:t>
            </a:r>
            <a:r>
              <a:rPr sz="1600" dirty="0">
                <a:latin typeface="Corbel"/>
                <a:cs typeface="Corbel"/>
              </a:rPr>
              <a:t>is,</a:t>
            </a:r>
            <a:r>
              <a:rPr sz="1600" spc="-20" dirty="0">
                <a:latin typeface="Corbel"/>
                <a:cs typeface="Corbel"/>
              </a:rPr>
              <a:t> </a:t>
            </a:r>
            <a:r>
              <a:rPr sz="1600" u="sng" spc="-20" dirty="0">
                <a:uFill>
                  <a:solidFill>
                    <a:srgbClr val="000000"/>
                  </a:solidFill>
                </a:uFill>
                <a:latin typeface="Corbel"/>
                <a:cs typeface="Corbel"/>
              </a:rPr>
              <a:t>“Takin</a:t>
            </a:r>
            <a:r>
              <a:rPr sz="1600" u="sng" spc="-15" dirty="0">
                <a:uFill>
                  <a:solidFill>
                    <a:srgbClr val="000000"/>
                  </a:solidFill>
                </a:uFill>
                <a:latin typeface="Corbel"/>
                <a:cs typeface="Corbel"/>
              </a:rPr>
              <a:t> </a:t>
            </a:r>
            <a:r>
              <a:rPr sz="1600" u="sng" dirty="0">
                <a:uFill>
                  <a:solidFill>
                    <a:srgbClr val="000000"/>
                  </a:solidFill>
                </a:uFill>
                <a:latin typeface="Corbel"/>
                <a:cs typeface="Corbel"/>
              </a:rPr>
              <a:t>chances</a:t>
            </a:r>
            <a:r>
              <a:rPr sz="1600" u="sng" spc="-25" dirty="0">
                <a:uFill>
                  <a:solidFill>
                    <a:srgbClr val="000000"/>
                  </a:solidFill>
                </a:uFill>
                <a:latin typeface="Corbel"/>
                <a:cs typeface="Corbel"/>
              </a:rPr>
              <a:t> </a:t>
            </a:r>
            <a:r>
              <a:rPr sz="1600" u="sng" dirty="0">
                <a:uFill>
                  <a:solidFill>
                    <a:srgbClr val="000000"/>
                  </a:solidFill>
                </a:uFill>
                <a:latin typeface="Corbel"/>
                <a:cs typeface="Corbel"/>
              </a:rPr>
              <a:t>is</a:t>
            </a:r>
            <a:r>
              <a:rPr sz="1600" u="sng" spc="-20" dirty="0">
                <a:uFill>
                  <a:solidFill>
                    <a:srgbClr val="000000"/>
                  </a:solidFill>
                </a:uFill>
                <a:latin typeface="Corbel"/>
                <a:cs typeface="Corbel"/>
              </a:rPr>
              <a:t> </a:t>
            </a:r>
            <a:r>
              <a:rPr sz="1600" u="sng" spc="-10" dirty="0">
                <a:uFill>
                  <a:solidFill>
                    <a:srgbClr val="000000"/>
                  </a:solidFill>
                </a:uFill>
                <a:latin typeface="Corbel"/>
                <a:cs typeface="Corbel"/>
              </a:rPr>
              <a:t>foolish”</a:t>
            </a:r>
            <a:r>
              <a:rPr sz="1600" spc="-10" dirty="0">
                <a:latin typeface="Corbel"/>
                <a:cs typeface="Corbel"/>
              </a:rPr>
              <a:t>.</a:t>
            </a:r>
            <a:endParaRPr sz="1600" dirty="0">
              <a:latin typeface="Corbel"/>
              <a:cs typeface="Corbel"/>
            </a:endParaRPr>
          </a:p>
          <a:p>
            <a:pPr marL="298450" marR="6350" indent="-285750">
              <a:lnSpc>
                <a:spcPts val="1900"/>
              </a:lnSpc>
              <a:spcBef>
                <a:spcPts val="1000"/>
              </a:spcBef>
              <a:buFont typeface="Arial MT"/>
              <a:buChar char="•"/>
              <a:tabLst>
                <a:tab pos="298450" algn="l"/>
              </a:tabLst>
            </a:pPr>
            <a:r>
              <a:rPr sz="1600" b="1" u="sng" dirty="0">
                <a:uFill>
                  <a:solidFill>
                    <a:srgbClr val="000000"/>
                  </a:solidFill>
                </a:uFill>
                <a:latin typeface="Corbel"/>
                <a:cs typeface="Corbel"/>
              </a:rPr>
              <a:t>Resignation</a:t>
            </a:r>
            <a:r>
              <a:rPr sz="1600" b="1" spc="85" dirty="0">
                <a:latin typeface="Corbel"/>
                <a:cs typeface="Corbel"/>
              </a:rPr>
              <a:t> </a:t>
            </a:r>
            <a:r>
              <a:rPr sz="1600" dirty="0">
                <a:latin typeface="Corbel"/>
                <a:cs typeface="Corbel"/>
              </a:rPr>
              <a:t>-</a:t>
            </a:r>
            <a:r>
              <a:rPr sz="1600" spc="100" dirty="0">
                <a:latin typeface="Corbel"/>
                <a:cs typeface="Corbel"/>
              </a:rPr>
              <a:t> </a:t>
            </a:r>
            <a:r>
              <a:rPr sz="1600" dirty="0">
                <a:latin typeface="Corbel"/>
                <a:cs typeface="Corbel"/>
              </a:rPr>
              <a:t>This</a:t>
            </a:r>
            <a:r>
              <a:rPr sz="1600" spc="95" dirty="0">
                <a:latin typeface="Corbel"/>
                <a:cs typeface="Corbel"/>
              </a:rPr>
              <a:t> </a:t>
            </a:r>
            <a:r>
              <a:rPr sz="1600" dirty="0">
                <a:latin typeface="Corbel"/>
                <a:cs typeface="Corbel"/>
              </a:rPr>
              <a:t>is</a:t>
            </a:r>
            <a:r>
              <a:rPr sz="1600" spc="95" dirty="0">
                <a:latin typeface="Corbel"/>
                <a:cs typeface="Corbel"/>
              </a:rPr>
              <a:t> </a:t>
            </a:r>
            <a:r>
              <a:rPr sz="1600" dirty="0">
                <a:latin typeface="Corbel"/>
                <a:cs typeface="Corbel"/>
              </a:rPr>
              <a:t>the</a:t>
            </a:r>
            <a:r>
              <a:rPr sz="1600" spc="100" dirty="0">
                <a:latin typeface="Corbel"/>
                <a:cs typeface="Corbel"/>
              </a:rPr>
              <a:t> </a:t>
            </a:r>
            <a:r>
              <a:rPr sz="1600" u="sng" dirty="0">
                <a:uFill>
                  <a:solidFill>
                    <a:srgbClr val="000000"/>
                  </a:solidFill>
                </a:uFill>
                <a:latin typeface="Corbel"/>
                <a:cs typeface="Corbel"/>
              </a:rPr>
              <a:t>“what's</a:t>
            </a:r>
            <a:r>
              <a:rPr sz="1600" u="sng" spc="95" dirty="0">
                <a:uFill>
                  <a:solidFill>
                    <a:srgbClr val="000000"/>
                  </a:solidFill>
                </a:uFill>
                <a:latin typeface="Corbel"/>
                <a:cs typeface="Corbel"/>
              </a:rPr>
              <a:t> </a:t>
            </a:r>
            <a:r>
              <a:rPr sz="1600" u="sng" dirty="0">
                <a:uFill>
                  <a:solidFill>
                    <a:srgbClr val="000000"/>
                  </a:solidFill>
                </a:uFill>
                <a:latin typeface="Corbel"/>
                <a:cs typeface="Corbel"/>
              </a:rPr>
              <a:t>the</a:t>
            </a:r>
            <a:r>
              <a:rPr sz="1600" u="sng" spc="100" dirty="0">
                <a:uFill>
                  <a:solidFill>
                    <a:srgbClr val="000000"/>
                  </a:solidFill>
                </a:uFill>
                <a:latin typeface="Corbel"/>
                <a:cs typeface="Corbel"/>
              </a:rPr>
              <a:t> </a:t>
            </a:r>
            <a:r>
              <a:rPr sz="1600" u="sng" dirty="0">
                <a:uFill>
                  <a:solidFill>
                    <a:srgbClr val="000000"/>
                  </a:solidFill>
                </a:uFill>
                <a:latin typeface="Corbel"/>
                <a:cs typeface="Corbel"/>
              </a:rPr>
              <a:t>use?”</a:t>
            </a:r>
            <a:r>
              <a:rPr sz="1600" spc="100" dirty="0">
                <a:latin typeface="Corbel"/>
                <a:cs typeface="Corbel"/>
              </a:rPr>
              <a:t> </a:t>
            </a:r>
            <a:r>
              <a:rPr sz="1600" dirty="0">
                <a:latin typeface="Corbel"/>
                <a:cs typeface="Corbel"/>
              </a:rPr>
              <a:t>attitude.</a:t>
            </a:r>
            <a:r>
              <a:rPr sz="1600" spc="95" dirty="0">
                <a:latin typeface="Corbel"/>
                <a:cs typeface="Corbel"/>
              </a:rPr>
              <a:t> </a:t>
            </a:r>
            <a:r>
              <a:rPr sz="1600" dirty="0">
                <a:latin typeface="Corbel"/>
                <a:cs typeface="Corbel"/>
              </a:rPr>
              <a:t>Pilots</a:t>
            </a:r>
            <a:r>
              <a:rPr sz="1600" spc="100" dirty="0">
                <a:latin typeface="Corbel"/>
                <a:cs typeface="Corbel"/>
              </a:rPr>
              <a:t> </a:t>
            </a:r>
            <a:r>
              <a:rPr sz="1600" dirty="0">
                <a:latin typeface="Corbel"/>
                <a:cs typeface="Corbel"/>
              </a:rPr>
              <a:t>with</a:t>
            </a:r>
            <a:r>
              <a:rPr sz="1600" spc="90" dirty="0">
                <a:latin typeface="Corbel"/>
                <a:cs typeface="Corbel"/>
              </a:rPr>
              <a:t> </a:t>
            </a:r>
            <a:r>
              <a:rPr sz="1600" dirty="0">
                <a:latin typeface="Corbel"/>
                <a:cs typeface="Corbel"/>
              </a:rPr>
              <a:t>these</a:t>
            </a:r>
            <a:r>
              <a:rPr sz="1600" spc="100" dirty="0">
                <a:latin typeface="Corbel"/>
                <a:cs typeface="Corbel"/>
              </a:rPr>
              <a:t> </a:t>
            </a:r>
            <a:r>
              <a:rPr sz="1600" dirty="0">
                <a:latin typeface="Corbel"/>
                <a:cs typeface="Corbel"/>
              </a:rPr>
              <a:t>thoughts</a:t>
            </a:r>
            <a:r>
              <a:rPr sz="1600" spc="100" dirty="0">
                <a:latin typeface="Corbel"/>
                <a:cs typeface="Corbel"/>
              </a:rPr>
              <a:t> </a:t>
            </a:r>
            <a:r>
              <a:rPr sz="1600" dirty="0">
                <a:latin typeface="Corbel"/>
                <a:cs typeface="Corbel"/>
              </a:rPr>
              <a:t>often</a:t>
            </a:r>
            <a:r>
              <a:rPr sz="1600" spc="100" dirty="0">
                <a:latin typeface="Corbel"/>
                <a:cs typeface="Corbel"/>
              </a:rPr>
              <a:t> </a:t>
            </a:r>
            <a:r>
              <a:rPr sz="1600" dirty="0">
                <a:latin typeface="Corbel"/>
                <a:cs typeface="Corbel"/>
              </a:rPr>
              <a:t>think</a:t>
            </a:r>
            <a:r>
              <a:rPr sz="1600" spc="90" dirty="0">
                <a:latin typeface="Corbel"/>
                <a:cs typeface="Corbel"/>
              </a:rPr>
              <a:t> </a:t>
            </a:r>
            <a:r>
              <a:rPr sz="1600" dirty="0">
                <a:latin typeface="Corbel"/>
                <a:cs typeface="Corbel"/>
              </a:rPr>
              <a:t>that</a:t>
            </a:r>
            <a:r>
              <a:rPr sz="1600" spc="90" dirty="0">
                <a:latin typeface="Corbel"/>
                <a:cs typeface="Corbel"/>
              </a:rPr>
              <a:t> </a:t>
            </a:r>
            <a:r>
              <a:rPr sz="1600" dirty="0">
                <a:latin typeface="Corbel"/>
                <a:cs typeface="Corbel"/>
              </a:rPr>
              <a:t>when</a:t>
            </a:r>
            <a:r>
              <a:rPr sz="1600" spc="100" dirty="0">
                <a:latin typeface="Corbel"/>
                <a:cs typeface="Corbel"/>
              </a:rPr>
              <a:t> </a:t>
            </a:r>
            <a:r>
              <a:rPr sz="1600" dirty="0">
                <a:latin typeface="Corbel"/>
                <a:cs typeface="Corbel"/>
              </a:rPr>
              <a:t>things</a:t>
            </a:r>
            <a:r>
              <a:rPr sz="1600" spc="100" dirty="0">
                <a:latin typeface="Corbel"/>
                <a:cs typeface="Corbel"/>
              </a:rPr>
              <a:t> </a:t>
            </a:r>
            <a:r>
              <a:rPr sz="1600" spc="-25" dirty="0">
                <a:latin typeface="Corbel"/>
                <a:cs typeface="Corbel"/>
              </a:rPr>
              <a:t>are </a:t>
            </a:r>
            <a:r>
              <a:rPr sz="1600" dirty="0">
                <a:latin typeface="Corbel"/>
                <a:cs typeface="Corbel"/>
              </a:rPr>
              <a:t>going</a:t>
            </a:r>
            <a:r>
              <a:rPr sz="1600" spc="-35" dirty="0">
                <a:latin typeface="Corbel"/>
                <a:cs typeface="Corbel"/>
              </a:rPr>
              <a:t> </a:t>
            </a:r>
            <a:r>
              <a:rPr sz="1600" dirty="0">
                <a:latin typeface="Corbel"/>
                <a:cs typeface="Corbel"/>
              </a:rPr>
              <a:t>well</a:t>
            </a:r>
            <a:r>
              <a:rPr sz="1600" spc="-15" dirty="0">
                <a:latin typeface="Corbel"/>
                <a:cs typeface="Corbel"/>
              </a:rPr>
              <a:t> </a:t>
            </a:r>
            <a:r>
              <a:rPr sz="1600" dirty="0">
                <a:latin typeface="Corbel"/>
                <a:cs typeface="Corbel"/>
              </a:rPr>
              <a:t>that</a:t>
            </a:r>
            <a:r>
              <a:rPr sz="1600" spc="-25" dirty="0">
                <a:latin typeface="Corbel"/>
                <a:cs typeface="Corbel"/>
              </a:rPr>
              <a:t> </a:t>
            </a:r>
            <a:r>
              <a:rPr sz="1600" dirty="0">
                <a:latin typeface="Corbel"/>
                <a:cs typeface="Corbel"/>
              </a:rPr>
              <a:t>it</a:t>
            </a:r>
            <a:r>
              <a:rPr sz="1600" spc="-25" dirty="0">
                <a:latin typeface="Corbel"/>
                <a:cs typeface="Corbel"/>
              </a:rPr>
              <a:t> </a:t>
            </a:r>
            <a:r>
              <a:rPr sz="1600" dirty="0">
                <a:latin typeface="Corbel"/>
                <a:cs typeface="Corbel"/>
              </a:rPr>
              <a:t>is</a:t>
            </a:r>
            <a:r>
              <a:rPr sz="1600" spc="-20" dirty="0">
                <a:latin typeface="Corbel"/>
                <a:cs typeface="Corbel"/>
              </a:rPr>
              <a:t> </a:t>
            </a:r>
            <a:r>
              <a:rPr sz="1600" dirty="0">
                <a:latin typeface="Corbel"/>
                <a:cs typeface="Corbel"/>
              </a:rPr>
              <a:t>just</a:t>
            </a:r>
            <a:r>
              <a:rPr sz="1600" spc="-25" dirty="0">
                <a:latin typeface="Corbel"/>
                <a:cs typeface="Corbel"/>
              </a:rPr>
              <a:t> </a:t>
            </a:r>
            <a:r>
              <a:rPr sz="1600" dirty="0">
                <a:latin typeface="Corbel"/>
                <a:cs typeface="Corbel"/>
              </a:rPr>
              <a:t>good</a:t>
            </a:r>
            <a:r>
              <a:rPr sz="1600" spc="-15" dirty="0">
                <a:latin typeface="Corbel"/>
                <a:cs typeface="Corbel"/>
              </a:rPr>
              <a:t> </a:t>
            </a:r>
            <a:r>
              <a:rPr sz="1600" spc="-10" dirty="0">
                <a:latin typeface="Corbel"/>
                <a:cs typeface="Corbel"/>
              </a:rPr>
              <a:t>luck.</a:t>
            </a:r>
            <a:r>
              <a:rPr sz="1600" spc="-105" dirty="0">
                <a:latin typeface="Corbel"/>
                <a:cs typeface="Corbel"/>
              </a:rPr>
              <a:t> </a:t>
            </a:r>
            <a:r>
              <a:rPr sz="1600" dirty="0">
                <a:latin typeface="Corbel"/>
                <a:cs typeface="Corbel"/>
              </a:rPr>
              <a:t>The</a:t>
            </a:r>
            <a:r>
              <a:rPr sz="1600" spc="-15" dirty="0">
                <a:latin typeface="Corbel"/>
                <a:cs typeface="Corbel"/>
              </a:rPr>
              <a:t> </a:t>
            </a:r>
            <a:r>
              <a:rPr sz="1600" dirty="0">
                <a:latin typeface="Corbel"/>
                <a:cs typeface="Corbel"/>
              </a:rPr>
              <a:t>antidote</a:t>
            </a:r>
            <a:r>
              <a:rPr sz="1600" spc="-20" dirty="0">
                <a:latin typeface="Corbel"/>
                <a:cs typeface="Corbel"/>
              </a:rPr>
              <a:t> </a:t>
            </a:r>
            <a:r>
              <a:rPr sz="1600" dirty="0">
                <a:latin typeface="Corbel"/>
                <a:cs typeface="Corbel"/>
              </a:rPr>
              <a:t>for</a:t>
            </a:r>
            <a:r>
              <a:rPr sz="1600" spc="-15" dirty="0">
                <a:latin typeface="Corbel"/>
                <a:cs typeface="Corbel"/>
              </a:rPr>
              <a:t> </a:t>
            </a:r>
            <a:r>
              <a:rPr sz="1600" dirty="0">
                <a:latin typeface="Corbel"/>
                <a:cs typeface="Corbel"/>
              </a:rPr>
              <a:t>this</a:t>
            </a:r>
            <a:r>
              <a:rPr sz="1600" spc="-20" dirty="0">
                <a:latin typeface="Corbel"/>
                <a:cs typeface="Corbel"/>
              </a:rPr>
              <a:t> </a:t>
            </a:r>
            <a:r>
              <a:rPr sz="1600" dirty="0">
                <a:latin typeface="Corbel"/>
                <a:cs typeface="Corbel"/>
              </a:rPr>
              <a:t>is,</a:t>
            </a:r>
            <a:r>
              <a:rPr sz="1600" spc="-15" dirty="0">
                <a:latin typeface="Corbel"/>
                <a:cs typeface="Corbel"/>
              </a:rPr>
              <a:t> </a:t>
            </a:r>
            <a:r>
              <a:rPr sz="1600" u="sng" dirty="0">
                <a:uFill>
                  <a:solidFill>
                    <a:srgbClr val="000000"/>
                  </a:solidFill>
                </a:uFill>
                <a:latin typeface="Corbel"/>
                <a:cs typeface="Corbel"/>
              </a:rPr>
              <a:t>"I'm</a:t>
            </a:r>
            <a:r>
              <a:rPr sz="1600" u="sng" spc="-25" dirty="0">
                <a:uFill>
                  <a:solidFill>
                    <a:srgbClr val="000000"/>
                  </a:solidFill>
                </a:uFill>
                <a:latin typeface="Corbel"/>
                <a:cs typeface="Corbel"/>
              </a:rPr>
              <a:t> </a:t>
            </a:r>
            <a:r>
              <a:rPr sz="1600" u="sng" dirty="0">
                <a:uFill>
                  <a:solidFill>
                    <a:srgbClr val="000000"/>
                  </a:solidFill>
                </a:uFill>
                <a:latin typeface="Corbel"/>
                <a:cs typeface="Corbel"/>
              </a:rPr>
              <a:t>not</a:t>
            </a:r>
            <a:r>
              <a:rPr sz="1600" u="sng" spc="-25" dirty="0">
                <a:uFill>
                  <a:solidFill>
                    <a:srgbClr val="000000"/>
                  </a:solidFill>
                </a:uFill>
                <a:latin typeface="Corbel"/>
                <a:cs typeface="Corbel"/>
              </a:rPr>
              <a:t> </a:t>
            </a:r>
            <a:r>
              <a:rPr sz="1600" u="sng" dirty="0">
                <a:uFill>
                  <a:solidFill>
                    <a:srgbClr val="000000"/>
                  </a:solidFill>
                </a:uFill>
                <a:latin typeface="Corbel"/>
                <a:cs typeface="Corbel"/>
              </a:rPr>
              <a:t>helpless,</a:t>
            </a:r>
            <a:r>
              <a:rPr sz="1600" u="sng" spc="-20" dirty="0">
                <a:uFill>
                  <a:solidFill>
                    <a:srgbClr val="000000"/>
                  </a:solidFill>
                </a:uFill>
                <a:latin typeface="Corbel"/>
                <a:cs typeface="Corbel"/>
              </a:rPr>
              <a:t> </a:t>
            </a:r>
            <a:r>
              <a:rPr sz="1600" u="sng" dirty="0">
                <a:uFill>
                  <a:solidFill>
                    <a:srgbClr val="000000"/>
                  </a:solidFill>
                </a:uFill>
                <a:latin typeface="Corbel"/>
                <a:cs typeface="Corbel"/>
              </a:rPr>
              <a:t>I</a:t>
            </a:r>
            <a:r>
              <a:rPr sz="1600" u="sng" spc="-25" dirty="0">
                <a:uFill>
                  <a:solidFill>
                    <a:srgbClr val="000000"/>
                  </a:solidFill>
                </a:uFill>
                <a:latin typeface="Corbel"/>
                <a:cs typeface="Corbel"/>
              </a:rPr>
              <a:t> </a:t>
            </a:r>
            <a:r>
              <a:rPr sz="1600" u="sng" dirty="0">
                <a:uFill>
                  <a:solidFill>
                    <a:srgbClr val="000000"/>
                  </a:solidFill>
                </a:uFill>
                <a:latin typeface="Corbel"/>
                <a:cs typeface="Corbel"/>
              </a:rPr>
              <a:t>can</a:t>
            </a:r>
            <a:r>
              <a:rPr sz="1600" u="sng" spc="-15" dirty="0">
                <a:uFill>
                  <a:solidFill>
                    <a:srgbClr val="000000"/>
                  </a:solidFill>
                </a:uFill>
                <a:latin typeface="Corbel"/>
                <a:cs typeface="Corbel"/>
              </a:rPr>
              <a:t> </a:t>
            </a:r>
            <a:r>
              <a:rPr sz="1600" u="sng" dirty="0">
                <a:uFill>
                  <a:solidFill>
                    <a:srgbClr val="000000"/>
                  </a:solidFill>
                </a:uFill>
                <a:latin typeface="Corbel"/>
                <a:cs typeface="Corbel"/>
              </a:rPr>
              <a:t>make</a:t>
            </a:r>
            <a:r>
              <a:rPr sz="1600" u="sng" spc="-20" dirty="0">
                <a:uFill>
                  <a:solidFill>
                    <a:srgbClr val="000000"/>
                  </a:solidFill>
                </a:uFill>
                <a:latin typeface="Corbel"/>
                <a:cs typeface="Corbel"/>
              </a:rPr>
              <a:t> </a:t>
            </a:r>
            <a:r>
              <a:rPr sz="1600" u="sng" dirty="0">
                <a:uFill>
                  <a:solidFill>
                    <a:srgbClr val="000000"/>
                  </a:solidFill>
                </a:uFill>
                <a:latin typeface="Corbel"/>
                <a:cs typeface="Corbel"/>
              </a:rPr>
              <a:t>a</a:t>
            </a:r>
            <a:r>
              <a:rPr sz="1600" u="sng" spc="-15" dirty="0">
                <a:uFill>
                  <a:solidFill>
                    <a:srgbClr val="000000"/>
                  </a:solidFill>
                </a:uFill>
                <a:latin typeface="Corbel"/>
                <a:cs typeface="Corbel"/>
              </a:rPr>
              <a:t> </a:t>
            </a:r>
            <a:r>
              <a:rPr sz="1600" u="sng" spc="-10" dirty="0">
                <a:uFill>
                  <a:solidFill>
                    <a:srgbClr val="000000"/>
                  </a:solidFill>
                </a:uFill>
                <a:latin typeface="Corbel"/>
                <a:cs typeface="Corbel"/>
              </a:rPr>
              <a:t>difference”</a:t>
            </a:r>
            <a:r>
              <a:rPr sz="1600" spc="-10" dirty="0">
                <a:latin typeface="Corbel"/>
                <a:cs typeface="Corbel"/>
              </a:rPr>
              <a:t>.</a:t>
            </a:r>
            <a:endParaRPr sz="1600" dirty="0">
              <a:latin typeface="Corbel"/>
              <a:cs typeface="Corbe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29511" y="451104"/>
            <a:ext cx="9827260" cy="792480"/>
            <a:chOff x="1429511" y="451104"/>
            <a:chExt cx="9827260" cy="792480"/>
          </a:xfrm>
        </p:grpSpPr>
        <p:pic>
          <p:nvPicPr>
            <p:cNvPr id="4" name="object 4"/>
            <p:cNvPicPr/>
            <p:nvPr/>
          </p:nvPicPr>
          <p:blipFill>
            <a:blip r:embed="rId2" cstate="print"/>
            <a:stretch>
              <a:fillRect/>
            </a:stretch>
          </p:blipFill>
          <p:spPr>
            <a:xfrm>
              <a:off x="1429511" y="451104"/>
              <a:ext cx="2971800" cy="527303"/>
            </a:xfrm>
            <a:prstGeom prst="rect">
              <a:avLst/>
            </a:prstGeom>
          </p:spPr>
        </p:pic>
        <p:pic>
          <p:nvPicPr>
            <p:cNvPr id="5" name="object 5"/>
            <p:cNvPicPr/>
            <p:nvPr/>
          </p:nvPicPr>
          <p:blipFill>
            <a:blip r:embed="rId3" cstate="print"/>
            <a:stretch>
              <a:fillRect/>
            </a:stretch>
          </p:blipFill>
          <p:spPr>
            <a:xfrm>
              <a:off x="1429511" y="719328"/>
              <a:ext cx="9826752" cy="524256"/>
            </a:xfrm>
            <a:prstGeom prst="rect">
              <a:avLst/>
            </a:prstGeom>
          </p:spPr>
        </p:pic>
      </p:grpSp>
      <p:sp>
        <p:nvSpPr>
          <p:cNvPr id="6" name="object 6"/>
          <p:cNvSpPr txBox="1">
            <a:spLocks noGrp="1"/>
          </p:cNvSpPr>
          <p:nvPr>
            <p:ph type="title"/>
          </p:nvPr>
        </p:nvSpPr>
        <p:spPr>
          <a:prstGeom prst="rect">
            <a:avLst/>
          </a:prstGeom>
        </p:spPr>
        <p:txBody>
          <a:bodyPr vert="horz" wrap="square" lIns="0" tIns="205740" rIns="0" bIns="0" rtlCol="0">
            <a:spAutoFit/>
          </a:bodyPr>
          <a:lstStyle/>
          <a:p>
            <a:pPr marL="640715">
              <a:lnSpc>
                <a:spcPts val="2135"/>
              </a:lnSpc>
              <a:spcBef>
                <a:spcPts val="100"/>
              </a:spcBef>
            </a:pPr>
            <a:r>
              <a:rPr sz="1800" b="1" dirty="0">
                <a:latin typeface="Corbel"/>
                <a:cs typeface="Corbel"/>
              </a:rPr>
              <a:t>060</a:t>
            </a:r>
            <a:r>
              <a:rPr sz="1800" b="1" spc="-15" dirty="0">
                <a:latin typeface="Corbel"/>
                <a:cs typeface="Corbel"/>
              </a:rPr>
              <a:t> </a:t>
            </a:r>
            <a:r>
              <a:rPr sz="1800" b="1" dirty="0">
                <a:latin typeface="Corbel"/>
                <a:cs typeface="Corbel"/>
              </a:rPr>
              <a:t>03</a:t>
            </a:r>
            <a:r>
              <a:rPr sz="1800" b="1" spc="-20" dirty="0">
                <a:latin typeface="Corbel"/>
                <a:cs typeface="Corbel"/>
              </a:rPr>
              <a:t> </a:t>
            </a:r>
            <a:r>
              <a:rPr sz="1800" b="1" dirty="0">
                <a:latin typeface="Corbel"/>
                <a:cs typeface="Corbel"/>
              </a:rPr>
              <a:t>00:</a:t>
            </a:r>
            <a:r>
              <a:rPr sz="1800" b="1" spc="-65" dirty="0">
                <a:latin typeface="Corbel"/>
                <a:cs typeface="Corbel"/>
              </a:rPr>
              <a:t> </a:t>
            </a:r>
            <a:r>
              <a:rPr sz="1800" b="1" spc="-10" dirty="0">
                <a:latin typeface="Corbel"/>
                <a:cs typeface="Corbel"/>
              </a:rPr>
              <a:t>UAS</a:t>
            </a:r>
            <a:r>
              <a:rPr sz="1800" b="1" spc="-80" dirty="0">
                <a:latin typeface="Corbel"/>
                <a:cs typeface="Corbel"/>
              </a:rPr>
              <a:t> </a:t>
            </a:r>
            <a:r>
              <a:rPr sz="1800" b="1" spc="-10" dirty="0">
                <a:latin typeface="Corbel"/>
                <a:cs typeface="Corbel"/>
              </a:rPr>
              <a:t>Operations</a:t>
            </a:r>
            <a:endParaRPr sz="1800">
              <a:latin typeface="Corbel"/>
              <a:cs typeface="Corbel"/>
            </a:endParaRPr>
          </a:p>
          <a:p>
            <a:pPr marL="640715">
              <a:lnSpc>
                <a:spcPts val="2135"/>
              </a:lnSpc>
            </a:pPr>
            <a:r>
              <a:rPr sz="1800" dirty="0"/>
              <a:t>060</a:t>
            </a:r>
            <a:r>
              <a:rPr sz="1800" spc="-35" dirty="0"/>
              <a:t> </a:t>
            </a:r>
            <a:r>
              <a:rPr sz="1800" dirty="0"/>
              <a:t>03</a:t>
            </a:r>
            <a:r>
              <a:rPr sz="1800" spc="-35" dirty="0"/>
              <a:t> </a:t>
            </a:r>
            <a:r>
              <a:rPr sz="1800" dirty="0"/>
              <a:t>01:</a:t>
            </a:r>
            <a:r>
              <a:rPr sz="1800" spc="-90" dirty="0"/>
              <a:t> </a:t>
            </a:r>
            <a:r>
              <a:rPr sz="1800" dirty="0"/>
              <a:t>Common</a:t>
            </a:r>
            <a:r>
              <a:rPr sz="1800" spc="-30" dirty="0"/>
              <a:t> </a:t>
            </a:r>
            <a:r>
              <a:rPr sz="1800" dirty="0"/>
              <a:t>phases</a:t>
            </a:r>
            <a:r>
              <a:rPr sz="1800" spc="-35" dirty="0"/>
              <a:t> </a:t>
            </a:r>
            <a:r>
              <a:rPr sz="1800" dirty="0"/>
              <a:t>and</a:t>
            </a:r>
            <a:r>
              <a:rPr sz="1800" spc="-30" dirty="0"/>
              <a:t> </a:t>
            </a:r>
            <a:r>
              <a:rPr sz="1800" dirty="0"/>
              <a:t>describe</a:t>
            </a:r>
            <a:r>
              <a:rPr sz="1800" spc="-25" dirty="0"/>
              <a:t> </a:t>
            </a:r>
            <a:r>
              <a:rPr sz="1800" dirty="0"/>
              <a:t>the</a:t>
            </a:r>
            <a:r>
              <a:rPr sz="1800" spc="-25" dirty="0"/>
              <a:t> </a:t>
            </a:r>
            <a:r>
              <a:rPr sz="1800" dirty="0"/>
              <a:t>checks</a:t>
            </a:r>
            <a:r>
              <a:rPr sz="1800" spc="-30" dirty="0"/>
              <a:t> </a:t>
            </a:r>
            <a:r>
              <a:rPr sz="1800" dirty="0"/>
              <a:t>conducted</a:t>
            </a:r>
            <a:r>
              <a:rPr sz="1800" spc="-30" dirty="0"/>
              <a:t> </a:t>
            </a:r>
            <a:r>
              <a:rPr sz="1800" dirty="0"/>
              <a:t>and/or</a:t>
            </a:r>
            <a:r>
              <a:rPr sz="1800" spc="-35" dirty="0"/>
              <a:t> </a:t>
            </a:r>
            <a:r>
              <a:rPr sz="1800" spc="-10" dirty="0"/>
              <a:t>considerations</a:t>
            </a:r>
            <a:r>
              <a:rPr sz="1800" spc="-30" dirty="0"/>
              <a:t> </a:t>
            </a:r>
            <a:r>
              <a:rPr sz="1800" dirty="0"/>
              <a:t>for</a:t>
            </a:r>
            <a:r>
              <a:rPr sz="1800" spc="-35" dirty="0"/>
              <a:t> </a:t>
            </a:r>
            <a:r>
              <a:rPr sz="1800" dirty="0"/>
              <a:t>each</a:t>
            </a:r>
            <a:r>
              <a:rPr sz="1800" spc="-25" dirty="0"/>
              <a:t> </a:t>
            </a:r>
            <a:r>
              <a:rPr sz="1800" spc="-10" dirty="0"/>
              <a:t>phase:</a:t>
            </a:r>
            <a:endParaRPr sz="1800"/>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045"/>
              </a:lnSpc>
            </a:pPr>
            <a:r>
              <a:rPr spc="-25" dirty="0"/>
              <a:t>72</a:t>
            </a:r>
          </a:p>
        </p:txBody>
      </p:sp>
      <p:sp>
        <p:nvSpPr>
          <p:cNvPr id="7" name="object 7"/>
          <p:cNvSpPr txBox="1"/>
          <p:nvPr/>
        </p:nvSpPr>
        <p:spPr>
          <a:xfrm>
            <a:off x="1563048" y="1584452"/>
            <a:ext cx="9859645" cy="932180"/>
          </a:xfrm>
          <a:prstGeom prst="rect">
            <a:avLst/>
          </a:prstGeom>
        </p:spPr>
        <p:txBody>
          <a:bodyPr vert="horz" wrap="square" lIns="0" tIns="12700" rIns="0" bIns="0" rtlCol="0">
            <a:spAutoFit/>
          </a:bodyPr>
          <a:lstStyle/>
          <a:p>
            <a:pPr marL="12700">
              <a:lnSpc>
                <a:spcPct val="100000"/>
              </a:lnSpc>
              <a:spcBef>
                <a:spcPts val="100"/>
              </a:spcBef>
            </a:pPr>
            <a:r>
              <a:rPr sz="1800" b="1" u="sng" dirty="0">
                <a:uFill>
                  <a:solidFill>
                    <a:srgbClr val="000000"/>
                  </a:solidFill>
                </a:uFill>
                <a:latin typeface="Corbel"/>
                <a:cs typeface="Corbel"/>
              </a:rPr>
              <a:t>1.</a:t>
            </a:r>
            <a:r>
              <a:rPr sz="1800" b="1" u="sng" spc="-40" dirty="0">
                <a:uFill>
                  <a:solidFill>
                    <a:srgbClr val="000000"/>
                  </a:solidFill>
                </a:uFill>
                <a:latin typeface="Corbel"/>
                <a:cs typeface="Corbel"/>
              </a:rPr>
              <a:t> </a:t>
            </a:r>
            <a:r>
              <a:rPr sz="1800" b="1" u="sng" dirty="0">
                <a:uFill>
                  <a:solidFill>
                    <a:srgbClr val="000000"/>
                  </a:solidFill>
                </a:uFill>
                <a:latin typeface="Corbel"/>
                <a:cs typeface="Corbel"/>
              </a:rPr>
              <a:t>Flight</a:t>
            </a:r>
            <a:r>
              <a:rPr sz="1800" b="1" u="sng" spc="-35" dirty="0">
                <a:uFill>
                  <a:solidFill>
                    <a:srgbClr val="000000"/>
                  </a:solidFill>
                </a:uFill>
                <a:latin typeface="Corbel"/>
                <a:cs typeface="Corbel"/>
              </a:rPr>
              <a:t> </a:t>
            </a:r>
            <a:r>
              <a:rPr sz="1800" b="1" u="sng" dirty="0">
                <a:uFill>
                  <a:solidFill>
                    <a:srgbClr val="000000"/>
                  </a:solidFill>
                </a:uFill>
                <a:latin typeface="Corbel"/>
                <a:cs typeface="Corbel"/>
              </a:rPr>
              <a:t>planning</a:t>
            </a:r>
            <a:r>
              <a:rPr sz="1800" b="1" u="sng" spc="-35" dirty="0">
                <a:uFill>
                  <a:solidFill>
                    <a:srgbClr val="000000"/>
                  </a:solidFill>
                </a:uFill>
                <a:latin typeface="Corbel"/>
                <a:cs typeface="Corbel"/>
              </a:rPr>
              <a:t> </a:t>
            </a:r>
            <a:r>
              <a:rPr sz="1800" b="1" u="sng" dirty="0">
                <a:uFill>
                  <a:solidFill>
                    <a:srgbClr val="000000"/>
                  </a:solidFill>
                </a:uFill>
                <a:latin typeface="Corbel"/>
                <a:cs typeface="Corbel"/>
              </a:rPr>
              <a:t>and</a:t>
            </a:r>
            <a:r>
              <a:rPr sz="1800" b="1" u="sng" spc="-40" dirty="0">
                <a:uFill>
                  <a:solidFill>
                    <a:srgbClr val="000000"/>
                  </a:solidFill>
                </a:uFill>
                <a:latin typeface="Corbel"/>
                <a:cs typeface="Corbel"/>
              </a:rPr>
              <a:t> </a:t>
            </a:r>
            <a:r>
              <a:rPr sz="1800" b="1" u="sng" dirty="0">
                <a:uFill>
                  <a:solidFill>
                    <a:srgbClr val="000000"/>
                  </a:solidFill>
                </a:uFill>
                <a:latin typeface="Corbel"/>
                <a:cs typeface="Corbel"/>
              </a:rPr>
              <a:t>management</a:t>
            </a:r>
            <a:r>
              <a:rPr sz="1800" b="1" u="sng" spc="-35" dirty="0">
                <a:uFill>
                  <a:solidFill>
                    <a:srgbClr val="000000"/>
                  </a:solidFill>
                </a:uFill>
                <a:latin typeface="Corbel"/>
                <a:cs typeface="Corbel"/>
              </a:rPr>
              <a:t> </a:t>
            </a:r>
            <a:r>
              <a:rPr sz="1800" b="1" u="sng" spc="-10" dirty="0">
                <a:uFill>
                  <a:solidFill>
                    <a:srgbClr val="000000"/>
                  </a:solidFill>
                </a:uFill>
                <a:latin typeface="Corbel"/>
                <a:cs typeface="Corbel"/>
              </a:rPr>
              <a:t>considerations</a:t>
            </a:r>
            <a:endParaRPr sz="1800">
              <a:latin typeface="Corbel"/>
              <a:cs typeface="Corbel"/>
            </a:endParaRPr>
          </a:p>
          <a:p>
            <a:pPr marL="12700" marR="5080">
              <a:lnSpc>
                <a:spcPts val="1700"/>
              </a:lnSpc>
              <a:spcBef>
                <a:spcPts val="1590"/>
              </a:spcBef>
            </a:pPr>
            <a:r>
              <a:rPr sz="1600" dirty="0">
                <a:latin typeface="Corbel"/>
                <a:cs typeface="Corbel"/>
              </a:rPr>
              <a:t>The</a:t>
            </a:r>
            <a:r>
              <a:rPr sz="1600" spc="190" dirty="0">
                <a:latin typeface="Corbel"/>
                <a:cs typeface="Corbel"/>
              </a:rPr>
              <a:t> </a:t>
            </a:r>
            <a:r>
              <a:rPr sz="1600" dirty="0">
                <a:latin typeface="Corbel"/>
                <a:cs typeface="Corbel"/>
              </a:rPr>
              <a:t>flight</a:t>
            </a:r>
            <a:r>
              <a:rPr sz="1600" spc="180" dirty="0">
                <a:latin typeface="Corbel"/>
                <a:cs typeface="Corbel"/>
              </a:rPr>
              <a:t> </a:t>
            </a:r>
            <a:r>
              <a:rPr sz="1600" dirty="0">
                <a:latin typeface="Corbel"/>
                <a:cs typeface="Corbel"/>
              </a:rPr>
              <a:t>plan</a:t>
            </a:r>
            <a:r>
              <a:rPr sz="1600" spc="195" dirty="0">
                <a:latin typeface="Corbel"/>
                <a:cs typeface="Corbel"/>
              </a:rPr>
              <a:t> </a:t>
            </a:r>
            <a:r>
              <a:rPr sz="1600" dirty="0">
                <a:latin typeface="Corbel"/>
                <a:cs typeface="Corbel"/>
              </a:rPr>
              <a:t>is</a:t>
            </a:r>
            <a:r>
              <a:rPr sz="1600" spc="190" dirty="0">
                <a:latin typeface="Corbel"/>
                <a:cs typeface="Corbel"/>
              </a:rPr>
              <a:t> </a:t>
            </a:r>
            <a:r>
              <a:rPr sz="1600" dirty="0">
                <a:latin typeface="Corbel"/>
                <a:cs typeface="Corbel"/>
              </a:rPr>
              <a:t>the</a:t>
            </a:r>
            <a:r>
              <a:rPr sz="1600" spc="190" dirty="0">
                <a:latin typeface="Corbel"/>
                <a:cs typeface="Corbel"/>
              </a:rPr>
              <a:t> </a:t>
            </a:r>
            <a:r>
              <a:rPr sz="1600" dirty="0">
                <a:latin typeface="Corbel"/>
                <a:cs typeface="Corbel"/>
              </a:rPr>
              <a:t>technical</a:t>
            </a:r>
            <a:r>
              <a:rPr sz="1600" spc="190" dirty="0">
                <a:latin typeface="Corbel"/>
                <a:cs typeface="Corbel"/>
              </a:rPr>
              <a:t> </a:t>
            </a:r>
            <a:r>
              <a:rPr sz="1600" dirty="0">
                <a:latin typeface="Corbel"/>
                <a:cs typeface="Corbel"/>
              </a:rPr>
              <a:t>plan</a:t>
            </a:r>
            <a:r>
              <a:rPr sz="1600" spc="195" dirty="0">
                <a:latin typeface="Corbel"/>
                <a:cs typeface="Corbel"/>
              </a:rPr>
              <a:t> </a:t>
            </a:r>
            <a:r>
              <a:rPr sz="1600" dirty="0">
                <a:latin typeface="Corbel"/>
                <a:cs typeface="Corbel"/>
              </a:rPr>
              <a:t>for</a:t>
            </a:r>
            <a:r>
              <a:rPr sz="1600" spc="190" dirty="0">
                <a:latin typeface="Corbel"/>
                <a:cs typeface="Corbel"/>
              </a:rPr>
              <a:t> </a:t>
            </a:r>
            <a:r>
              <a:rPr sz="1600" dirty="0">
                <a:latin typeface="Corbel"/>
                <a:cs typeface="Corbel"/>
              </a:rPr>
              <a:t>the</a:t>
            </a:r>
            <a:r>
              <a:rPr sz="1600" spc="190" dirty="0">
                <a:latin typeface="Corbel"/>
                <a:cs typeface="Corbel"/>
              </a:rPr>
              <a:t> </a:t>
            </a:r>
            <a:r>
              <a:rPr sz="1600" dirty="0">
                <a:latin typeface="Corbel"/>
                <a:cs typeface="Corbel"/>
              </a:rPr>
              <a:t>execution</a:t>
            </a:r>
            <a:r>
              <a:rPr sz="1600" spc="195" dirty="0">
                <a:latin typeface="Corbel"/>
                <a:cs typeface="Corbel"/>
              </a:rPr>
              <a:t> </a:t>
            </a:r>
            <a:r>
              <a:rPr sz="1600" dirty="0">
                <a:latin typeface="Corbel"/>
                <a:cs typeface="Corbel"/>
              </a:rPr>
              <a:t>of</a:t>
            </a:r>
            <a:r>
              <a:rPr sz="1600" spc="190" dirty="0">
                <a:latin typeface="Corbel"/>
                <a:cs typeface="Corbel"/>
              </a:rPr>
              <a:t> </a:t>
            </a:r>
            <a:r>
              <a:rPr sz="1600" dirty="0">
                <a:latin typeface="Corbel"/>
                <a:cs typeface="Corbel"/>
              </a:rPr>
              <a:t>each</a:t>
            </a:r>
            <a:r>
              <a:rPr sz="1600" spc="190" dirty="0">
                <a:latin typeface="Corbel"/>
                <a:cs typeface="Corbel"/>
              </a:rPr>
              <a:t> </a:t>
            </a:r>
            <a:r>
              <a:rPr sz="1600" dirty="0">
                <a:latin typeface="Corbel"/>
                <a:cs typeface="Corbel"/>
              </a:rPr>
              <a:t>flight</a:t>
            </a:r>
            <a:r>
              <a:rPr sz="1600" spc="180" dirty="0">
                <a:latin typeface="Corbel"/>
                <a:cs typeface="Corbel"/>
              </a:rPr>
              <a:t> </a:t>
            </a:r>
            <a:r>
              <a:rPr sz="1600" dirty="0">
                <a:latin typeface="Corbel"/>
                <a:cs typeface="Corbel"/>
              </a:rPr>
              <a:t>that</a:t>
            </a:r>
            <a:r>
              <a:rPr sz="1600" spc="190" dirty="0">
                <a:latin typeface="Corbel"/>
                <a:cs typeface="Corbel"/>
              </a:rPr>
              <a:t> </a:t>
            </a:r>
            <a:r>
              <a:rPr sz="1600" dirty="0">
                <a:latin typeface="Corbel"/>
                <a:cs typeface="Corbel"/>
              </a:rPr>
              <a:t>meets</a:t>
            </a:r>
            <a:r>
              <a:rPr sz="1600" spc="190" dirty="0">
                <a:latin typeface="Corbel"/>
                <a:cs typeface="Corbel"/>
              </a:rPr>
              <a:t> </a:t>
            </a:r>
            <a:r>
              <a:rPr sz="1600" dirty="0">
                <a:latin typeface="Corbel"/>
                <a:cs typeface="Corbel"/>
              </a:rPr>
              <a:t>the</a:t>
            </a:r>
            <a:r>
              <a:rPr sz="1600" spc="190" dirty="0">
                <a:latin typeface="Corbel"/>
                <a:cs typeface="Corbel"/>
              </a:rPr>
              <a:t> </a:t>
            </a:r>
            <a:r>
              <a:rPr sz="1600" dirty="0">
                <a:latin typeface="Corbel"/>
                <a:cs typeface="Corbel"/>
              </a:rPr>
              <a:t>legal</a:t>
            </a:r>
            <a:r>
              <a:rPr sz="1600" spc="190" dirty="0">
                <a:latin typeface="Corbel"/>
                <a:cs typeface="Corbel"/>
              </a:rPr>
              <a:t> </a:t>
            </a:r>
            <a:r>
              <a:rPr sz="1600" dirty="0">
                <a:latin typeface="Corbel"/>
                <a:cs typeface="Corbel"/>
              </a:rPr>
              <a:t>and</a:t>
            </a:r>
            <a:r>
              <a:rPr sz="1600" spc="195" dirty="0">
                <a:latin typeface="Corbel"/>
                <a:cs typeface="Corbel"/>
              </a:rPr>
              <a:t> </a:t>
            </a:r>
            <a:r>
              <a:rPr sz="1600" dirty="0">
                <a:latin typeface="Corbel"/>
                <a:cs typeface="Corbel"/>
              </a:rPr>
              <a:t>safety</a:t>
            </a:r>
            <a:r>
              <a:rPr sz="1600" spc="185" dirty="0">
                <a:latin typeface="Corbel"/>
                <a:cs typeface="Corbel"/>
              </a:rPr>
              <a:t> </a:t>
            </a:r>
            <a:r>
              <a:rPr sz="1600" spc="-10" dirty="0">
                <a:latin typeface="Corbel"/>
                <a:cs typeface="Corbel"/>
              </a:rPr>
              <a:t>requirements </a:t>
            </a:r>
            <a:r>
              <a:rPr sz="1600" dirty="0">
                <a:latin typeface="Corbel"/>
                <a:cs typeface="Corbel"/>
              </a:rPr>
              <a:t>pertaining</a:t>
            </a:r>
            <a:r>
              <a:rPr sz="1600" spc="-70" dirty="0">
                <a:latin typeface="Corbel"/>
                <a:cs typeface="Corbel"/>
              </a:rPr>
              <a:t> </a:t>
            </a:r>
            <a:r>
              <a:rPr sz="1600" spc="-25" dirty="0">
                <a:latin typeface="Corbel"/>
                <a:cs typeface="Corbel"/>
              </a:rPr>
              <a:t>to:</a:t>
            </a:r>
            <a:endParaRPr sz="1600">
              <a:latin typeface="Corbel"/>
              <a:cs typeface="Corbel"/>
            </a:endParaRPr>
          </a:p>
        </p:txBody>
      </p:sp>
      <p:sp>
        <p:nvSpPr>
          <p:cNvPr id="8" name="object 8"/>
          <p:cNvSpPr txBox="1"/>
          <p:nvPr/>
        </p:nvSpPr>
        <p:spPr>
          <a:xfrm>
            <a:off x="7669519" y="2722371"/>
            <a:ext cx="3754754" cy="1781175"/>
          </a:xfrm>
          <a:prstGeom prst="rect">
            <a:avLst/>
          </a:prstGeom>
        </p:spPr>
        <p:txBody>
          <a:bodyPr vert="horz" wrap="square" lIns="0" tIns="43180" rIns="0" bIns="0" rtlCol="0">
            <a:spAutoFit/>
          </a:bodyPr>
          <a:lstStyle/>
          <a:p>
            <a:pPr marL="239395" marR="5080" indent="-226695">
              <a:lnSpc>
                <a:spcPts val="1700"/>
              </a:lnSpc>
              <a:spcBef>
                <a:spcPts val="340"/>
              </a:spcBef>
              <a:buSzPct val="150000"/>
              <a:buChar char="•"/>
              <a:tabLst>
                <a:tab pos="241300" algn="l"/>
              </a:tabLst>
            </a:pPr>
            <a:r>
              <a:rPr sz="1600" dirty="0">
                <a:latin typeface="Corbel"/>
                <a:cs typeface="Corbel"/>
              </a:rPr>
              <a:t>Environment (Map</a:t>
            </a:r>
            <a:r>
              <a:rPr sz="1600" spc="10" dirty="0">
                <a:latin typeface="Corbel"/>
                <a:cs typeface="Corbel"/>
              </a:rPr>
              <a:t> </a:t>
            </a:r>
            <a:r>
              <a:rPr sz="1600" dirty="0">
                <a:latin typeface="Corbel"/>
                <a:cs typeface="Corbel"/>
              </a:rPr>
              <a:t>of</a:t>
            </a:r>
            <a:r>
              <a:rPr sz="1600" spc="10" dirty="0">
                <a:latin typeface="Corbel"/>
                <a:cs typeface="Corbel"/>
              </a:rPr>
              <a:t> </a:t>
            </a:r>
            <a:r>
              <a:rPr sz="1600" dirty="0">
                <a:latin typeface="Corbel"/>
                <a:cs typeface="Corbel"/>
              </a:rPr>
              <a:t>Location</a:t>
            </a:r>
            <a:r>
              <a:rPr sz="1600" spc="20" dirty="0">
                <a:latin typeface="Corbel"/>
                <a:cs typeface="Corbel"/>
              </a:rPr>
              <a:t> </a:t>
            </a:r>
            <a:r>
              <a:rPr sz="1600" dirty="0">
                <a:latin typeface="Corbel"/>
                <a:cs typeface="Corbel"/>
              </a:rPr>
              <a:t>&amp;</a:t>
            </a:r>
            <a:r>
              <a:rPr sz="1600" spc="10" dirty="0">
                <a:latin typeface="Corbel"/>
                <a:cs typeface="Corbel"/>
              </a:rPr>
              <a:t> </a:t>
            </a:r>
            <a:r>
              <a:rPr sz="1600" spc="-10" dirty="0">
                <a:latin typeface="Corbel"/>
                <a:cs typeface="Corbel"/>
              </a:rPr>
              <a:t>weather 	conditions)</a:t>
            </a:r>
            <a:endParaRPr sz="1600">
              <a:latin typeface="Corbel"/>
              <a:cs typeface="Corbel"/>
            </a:endParaRPr>
          </a:p>
          <a:p>
            <a:pPr marL="239395" marR="5080" indent="-226695">
              <a:lnSpc>
                <a:spcPts val="1680"/>
              </a:lnSpc>
              <a:spcBef>
                <a:spcPts val="625"/>
              </a:spcBef>
              <a:buSzPct val="150000"/>
              <a:buChar char="•"/>
              <a:tabLst>
                <a:tab pos="241300" algn="l"/>
                <a:tab pos="1228725" algn="l"/>
                <a:tab pos="2049780" algn="l"/>
                <a:tab pos="2355215" algn="l"/>
                <a:tab pos="3258820" algn="l"/>
              </a:tabLst>
            </a:pPr>
            <a:r>
              <a:rPr sz="1600" spc="-10" dirty="0">
                <a:latin typeface="Corbel"/>
                <a:cs typeface="Corbel"/>
              </a:rPr>
              <a:t>Alternate</a:t>
            </a:r>
            <a:r>
              <a:rPr sz="1600" dirty="0">
                <a:latin typeface="Corbel"/>
                <a:cs typeface="Corbel"/>
              </a:rPr>
              <a:t>	</a:t>
            </a:r>
            <a:r>
              <a:rPr sz="1600" spc="-10" dirty="0">
                <a:latin typeface="Corbel"/>
                <a:cs typeface="Corbel"/>
              </a:rPr>
              <a:t>landing</a:t>
            </a:r>
            <a:r>
              <a:rPr sz="1600" dirty="0">
                <a:latin typeface="Corbel"/>
                <a:cs typeface="Corbel"/>
              </a:rPr>
              <a:t>	</a:t>
            </a:r>
            <a:r>
              <a:rPr sz="1600" spc="-25" dirty="0">
                <a:latin typeface="Corbel"/>
                <a:cs typeface="Corbel"/>
              </a:rPr>
              <a:t>if</a:t>
            </a:r>
            <a:r>
              <a:rPr sz="1600" dirty="0">
                <a:latin typeface="Corbel"/>
                <a:cs typeface="Corbel"/>
              </a:rPr>
              <a:t>	</a:t>
            </a:r>
            <a:r>
              <a:rPr sz="1600" spc="-10" dirty="0">
                <a:latin typeface="Corbel"/>
                <a:cs typeface="Corbel"/>
              </a:rPr>
              <a:t>problem</a:t>
            </a:r>
            <a:r>
              <a:rPr sz="1600" dirty="0">
                <a:latin typeface="Corbel"/>
                <a:cs typeface="Corbel"/>
              </a:rPr>
              <a:t>	</a:t>
            </a:r>
            <a:r>
              <a:rPr sz="1600" spc="-10" dirty="0">
                <a:latin typeface="Corbel"/>
                <a:cs typeface="Corbel"/>
              </a:rPr>
              <a:t>arises 	</a:t>
            </a:r>
            <a:r>
              <a:rPr sz="1600" dirty="0">
                <a:latin typeface="Corbel"/>
                <a:cs typeface="Corbel"/>
              </a:rPr>
              <a:t>(Emergency</a:t>
            </a:r>
            <a:r>
              <a:rPr sz="1600" spc="-65" dirty="0">
                <a:latin typeface="Corbel"/>
                <a:cs typeface="Corbel"/>
              </a:rPr>
              <a:t> </a:t>
            </a:r>
            <a:r>
              <a:rPr sz="1600" spc="-10" dirty="0">
                <a:latin typeface="Corbel"/>
                <a:cs typeface="Corbel"/>
              </a:rPr>
              <a:t>procedures)</a:t>
            </a:r>
            <a:endParaRPr sz="1600">
              <a:latin typeface="Corbel"/>
              <a:cs typeface="Corbel"/>
            </a:endParaRPr>
          </a:p>
          <a:p>
            <a:pPr marL="239395" indent="-226695">
              <a:lnSpc>
                <a:spcPct val="100000"/>
              </a:lnSpc>
              <a:spcBef>
                <a:spcPts val="270"/>
              </a:spcBef>
              <a:buSzPct val="150000"/>
              <a:buChar char="•"/>
              <a:tabLst>
                <a:tab pos="239395" algn="l"/>
              </a:tabLst>
            </a:pPr>
            <a:r>
              <a:rPr sz="1600" dirty="0">
                <a:latin typeface="Corbel"/>
                <a:cs typeface="Corbel"/>
              </a:rPr>
              <a:t>Observers</a:t>
            </a:r>
            <a:r>
              <a:rPr sz="1600" spc="-55" dirty="0">
                <a:latin typeface="Corbel"/>
                <a:cs typeface="Corbel"/>
              </a:rPr>
              <a:t> </a:t>
            </a:r>
            <a:r>
              <a:rPr sz="1600" dirty="0">
                <a:latin typeface="Corbel"/>
                <a:cs typeface="Corbel"/>
              </a:rPr>
              <a:t>(crew</a:t>
            </a:r>
            <a:r>
              <a:rPr sz="1600" spc="-55" dirty="0">
                <a:latin typeface="Corbel"/>
                <a:cs typeface="Corbel"/>
              </a:rPr>
              <a:t> </a:t>
            </a:r>
            <a:r>
              <a:rPr sz="1600" spc="-10" dirty="0">
                <a:latin typeface="Corbel"/>
                <a:cs typeface="Corbel"/>
              </a:rPr>
              <a:t>personnel)</a:t>
            </a:r>
            <a:endParaRPr sz="1600">
              <a:latin typeface="Corbel"/>
              <a:cs typeface="Corbel"/>
            </a:endParaRPr>
          </a:p>
          <a:p>
            <a:pPr marL="239395" marR="5715" indent="-226695">
              <a:lnSpc>
                <a:spcPts val="1800"/>
              </a:lnSpc>
              <a:spcBef>
                <a:spcPts val="450"/>
              </a:spcBef>
              <a:buSzPct val="150000"/>
              <a:buChar char="•"/>
              <a:tabLst>
                <a:tab pos="241300" algn="l"/>
              </a:tabLst>
            </a:pPr>
            <a:r>
              <a:rPr sz="1600" spc="-10" dirty="0">
                <a:latin typeface="Corbel"/>
                <a:cs typeface="Corbel"/>
              </a:rPr>
              <a:t>Position </a:t>
            </a:r>
            <a:r>
              <a:rPr sz="1600" dirty="0">
                <a:latin typeface="Corbel"/>
                <a:cs typeface="Corbel"/>
              </a:rPr>
              <a:t>of</a:t>
            </a:r>
            <a:r>
              <a:rPr sz="1600" spc="-5" dirty="0">
                <a:latin typeface="Corbel"/>
                <a:cs typeface="Corbel"/>
              </a:rPr>
              <a:t> </a:t>
            </a:r>
            <a:r>
              <a:rPr sz="1600" dirty="0">
                <a:latin typeface="Corbel"/>
                <a:cs typeface="Corbel"/>
              </a:rPr>
              <a:t>the</a:t>
            </a:r>
            <a:r>
              <a:rPr sz="1600" spc="-10" dirty="0">
                <a:latin typeface="Corbel"/>
                <a:cs typeface="Corbel"/>
              </a:rPr>
              <a:t> </a:t>
            </a:r>
            <a:r>
              <a:rPr sz="1600" dirty="0">
                <a:latin typeface="Corbel"/>
                <a:cs typeface="Corbel"/>
              </a:rPr>
              <a:t>pilot</a:t>
            </a:r>
            <a:r>
              <a:rPr sz="1600" spc="-15" dirty="0">
                <a:latin typeface="Corbel"/>
                <a:cs typeface="Corbel"/>
              </a:rPr>
              <a:t> </a:t>
            </a:r>
            <a:r>
              <a:rPr sz="1600" dirty="0">
                <a:latin typeface="Corbel"/>
                <a:cs typeface="Corbel"/>
              </a:rPr>
              <a:t>where</a:t>
            </a:r>
            <a:r>
              <a:rPr sz="1600" spc="-5" dirty="0">
                <a:latin typeface="Corbel"/>
                <a:cs typeface="Corbel"/>
              </a:rPr>
              <a:t> </a:t>
            </a:r>
            <a:r>
              <a:rPr sz="1600" dirty="0">
                <a:latin typeface="Corbel"/>
                <a:cs typeface="Corbel"/>
              </a:rPr>
              <a:t>it</a:t>
            </a:r>
            <a:r>
              <a:rPr sz="1600" spc="-15" dirty="0">
                <a:latin typeface="Corbel"/>
                <a:cs typeface="Corbel"/>
              </a:rPr>
              <a:t> </a:t>
            </a:r>
            <a:r>
              <a:rPr sz="1600" dirty="0">
                <a:latin typeface="Corbel"/>
                <a:cs typeface="Corbel"/>
              </a:rPr>
              <a:t>can</a:t>
            </a:r>
            <a:r>
              <a:rPr sz="1600" spc="-10" dirty="0">
                <a:latin typeface="Corbel"/>
                <a:cs typeface="Corbel"/>
              </a:rPr>
              <a:t> maintain 	</a:t>
            </a:r>
            <a:r>
              <a:rPr sz="1600" dirty="0">
                <a:latin typeface="Corbel"/>
                <a:cs typeface="Corbel"/>
              </a:rPr>
              <a:t>a</a:t>
            </a:r>
            <a:r>
              <a:rPr sz="1600" spc="-20" dirty="0">
                <a:latin typeface="Corbel"/>
                <a:cs typeface="Corbel"/>
              </a:rPr>
              <a:t> </a:t>
            </a:r>
            <a:r>
              <a:rPr sz="1600" dirty="0">
                <a:latin typeface="Corbel"/>
                <a:cs typeface="Corbel"/>
              </a:rPr>
              <a:t>visual</a:t>
            </a:r>
            <a:r>
              <a:rPr sz="1600" spc="-15" dirty="0">
                <a:latin typeface="Corbel"/>
                <a:cs typeface="Corbel"/>
              </a:rPr>
              <a:t> </a:t>
            </a:r>
            <a:r>
              <a:rPr sz="1600" dirty="0">
                <a:latin typeface="Corbel"/>
                <a:cs typeface="Corbel"/>
              </a:rPr>
              <a:t>line</a:t>
            </a:r>
            <a:r>
              <a:rPr sz="1600" spc="-20" dirty="0">
                <a:latin typeface="Corbel"/>
                <a:cs typeface="Corbel"/>
              </a:rPr>
              <a:t> </a:t>
            </a:r>
            <a:r>
              <a:rPr sz="1600" dirty="0">
                <a:latin typeface="Corbel"/>
                <a:cs typeface="Corbel"/>
              </a:rPr>
              <a:t>of</a:t>
            </a:r>
            <a:r>
              <a:rPr sz="1600" spc="-15" dirty="0">
                <a:latin typeface="Corbel"/>
                <a:cs typeface="Corbel"/>
              </a:rPr>
              <a:t> </a:t>
            </a:r>
            <a:r>
              <a:rPr sz="1600" spc="-20" dirty="0">
                <a:latin typeface="Corbel"/>
                <a:cs typeface="Corbel"/>
              </a:rPr>
              <a:t>sight</a:t>
            </a:r>
            <a:endParaRPr sz="1600">
              <a:latin typeface="Corbel"/>
              <a:cs typeface="Corbel"/>
            </a:endParaRPr>
          </a:p>
        </p:txBody>
      </p:sp>
      <p:sp>
        <p:nvSpPr>
          <p:cNvPr id="9" name="object 9"/>
          <p:cNvSpPr txBox="1"/>
          <p:nvPr/>
        </p:nvSpPr>
        <p:spPr>
          <a:xfrm>
            <a:off x="1569661" y="2722371"/>
            <a:ext cx="5484495" cy="2993390"/>
          </a:xfrm>
          <a:prstGeom prst="rect">
            <a:avLst/>
          </a:prstGeom>
        </p:spPr>
        <p:txBody>
          <a:bodyPr vert="horz" wrap="square" lIns="0" tIns="12700" rIns="0" bIns="0" rtlCol="0">
            <a:spAutoFit/>
          </a:bodyPr>
          <a:lstStyle/>
          <a:p>
            <a:pPr marL="239395" indent="-226695">
              <a:lnSpc>
                <a:spcPct val="100000"/>
              </a:lnSpc>
              <a:spcBef>
                <a:spcPts val="100"/>
              </a:spcBef>
              <a:buSzPct val="150000"/>
              <a:buChar char="•"/>
              <a:tabLst>
                <a:tab pos="239395" algn="l"/>
              </a:tabLst>
            </a:pPr>
            <a:r>
              <a:rPr sz="1600" spc="-10" dirty="0">
                <a:latin typeface="Corbel"/>
                <a:cs typeface="Corbel"/>
              </a:rPr>
              <a:t>Regulatory</a:t>
            </a:r>
            <a:r>
              <a:rPr sz="1600" spc="5" dirty="0">
                <a:latin typeface="Corbel"/>
                <a:cs typeface="Corbel"/>
              </a:rPr>
              <a:t> </a:t>
            </a:r>
            <a:r>
              <a:rPr sz="1600" spc="-10" dirty="0">
                <a:latin typeface="Corbel"/>
                <a:cs typeface="Corbel"/>
              </a:rPr>
              <a:t>requirements</a:t>
            </a:r>
            <a:endParaRPr sz="1600">
              <a:latin typeface="Corbel"/>
              <a:cs typeface="Corbel"/>
            </a:endParaRPr>
          </a:p>
          <a:p>
            <a:pPr marL="239395" indent="-226695">
              <a:lnSpc>
                <a:spcPct val="100000"/>
              </a:lnSpc>
              <a:spcBef>
                <a:spcPts val="285"/>
              </a:spcBef>
              <a:buSzPct val="150000"/>
              <a:buChar char="•"/>
              <a:tabLst>
                <a:tab pos="239395" algn="l"/>
              </a:tabLst>
            </a:pPr>
            <a:r>
              <a:rPr sz="1600" dirty="0">
                <a:latin typeface="Corbel"/>
                <a:cs typeface="Corbel"/>
              </a:rPr>
              <a:t>Airworthiness</a:t>
            </a:r>
            <a:r>
              <a:rPr sz="1600" spc="-40" dirty="0">
                <a:latin typeface="Corbel"/>
                <a:cs typeface="Corbel"/>
              </a:rPr>
              <a:t> </a:t>
            </a:r>
            <a:r>
              <a:rPr sz="1600" dirty="0">
                <a:latin typeface="Corbel"/>
                <a:cs typeface="Corbel"/>
              </a:rPr>
              <a:t>of</a:t>
            </a:r>
            <a:r>
              <a:rPr sz="1600" spc="-40" dirty="0">
                <a:latin typeface="Corbel"/>
                <a:cs typeface="Corbel"/>
              </a:rPr>
              <a:t> </a:t>
            </a:r>
            <a:r>
              <a:rPr sz="1600" spc="-10" dirty="0">
                <a:latin typeface="Corbel"/>
                <a:cs typeface="Corbel"/>
              </a:rPr>
              <a:t>aircraft</a:t>
            </a:r>
            <a:endParaRPr sz="1600">
              <a:latin typeface="Corbel"/>
              <a:cs typeface="Corbel"/>
            </a:endParaRPr>
          </a:p>
          <a:p>
            <a:pPr marL="239395" marR="5080" indent="-226695">
              <a:lnSpc>
                <a:spcPts val="1700"/>
              </a:lnSpc>
              <a:spcBef>
                <a:spcPts val="600"/>
              </a:spcBef>
              <a:buSzPct val="150000"/>
              <a:buChar char="•"/>
              <a:tabLst>
                <a:tab pos="241300" algn="l"/>
              </a:tabLst>
            </a:pPr>
            <a:r>
              <a:rPr sz="1600" dirty="0">
                <a:latin typeface="Corbel"/>
                <a:cs typeface="Corbel"/>
              </a:rPr>
              <a:t>Weight</a:t>
            </a:r>
            <a:r>
              <a:rPr sz="1600" spc="55" dirty="0">
                <a:latin typeface="Corbel"/>
                <a:cs typeface="Corbel"/>
              </a:rPr>
              <a:t> </a:t>
            </a:r>
            <a:r>
              <a:rPr sz="1600" dirty="0">
                <a:latin typeface="Corbel"/>
                <a:cs typeface="Corbel"/>
              </a:rPr>
              <a:t>limitations</a:t>
            </a:r>
            <a:r>
              <a:rPr sz="1600" spc="65" dirty="0">
                <a:latin typeface="Corbel"/>
                <a:cs typeface="Corbel"/>
              </a:rPr>
              <a:t> </a:t>
            </a:r>
            <a:r>
              <a:rPr sz="1600" dirty="0">
                <a:latin typeface="Corbel"/>
                <a:cs typeface="Corbel"/>
              </a:rPr>
              <a:t>(amount</a:t>
            </a:r>
            <a:r>
              <a:rPr sz="1600" spc="60" dirty="0">
                <a:latin typeface="Corbel"/>
                <a:cs typeface="Corbel"/>
              </a:rPr>
              <a:t> </a:t>
            </a:r>
            <a:r>
              <a:rPr sz="1600" dirty="0">
                <a:latin typeface="Corbel"/>
                <a:cs typeface="Corbel"/>
              </a:rPr>
              <a:t>of</a:t>
            </a:r>
            <a:r>
              <a:rPr sz="1600" spc="65" dirty="0">
                <a:latin typeface="Corbel"/>
                <a:cs typeface="Corbel"/>
              </a:rPr>
              <a:t> </a:t>
            </a:r>
            <a:r>
              <a:rPr sz="1600" dirty="0">
                <a:latin typeface="Corbel"/>
                <a:cs typeface="Corbel"/>
              </a:rPr>
              <a:t>weight</a:t>
            </a:r>
            <a:r>
              <a:rPr sz="1600" spc="55" dirty="0">
                <a:latin typeface="Corbel"/>
                <a:cs typeface="Corbel"/>
              </a:rPr>
              <a:t> </a:t>
            </a:r>
            <a:r>
              <a:rPr sz="1600" dirty="0">
                <a:latin typeface="Corbel"/>
                <a:cs typeface="Corbel"/>
              </a:rPr>
              <a:t>the</a:t>
            </a:r>
            <a:r>
              <a:rPr sz="1600" spc="65" dirty="0">
                <a:latin typeface="Corbel"/>
                <a:cs typeface="Corbel"/>
              </a:rPr>
              <a:t> </a:t>
            </a:r>
            <a:r>
              <a:rPr sz="1600" dirty="0">
                <a:latin typeface="Corbel"/>
                <a:cs typeface="Corbel"/>
              </a:rPr>
              <a:t>specific</a:t>
            </a:r>
            <a:r>
              <a:rPr sz="1600" spc="70" dirty="0">
                <a:latin typeface="Corbel"/>
                <a:cs typeface="Corbel"/>
              </a:rPr>
              <a:t> </a:t>
            </a:r>
            <a:r>
              <a:rPr sz="1600" dirty="0">
                <a:latin typeface="Corbel"/>
                <a:cs typeface="Corbel"/>
              </a:rPr>
              <a:t>aircraft</a:t>
            </a:r>
            <a:r>
              <a:rPr sz="1600" spc="55" dirty="0">
                <a:latin typeface="Corbel"/>
                <a:cs typeface="Corbel"/>
              </a:rPr>
              <a:t> </a:t>
            </a:r>
            <a:r>
              <a:rPr sz="1600" spc="-25" dirty="0">
                <a:latin typeface="Corbel"/>
                <a:cs typeface="Corbel"/>
              </a:rPr>
              <a:t>can 	</a:t>
            </a:r>
            <a:r>
              <a:rPr sz="1600" spc="-10" dirty="0">
                <a:latin typeface="Corbel"/>
                <a:cs typeface="Corbel"/>
              </a:rPr>
              <a:t>carry)</a:t>
            </a:r>
            <a:endParaRPr sz="1600">
              <a:latin typeface="Corbel"/>
              <a:cs typeface="Corbel"/>
            </a:endParaRPr>
          </a:p>
          <a:p>
            <a:pPr marL="239395" indent="-226695">
              <a:lnSpc>
                <a:spcPct val="100000"/>
              </a:lnSpc>
              <a:spcBef>
                <a:spcPts val="275"/>
              </a:spcBef>
              <a:buSzPct val="150000"/>
              <a:buChar char="•"/>
              <a:tabLst>
                <a:tab pos="239395" algn="l"/>
              </a:tabLst>
            </a:pPr>
            <a:r>
              <a:rPr sz="1600" dirty="0">
                <a:latin typeface="Corbel"/>
                <a:cs typeface="Corbel"/>
              </a:rPr>
              <a:t>Route</a:t>
            </a:r>
            <a:r>
              <a:rPr sz="1600" spc="-40" dirty="0">
                <a:latin typeface="Corbel"/>
                <a:cs typeface="Corbel"/>
              </a:rPr>
              <a:t> </a:t>
            </a:r>
            <a:r>
              <a:rPr sz="1600" dirty="0">
                <a:latin typeface="Corbel"/>
                <a:cs typeface="Corbel"/>
              </a:rPr>
              <a:t>and</a:t>
            </a:r>
            <a:r>
              <a:rPr sz="1600" spc="-30" dirty="0">
                <a:latin typeface="Corbel"/>
                <a:cs typeface="Corbel"/>
              </a:rPr>
              <a:t> </a:t>
            </a:r>
            <a:r>
              <a:rPr sz="1600" dirty="0">
                <a:latin typeface="Corbel"/>
                <a:cs typeface="Corbel"/>
              </a:rPr>
              <a:t>altitude</a:t>
            </a:r>
            <a:r>
              <a:rPr sz="1600" spc="-35" dirty="0">
                <a:latin typeface="Corbel"/>
                <a:cs typeface="Corbel"/>
              </a:rPr>
              <a:t> </a:t>
            </a:r>
            <a:r>
              <a:rPr sz="1600" spc="-10" dirty="0">
                <a:latin typeface="Corbel"/>
                <a:cs typeface="Corbel"/>
              </a:rPr>
              <a:t>requirements</a:t>
            </a:r>
            <a:endParaRPr sz="1600">
              <a:latin typeface="Corbel"/>
              <a:cs typeface="Corbel"/>
            </a:endParaRPr>
          </a:p>
          <a:p>
            <a:pPr marL="239395" indent="-226695">
              <a:lnSpc>
                <a:spcPct val="100000"/>
              </a:lnSpc>
              <a:spcBef>
                <a:spcPts val="285"/>
              </a:spcBef>
              <a:buSzPct val="150000"/>
              <a:buChar char="•"/>
              <a:tabLst>
                <a:tab pos="239395" algn="l"/>
              </a:tabLst>
            </a:pPr>
            <a:r>
              <a:rPr sz="1600" dirty="0">
                <a:latin typeface="Corbel"/>
                <a:cs typeface="Corbel"/>
              </a:rPr>
              <a:t>Starting</a:t>
            </a:r>
            <a:r>
              <a:rPr sz="1600" spc="-10" dirty="0">
                <a:latin typeface="Corbel"/>
                <a:cs typeface="Corbel"/>
              </a:rPr>
              <a:t> </a:t>
            </a:r>
            <a:r>
              <a:rPr sz="1600" dirty="0">
                <a:latin typeface="Corbel"/>
                <a:cs typeface="Corbel"/>
              </a:rPr>
              <a:t>point</a:t>
            </a:r>
            <a:r>
              <a:rPr sz="1600" spc="-15" dirty="0">
                <a:latin typeface="Corbel"/>
                <a:cs typeface="Corbel"/>
              </a:rPr>
              <a:t> </a:t>
            </a:r>
            <a:r>
              <a:rPr sz="1600" spc="-40" dirty="0">
                <a:latin typeface="Corbel"/>
                <a:cs typeface="Corbel"/>
              </a:rPr>
              <a:t>(Take-</a:t>
            </a:r>
            <a:r>
              <a:rPr sz="1600" dirty="0">
                <a:latin typeface="Corbel"/>
                <a:cs typeface="Corbel"/>
              </a:rPr>
              <a:t>off</a:t>
            </a:r>
            <a:r>
              <a:rPr sz="1600" spc="-10" dirty="0">
                <a:latin typeface="Corbel"/>
                <a:cs typeface="Corbel"/>
              </a:rPr>
              <a:t> point)</a:t>
            </a:r>
            <a:endParaRPr sz="1600">
              <a:latin typeface="Corbel"/>
              <a:cs typeface="Corbel"/>
            </a:endParaRPr>
          </a:p>
          <a:p>
            <a:pPr marL="239395" indent="-226695">
              <a:lnSpc>
                <a:spcPts val="1810"/>
              </a:lnSpc>
              <a:spcBef>
                <a:spcPts val="360"/>
              </a:spcBef>
              <a:buSzPct val="150000"/>
              <a:buChar char="•"/>
              <a:tabLst>
                <a:tab pos="239395" algn="l"/>
              </a:tabLst>
            </a:pPr>
            <a:r>
              <a:rPr sz="1600" dirty="0">
                <a:latin typeface="Corbel"/>
                <a:cs typeface="Corbel"/>
              </a:rPr>
              <a:t>Ending</a:t>
            </a:r>
            <a:r>
              <a:rPr sz="1600" spc="-30" dirty="0">
                <a:latin typeface="Corbel"/>
                <a:cs typeface="Corbel"/>
              </a:rPr>
              <a:t> </a:t>
            </a:r>
            <a:r>
              <a:rPr sz="1600" dirty="0">
                <a:latin typeface="Corbel"/>
                <a:cs typeface="Corbel"/>
              </a:rPr>
              <a:t>point</a:t>
            </a:r>
            <a:r>
              <a:rPr sz="1600" spc="-30" dirty="0">
                <a:latin typeface="Corbel"/>
                <a:cs typeface="Corbel"/>
              </a:rPr>
              <a:t> </a:t>
            </a:r>
            <a:r>
              <a:rPr sz="1600" dirty="0">
                <a:latin typeface="Corbel"/>
                <a:cs typeface="Corbel"/>
              </a:rPr>
              <a:t>(Landing</a:t>
            </a:r>
            <a:r>
              <a:rPr sz="1600" spc="-25" dirty="0">
                <a:latin typeface="Corbel"/>
                <a:cs typeface="Corbel"/>
              </a:rPr>
              <a:t> </a:t>
            </a:r>
            <a:r>
              <a:rPr sz="1600" spc="-10" dirty="0">
                <a:latin typeface="Corbel"/>
                <a:cs typeface="Corbel"/>
              </a:rPr>
              <a:t>point)</a:t>
            </a:r>
            <a:endParaRPr sz="1600">
              <a:latin typeface="Corbel"/>
              <a:cs typeface="Corbel"/>
            </a:endParaRPr>
          </a:p>
          <a:p>
            <a:pPr marL="239395" indent="-226695">
              <a:lnSpc>
                <a:spcPts val="1810"/>
              </a:lnSpc>
              <a:buSzPct val="150000"/>
              <a:buChar char="•"/>
              <a:tabLst>
                <a:tab pos="239395" algn="l"/>
              </a:tabLst>
            </a:pPr>
            <a:r>
              <a:rPr sz="1600" dirty="0">
                <a:latin typeface="Corbel"/>
                <a:cs typeface="Corbel"/>
              </a:rPr>
              <a:t>The</a:t>
            </a:r>
            <a:r>
              <a:rPr sz="1600" spc="-30" dirty="0">
                <a:latin typeface="Corbel"/>
                <a:cs typeface="Corbel"/>
              </a:rPr>
              <a:t> </a:t>
            </a:r>
            <a:r>
              <a:rPr sz="1600" dirty="0">
                <a:latin typeface="Corbel"/>
                <a:cs typeface="Corbel"/>
              </a:rPr>
              <a:t>direction</a:t>
            </a:r>
            <a:r>
              <a:rPr sz="1600" spc="-20" dirty="0">
                <a:latin typeface="Corbel"/>
                <a:cs typeface="Corbel"/>
              </a:rPr>
              <a:t> </a:t>
            </a:r>
            <a:r>
              <a:rPr sz="1600" dirty="0">
                <a:latin typeface="Corbel"/>
                <a:cs typeface="Corbel"/>
              </a:rPr>
              <a:t>of</a:t>
            </a:r>
            <a:r>
              <a:rPr sz="1600" spc="-30" dirty="0">
                <a:latin typeface="Corbel"/>
                <a:cs typeface="Corbel"/>
              </a:rPr>
              <a:t> </a:t>
            </a:r>
            <a:r>
              <a:rPr sz="1600" dirty="0">
                <a:latin typeface="Corbel"/>
                <a:cs typeface="Corbel"/>
              </a:rPr>
              <a:t>travel</a:t>
            </a:r>
            <a:r>
              <a:rPr sz="1600" spc="-25" dirty="0">
                <a:latin typeface="Corbel"/>
                <a:cs typeface="Corbel"/>
              </a:rPr>
              <a:t> </a:t>
            </a:r>
            <a:r>
              <a:rPr sz="1600" spc="-10" dirty="0">
                <a:latin typeface="Corbel"/>
                <a:cs typeface="Corbel"/>
              </a:rPr>
              <a:t>(Flightpath)</a:t>
            </a:r>
            <a:endParaRPr sz="1600">
              <a:latin typeface="Corbel"/>
              <a:cs typeface="Corbel"/>
            </a:endParaRPr>
          </a:p>
          <a:p>
            <a:pPr marL="239395" indent="-226695">
              <a:lnSpc>
                <a:spcPct val="100000"/>
              </a:lnSpc>
              <a:spcBef>
                <a:spcPts val="290"/>
              </a:spcBef>
              <a:buSzPct val="150000"/>
              <a:buChar char="•"/>
              <a:tabLst>
                <a:tab pos="239395" algn="l"/>
              </a:tabLst>
            </a:pPr>
            <a:r>
              <a:rPr sz="1600" dirty="0">
                <a:latin typeface="Corbel"/>
                <a:cs typeface="Corbel"/>
              </a:rPr>
              <a:t>Distance</a:t>
            </a:r>
            <a:r>
              <a:rPr sz="1600" spc="-35" dirty="0">
                <a:latin typeface="Corbel"/>
                <a:cs typeface="Corbel"/>
              </a:rPr>
              <a:t> </a:t>
            </a:r>
            <a:r>
              <a:rPr sz="1600" dirty="0">
                <a:latin typeface="Corbel"/>
                <a:cs typeface="Corbel"/>
              </a:rPr>
              <a:t>to</a:t>
            </a:r>
            <a:r>
              <a:rPr sz="1600" spc="-35" dirty="0">
                <a:latin typeface="Corbel"/>
                <a:cs typeface="Corbel"/>
              </a:rPr>
              <a:t> </a:t>
            </a:r>
            <a:r>
              <a:rPr sz="1600" dirty="0">
                <a:latin typeface="Corbel"/>
                <a:cs typeface="Corbel"/>
              </a:rPr>
              <a:t>travel</a:t>
            </a:r>
            <a:r>
              <a:rPr sz="1600" spc="-30" dirty="0">
                <a:latin typeface="Corbel"/>
                <a:cs typeface="Corbel"/>
              </a:rPr>
              <a:t> </a:t>
            </a:r>
            <a:r>
              <a:rPr sz="1600" dirty="0">
                <a:latin typeface="Corbel"/>
                <a:cs typeface="Corbel"/>
              </a:rPr>
              <a:t>(Maximum</a:t>
            </a:r>
            <a:r>
              <a:rPr sz="1600" spc="-35" dirty="0">
                <a:latin typeface="Corbel"/>
                <a:cs typeface="Corbel"/>
              </a:rPr>
              <a:t> </a:t>
            </a:r>
            <a:r>
              <a:rPr sz="1600" spc="-10" dirty="0">
                <a:latin typeface="Corbel"/>
                <a:cs typeface="Corbel"/>
              </a:rPr>
              <a:t>range)</a:t>
            </a:r>
            <a:endParaRPr sz="1600">
              <a:latin typeface="Corbel"/>
              <a:cs typeface="Corbel"/>
            </a:endParaRPr>
          </a:p>
          <a:p>
            <a:pPr marL="239395" indent="-226695">
              <a:lnSpc>
                <a:spcPct val="100000"/>
              </a:lnSpc>
              <a:spcBef>
                <a:spcPts val="385"/>
              </a:spcBef>
              <a:buSzPct val="150000"/>
              <a:buChar char="•"/>
              <a:tabLst>
                <a:tab pos="239395" algn="l"/>
              </a:tabLst>
            </a:pPr>
            <a:r>
              <a:rPr sz="1600" dirty="0">
                <a:latin typeface="Corbel"/>
                <a:cs typeface="Corbel"/>
              </a:rPr>
              <a:t>Aircraft</a:t>
            </a:r>
            <a:r>
              <a:rPr sz="1600" spc="-40" dirty="0">
                <a:latin typeface="Corbel"/>
                <a:cs typeface="Corbel"/>
              </a:rPr>
              <a:t> </a:t>
            </a:r>
            <a:r>
              <a:rPr sz="1600" spc="-10" dirty="0">
                <a:latin typeface="Corbel"/>
                <a:cs typeface="Corbel"/>
              </a:rPr>
              <a:t>speed</a:t>
            </a:r>
            <a:endParaRPr sz="1600">
              <a:latin typeface="Corbel"/>
              <a:cs typeface="Corbel"/>
            </a:endParaRPr>
          </a:p>
          <a:p>
            <a:pPr marL="239395" indent="-226695">
              <a:lnSpc>
                <a:spcPct val="100000"/>
              </a:lnSpc>
              <a:spcBef>
                <a:spcPts val="265"/>
              </a:spcBef>
              <a:buSzPct val="150000"/>
              <a:buChar char="•"/>
              <a:tabLst>
                <a:tab pos="239395" algn="l"/>
              </a:tabLst>
            </a:pPr>
            <a:r>
              <a:rPr sz="1600" dirty="0">
                <a:latin typeface="Corbel"/>
                <a:cs typeface="Corbel"/>
              </a:rPr>
              <a:t>Aircraft</a:t>
            </a:r>
            <a:r>
              <a:rPr sz="1600" spc="-60" dirty="0">
                <a:latin typeface="Corbel"/>
                <a:cs typeface="Corbel"/>
              </a:rPr>
              <a:t> </a:t>
            </a:r>
            <a:r>
              <a:rPr sz="1600" dirty="0">
                <a:latin typeface="Corbel"/>
                <a:cs typeface="Corbel"/>
              </a:rPr>
              <a:t>battery/Fuel</a:t>
            </a:r>
            <a:r>
              <a:rPr sz="1600" spc="-50" dirty="0">
                <a:latin typeface="Corbel"/>
                <a:cs typeface="Corbel"/>
              </a:rPr>
              <a:t> </a:t>
            </a:r>
            <a:r>
              <a:rPr sz="1600" dirty="0">
                <a:latin typeface="Corbel"/>
                <a:cs typeface="Corbel"/>
              </a:rPr>
              <a:t>capacity</a:t>
            </a:r>
            <a:r>
              <a:rPr sz="1600" spc="-55" dirty="0">
                <a:latin typeface="Corbel"/>
                <a:cs typeface="Corbel"/>
              </a:rPr>
              <a:t> </a:t>
            </a:r>
            <a:r>
              <a:rPr sz="1600" dirty="0">
                <a:latin typeface="Corbel"/>
                <a:cs typeface="Corbel"/>
              </a:rPr>
              <a:t>(Maximum</a:t>
            </a:r>
            <a:r>
              <a:rPr sz="1600" spc="-50" dirty="0">
                <a:latin typeface="Corbel"/>
                <a:cs typeface="Corbel"/>
              </a:rPr>
              <a:t> </a:t>
            </a:r>
            <a:r>
              <a:rPr sz="1600" spc="-10" dirty="0">
                <a:latin typeface="Corbel"/>
                <a:cs typeface="Corbel"/>
              </a:rPr>
              <a:t>endurance)</a:t>
            </a:r>
            <a:endParaRPr sz="1600">
              <a:latin typeface="Corbel"/>
              <a:cs typeface="Corbe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29511" y="451104"/>
            <a:ext cx="9827260" cy="792480"/>
            <a:chOff x="1429511" y="451104"/>
            <a:chExt cx="9827260" cy="792480"/>
          </a:xfrm>
        </p:grpSpPr>
        <p:pic>
          <p:nvPicPr>
            <p:cNvPr id="4" name="object 4"/>
            <p:cNvPicPr/>
            <p:nvPr/>
          </p:nvPicPr>
          <p:blipFill>
            <a:blip r:embed="rId2" cstate="print"/>
            <a:stretch>
              <a:fillRect/>
            </a:stretch>
          </p:blipFill>
          <p:spPr>
            <a:xfrm>
              <a:off x="1429511" y="451104"/>
              <a:ext cx="2971800" cy="527303"/>
            </a:xfrm>
            <a:prstGeom prst="rect">
              <a:avLst/>
            </a:prstGeom>
          </p:spPr>
        </p:pic>
        <p:pic>
          <p:nvPicPr>
            <p:cNvPr id="5" name="object 5"/>
            <p:cNvPicPr/>
            <p:nvPr/>
          </p:nvPicPr>
          <p:blipFill>
            <a:blip r:embed="rId3" cstate="print"/>
            <a:stretch>
              <a:fillRect/>
            </a:stretch>
          </p:blipFill>
          <p:spPr>
            <a:xfrm>
              <a:off x="1429511" y="719328"/>
              <a:ext cx="9826752" cy="524256"/>
            </a:xfrm>
            <a:prstGeom prst="rect">
              <a:avLst/>
            </a:prstGeom>
          </p:spPr>
        </p:pic>
      </p:grpSp>
      <p:sp>
        <p:nvSpPr>
          <p:cNvPr id="6" name="object 6"/>
          <p:cNvSpPr txBox="1"/>
          <p:nvPr/>
        </p:nvSpPr>
        <p:spPr>
          <a:xfrm>
            <a:off x="1563034" y="502411"/>
            <a:ext cx="9860280" cy="5761990"/>
          </a:xfrm>
          <a:prstGeom prst="rect">
            <a:avLst/>
          </a:prstGeom>
        </p:spPr>
        <p:txBody>
          <a:bodyPr vert="horz" wrap="square" lIns="0" tIns="12700" rIns="0" bIns="0" rtlCol="0">
            <a:spAutoFit/>
          </a:bodyPr>
          <a:lstStyle/>
          <a:p>
            <a:pPr marL="12700">
              <a:lnSpc>
                <a:spcPts val="2135"/>
              </a:lnSpc>
              <a:spcBef>
                <a:spcPts val="100"/>
              </a:spcBef>
            </a:pPr>
            <a:r>
              <a:rPr sz="1800" b="1" dirty="0">
                <a:latin typeface="Corbel"/>
                <a:cs typeface="Corbel"/>
              </a:rPr>
              <a:t>060</a:t>
            </a:r>
            <a:r>
              <a:rPr sz="1800" b="1" spc="-15" dirty="0">
                <a:latin typeface="Corbel"/>
                <a:cs typeface="Corbel"/>
              </a:rPr>
              <a:t> </a:t>
            </a:r>
            <a:r>
              <a:rPr sz="1800" b="1" dirty="0">
                <a:latin typeface="Corbel"/>
                <a:cs typeface="Corbel"/>
              </a:rPr>
              <a:t>03</a:t>
            </a:r>
            <a:r>
              <a:rPr sz="1800" b="1" spc="-20" dirty="0">
                <a:latin typeface="Corbel"/>
                <a:cs typeface="Corbel"/>
              </a:rPr>
              <a:t> </a:t>
            </a:r>
            <a:r>
              <a:rPr sz="1800" b="1" dirty="0">
                <a:latin typeface="Corbel"/>
                <a:cs typeface="Corbel"/>
              </a:rPr>
              <a:t>00:</a:t>
            </a:r>
            <a:r>
              <a:rPr sz="1800" b="1" spc="-65" dirty="0">
                <a:latin typeface="Corbel"/>
                <a:cs typeface="Corbel"/>
              </a:rPr>
              <a:t> </a:t>
            </a:r>
            <a:r>
              <a:rPr sz="1800" b="1" spc="-10" dirty="0">
                <a:latin typeface="Corbel"/>
                <a:cs typeface="Corbel"/>
              </a:rPr>
              <a:t>UAS</a:t>
            </a:r>
            <a:r>
              <a:rPr sz="1800" b="1" spc="-80" dirty="0">
                <a:latin typeface="Corbel"/>
                <a:cs typeface="Corbel"/>
              </a:rPr>
              <a:t> </a:t>
            </a:r>
            <a:r>
              <a:rPr sz="1800" b="1" spc="-10" dirty="0">
                <a:latin typeface="Corbel"/>
                <a:cs typeface="Corbel"/>
              </a:rPr>
              <a:t>Operations</a:t>
            </a:r>
            <a:endParaRPr sz="1800">
              <a:latin typeface="Corbel"/>
              <a:cs typeface="Corbel"/>
            </a:endParaRPr>
          </a:p>
          <a:p>
            <a:pPr marL="12700">
              <a:lnSpc>
                <a:spcPts val="2135"/>
              </a:lnSpc>
            </a:pPr>
            <a:r>
              <a:rPr sz="1800" dirty="0">
                <a:latin typeface="Corbel"/>
                <a:cs typeface="Corbel"/>
              </a:rPr>
              <a:t>060</a:t>
            </a:r>
            <a:r>
              <a:rPr sz="1800" spc="-35" dirty="0">
                <a:latin typeface="Corbel"/>
                <a:cs typeface="Corbel"/>
              </a:rPr>
              <a:t> </a:t>
            </a:r>
            <a:r>
              <a:rPr sz="1800" dirty="0">
                <a:latin typeface="Corbel"/>
                <a:cs typeface="Corbel"/>
              </a:rPr>
              <a:t>03</a:t>
            </a:r>
            <a:r>
              <a:rPr sz="1800" spc="-35" dirty="0">
                <a:latin typeface="Corbel"/>
                <a:cs typeface="Corbel"/>
              </a:rPr>
              <a:t> </a:t>
            </a:r>
            <a:r>
              <a:rPr sz="1800" dirty="0">
                <a:latin typeface="Corbel"/>
                <a:cs typeface="Corbel"/>
              </a:rPr>
              <a:t>01:</a:t>
            </a:r>
            <a:r>
              <a:rPr sz="1800" spc="-90" dirty="0">
                <a:latin typeface="Corbel"/>
                <a:cs typeface="Corbel"/>
              </a:rPr>
              <a:t> </a:t>
            </a:r>
            <a:r>
              <a:rPr sz="1800" dirty="0">
                <a:latin typeface="Corbel"/>
                <a:cs typeface="Corbel"/>
              </a:rPr>
              <a:t>Common</a:t>
            </a:r>
            <a:r>
              <a:rPr sz="1800" spc="-30" dirty="0">
                <a:latin typeface="Corbel"/>
                <a:cs typeface="Corbel"/>
              </a:rPr>
              <a:t> </a:t>
            </a:r>
            <a:r>
              <a:rPr sz="1800" dirty="0">
                <a:latin typeface="Corbel"/>
                <a:cs typeface="Corbel"/>
              </a:rPr>
              <a:t>phases</a:t>
            </a:r>
            <a:r>
              <a:rPr sz="1800" spc="-35" dirty="0">
                <a:latin typeface="Corbel"/>
                <a:cs typeface="Corbel"/>
              </a:rPr>
              <a:t> </a:t>
            </a:r>
            <a:r>
              <a:rPr sz="1800" dirty="0">
                <a:latin typeface="Corbel"/>
                <a:cs typeface="Corbel"/>
              </a:rPr>
              <a:t>and</a:t>
            </a:r>
            <a:r>
              <a:rPr sz="1800" spc="-30" dirty="0">
                <a:latin typeface="Corbel"/>
                <a:cs typeface="Corbel"/>
              </a:rPr>
              <a:t> </a:t>
            </a:r>
            <a:r>
              <a:rPr sz="1800" dirty="0">
                <a:latin typeface="Corbel"/>
                <a:cs typeface="Corbel"/>
              </a:rPr>
              <a:t>describe</a:t>
            </a:r>
            <a:r>
              <a:rPr sz="1800" spc="-25" dirty="0">
                <a:latin typeface="Corbel"/>
                <a:cs typeface="Corbel"/>
              </a:rPr>
              <a:t> </a:t>
            </a:r>
            <a:r>
              <a:rPr sz="1800" dirty="0">
                <a:latin typeface="Corbel"/>
                <a:cs typeface="Corbel"/>
              </a:rPr>
              <a:t>the</a:t>
            </a:r>
            <a:r>
              <a:rPr sz="1800" spc="-25" dirty="0">
                <a:latin typeface="Corbel"/>
                <a:cs typeface="Corbel"/>
              </a:rPr>
              <a:t> </a:t>
            </a:r>
            <a:r>
              <a:rPr sz="1800" dirty="0">
                <a:latin typeface="Corbel"/>
                <a:cs typeface="Corbel"/>
              </a:rPr>
              <a:t>checks</a:t>
            </a:r>
            <a:r>
              <a:rPr sz="1800" spc="-30" dirty="0">
                <a:latin typeface="Corbel"/>
                <a:cs typeface="Corbel"/>
              </a:rPr>
              <a:t> </a:t>
            </a:r>
            <a:r>
              <a:rPr sz="1800" dirty="0">
                <a:latin typeface="Corbel"/>
                <a:cs typeface="Corbel"/>
              </a:rPr>
              <a:t>conducted</a:t>
            </a:r>
            <a:r>
              <a:rPr sz="1800" spc="-30" dirty="0">
                <a:latin typeface="Corbel"/>
                <a:cs typeface="Corbel"/>
              </a:rPr>
              <a:t> </a:t>
            </a:r>
            <a:r>
              <a:rPr sz="1800" dirty="0">
                <a:latin typeface="Corbel"/>
                <a:cs typeface="Corbel"/>
              </a:rPr>
              <a:t>and/or</a:t>
            </a:r>
            <a:r>
              <a:rPr sz="1800" spc="-35" dirty="0">
                <a:latin typeface="Corbel"/>
                <a:cs typeface="Corbel"/>
              </a:rPr>
              <a:t> </a:t>
            </a:r>
            <a:r>
              <a:rPr sz="1800" spc="-10" dirty="0">
                <a:latin typeface="Corbel"/>
                <a:cs typeface="Corbel"/>
              </a:rPr>
              <a:t>considerations</a:t>
            </a:r>
            <a:r>
              <a:rPr sz="1800" spc="-30" dirty="0">
                <a:latin typeface="Corbel"/>
                <a:cs typeface="Corbel"/>
              </a:rPr>
              <a:t> </a:t>
            </a:r>
            <a:r>
              <a:rPr sz="1800" dirty="0">
                <a:latin typeface="Corbel"/>
                <a:cs typeface="Corbel"/>
              </a:rPr>
              <a:t>for</a:t>
            </a:r>
            <a:r>
              <a:rPr sz="1800" spc="-35" dirty="0">
                <a:latin typeface="Corbel"/>
                <a:cs typeface="Corbel"/>
              </a:rPr>
              <a:t> </a:t>
            </a:r>
            <a:r>
              <a:rPr sz="1800" dirty="0">
                <a:latin typeface="Corbel"/>
                <a:cs typeface="Corbel"/>
              </a:rPr>
              <a:t>each</a:t>
            </a:r>
            <a:r>
              <a:rPr sz="1800" spc="-25" dirty="0">
                <a:latin typeface="Corbel"/>
                <a:cs typeface="Corbel"/>
              </a:rPr>
              <a:t> </a:t>
            </a:r>
            <a:r>
              <a:rPr sz="1800" spc="-10" dirty="0">
                <a:latin typeface="Corbel"/>
                <a:cs typeface="Corbel"/>
              </a:rPr>
              <a:t>phase:</a:t>
            </a:r>
            <a:endParaRPr sz="1800">
              <a:latin typeface="Corbel"/>
              <a:cs typeface="Corbel"/>
            </a:endParaRPr>
          </a:p>
          <a:p>
            <a:pPr>
              <a:lnSpc>
                <a:spcPct val="100000"/>
              </a:lnSpc>
              <a:spcBef>
                <a:spcPts val="1880"/>
              </a:spcBef>
            </a:pPr>
            <a:endParaRPr sz="1800">
              <a:latin typeface="Corbel"/>
              <a:cs typeface="Corbel"/>
            </a:endParaRPr>
          </a:p>
          <a:p>
            <a:pPr marL="193040" indent="-188595">
              <a:lnSpc>
                <a:spcPct val="100000"/>
              </a:lnSpc>
              <a:buSzPct val="97222"/>
              <a:buAutoNum type="arabicPeriod" startAt="2"/>
              <a:tabLst>
                <a:tab pos="193040" algn="l"/>
              </a:tabLst>
            </a:pPr>
            <a:r>
              <a:rPr sz="1800" b="1" u="sng" spc="-65" dirty="0">
                <a:uFill>
                  <a:solidFill>
                    <a:srgbClr val="000000"/>
                  </a:solidFill>
                </a:uFill>
                <a:latin typeface="Corbel"/>
                <a:cs typeface="Corbel"/>
              </a:rPr>
              <a:t> </a:t>
            </a:r>
            <a:r>
              <a:rPr sz="1800" b="1" u="sng" spc="-10" dirty="0">
                <a:uFill>
                  <a:solidFill>
                    <a:srgbClr val="000000"/>
                  </a:solidFill>
                </a:uFill>
                <a:latin typeface="Corbel"/>
                <a:cs typeface="Corbel"/>
              </a:rPr>
              <a:t>Contingency/Emergency</a:t>
            </a:r>
            <a:r>
              <a:rPr sz="1800" b="1" u="sng" spc="5" dirty="0">
                <a:uFill>
                  <a:solidFill>
                    <a:srgbClr val="000000"/>
                  </a:solidFill>
                </a:uFill>
                <a:latin typeface="Corbel"/>
                <a:cs typeface="Corbel"/>
              </a:rPr>
              <a:t> </a:t>
            </a:r>
            <a:r>
              <a:rPr sz="1800" b="1" u="sng" dirty="0">
                <a:uFill>
                  <a:solidFill>
                    <a:srgbClr val="000000"/>
                  </a:solidFill>
                </a:uFill>
                <a:latin typeface="Corbel"/>
                <a:cs typeface="Corbel"/>
              </a:rPr>
              <a:t>planning</a:t>
            </a:r>
            <a:r>
              <a:rPr sz="1800" b="1" u="sng" spc="10" dirty="0">
                <a:uFill>
                  <a:solidFill>
                    <a:srgbClr val="000000"/>
                  </a:solidFill>
                </a:uFill>
                <a:latin typeface="Corbel"/>
                <a:cs typeface="Corbel"/>
              </a:rPr>
              <a:t> </a:t>
            </a:r>
            <a:r>
              <a:rPr sz="1800" b="1" u="sng" spc="-10" dirty="0">
                <a:uFill>
                  <a:solidFill>
                    <a:srgbClr val="000000"/>
                  </a:solidFill>
                </a:uFill>
                <a:latin typeface="Corbel"/>
                <a:cs typeface="Corbel"/>
              </a:rPr>
              <a:t>considerations</a:t>
            </a:r>
            <a:endParaRPr sz="1800">
              <a:latin typeface="Corbel"/>
              <a:cs typeface="Corbel"/>
            </a:endParaRPr>
          </a:p>
          <a:p>
            <a:pPr marL="12700" marR="5080" algn="just">
              <a:lnSpc>
                <a:spcPct val="90000"/>
              </a:lnSpc>
              <a:spcBef>
                <a:spcPts val="1320"/>
              </a:spcBef>
            </a:pPr>
            <a:r>
              <a:rPr sz="1800" dirty="0">
                <a:latin typeface="Corbel"/>
                <a:cs typeface="Corbel"/>
              </a:rPr>
              <a:t>An</a:t>
            </a:r>
            <a:r>
              <a:rPr sz="1800" spc="450" dirty="0">
                <a:latin typeface="Corbel"/>
                <a:cs typeface="Corbel"/>
              </a:rPr>
              <a:t> </a:t>
            </a:r>
            <a:r>
              <a:rPr sz="1800" dirty="0">
                <a:latin typeface="Corbel"/>
                <a:cs typeface="Corbel"/>
              </a:rPr>
              <a:t>emergency</a:t>
            </a:r>
            <a:r>
              <a:rPr sz="1800" spc="455" dirty="0">
                <a:latin typeface="Corbel"/>
                <a:cs typeface="Corbel"/>
              </a:rPr>
              <a:t> </a:t>
            </a:r>
            <a:r>
              <a:rPr sz="1800" dirty="0">
                <a:latin typeface="Corbel"/>
                <a:cs typeface="Corbel"/>
              </a:rPr>
              <a:t>situation</a:t>
            </a:r>
            <a:r>
              <a:rPr sz="1800" spc="455" dirty="0">
                <a:latin typeface="Corbel"/>
                <a:cs typeface="Corbel"/>
              </a:rPr>
              <a:t> </a:t>
            </a:r>
            <a:r>
              <a:rPr sz="1800" dirty="0">
                <a:latin typeface="Corbel"/>
                <a:cs typeface="Corbel"/>
              </a:rPr>
              <a:t>is</a:t>
            </a:r>
            <a:r>
              <a:rPr sz="1800" spc="450" dirty="0">
                <a:latin typeface="Corbel"/>
                <a:cs typeface="Corbel"/>
              </a:rPr>
              <a:t> </a:t>
            </a:r>
            <a:r>
              <a:rPr sz="1800" dirty="0">
                <a:latin typeface="Corbel"/>
                <a:cs typeface="Corbel"/>
              </a:rPr>
              <a:t>one</a:t>
            </a:r>
            <a:r>
              <a:rPr sz="1800" spc="455" dirty="0">
                <a:latin typeface="Corbel"/>
                <a:cs typeface="Corbel"/>
              </a:rPr>
              <a:t> </a:t>
            </a:r>
            <a:r>
              <a:rPr sz="1800" dirty="0">
                <a:latin typeface="Corbel"/>
                <a:cs typeface="Corbel"/>
              </a:rPr>
              <a:t>in</a:t>
            </a:r>
            <a:r>
              <a:rPr sz="1800" spc="450" dirty="0">
                <a:latin typeface="Corbel"/>
                <a:cs typeface="Corbel"/>
              </a:rPr>
              <a:t> </a:t>
            </a:r>
            <a:r>
              <a:rPr sz="1800" dirty="0">
                <a:latin typeface="Corbel"/>
                <a:cs typeface="Corbel"/>
              </a:rPr>
              <a:t>which</a:t>
            </a:r>
            <a:r>
              <a:rPr sz="1800" spc="455" dirty="0">
                <a:latin typeface="Corbel"/>
                <a:cs typeface="Corbel"/>
              </a:rPr>
              <a:t> </a:t>
            </a:r>
            <a:r>
              <a:rPr sz="1800" dirty="0">
                <a:latin typeface="Corbel"/>
                <a:cs typeface="Corbel"/>
              </a:rPr>
              <a:t>the</a:t>
            </a:r>
            <a:r>
              <a:rPr sz="1800" spc="455" dirty="0">
                <a:latin typeface="Corbel"/>
                <a:cs typeface="Corbel"/>
              </a:rPr>
              <a:t> </a:t>
            </a:r>
            <a:r>
              <a:rPr sz="1800" dirty="0">
                <a:latin typeface="Corbel"/>
                <a:cs typeface="Corbel"/>
              </a:rPr>
              <a:t>safety</a:t>
            </a:r>
            <a:r>
              <a:rPr sz="1800" spc="455" dirty="0">
                <a:latin typeface="Corbel"/>
                <a:cs typeface="Corbel"/>
              </a:rPr>
              <a:t> </a:t>
            </a:r>
            <a:r>
              <a:rPr sz="1800" dirty="0">
                <a:latin typeface="Corbel"/>
                <a:cs typeface="Corbel"/>
              </a:rPr>
              <a:t>of</a:t>
            </a:r>
            <a:r>
              <a:rPr sz="1800" spc="455" dirty="0">
                <a:latin typeface="Corbel"/>
                <a:cs typeface="Corbel"/>
              </a:rPr>
              <a:t> </a:t>
            </a:r>
            <a:r>
              <a:rPr sz="1800" dirty="0">
                <a:latin typeface="Corbel"/>
                <a:cs typeface="Corbel"/>
              </a:rPr>
              <a:t>the</a:t>
            </a:r>
            <a:r>
              <a:rPr sz="1800" spc="455" dirty="0">
                <a:latin typeface="Corbel"/>
                <a:cs typeface="Corbel"/>
              </a:rPr>
              <a:t> </a:t>
            </a:r>
            <a:r>
              <a:rPr sz="1800" dirty="0">
                <a:latin typeface="Corbel"/>
                <a:cs typeface="Corbel"/>
              </a:rPr>
              <a:t>UA</a:t>
            </a:r>
            <a:r>
              <a:rPr sz="1800" spc="445" dirty="0">
                <a:latin typeface="Corbel"/>
                <a:cs typeface="Corbel"/>
              </a:rPr>
              <a:t> </a:t>
            </a:r>
            <a:r>
              <a:rPr sz="1800" dirty="0">
                <a:latin typeface="Corbel"/>
                <a:cs typeface="Corbel"/>
              </a:rPr>
              <a:t>or</a:t>
            </a:r>
            <a:r>
              <a:rPr sz="1800" spc="450" dirty="0">
                <a:latin typeface="Corbel"/>
                <a:cs typeface="Corbel"/>
              </a:rPr>
              <a:t> </a:t>
            </a:r>
            <a:r>
              <a:rPr sz="1800" dirty="0">
                <a:latin typeface="Corbel"/>
                <a:cs typeface="Corbel"/>
              </a:rPr>
              <a:t>of</a:t>
            </a:r>
            <a:r>
              <a:rPr sz="1800" spc="455" dirty="0">
                <a:latin typeface="Corbel"/>
                <a:cs typeface="Corbel"/>
              </a:rPr>
              <a:t> </a:t>
            </a:r>
            <a:r>
              <a:rPr sz="1800" dirty="0">
                <a:latin typeface="Corbel"/>
                <a:cs typeface="Corbel"/>
              </a:rPr>
              <a:t>persons</a:t>
            </a:r>
            <a:r>
              <a:rPr sz="1800" spc="445" dirty="0">
                <a:latin typeface="Corbel"/>
                <a:cs typeface="Corbel"/>
              </a:rPr>
              <a:t> </a:t>
            </a:r>
            <a:r>
              <a:rPr sz="1800" dirty="0">
                <a:latin typeface="Corbel"/>
                <a:cs typeface="Corbel"/>
              </a:rPr>
              <a:t>or</a:t>
            </a:r>
            <a:r>
              <a:rPr sz="1800" spc="450" dirty="0">
                <a:latin typeface="Corbel"/>
                <a:cs typeface="Corbel"/>
              </a:rPr>
              <a:t> </a:t>
            </a:r>
            <a:r>
              <a:rPr sz="1800" dirty="0">
                <a:latin typeface="Corbel"/>
                <a:cs typeface="Corbel"/>
              </a:rPr>
              <a:t>on</a:t>
            </a:r>
            <a:r>
              <a:rPr sz="1800" spc="455" dirty="0">
                <a:latin typeface="Corbel"/>
                <a:cs typeface="Corbel"/>
              </a:rPr>
              <a:t> </a:t>
            </a:r>
            <a:r>
              <a:rPr sz="1800" dirty="0">
                <a:latin typeface="Corbel"/>
                <a:cs typeface="Corbel"/>
              </a:rPr>
              <a:t>the</a:t>
            </a:r>
            <a:r>
              <a:rPr sz="1800" spc="455" dirty="0">
                <a:latin typeface="Corbel"/>
                <a:cs typeface="Corbel"/>
              </a:rPr>
              <a:t> </a:t>
            </a:r>
            <a:r>
              <a:rPr sz="1800" dirty="0">
                <a:latin typeface="Corbel"/>
                <a:cs typeface="Corbel"/>
              </a:rPr>
              <a:t>ground</a:t>
            </a:r>
            <a:r>
              <a:rPr sz="1800" spc="450" dirty="0">
                <a:latin typeface="Corbel"/>
                <a:cs typeface="Corbel"/>
              </a:rPr>
              <a:t> </a:t>
            </a:r>
            <a:r>
              <a:rPr sz="1800" spc="-25" dirty="0">
                <a:latin typeface="Corbel"/>
                <a:cs typeface="Corbel"/>
              </a:rPr>
              <a:t>is </a:t>
            </a:r>
            <a:r>
              <a:rPr sz="1800" dirty="0">
                <a:latin typeface="Corbel"/>
                <a:cs typeface="Corbel"/>
              </a:rPr>
              <a:t>endangered</a:t>
            </a:r>
            <a:r>
              <a:rPr sz="1800" spc="370" dirty="0">
                <a:latin typeface="Corbel"/>
                <a:cs typeface="Corbel"/>
              </a:rPr>
              <a:t> </a:t>
            </a:r>
            <a:r>
              <a:rPr sz="1800" dirty="0">
                <a:latin typeface="Corbel"/>
                <a:cs typeface="Corbel"/>
              </a:rPr>
              <a:t>for</a:t>
            </a:r>
            <a:r>
              <a:rPr sz="1800" spc="375" dirty="0">
                <a:latin typeface="Corbel"/>
                <a:cs typeface="Corbel"/>
              </a:rPr>
              <a:t> </a:t>
            </a:r>
            <a:r>
              <a:rPr sz="1800" dirty="0">
                <a:latin typeface="Corbel"/>
                <a:cs typeface="Corbel"/>
              </a:rPr>
              <a:t>any</a:t>
            </a:r>
            <a:r>
              <a:rPr sz="1800" spc="375" dirty="0">
                <a:latin typeface="Corbel"/>
                <a:cs typeface="Corbel"/>
              </a:rPr>
              <a:t> </a:t>
            </a:r>
            <a:r>
              <a:rPr sz="1800" dirty="0">
                <a:latin typeface="Corbel"/>
                <a:cs typeface="Corbel"/>
              </a:rPr>
              <a:t>reason.</a:t>
            </a:r>
            <a:r>
              <a:rPr sz="1800" spc="375" dirty="0">
                <a:latin typeface="Corbel"/>
                <a:cs typeface="Corbel"/>
              </a:rPr>
              <a:t> </a:t>
            </a:r>
            <a:r>
              <a:rPr sz="1800" b="1" dirty="0">
                <a:latin typeface="Corbel"/>
                <a:cs typeface="Corbel"/>
              </a:rPr>
              <a:t>At</a:t>
            </a:r>
            <a:r>
              <a:rPr sz="1800" b="1" spc="375" dirty="0">
                <a:latin typeface="Corbel"/>
                <a:cs typeface="Corbel"/>
              </a:rPr>
              <a:t> </a:t>
            </a:r>
            <a:r>
              <a:rPr sz="1800" b="1" dirty="0">
                <a:latin typeface="Corbel"/>
                <a:cs typeface="Corbel"/>
              </a:rPr>
              <a:t>the</a:t>
            </a:r>
            <a:r>
              <a:rPr sz="1800" b="1" spc="370" dirty="0">
                <a:latin typeface="Corbel"/>
                <a:cs typeface="Corbel"/>
              </a:rPr>
              <a:t> </a:t>
            </a:r>
            <a:r>
              <a:rPr sz="1800" b="1" dirty="0">
                <a:latin typeface="Corbel"/>
                <a:cs typeface="Corbel"/>
              </a:rPr>
              <a:t>emergency</a:t>
            </a:r>
            <a:r>
              <a:rPr sz="1800" b="1" spc="370" dirty="0">
                <a:latin typeface="Corbel"/>
                <a:cs typeface="Corbel"/>
              </a:rPr>
              <a:t> </a:t>
            </a:r>
            <a:r>
              <a:rPr sz="1800" b="1" dirty="0">
                <a:latin typeface="Corbel"/>
                <a:cs typeface="Corbel"/>
              </a:rPr>
              <a:t>planning</a:t>
            </a:r>
            <a:r>
              <a:rPr sz="1800" b="1" spc="365" dirty="0">
                <a:latin typeface="Corbel"/>
                <a:cs typeface="Corbel"/>
              </a:rPr>
              <a:t> </a:t>
            </a:r>
            <a:r>
              <a:rPr sz="1800" b="1" dirty="0">
                <a:latin typeface="Corbel"/>
                <a:cs typeface="Corbel"/>
              </a:rPr>
              <a:t>stage</a:t>
            </a:r>
            <a:r>
              <a:rPr sz="1800" dirty="0">
                <a:latin typeface="Corbel"/>
                <a:cs typeface="Corbel"/>
              </a:rPr>
              <a:t>,</a:t>
            </a:r>
            <a:r>
              <a:rPr sz="1800" spc="375" dirty="0">
                <a:latin typeface="Corbel"/>
                <a:cs typeface="Corbel"/>
              </a:rPr>
              <a:t> </a:t>
            </a:r>
            <a:r>
              <a:rPr sz="1800" b="1" dirty="0">
                <a:latin typeface="Corbel"/>
                <a:cs typeface="Corbel"/>
              </a:rPr>
              <a:t>it</a:t>
            </a:r>
            <a:r>
              <a:rPr sz="1800" b="1" spc="375" dirty="0">
                <a:latin typeface="Corbel"/>
                <a:cs typeface="Corbel"/>
              </a:rPr>
              <a:t> </a:t>
            </a:r>
            <a:r>
              <a:rPr sz="1800" b="1" dirty="0">
                <a:latin typeface="Corbel"/>
                <a:cs typeface="Corbel"/>
              </a:rPr>
              <a:t>is</a:t>
            </a:r>
            <a:r>
              <a:rPr sz="1800" b="1" spc="370" dirty="0">
                <a:latin typeface="Corbel"/>
                <a:cs typeface="Corbel"/>
              </a:rPr>
              <a:t> </a:t>
            </a:r>
            <a:r>
              <a:rPr sz="1800" b="1" dirty="0">
                <a:latin typeface="Corbel"/>
                <a:cs typeface="Corbel"/>
              </a:rPr>
              <a:t>important</a:t>
            </a:r>
            <a:r>
              <a:rPr sz="1800" b="1" spc="375" dirty="0">
                <a:latin typeface="Corbel"/>
                <a:cs typeface="Corbel"/>
              </a:rPr>
              <a:t> </a:t>
            </a:r>
            <a:r>
              <a:rPr sz="1800" b="1" dirty="0">
                <a:latin typeface="Corbel"/>
                <a:cs typeface="Corbel"/>
              </a:rPr>
              <a:t>that</a:t>
            </a:r>
            <a:r>
              <a:rPr sz="1800" b="1" spc="370" dirty="0">
                <a:latin typeface="Corbel"/>
                <a:cs typeface="Corbel"/>
              </a:rPr>
              <a:t> </a:t>
            </a:r>
            <a:r>
              <a:rPr sz="1800" b="1" dirty="0">
                <a:latin typeface="Corbel"/>
                <a:cs typeface="Corbel"/>
              </a:rPr>
              <a:t>the</a:t>
            </a:r>
            <a:r>
              <a:rPr sz="1800" b="1" spc="365" dirty="0">
                <a:latin typeface="Corbel"/>
                <a:cs typeface="Corbel"/>
              </a:rPr>
              <a:t> </a:t>
            </a:r>
            <a:r>
              <a:rPr sz="1800" b="1" spc="-10" dirty="0">
                <a:latin typeface="Corbel"/>
                <a:cs typeface="Corbel"/>
              </a:rPr>
              <a:t>relevant </a:t>
            </a:r>
            <a:r>
              <a:rPr sz="1800" b="1" dirty="0">
                <a:latin typeface="Corbel"/>
                <a:cs typeface="Corbel"/>
              </a:rPr>
              <a:t>individuals</a:t>
            </a:r>
            <a:r>
              <a:rPr sz="1800" b="1" spc="-35" dirty="0">
                <a:latin typeface="Corbel"/>
                <a:cs typeface="Corbel"/>
              </a:rPr>
              <a:t> </a:t>
            </a:r>
            <a:r>
              <a:rPr sz="1800" b="1" dirty="0">
                <a:latin typeface="Corbel"/>
                <a:cs typeface="Corbel"/>
              </a:rPr>
              <a:t>or</a:t>
            </a:r>
            <a:r>
              <a:rPr sz="1800" b="1" spc="-30" dirty="0">
                <a:latin typeface="Corbel"/>
                <a:cs typeface="Corbel"/>
              </a:rPr>
              <a:t> </a:t>
            </a:r>
            <a:r>
              <a:rPr sz="1800" b="1" dirty="0">
                <a:latin typeface="Corbel"/>
                <a:cs typeface="Corbel"/>
              </a:rPr>
              <a:t>groups</a:t>
            </a:r>
            <a:r>
              <a:rPr sz="1800" b="1" spc="-30" dirty="0">
                <a:latin typeface="Corbel"/>
                <a:cs typeface="Corbel"/>
              </a:rPr>
              <a:t> </a:t>
            </a:r>
            <a:r>
              <a:rPr sz="1800" b="1" dirty="0">
                <a:latin typeface="Corbel"/>
                <a:cs typeface="Corbel"/>
              </a:rPr>
              <a:t>be</a:t>
            </a:r>
            <a:r>
              <a:rPr sz="1800" b="1" spc="-30" dirty="0">
                <a:latin typeface="Corbel"/>
                <a:cs typeface="Corbel"/>
              </a:rPr>
              <a:t> </a:t>
            </a:r>
            <a:r>
              <a:rPr sz="1800" b="1" dirty="0">
                <a:latin typeface="Corbel"/>
                <a:cs typeface="Corbel"/>
              </a:rPr>
              <a:t>asked</a:t>
            </a:r>
            <a:r>
              <a:rPr sz="1800" b="1" spc="-30" dirty="0">
                <a:latin typeface="Corbel"/>
                <a:cs typeface="Corbel"/>
              </a:rPr>
              <a:t> </a:t>
            </a:r>
            <a:r>
              <a:rPr sz="1800" b="1" dirty="0">
                <a:latin typeface="Corbel"/>
                <a:cs typeface="Corbel"/>
              </a:rPr>
              <a:t>to</a:t>
            </a:r>
            <a:r>
              <a:rPr sz="1800" b="1" spc="-25" dirty="0">
                <a:latin typeface="Corbel"/>
                <a:cs typeface="Corbel"/>
              </a:rPr>
              <a:t> </a:t>
            </a:r>
            <a:r>
              <a:rPr sz="1800" b="1" dirty="0">
                <a:latin typeface="Corbel"/>
                <a:cs typeface="Corbel"/>
              </a:rPr>
              <a:t>participate</a:t>
            </a:r>
            <a:r>
              <a:rPr sz="1800" dirty="0">
                <a:latin typeface="Corbel"/>
                <a:cs typeface="Corbel"/>
              </a:rPr>
              <a:t>.</a:t>
            </a:r>
            <a:r>
              <a:rPr sz="1800" spc="-25" dirty="0">
                <a:latin typeface="Corbel"/>
                <a:cs typeface="Corbel"/>
              </a:rPr>
              <a:t> </a:t>
            </a:r>
            <a:r>
              <a:rPr sz="1800" dirty="0">
                <a:latin typeface="Corbel"/>
                <a:cs typeface="Corbel"/>
              </a:rPr>
              <a:t>Members</a:t>
            </a:r>
            <a:r>
              <a:rPr sz="1800" spc="-35" dirty="0">
                <a:latin typeface="Corbel"/>
                <a:cs typeface="Corbel"/>
              </a:rPr>
              <a:t> </a:t>
            </a:r>
            <a:r>
              <a:rPr sz="1800" dirty="0">
                <a:latin typeface="Corbel"/>
                <a:cs typeface="Corbel"/>
              </a:rPr>
              <a:t>of</a:t>
            </a:r>
            <a:r>
              <a:rPr sz="1800" spc="-30" dirty="0">
                <a:latin typeface="Corbel"/>
                <a:cs typeface="Corbel"/>
              </a:rPr>
              <a:t> </a:t>
            </a:r>
            <a:r>
              <a:rPr sz="1800" dirty="0">
                <a:latin typeface="Corbel"/>
                <a:cs typeface="Corbel"/>
              </a:rPr>
              <a:t>the</a:t>
            </a:r>
            <a:r>
              <a:rPr sz="1800" spc="-25" dirty="0">
                <a:latin typeface="Corbel"/>
                <a:cs typeface="Corbel"/>
              </a:rPr>
              <a:t> </a:t>
            </a:r>
            <a:r>
              <a:rPr sz="1800" dirty="0">
                <a:latin typeface="Corbel"/>
                <a:cs typeface="Corbel"/>
              </a:rPr>
              <a:t>team</a:t>
            </a:r>
            <a:r>
              <a:rPr sz="1800" spc="-35" dirty="0">
                <a:latin typeface="Corbel"/>
                <a:cs typeface="Corbel"/>
              </a:rPr>
              <a:t> </a:t>
            </a:r>
            <a:r>
              <a:rPr sz="1800" dirty="0">
                <a:latin typeface="Corbel"/>
                <a:cs typeface="Corbel"/>
              </a:rPr>
              <a:t>can</a:t>
            </a:r>
            <a:r>
              <a:rPr sz="1800" spc="-25" dirty="0">
                <a:latin typeface="Corbel"/>
                <a:cs typeface="Corbel"/>
              </a:rPr>
              <a:t> </a:t>
            </a:r>
            <a:r>
              <a:rPr sz="1800" spc="-10" dirty="0">
                <a:latin typeface="Corbel"/>
                <a:cs typeface="Corbel"/>
              </a:rPr>
              <a:t>include:</a:t>
            </a:r>
            <a:endParaRPr sz="1800">
              <a:latin typeface="Corbel"/>
              <a:cs typeface="Corbel"/>
            </a:endParaRPr>
          </a:p>
          <a:p>
            <a:pPr marL="697230" lvl="1" indent="-227329">
              <a:lnSpc>
                <a:spcPct val="100000"/>
              </a:lnSpc>
              <a:spcBef>
                <a:spcPts val="240"/>
              </a:spcBef>
              <a:buSzPct val="133333"/>
              <a:buFont typeface="Arial MT"/>
              <a:buChar char="•"/>
              <a:tabLst>
                <a:tab pos="697230" algn="l"/>
              </a:tabLst>
            </a:pPr>
            <a:r>
              <a:rPr sz="1800" dirty="0">
                <a:latin typeface="Corbel"/>
                <a:cs typeface="Corbel"/>
              </a:rPr>
              <a:t>Safety</a:t>
            </a:r>
            <a:r>
              <a:rPr sz="1800" spc="-45" dirty="0">
                <a:latin typeface="Corbel"/>
                <a:cs typeface="Corbel"/>
              </a:rPr>
              <a:t> </a:t>
            </a:r>
            <a:r>
              <a:rPr sz="1800" spc="-10" dirty="0">
                <a:latin typeface="Corbel"/>
                <a:cs typeface="Corbel"/>
              </a:rPr>
              <a:t>officer</a:t>
            </a:r>
            <a:endParaRPr sz="1800">
              <a:latin typeface="Corbel"/>
              <a:cs typeface="Corbel"/>
            </a:endParaRPr>
          </a:p>
          <a:p>
            <a:pPr marL="697230" lvl="1" indent="-227329">
              <a:lnSpc>
                <a:spcPct val="100000"/>
              </a:lnSpc>
              <a:spcBef>
                <a:spcPts val="240"/>
              </a:spcBef>
              <a:buSzPct val="133333"/>
              <a:buFont typeface="Arial MT"/>
              <a:buChar char="•"/>
              <a:tabLst>
                <a:tab pos="697230" algn="l"/>
              </a:tabLst>
            </a:pPr>
            <a:r>
              <a:rPr sz="1800" dirty="0">
                <a:latin typeface="Corbel"/>
                <a:cs typeface="Corbel"/>
              </a:rPr>
              <a:t>Employees</a:t>
            </a:r>
            <a:r>
              <a:rPr sz="1800" spc="-40" dirty="0">
                <a:latin typeface="Corbel"/>
                <a:cs typeface="Corbel"/>
              </a:rPr>
              <a:t> </a:t>
            </a:r>
            <a:r>
              <a:rPr sz="1800" dirty="0">
                <a:latin typeface="Corbel"/>
                <a:cs typeface="Corbel"/>
              </a:rPr>
              <a:t>with</a:t>
            </a:r>
            <a:r>
              <a:rPr sz="1800" spc="-30" dirty="0">
                <a:latin typeface="Corbel"/>
                <a:cs typeface="Corbel"/>
              </a:rPr>
              <a:t> </a:t>
            </a:r>
            <a:r>
              <a:rPr sz="1800" dirty="0">
                <a:latin typeface="Corbel"/>
                <a:cs typeface="Corbel"/>
              </a:rPr>
              <a:t>knowledge</a:t>
            </a:r>
            <a:r>
              <a:rPr sz="1800" spc="-30" dirty="0">
                <a:latin typeface="Corbel"/>
                <a:cs typeface="Corbel"/>
              </a:rPr>
              <a:t> </a:t>
            </a:r>
            <a:r>
              <a:rPr sz="1800" dirty="0">
                <a:latin typeface="Corbel"/>
                <a:cs typeface="Corbel"/>
              </a:rPr>
              <a:t>of</a:t>
            </a:r>
            <a:r>
              <a:rPr sz="1800" spc="-30" dirty="0">
                <a:latin typeface="Corbel"/>
                <a:cs typeface="Corbel"/>
              </a:rPr>
              <a:t> </a:t>
            </a:r>
            <a:r>
              <a:rPr sz="1800" dirty="0">
                <a:latin typeface="Corbel"/>
                <a:cs typeface="Corbel"/>
              </a:rPr>
              <a:t>the</a:t>
            </a:r>
            <a:r>
              <a:rPr sz="1800" spc="-30" dirty="0">
                <a:latin typeface="Corbel"/>
                <a:cs typeface="Corbel"/>
              </a:rPr>
              <a:t> </a:t>
            </a:r>
            <a:r>
              <a:rPr sz="1800" spc="-20" dirty="0">
                <a:latin typeface="Corbel"/>
                <a:cs typeface="Corbel"/>
              </a:rPr>
              <a:t>work</a:t>
            </a:r>
            <a:endParaRPr sz="1800">
              <a:latin typeface="Corbel"/>
              <a:cs typeface="Corbel"/>
            </a:endParaRPr>
          </a:p>
          <a:p>
            <a:pPr marL="697230" lvl="1" indent="-227329">
              <a:lnSpc>
                <a:spcPct val="100000"/>
              </a:lnSpc>
              <a:spcBef>
                <a:spcPts val="335"/>
              </a:spcBef>
              <a:buSzPct val="133333"/>
              <a:buFont typeface="Arial MT"/>
              <a:buChar char="•"/>
              <a:tabLst>
                <a:tab pos="697230" algn="l"/>
              </a:tabLst>
            </a:pPr>
            <a:r>
              <a:rPr sz="1800" dirty="0">
                <a:latin typeface="Corbel"/>
                <a:cs typeface="Corbel"/>
              </a:rPr>
              <a:t>Supervisor</a:t>
            </a:r>
            <a:r>
              <a:rPr sz="1800" spc="-35" dirty="0">
                <a:latin typeface="Corbel"/>
                <a:cs typeface="Corbel"/>
              </a:rPr>
              <a:t> </a:t>
            </a:r>
            <a:r>
              <a:rPr sz="1800" dirty="0">
                <a:latin typeface="Corbel"/>
                <a:cs typeface="Corbel"/>
              </a:rPr>
              <a:t>of</a:t>
            </a:r>
            <a:r>
              <a:rPr sz="1800" spc="-30" dirty="0">
                <a:latin typeface="Corbel"/>
                <a:cs typeface="Corbel"/>
              </a:rPr>
              <a:t> </a:t>
            </a:r>
            <a:r>
              <a:rPr sz="1800" dirty="0">
                <a:latin typeface="Corbel"/>
                <a:cs typeface="Corbel"/>
              </a:rPr>
              <a:t>the</a:t>
            </a:r>
            <a:r>
              <a:rPr sz="1800" spc="-20" dirty="0">
                <a:latin typeface="Corbel"/>
                <a:cs typeface="Corbel"/>
              </a:rPr>
              <a:t> </a:t>
            </a:r>
            <a:r>
              <a:rPr sz="1800" dirty="0">
                <a:latin typeface="Corbel"/>
                <a:cs typeface="Corbel"/>
              </a:rPr>
              <a:t>area</a:t>
            </a:r>
            <a:r>
              <a:rPr sz="1800" spc="-25" dirty="0">
                <a:latin typeface="Corbel"/>
                <a:cs typeface="Corbel"/>
              </a:rPr>
              <a:t> </a:t>
            </a:r>
            <a:r>
              <a:rPr sz="1800" dirty="0">
                <a:latin typeface="Corbel"/>
                <a:cs typeface="Corbel"/>
              </a:rPr>
              <a:t>of</a:t>
            </a:r>
            <a:r>
              <a:rPr sz="1800" spc="-30" dirty="0">
                <a:latin typeface="Corbel"/>
                <a:cs typeface="Corbel"/>
              </a:rPr>
              <a:t> </a:t>
            </a:r>
            <a:r>
              <a:rPr sz="1800" spc="-20" dirty="0">
                <a:latin typeface="Corbel"/>
                <a:cs typeface="Corbel"/>
              </a:rPr>
              <a:t>work</a:t>
            </a:r>
            <a:endParaRPr sz="1800">
              <a:latin typeface="Corbel"/>
              <a:cs typeface="Corbel"/>
            </a:endParaRPr>
          </a:p>
          <a:p>
            <a:pPr marL="12700" marR="5080" algn="just">
              <a:lnSpc>
                <a:spcPct val="90000"/>
              </a:lnSpc>
              <a:spcBef>
                <a:spcPts val="2039"/>
              </a:spcBef>
            </a:pPr>
            <a:r>
              <a:rPr sz="1800" dirty="0">
                <a:latin typeface="Corbel"/>
                <a:cs typeface="Corbel"/>
              </a:rPr>
              <a:t>It</a:t>
            </a:r>
            <a:r>
              <a:rPr sz="1800" spc="5" dirty="0">
                <a:latin typeface="Corbel"/>
                <a:cs typeface="Corbel"/>
              </a:rPr>
              <a:t> </a:t>
            </a:r>
            <a:r>
              <a:rPr sz="1800" dirty="0">
                <a:latin typeface="Corbel"/>
                <a:cs typeface="Corbel"/>
              </a:rPr>
              <a:t>is also</a:t>
            </a:r>
            <a:r>
              <a:rPr sz="1800" spc="5" dirty="0">
                <a:latin typeface="Corbel"/>
                <a:cs typeface="Corbel"/>
              </a:rPr>
              <a:t> </a:t>
            </a:r>
            <a:r>
              <a:rPr sz="1800" dirty="0">
                <a:latin typeface="Corbel"/>
                <a:cs typeface="Corbel"/>
              </a:rPr>
              <a:t>important</a:t>
            </a:r>
            <a:r>
              <a:rPr sz="1800" spc="10" dirty="0">
                <a:latin typeface="Corbel"/>
                <a:cs typeface="Corbel"/>
              </a:rPr>
              <a:t> </a:t>
            </a:r>
            <a:r>
              <a:rPr sz="1800" dirty="0">
                <a:latin typeface="Corbel"/>
                <a:cs typeface="Corbel"/>
              </a:rPr>
              <a:t>to</a:t>
            </a:r>
            <a:r>
              <a:rPr sz="1800" spc="5" dirty="0">
                <a:latin typeface="Corbel"/>
                <a:cs typeface="Corbel"/>
              </a:rPr>
              <a:t> </a:t>
            </a:r>
            <a:r>
              <a:rPr sz="1800" dirty="0">
                <a:latin typeface="Corbel"/>
                <a:cs typeface="Corbel"/>
              </a:rPr>
              <a:t>identify what</a:t>
            </a:r>
            <a:r>
              <a:rPr sz="1800" spc="10" dirty="0">
                <a:latin typeface="Corbel"/>
                <a:cs typeface="Corbel"/>
              </a:rPr>
              <a:t> </a:t>
            </a:r>
            <a:r>
              <a:rPr sz="1800" dirty="0">
                <a:latin typeface="Corbel"/>
                <a:cs typeface="Corbel"/>
              </a:rPr>
              <a:t>are</a:t>
            </a:r>
            <a:r>
              <a:rPr sz="1800" spc="5" dirty="0">
                <a:latin typeface="Corbel"/>
                <a:cs typeface="Corbel"/>
              </a:rPr>
              <a:t> </a:t>
            </a:r>
            <a:r>
              <a:rPr sz="1800" dirty="0">
                <a:latin typeface="Corbel"/>
                <a:cs typeface="Corbel"/>
              </a:rPr>
              <a:t>the</a:t>
            </a:r>
            <a:r>
              <a:rPr sz="1800" spc="5" dirty="0">
                <a:latin typeface="Corbel"/>
                <a:cs typeface="Corbel"/>
              </a:rPr>
              <a:t> </a:t>
            </a:r>
            <a:r>
              <a:rPr sz="1800" dirty="0">
                <a:latin typeface="Corbel"/>
                <a:cs typeface="Corbel"/>
              </a:rPr>
              <a:t>technical, human</a:t>
            </a:r>
            <a:r>
              <a:rPr sz="1800" spc="10" dirty="0">
                <a:latin typeface="Corbel"/>
                <a:cs typeface="Corbel"/>
              </a:rPr>
              <a:t> </a:t>
            </a:r>
            <a:r>
              <a:rPr sz="1800" dirty="0">
                <a:latin typeface="Corbel"/>
                <a:cs typeface="Corbel"/>
              </a:rPr>
              <a:t>and natural hazards</a:t>
            </a:r>
            <a:r>
              <a:rPr sz="1800" spc="5" dirty="0">
                <a:latin typeface="Corbel"/>
                <a:cs typeface="Corbel"/>
              </a:rPr>
              <a:t> </a:t>
            </a:r>
            <a:r>
              <a:rPr sz="1800" dirty="0">
                <a:latin typeface="Corbel"/>
                <a:cs typeface="Corbel"/>
              </a:rPr>
              <a:t>that may pose</a:t>
            </a:r>
            <a:r>
              <a:rPr sz="1800" spc="15" dirty="0">
                <a:latin typeface="Corbel"/>
                <a:cs typeface="Corbel"/>
              </a:rPr>
              <a:t> </a:t>
            </a:r>
            <a:r>
              <a:rPr sz="1800" dirty="0">
                <a:latin typeface="Corbel"/>
                <a:cs typeface="Corbel"/>
              </a:rPr>
              <a:t>a</a:t>
            </a:r>
            <a:r>
              <a:rPr sz="1800" spc="10" dirty="0">
                <a:latin typeface="Corbel"/>
                <a:cs typeface="Corbel"/>
              </a:rPr>
              <a:t> </a:t>
            </a:r>
            <a:r>
              <a:rPr sz="1800" spc="-10" dirty="0">
                <a:latin typeface="Corbel"/>
                <a:cs typeface="Corbel"/>
              </a:rPr>
              <a:t>threat </a:t>
            </a:r>
            <a:r>
              <a:rPr sz="1800" dirty="0">
                <a:latin typeface="Corbel"/>
                <a:cs typeface="Corbel"/>
              </a:rPr>
              <a:t>during</a:t>
            </a:r>
            <a:r>
              <a:rPr sz="1800" spc="-40" dirty="0">
                <a:latin typeface="Corbel"/>
                <a:cs typeface="Corbel"/>
              </a:rPr>
              <a:t> </a:t>
            </a:r>
            <a:r>
              <a:rPr sz="1800" dirty="0">
                <a:latin typeface="Corbel"/>
                <a:cs typeface="Corbel"/>
              </a:rPr>
              <a:t>the</a:t>
            </a:r>
            <a:r>
              <a:rPr sz="1800" spc="-30" dirty="0">
                <a:latin typeface="Corbel"/>
                <a:cs typeface="Corbel"/>
              </a:rPr>
              <a:t> </a:t>
            </a:r>
            <a:r>
              <a:rPr sz="1800" dirty="0">
                <a:latin typeface="Corbel"/>
                <a:cs typeface="Corbel"/>
              </a:rPr>
              <a:t>operation.</a:t>
            </a:r>
            <a:r>
              <a:rPr sz="1800" spc="-35" dirty="0">
                <a:latin typeface="Corbel"/>
                <a:cs typeface="Corbel"/>
              </a:rPr>
              <a:t> </a:t>
            </a:r>
            <a:r>
              <a:rPr sz="1800" dirty="0">
                <a:latin typeface="Corbel"/>
                <a:cs typeface="Corbel"/>
              </a:rPr>
              <a:t>The</a:t>
            </a:r>
            <a:r>
              <a:rPr sz="1800" spc="-30" dirty="0">
                <a:latin typeface="Corbel"/>
                <a:cs typeface="Corbel"/>
              </a:rPr>
              <a:t> </a:t>
            </a:r>
            <a:r>
              <a:rPr sz="1800" dirty="0">
                <a:latin typeface="Corbel"/>
                <a:cs typeface="Corbel"/>
              </a:rPr>
              <a:t>following</a:t>
            </a:r>
            <a:r>
              <a:rPr sz="1800" spc="-35" dirty="0">
                <a:latin typeface="Corbel"/>
                <a:cs typeface="Corbel"/>
              </a:rPr>
              <a:t> </a:t>
            </a:r>
            <a:r>
              <a:rPr sz="1800" dirty="0">
                <a:latin typeface="Corbel"/>
                <a:cs typeface="Corbel"/>
              </a:rPr>
              <a:t>are</a:t>
            </a:r>
            <a:r>
              <a:rPr sz="1800" spc="-25" dirty="0">
                <a:latin typeface="Corbel"/>
                <a:cs typeface="Corbel"/>
              </a:rPr>
              <a:t> </a:t>
            </a:r>
            <a:r>
              <a:rPr sz="1800" dirty="0">
                <a:latin typeface="Corbel"/>
                <a:cs typeface="Corbel"/>
              </a:rPr>
              <a:t>examples</a:t>
            </a:r>
            <a:r>
              <a:rPr sz="1800" spc="-30" dirty="0">
                <a:latin typeface="Corbel"/>
                <a:cs typeface="Corbel"/>
              </a:rPr>
              <a:t> </a:t>
            </a:r>
            <a:r>
              <a:rPr sz="1800" dirty="0">
                <a:latin typeface="Corbel"/>
                <a:cs typeface="Corbel"/>
              </a:rPr>
              <a:t>of</a:t>
            </a:r>
            <a:r>
              <a:rPr sz="1800" spc="-30" dirty="0">
                <a:latin typeface="Corbel"/>
                <a:cs typeface="Corbel"/>
              </a:rPr>
              <a:t> </a:t>
            </a:r>
            <a:r>
              <a:rPr sz="1800" dirty="0">
                <a:latin typeface="Corbel"/>
                <a:cs typeface="Corbel"/>
              </a:rPr>
              <a:t>the</a:t>
            </a:r>
            <a:r>
              <a:rPr sz="1800" spc="-30" dirty="0">
                <a:latin typeface="Corbel"/>
                <a:cs typeface="Corbel"/>
              </a:rPr>
              <a:t> </a:t>
            </a:r>
            <a:r>
              <a:rPr sz="1800" dirty="0">
                <a:latin typeface="Corbel"/>
                <a:cs typeface="Corbel"/>
              </a:rPr>
              <a:t>hazards</a:t>
            </a:r>
            <a:r>
              <a:rPr sz="1800" spc="-35" dirty="0">
                <a:latin typeface="Corbel"/>
                <a:cs typeface="Corbel"/>
              </a:rPr>
              <a:t> </a:t>
            </a:r>
            <a:r>
              <a:rPr sz="1800" dirty="0">
                <a:latin typeface="Corbel"/>
                <a:cs typeface="Corbel"/>
              </a:rPr>
              <a:t>associated</a:t>
            </a:r>
            <a:r>
              <a:rPr sz="1800" spc="-30" dirty="0">
                <a:latin typeface="Corbel"/>
                <a:cs typeface="Corbel"/>
              </a:rPr>
              <a:t> </a:t>
            </a:r>
            <a:r>
              <a:rPr sz="1800" dirty="0">
                <a:latin typeface="Corbel"/>
                <a:cs typeface="Corbel"/>
              </a:rPr>
              <a:t>with</a:t>
            </a:r>
            <a:r>
              <a:rPr sz="1800" spc="-30" dirty="0">
                <a:latin typeface="Corbel"/>
                <a:cs typeface="Corbel"/>
              </a:rPr>
              <a:t> </a:t>
            </a:r>
            <a:r>
              <a:rPr sz="1800" dirty="0">
                <a:latin typeface="Corbel"/>
                <a:cs typeface="Corbel"/>
              </a:rPr>
              <a:t>the</a:t>
            </a:r>
            <a:r>
              <a:rPr sz="1800" spc="-30" dirty="0">
                <a:latin typeface="Corbel"/>
                <a:cs typeface="Corbel"/>
              </a:rPr>
              <a:t> </a:t>
            </a:r>
            <a:r>
              <a:rPr sz="1800" dirty="0">
                <a:latin typeface="Corbel"/>
                <a:cs typeface="Corbel"/>
              </a:rPr>
              <a:t>normal</a:t>
            </a:r>
            <a:r>
              <a:rPr sz="1800" spc="-35" dirty="0">
                <a:latin typeface="Corbel"/>
                <a:cs typeface="Corbel"/>
              </a:rPr>
              <a:t> </a:t>
            </a:r>
            <a:r>
              <a:rPr sz="1800" dirty="0">
                <a:latin typeface="Corbel"/>
                <a:cs typeface="Corbel"/>
              </a:rPr>
              <a:t>operation</a:t>
            </a:r>
            <a:r>
              <a:rPr sz="1800" spc="-30" dirty="0">
                <a:latin typeface="Corbel"/>
                <a:cs typeface="Corbel"/>
              </a:rPr>
              <a:t> </a:t>
            </a:r>
            <a:r>
              <a:rPr sz="1800" spc="-25" dirty="0">
                <a:latin typeface="Corbel"/>
                <a:cs typeface="Corbel"/>
              </a:rPr>
              <a:t>of UA:</a:t>
            </a:r>
            <a:endParaRPr sz="1800">
              <a:latin typeface="Corbel"/>
              <a:cs typeface="Corbel"/>
            </a:endParaRPr>
          </a:p>
          <a:p>
            <a:pPr marL="697230" lvl="1" indent="-227329">
              <a:lnSpc>
                <a:spcPct val="100000"/>
              </a:lnSpc>
              <a:spcBef>
                <a:spcPts val="240"/>
              </a:spcBef>
              <a:buSzPct val="133333"/>
              <a:buFont typeface="Arial MT"/>
              <a:buChar char="•"/>
              <a:tabLst>
                <a:tab pos="697230" algn="l"/>
              </a:tabLst>
            </a:pPr>
            <a:r>
              <a:rPr sz="1800" spc="-10" dirty="0">
                <a:latin typeface="Corbel"/>
                <a:cs typeface="Corbel"/>
              </a:rPr>
              <a:t>Mid-</a:t>
            </a:r>
            <a:r>
              <a:rPr sz="1800" dirty="0">
                <a:latin typeface="Corbel"/>
                <a:cs typeface="Corbel"/>
              </a:rPr>
              <a:t>air</a:t>
            </a:r>
            <a:r>
              <a:rPr sz="1800" spc="-20" dirty="0">
                <a:latin typeface="Corbel"/>
                <a:cs typeface="Corbel"/>
              </a:rPr>
              <a:t> </a:t>
            </a:r>
            <a:r>
              <a:rPr sz="1800" dirty="0">
                <a:latin typeface="Corbel"/>
                <a:cs typeface="Corbel"/>
              </a:rPr>
              <a:t>collision</a:t>
            </a:r>
            <a:r>
              <a:rPr sz="1800" spc="-15" dirty="0">
                <a:latin typeface="Corbel"/>
                <a:cs typeface="Corbel"/>
              </a:rPr>
              <a:t> </a:t>
            </a:r>
            <a:r>
              <a:rPr sz="1800" dirty="0">
                <a:latin typeface="Corbel"/>
                <a:cs typeface="Corbel"/>
              </a:rPr>
              <a:t>with</a:t>
            </a:r>
            <a:r>
              <a:rPr sz="1800" spc="-10" dirty="0">
                <a:latin typeface="Corbel"/>
                <a:cs typeface="Corbel"/>
              </a:rPr>
              <a:t> other</a:t>
            </a:r>
            <a:r>
              <a:rPr sz="1800" spc="-70" dirty="0">
                <a:latin typeface="Corbel"/>
                <a:cs typeface="Corbel"/>
              </a:rPr>
              <a:t> </a:t>
            </a:r>
            <a:r>
              <a:rPr sz="1800" dirty="0">
                <a:latin typeface="Corbel"/>
                <a:cs typeface="Corbel"/>
              </a:rPr>
              <a:t>UA</a:t>
            </a:r>
            <a:r>
              <a:rPr sz="1800" spc="-20" dirty="0">
                <a:latin typeface="Corbel"/>
                <a:cs typeface="Corbel"/>
              </a:rPr>
              <a:t> </a:t>
            </a:r>
            <a:r>
              <a:rPr sz="1800" dirty="0">
                <a:latin typeface="Corbel"/>
                <a:cs typeface="Corbel"/>
              </a:rPr>
              <a:t>/</a:t>
            </a:r>
            <a:r>
              <a:rPr sz="1800" spc="-10" dirty="0">
                <a:latin typeface="Corbel"/>
                <a:cs typeface="Corbel"/>
              </a:rPr>
              <a:t> structure(s)</a:t>
            </a:r>
            <a:endParaRPr sz="1800">
              <a:latin typeface="Corbel"/>
              <a:cs typeface="Corbel"/>
            </a:endParaRPr>
          </a:p>
          <a:p>
            <a:pPr marL="697230" lvl="1" indent="-227329">
              <a:lnSpc>
                <a:spcPct val="100000"/>
              </a:lnSpc>
              <a:spcBef>
                <a:spcPts val="240"/>
              </a:spcBef>
              <a:buSzPct val="133333"/>
              <a:buFont typeface="Arial MT"/>
              <a:buChar char="•"/>
              <a:tabLst>
                <a:tab pos="697230" algn="l"/>
              </a:tabLst>
            </a:pPr>
            <a:r>
              <a:rPr sz="1800" dirty="0">
                <a:latin typeface="Corbel"/>
                <a:cs typeface="Corbel"/>
              </a:rPr>
              <a:t>Loss</a:t>
            </a:r>
            <a:r>
              <a:rPr sz="1800" spc="-25" dirty="0">
                <a:latin typeface="Corbel"/>
                <a:cs typeface="Corbel"/>
              </a:rPr>
              <a:t> </a:t>
            </a:r>
            <a:r>
              <a:rPr sz="1800" dirty="0">
                <a:latin typeface="Corbel"/>
                <a:cs typeface="Corbel"/>
              </a:rPr>
              <a:t>of</a:t>
            </a:r>
            <a:r>
              <a:rPr sz="1800" spc="-70" dirty="0">
                <a:latin typeface="Corbel"/>
                <a:cs typeface="Corbel"/>
              </a:rPr>
              <a:t> </a:t>
            </a:r>
            <a:r>
              <a:rPr sz="1800" dirty="0">
                <a:latin typeface="Corbel"/>
                <a:cs typeface="Corbel"/>
              </a:rPr>
              <a:t>UA</a:t>
            </a:r>
            <a:r>
              <a:rPr sz="1800" spc="-25" dirty="0">
                <a:latin typeface="Corbel"/>
                <a:cs typeface="Corbel"/>
              </a:rPr>
              <a:t> </a:t>
            </a:r>
            <a:r>
              <a:rPr sz="1800" dirty="0">
                <a:latin typeface="Corbel"/>
                <a:cs typeface="Corbel"/>
              </a:rPr>
              <a:t>control</a:t>
            </a:r>
            <a:r>
              <a:rPr sz="1800" spc="-30" dirty="0">
                <a:latin typeface="Corbel"/>
                <a:cs typeface="Corbel"/>
              </a:rPr>
              <a:t> </a:t>
            </a:r>
            <a:r>
              <a:rPr sz="1800" spc="-10" dirty="0">
                <a:latin typeface="Corbel"/>
                <a:cs typeface="Corbel"/>
              </a:rPr>
              <a:t>in-</a:t>
            </a:r>
            <a:r>
              <a:rPr sz="1800" dirty="0">
                <a:latin typeface="Corbel"/>
                <a:cs typeface="Corbel"/>
              </a:rPr>
              <a:t>flight</a:t>
            </a:r>
            <a:r>
              <a:rPr sz="1800" spc="-20" dirty="0">
                <a:latin typeface="Corbel"/>
                <a:cs typeface="Corbel"/>
              </a:rPr>
              <a:t> </a:t>
            </a:r>
            <a:r>
              <a:rPr sz="1800" dirty="0">
                <a:latin typeface="Corbel"/>
                <a:cs typeface="Corbel"/>
              </a:rPr>
              <a:t>due</a:t>
            </a:r>
            <a:r>
              <a:rPr sz="1800" spc="-20" dirty="0">
                <a:latin typeface="Corbel"/>
                <a:cs typeface="Corbel"/>
              </a:rPr>
              <a:t> </a:t>
            </a:r>
            <a:r>
              <a:rPr sz="1800" dirty="0">
                <a:latin typeface="Corbel"/>
                <a:cs typeface="Corbel"/>
              </a:rPr>
              <a:t>to</a:t>
            </a:r>
            <a:r>
              <a:rPr sz="1800" spc="-15" dirty="0">
                <a:latin typeface="Corbel"/>
                <a:cs typeface="Corbel"/>
              </a:rPr>
              <a:t> </a:t>
            </a:r>
            <a:r>
              <a:rPr sz="1800" dirty="0">
                <a:latin typeface="Corbel"/>
                <a:cs typeface="Corbel"/>
              </a:rPr>
              <a:t>strong</a:t>
            </a:r>
            <a:r>
              <a:rPr sz="1800" spc="-30" dirty="0">
                <a:latin typeface="Corbel"/>
                <a:cs typeface="Corbel"/>
              </a:rPr>
              <a:t> </a:t>
            </a:r>
            <a:r>
              <a:rPr sz="1800" dirty="0">
                <a:latin typeface="Corbel"/>
                <a:cs typeface="Corbel"/>
              </a:rPr>
              <a:t>wind</a:t>
            </a:r>
            <a:r>
              <a:rPr sz="1800" spc="-20" dirty="0">
                <a:latin typeface="Corbel"/>
                <a:cs typeface="Corbel"/>
              </a:rPr>
              <a:t> </a:t>
            </a:r>
            <a:r>
              <a:rPr sz="1800" dirty="0">
                <a:latin typeface="Corbel"/>
                <a:cs typeface="Corbel"/>
              </a:rPr>
              <a:t>or</a:t>
            </a:r>
            <a:r>
              <a:rPr sz="1800" spc="-30" dirty="0">
                <a:latin typeface="Corbel"/>
                <a:cs typeface="Corbel"/>
              </a:rPr>
              <a:t> </a:t>
            </a:r>
            <a:r>
              <a:rPr sz="1800" spc="-10" dirty="0">
                <a:latin typeface="Corbel"/>
                <a:cs typeface="Corbel"/>
              </a:rPr>
              <a:t>turbulence</a:t>
            </a:r>
            <a:endParaRPr sz="1800">
              <a:latin typeface="Corbel"/>
              <a:cs typeface="Corbel"/>
            </a:endParaRPr>
          </a:p>
          <a:p>
            <a:pPr marL="697230" lvl="1" indent="-227329">
              <a:lnSpc>
                <a:spcPct val="100000"/>
              </a:lnSpc>
              <a:spcBef>
                <a:spcPts val="360"/>
              </a:spcBef>
              <a:buSzPct val="133333"/>
              <a:buFont typeface="Arial MT"/>
              <a:buChar char="•"/>
              <a:tabLst>
                <a:tab pos="697230" algn="l"/>
              </a:tabLst>
            </a:pPr>
            <a:r>
              <a:rPr sz="1800" dirty="0">
                <a:latin typeface="Corbel"/>
                <a:cs typeface="Corbel"/>
              </a:rPr>
              <a:t>UA</a:t>
            </a:r>
            <a:r>
              <a:rPr sz="1800" spc="-35" dirty="0">
                <a:latin typeface="Corbel"/>
                <a:cs typeface="Corbel"/>
              </a:rPr>
              <a:t> </a:t>
            </a:r>
            <a:r>
              <a:rPr sz="1800" dirty="0">
                <a:latin typeface="Corbel"/>
                <a:cs typeface="Corbel"/>
              </a:rPr>
              <a:t>catches</a:t>
            </a:r>
            <a:r>
              <a:rPr sz="1800" spc="-30" dirty="0">
                <a:latin typeface="Corbel"/>
                <a:cs typeface="Corbel"/>
              </a:rPr>
              <a:t> </a:t>
            </a:r>
            <a:r>
              <a:rPr sz="1800" dirty="0">
                <a:latin typeface="Corbel"/>
                <a:cs typeface="Corbel"/>
              </a:rPr>
              <a:t>fire</a:t>
            </a:r>
            <a:r>
              <a:rPr sz="1800" spc="-25" dirty="0">
                <a:latin typeface="Corbel"/>
                <a:cs typeface="Corbel"/>
              </a:rPr>
              <a:t> </a:t>
            </a:r>
            <a:r>
              <a:rPr sz="1800" dirty="0">
                <a:latin typeface="Corbel"/>
                <a:cs typeface="Corbel"/>
              </a:rPr>
              <a:t>during</a:t>
            </a:r>
            <a:r>
              <a:rPr sz="1800" spc="-30" dirty="0">
                <a:latin typeface="Corbel"/>
                <a:cs typeface="Corbel"/>
              </a:rPr>
              <a:t> </a:t>
            </a:r>
            <a:r>
              <a:rPr sz="1800" spc="-10" dirty="0">
                <a:latin typeface="Corbel"/>
                <a:cs typeface="Corbel"/>
              </a:rPr>
              <a:t>flight</a:t>
            </a:r>
            <a:endParaRPr sz="1800">
              <a:latin typeface="Corbel"/>
              <a:cs typeface="Corbel"/>
            </a:endParaRPr>
          </a:p>
          <a:p>
            <a:pPr marL="697230" lvl="1" indent="-227329">
              <a:lnSpc>
                <a:spcPct val="100000"/>
              </a:lnSpc>
              <a:spcBef>
                <a:spcPts val="240"/>
              </a:spcBef>
              <a:buSzPct val="133333"/>
              <a:buFont typeface="Arial MT"/>
              <a:buChar char="•"/>
              <a:tabLst>
                <a:tab pos="697230" algn="l"/>
              </a:tabLst>
            </a:pPr>
            <a:r>
              <a:rPr sz="1800" dirty="0">
                <a:latin typeface="Corbel"/>
                <a:cs typeface="Corbel"/>
              </a:rPr>
              <a:t>Uncontrolled</a:t>
            </a:r>
            <a:r>
              <a:rPr sz="1800" spc="-55" dirty="0">
                <a:latin typeface="Corbel"/>
                <a:cs typeface="Corbel"/>
              </a:rPr>
              <a:t> </a:t>
            </a:r>
            <a:r>
              <a:rPr sz="1800" dirty="0">
                <a:latin typeface="Corbel"/>
                <a:cs typeface="Corbel"/>
              </a:rPr>
              <a:t>crash</a:t>
            </a:r>
            <a:r>
              <a:rPr sz="1800" spc="-50" dirty="0">
                <a:latin typeface="Corbel"/>
                <a:cs typeface="Corbel"/>
              </a:rPr>
              <a:t> </a:t>
            </a:r>
            <a:r>
              <a:rPr sz="1800" spc="-10" dirty="0">
                <a:latin typeface="Corbel"/>
                <a:cs typeface="Corbel"/>
              </a:rPr>
              <a:t>landing</a:t>
            </a:r>
            <a:endParaRPr sz="1800">
              <a:latin typeface="Corbel"/>
              <a:cs typeface="Corbel"/>
            </a:endParaRPr>
          </a:p>
          <a:p>
            <a:pPr marL="697230" lvl="1" indent="-227329">
              <a:lnSpc>
                <a:spcPct val="100000"/>
              </a:lnSpc>
              <a:spcBef>
                <a:spcPts val="340"/>
              </a:spcBef>
              <a:buSzPct val="133333"/>
              <a:buFont typeface="Arial MT"/>
              <a:buChar char="•"/>
              <a:tabLst>
                <a:tab pos="697230" algn="l"/>
              </a:tabLst>
            </a:pPr>
            <a:r>
              <a:rPr sz="1800" dirty="0">
                <a:latin typeface="Corbel"/>
                <a:cs typeface="Corbel"/>
              </a:rPr>
              <a:t>Others</a:t>
            </a:r>
            <a:r>
              <a:rPr sz="1800" spc="-40" dirty="0">
                <a:latin typeface="Corbel"/>
                <a:cs typeface="Corbel"/>
              </a:rPr>
              <a:t> </a:t>
            </a:r>
            <a:r>
              <a:rPr sz="1800" dirty="0">
                <a:latin typeface="Corbel"/>
                <a:cs typeface="Corbel"/>
              </a:rPr>
              <a:t>(e.g.</a:t>
            </a:r>
            <a:r>
              <a:rPr sz="1800" spc="-35" dirty="0">
                <a:latin typeface="Corbel"/>
                <a:cs typeface="Corbel"/>
              </a:rPr>
              <a:t> </a:t>
            </a:r>
            <a:r>
              <a:rPr sz="1800" dirty="0">
                <a:latin typeface="Corbel"/>
                <a:cs typeface="Corbel"/>
              </a:rPr>
              <a:t>collision</a:t>
            </a:r>
            <a:r>
              <a:rPr sz="1800" spc="-35" dirty="0">
                <a:latin typeface="Corbel"/>
                <a:cs typeface="Corbel"/>
              </a:rPr>
              <a:t> </a:t>
            </a:r>
            <a:r>
              <a:rPr sz="1800" dirty="0">
                <a:latin typeface="Corbel"/>
                <a:cs typeface="Corbel"/>
              </a:rPr>
              <a:t>with</a:t>
            </a:r>
            <a:r>
              <a:rPr sz="1800" spc="-30" dirty="0">
                <a:latin typeface="Corbel"/>
                <a:cs typeface="Corbel"/>
              </a:rPr>
              <a:t> </a:t>
            </a:r>
            <a:r>
              <a:rPr sz="1800" dirty="0">
                <a:latin typeface="Corbel"/>
                <a:cs typeface="Corbel"/>
              </a:rPr>
              <a:t>other</a:t>
            </a:r>
            <a:r>
              <a:rPr sz="1800" spc="-35" dirty="0">
                <a:latin typeface="Corbel"/>
                <a:cs typeface="Corbel"/>
              </a:rPr>
              <a:t> </a:t>
            </a:r>
            <a:r>
              <a:rPr sz="1800" spc="-10" dirty="0">
                <a:latin typeface="Corbel"/>
                <a:cs typeface="Corbel"/>
              </a:rPr>
              <a:t>property,</a:t>
            </a:r>
            <a:r>
              <a:rPr sz="1800" spc="-35" dirty="0">
                <a:latin typeface="Corbel"/>
                <a:cs typeface="Corbel"/>
              </a:rPr>
              <a:t> </a:t>
            </a:r>
            <a:r>
              <a:rPr sz="1800" dirty="0">
                <a:latin typeface="Corbel"/>
                <a:cs typeface="Corbel"/>
              </a:rPr>
              <a:t>environmental</a:t>
            </a:r>
            <a:r>
              <a:rPr sz="1800" spc="-35" dirty="0">
                <a:latin typeface="Corbel"/>
                <a:cs typeface="Corbel"/>
              </a:rPr>
              <a:t> </a:t>
            </a:r>
            <a:r>
              <a:rPr sz="1800" spc="-10" dirty="0">
                <a:latin typeface="Corbel"/>
                <a:cs typeface="Corbel"/>
              </a:rPr>
              <a:t>considerations,</a:t>
            </a:r>
            <a:r>
              <a:rPr sz="1800" spc="-35" dirty="0">
                <a:latin typeface="Corbel"/>
                <a:cs typeface="Corbel"/>
              </a:rPr>
              <a:t> </a:t>
            </a:r>
            <a:r>
              <a:rPr sz="1800" spc="-20" dirty="0">
                <a:latin typeface="Corbel"/>
                <a:cs typeface="Corbel"/>
              </a:rPr>
              <a:t>etc)</a:t>
            </a:r>
            <a:endParaRPr sz="1800">
              <a:latin typeface="Corbel"/>
              <a:cs typeface="Corbel"/>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045"/>
              </a:lnSpc>
            </a:pPr>
            <a:r>
              <a:rPr spc="-25" dirty="0"/>
              <a:t>73</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29511" y="451104"/>
            <a:ext cx="9827260" cy="792480"/>
            <a:chOff x="1429511" y="451104"/>
            <a:chExt cx="9827260" cy="792480"/>
          </a:xfrm>
        </p:grpSpPr>
        <p:pic>
          <p:nvPicPr>
            <p:cNvPr id="4" name="object 4"/>
            <p:cNvPicPr/>
            <p:nvPr/>
          </p:nvPicPr>
          <p:blipFill>
            <a:blip r:embed="rId2" cstate="print"/>
            <a:stretch>
              <a:fillRect/>
            </a:stretch>
          </p:blipFill>
          <p:spPr>
            <a:xfrm>
              <a:off x="1429511" y="451104"/>
              <a:ext cx="2971800" cy="527303"/>
            </a:xfrm>
            <a:prstGeom prst="rect">
              <a:avLst/>
            </a:prstGeom>
          </p:spPr>
        </p:pic>
        <p:pic>
          <p:nvPicPr>
            <p:cNvPr id="5" name="object 5"/>
            <p:cNvPicPr/>
            <p:nvPr/>
          </p:nvPicPr>
          <p:blipFill>
            <a:blip r:embed="rId3" cstate="print"/>
            <a:stretch>
              <a:fillRect/>
            </a:stretch>
          </p:blipFill>
          <p:spPr>
            <a:xfrm>
              <a:off x="1429511" y="719328"/>
              <a:ext cx="9826752" cy="524256"/>
            </a:xfrm>
            <a:prstGeom prst="rect">
              <a:avLst/>
            </a:prstGeom>
          </p:spPr>
        </p:pic>
      </p:grpSp>
      <p:sp>
        <p:nvSpPr>
          <p:cNvPr id="6" name="object 6"/>
          <p:cNvSpPr txBox="1"/>
          <p:nvPr/>
        </p:nvSpPr>
        <p:spPr>
          <a:xfrm>
            <a:off x="1563033" y="502411"/>
            <a:ext cx="9860915" cy="5113020"/>
          </a:xfrm>
          <a:prstGeom prst="rect">
            <a:avLst/>
          </a:prstGeom>
        </p:spPr>
        <p:txBody>
          <a:bodyPr vert="horz" wrap="square" lIns="0" tIns="12700" rIns="0" bIns="0" rtlCol="0">
            <a:spAutoFit/>
          </a:bodyPr>
          <a:lstStyle/>
          <a:p>
            <a:pPr marL="12700">
              <a:lnSpc>
                <a:spcPts val="2135"/>
              </a:lnSpc>
              <a:spcBef>
                <a:spcPts val="100"/>
              </a:spcBef>
            </a:pPr>
            <a:r>
              <a:rPr sz="1800" b="1" dirty="0">
                <a:latin typeface="Corbel"/>
                <a:cs typeface="Corbel"/>
              </a:rPr>
              <a:t>060</a:t>
            </a:r>
            <a:r>
              <a:rPr sz="1800" b="1" spc="-15" dirty="0">
                <a:latin typeface="Corbel"/>
                <a:cs typeface="Corbel"/>
              </a:rPr>
              <a:t> </a:t>
            </a:r>
            <a:r>
              <a:rPr sz="1800" b="1" dirty="0">
                <a:latin typeface="Corbel"/>
                <a:cs typeface="Corbel"/>
              </a:rPr>
              <a:t>03</a:t>
            </a:r>
            <a:r>
              <a:rPr sz="1800" b="1" spc="-20" dirty="0">
                <a:latin typeface="Corbel"/>
                <a:cs typeface="Corbel"/>
              </a:rPr>
              <a:t> </a:t>
            </a:r>
            <a:r>
              <a:rPr sz="1800" b="1" dirty="0">
                <a:latin typeface="Corbel"/>
                <a:cs typeface="Corbel"/>
              </a:rPr>
              <a:t>00:</a:t>
            </a:r>
            <a:r>
              <a:rPr sz="1800" b="1" spc="-65" dirty="0">
                <a:latin typeface="Corbel"/>
                <a:cs typeface="Corbel"/>
              </a:rPr>
              <a:t> </a:t>
            </a:r>
            <a:r>
              <a:rPr sz="1800" b="1" spc="-10" dirty="0">
                <a:latin typeface="Corbel"/>
                <a:cs typeface="Corbel"/>
              </a:rPr>
              <a:t>UAS</a:t>
            </a:r>
            <a:r>
              <a:rPr sz="1800" b="1" spc="-80" dirty="0">
                <a:latin typeface="Corbel"/>
                <a:cs typeface="Corbel"/>
              </a:rPr>
              <a:t> </a:t>
            </a:r>
            <a:r>
              <a:rPr sz="1800" b="1" spc="-10" dirty="0">
                <a:latin typeface="Corbel"/>
                <a:cs typeface="Corbel"/>
              </a:rPr>
              <a:t>Operations</a:t>
            </a:r>
            <a:endParaRPr sz="1800">
              <a:latin typeface="Corbel"/>
              <a:cs typeface="Corbel"/>
            </a:endParaRPr>
          </a:p>
          <a:p>
            <a:pPr marL="12700">
              <a:lnSpc>
                <a:spcPts val="2135"/>
              </a:lnSpc>
            </a:pPr>
            <a:r>
              <a:rPr sz="1800" dirty="0">
                <a:latin typeface="Corbel"/>
                <a:cs typeface="Corbel"/>
              </a:rPr>
              <a:t>060</a:t>
            </a:r>
            <a:r>
              <a:rPr sz="1800" spc="-35" dirty="0">
                <a:latin typeface="Corbel"/>
                <a:cs typeface="Corbel"/>
              </a:rPr>
              <a:t> </a:t>
            </a:r>
            <a:r>
              <a:rPr sz="1800" dirty="0">
                <a:latin typeface="Corbel"/>
                <a:cs typeface="Corbel"/>
              </a:rPr>
              <a:t>03</a:t>
            </a:r>
            <a:r>
              <a:rPr sz="1800" spc="-35" dirty="0">
                <a:latin typeface="Corbel"/>
                <a:cs typeface="Corbel"/>
              </a:rPr>
              <a:t> </a:t>
            </a:r>
            <a:r>
              <a:rPr sz="1800" dirty="0">
                <a:latin typeface="Corbel"/>
                <a:cs typeface="Corbel"/>
              </a:rPr>
              <a:t>01:</a:t>
            </a:r>
            <a:r>
              <a:rPr sz="1800" spc="-90" dirty="0">
                <a:latin typeface="Corbel"/>
                <a:cs typeface="Corbel"/>
              </a:rPr>
              <a:t> </a:t>
            </a:r>
            <a:r>
              <a:rPr sz="1800" dirty="0">
                <a:latin typeface="Corbel"/>
                <a:cs typeface="Corbel"/>
              </a:rPr>
              <a:t>Common</a:t>
            </a:r>
            <a:r>
              <a:rPr sz="1800" spc="-30" dirty="0">
                <a:latin typeface="Corbel"/>
                <a:cs typeface="Corbel"/>
              </a:rPr>
              <a:t> </a:t>
            </a:r>
            <a:r>
              <a:rPr sz="1800" dirty="0">
                <a:latin typeface="Corbel"/>
                <a:cs typeface="Corbel"/>
              </a:rPr>
              <a:t>phases</a:t>
            </a:r>
            <a:r>
              <a:rPr sz="1800" spc="-35" dirty="0">
                <a:latin typeface="Corbel"/>
                <a:cs typeface="Corbel"/>
              </a:rPr>
              <a:t> </a:t>
            </a:r>
            <a:r>
              <a:rPr sz="1800" dirty="0">
                <a:latin typeface="Corbel"/>
                <a:cs typeface="Corbel"/>
              </a:rPr>
              <a:t>and</a:t>
            </a:r>
            <a:r>
              <a:rPr sz="1800" spc="-30" dirty="0">
                <a:latin typeface="Corbel"/>
                <a:cs typeface="Corbel"/>
              </a:rPr>
              <a:t> </a:t>
            </a:r>
            <a:r>
              <a:rPr sz="1800" dirty="0">
                <a:latin typeface="Corbel"/>
                <a:cs typeface="Corbel"/>
              </a:rPr>
              <a:t>describe</a:t>
            </a:r>
            <a:r>
              <a:rPr sz="1800" spc="-25" dirty="0">
                <a:latin typeface="Corbel"/>
                <a:cs typeface="Corbel"/>
              </a:rPr>
              <a:t> </a:t>
            </a:r>
            <a:r>
              <a:rPr sz="1800" dirty="0">
                <a:latin typeface="Corbel"/>
                <a:cs typeface="Corbel"/>
              </a:rPr>
              <a:t>the</a:t>
            </a:r>
            <a:r>
              <a:rPr sz="1800" spc="-25" dirty="0">
                <a:latin typeface="Corbel"/>
                <a:cs typeface="Corbel"/>
              </a:rPr>
              <a:t> </a:t>
            </a:r>
            <a:r>
              <a:rPr sz="1800" dirty="0">
                <a:latin typeface="Corbel"/>
                <a:cs typeface="Corbel"/>
              </a:rPr>
              <a:t>checks</a:t>
            </a:r>
            <a:r>
              <a:rPr sz="1800" spc="-30" dirty="0">
                <a:latin typeface="Corbel"/>
                <a:cs typeface="Corbel"/>
              </a:rPr>
              <a:t> </a:t>
            </a:r>
            <a:r>
              <a:rPr sz="1800" dirty="0">
                <a:latin typeface="Corbel"/>
                <a:cs typeface="Corbel"/>
              </a:rPr>
              <a:t>conducted</a:t>
            </a:r>
            <a:r>
              <a:rPr sz="1800" spc="-30" dirty="0">
                <a:latin typeface="Corbel"/>
                <a:cs typeface="Corbel"/>
              </a:rPr>
              <a:t> </a:t>
            </a:r>
            <a:r>
              <a:rPr sz="1800" dirty="0">
                <a:latin typeface="Corbel"/>
                <a:cs typeface="Corbel"/>
              </a:rPr>
              <a:t>and/or</a:t>
            </a:r>
            <a:r>
              <a:rPr sz="1800" spc="-35" dirty="0">
                <a:latin typeface="Corbel"/>
                <a:cs typeface="Corbel"/>
              </a:rPr>
              <a:t> </a:t>
            </a:r>
            <a:r>
              <a:rPr sz="1800" spc="-10" dirty="0">
                <a:latin typeface="Corbel"/>
                <a:cs typeface="Corbel"/>
              </a:rPr>
              <a:t>considerations</a:t>
            </a:r>
            <a:r>
              <a:rPr sz="1800" spc="-30" dirty="0">
                <a:latin typeface="Corbel"/>
                <a:cs typeface="Corbel"/>
              </a:rPr>
              <a:t> </a:t>
            </a:r>
            <a:r>
              <a:rPr sz="1800" dirty="0">
                <a:latin typeface="Corbel"/>
                <a:cs typeface="Corbel"/>
              </a:rPr>
              <a:t>for</a:t>
            </a:r>
            <a:r>
              <a:rPr sz="1800" spc="-35" dirty="0">
                <a:latin typeface="Corbel"/>
                <a:cs typeface="Corbel"/>
              </a:rPr>
              <a:t> </a:t>
            </a:r>
            <a:r>
              <a:rPr sz="1800" dirty="0">
                <a:latin typeface="Corbel"/>
                <a:cs typeface="Corbel"/>
              </a:rPr>
              <a:t>each</a:t>
            </a:r>
            <a:r>
              <a:rPr sz="1800" spc="-25" dirty="0">
                <a:latin typeface="Corbel"/>
                <a:cs typeface="Corbel"/>
              </a:rPr>
              <a:t> </a:t>
            </a:r>
            <a:r>
              <a:rPr sz="1800" spc="-10" dirty="0">
                <a:latin typeface="Corbel"/>
                <a:cs typeface="Corbel"/>
              </a:rPr>
              <a:t>phase:</a:t>
            </a:r>
            <a:endParaRPr sz="1800">
              <a:latin typeface="Corbel"/>
              <a:cs typeface="Corbel"/>
            </a:endParaRPr>
          </a:p>
          <a:p>
            <a:pPr>
              <a:lnSpc>
                <a:spcPct val="100000"/>
              </a:lnSpc>
              <a:spcBef>
                <a:spcPts val="1350"/>
              </a:spcBef>
            </a:pPr>
            <a:endParaRPr sz="1800">
              <a:latin typeface="Corbel"/>
              <a:cs typeface="Corbel"/>
            </a:endParaRPr>
          </a:p>
          <a:p>
            <a:pPr marL="12700">
              <a:lnSpc>
                <a:spcPct val="100000"/>
              </a:lnSpc>
              <a:spcBef>
                <a:spcPts val="5"/>
              </a:spcBef>
            </a:pPr>
            <a:r>
              <a:rPr sz="1800" dirty="0">
                <a:latin typeface="Corbel"/>
                <a:cs typeface="Corbel"/>
              </a:rPr>
              <a:t>Having</a:t>
            </a:r>
            <a:r>
              <a:rPr sz="1800" spc="-45" dirty="0">
                <a:latin typeface="Corbel"/>
                <a:cs typeface="Corbel"/>
              </a:rPr>
              <a:t> </a:t>
            </a:r>
            <a:r>
              <a:rPr sz="1800" dirty="0">
                <a:latin typeface="Corbel"/>
                <a:cs typeface="Corbel"/>
              </a:rPr>
              <a:t>identified</a:t>
            </a:r>
            <a:r>
              <a:rPr sz="1800" spc="-40" dirty="0">
                <a:latin typeface="Corbel"/>
                <a:cs typeface="Corbel"/>
              </a:rPr>
              <a:t> </a:t>
            </a:r>
            <a:r>
              <a:rPr sz="1800" dirty="0">
                <a:latin typeface="Corbel"/>
                <a:cs typeface="Corbel"/>
              </a:rPr>
              <a:t>the</a:t>
            </a:r>
            <a:r>
              <a:rPr sz="1800" spc="-35" dirty="0">
                <a:latin typeface="Corbel"/>
                <a:cs typeface="Corbel"/>
              </a:rPr>
              <a:t> </a:t>
            </a:r>
            <a:r>
              <a:rPr sz="1800" dirty="0">
                <a:latin typeface="Corbel"/>
                <a:cs typeface="Corbel"/>
              </a:rPr>
              <a:t>hazards,</a:t>
            </a:r>
            <a:r>
              <a:rPr sz="1800" spc="-35" dirty="0">
                <a:latin typeface="Corbel"/>
                <a:cs typeface="Corbel"/>
              </a:rPr>
              <a:t> </a:t>
            </a:r>
            <a:r>
              <a:rPr sz="1800" dirty="0">
                <a:latin typeface="Corbel"/>
                <a:cs typeface="Corbel"/>
              </a:rPr>
              <a:t>the</a:t>
            </a:r>
            <a:r>
              <a:rPr sz="1800" spc="-30" dirty="0">
                <a:latin typeface="Corbel"/>
                <a:cs typeface="Corbel"/>
              </a:rPr>
              <a:t> </a:t>
            </a:r>
            <a:r>
              <a:rPr sz="1800" dirty="0">
                <a:latin typeface="Corbel"/>
                <a:cs typeface="Corbel"/>
              </a:rPr>
              <a:t>possible</a:t>
            </a:r>
            <a:r>
              <a:rPr sz="1800" spc="-35" dirty="0">
                <a:latin typeface="Corbel"/>
                <a:cs typeface="Corbel"/>
              </a:rPr>
              <a:t> </a:t>
            </a:r>
            <a:r>
              <a:rPr sz="1800" dirty="0">
                <a:latin typeface="Corbel"/>
                <a:cs typeface="Corbel"/>
              </a:rPr>
              <a:t>major</a:t>
            </a:r>
            <a:r>
              <a:rPr sz="1800" spc="-40" dirty="0">
                <a:latin typeface="Corbel"/>
                <a:cs typeface="Corbel"/>
              </a:rPr>
              <a:t> </a:t>
            </a:r>
            <a:r>
              <a:rPr sz="1800" dirty="0">
                <a:latin typeface="Corbel"/>
                <a:cs typeface="Corbel"/>
              </a:rPr>
              <a:t>impacts</a:t>
            </a:r>
            <a:r>
              <a:rPr sz="1800" spc="-40" dirty="0">
                <a:latin typeface="Corbel"/>
                <a:cs typeface="Corbel"/>
              </a:rPr>
              <a:t> </a:t>
            </a:r>
            <a:r>
              <a:rPr sz="1800" dirty="0">
                <a:latin typeface="Corbel"/>
                <a:cs typeface="Corbel"/>
              </a:rPr>
              <a:t>should</a:t>
            </a:r>
            <a:r>
              <a:rPr sz="1800" spc="-40" dirty="0">
                <a:latin typeface="Corbel"/>
                <a:cs typeface="Corbel"/>
              </a:rPr>
              <a:t> </a:t>
            </a:r>
            <a:r>
              <a:rPr sz="1800" dirty="0">
                <a:latin typeface="Corbel"/>
                <a:cs typeface="Corbel"/>
              </a:rPr>
              <a:t>be</a:t>
            </a:r>
            <a:r>
              <a:rPr sz="1800" spc="-30" dirty="0">
                <a:latin typeface="Corbel"/>
                <a:cs typeface="Corbel"/>
              </a:rPr>
              <a:t> </a:t>
            </a:r>
            <a:r>
              <a:rPr sz="1800" dirty="0">
                <a:latin typeface="Corbel"/>
                <a:cs typeface="Corbel"/>
              </a:rPr>
              <a:t>itemized,</a:t>
            </a:r>
            <a:r>
              <a:rPr sz="1800" spc="-35" dirty="0">
                <a:latin typeface="Corbel"/>
                <a:cs typeface="Corbel"/>
              </a:rPr>
              <a:t> </a:t>
            </a:r>
            <a:r>
              <a:rPr sz="1800" dirty="0">
                <a:latin typeface="Corbel"/>
                <a:cs typeface="Corbel"/>
              </a:rPr>
              <a:t>such</a:t>
            </a:r>
            <a:r>
              <a:rPr sz="1800" spc="-35" dirty="0">
                <a:latin typeface="Corbel"/>
                <a:cs typeface="Corbel"/>
              </a:rPr>
              <a:t> </a:t>
            </a:r>
            <a:r>
              <a:rPr sz="1800" spc="-25" dirty="0">
                <a:latin typeface="Corbel"/>
                <a:cs typeface="Corbel"/>
              </a:rPr>
              <a:t>as:</a:t>
            </a:r>
            <a:endParaRPr sz="1800">
              <a:latin typeface="Corbel"/>
              <a:cs typeface="Corbel"/>
            </a:endParaRPr>
          </a:p>
          <a:p>
            <a:pPr marL="697230" indent="-227329">
              <a:lnSpc>
                <a:spcPct val="100000"/>
              </a:lnSpc>
              <a:spcBef>
                <a:spcPts val="240"/>
              </a:spcBef>
              <a:buSzPct val="133333"/>
              <a:buFont typeface="Arial MT"/>
              <a:buChar char="•"/>
              <a:tabLst>
                <a:tab pos="697230" algn="l"/>
              </a:tabLst>
            </a:pPr>
            <a:r>
              <a:rPr sz="1800" dirty="0">
                <a:latin typeface="Corbel"/>
                <a:cs typeface="Corbel"/>
              </a:rPr>
              <a:t>Sequential</a:t>
            </a:r>
            <a:r>
              <a:rPr sz="1800" spc="-40" dirty="0">
                <a:latin typeface="Corbel"/>
                <a:cs typeface="Corbel"/>
              </a:rPr>
              <a:t> </a:t>
            </a:r>
            <a:r>
              <a:rPr sz="1800" dirty="0">
                <a:latin typeface="Corbel"/>
                <a:cs typeface="Corbel"/>
              </a:rPr>
              <a:t>events</a:t>
            </a:r>
            <a:r>
              <a:rPr sz="1800" spc="-35" dirty="0">
                <a:latin typeface="Corbel"/>
                <a:cs typeface="Corbel"/>
              </a:rPr>
              <a:t> </a:t>
            </a:r>
            <a:r>
              <a:rPr sz="1800" dirty="0">
                <a:latin typeface="Corbel"/>
                <a:cs typeface="Corbel"/>
              </a:rPr>
              <a:t>(e.g.</a:t>
            </a:r>
            <a:r>
              <a:rPr sz="1800" spc="-35" dirty="0">
                <a:latin typeface="Corbel"/>
                <a:cs typeface="Corbel"/>
              </a:rPr>
              <a:t> </a:t>
            </a:r>
            <a:r>
              <a:rPr sz="1800" dirty="0">
                <a:latin typeface="Corbel"/>
                <a:cs typeface="Corbel"/>
              </a:rPr>
              <a:t>a</a:t>
            </a:r>
            <a:r>
              <a:rPr sz="1800" spc="-30" dirty="0">
                <a:latin typeface="Corbel"/>
                <a:cs typeface="Corbel"/>
              </a:rPr>
              <a:t> </a:t>
            </a:r>
            <a:r>
              <a:rPr sz="1800" dirty="0">
                <a:latin typeface="Corbel"/>
                <a:cs typeface="Corbel"/>
              </a:rPr>
              <a:t>fire</a:t>
            </a:r>
            <a:r>
              <a:rPr sz="1800" spc="-30" dirty="0">
                <a:latin typeface="Corbel"/>
                <a:cs typeface="Corbel"/>
              </a:rPr>
              <a:t> </a:t>
            </a:r>
            <a:r>
              <a:rPr sz="1800" dirty="0">
                <a:latin typeface="Corbel"/>
                <a:cs typeface="Corbel"/>
              </a:rPr>
              <a:t>after</a:t>
            </a:r>
            <a:r>
              <a:rPr sz="1800" spc="-35" dirty="0">
                <a:latin typeface="Corbel"/>
                <a:cs typeface="Corbel"/>
              </a:rPr>
              <a:t> </a:t>
            </a:r>
            <a:r>
              <a:rPr sz="1800" dirty="0">
                <a:latin typeface="Corbel"/>
                <a:cs typeface="Corbel"/>
              </a:rPr>
              <a:t>an</a:t>
            </a:r>
            <a:r>
              <a:rPr sz="1800" spc="-35" dirty="0">
                <a:latin typeface="Corbel"/>
                <a:cs typeface="Corbel"/>
              </a:rPr>
              <a:t> </a:t>
            </a:r>
            <a:r>
              <a:rPr sz="1800" spc="-10" dirty="0">
                <a:latin typeface="Corbel"/>
                <a:cs typeface="Corbel"/>
              </a:rPr>
              <a:t>explosion)</a:t>
            </a:r>
            <a:endParaRPr sz="1800">
              <a:latin typeface="Corbel"/>
              <a:cs typeface="Corbel"/>
            </a:endParaRPr>
          </a:p>
          <a:p>
            <a:pPr marL="697230" indent="-227329">
              <a:lnSpc>
                <a:spcPct val="100000"/>
              </a:lnSpc>
              <a:spcBef>
                <a:spcPts val="335"/>
              </a:spcBef>
              <a:buSzPct val="133333"/>
              <a:buFont typeface="Arial MT"/>
              <a:buChar char="•"/>
              <a:tabLst>
                <a:tab pos="697230" algn="l"/>
              </a:tabLst>
            </a:pPr>
            <a:r>
              <a:rPr sz="1800" spc="-10" dirty="0">
                <a:latin typeface="Corbel"/>
                <a:cs typeface="Corbel"/>
              </a:rPr>
              <a:t>Evacuation</a:t>
            </a:r>
            <a:endParaRPr sz="1800">
              <a:latin typeface="Corbel"/>
              <a:cs typeface="Corbel"/>
            </a:endParaRPr>
          </a:p>
          <a:p>
            <a:pPr marL="697230" indent="-227329">
              <a:lnSpc>
                <a:spcPct val="100000"/>
              </a:lnSpc>
              <a:spcBef>
                <a:spcPts val="240"/>
              </a:spcBef>
              <a:buSzPct val="133333"/>
              <a:buFont typeface="Arial MT"/>
              <a:buChar char="•"/>
              <a:tabLst>
                <a:tab pos="697230" algn="l"/>
              </a:tabLst>
            </a:pPr>
            <a:r>
              <a:rPr sz="1800" spc="-10" dirty="0">
                <a:latin typeface="Corbel"/>
                <a:cs typeface="Corbel"/>
              </a:rPr>
              <a:t>Casualties</a:t>
            </a:r>
            <a:endParaRPr sz="1800">
              <a:latin typeface="Corbel"/>
              <a:cs typeface="Corbel"/>
            </a:endParaRPr>
          </a:p>
          <a:p>
            <a:pPr marL="697230" indent="-227329">
              <a:lnSpc>
                <a:spcPct val="100000"/>
              </a:lnSpc>
              <a:spcBef>
                <a:spcPts val="240"/>
              </a:spcBef>
              <a:buSzPct val="133333"/>
              <a:buFont typeface="Arial MT"/>
              <a:buChar char="•"/>
              <a:tabLst>
                <a:tab pos="697230" algn="l"/>
              </a:tabLst>
            </a:pPr>
            <a:r>
              <a:rPr sz="1800" dirty="0">
                <a:latin typeface="Corbel"/>
                <a:cs typeface="Corbel"/>
              </a:rPr>
              <a:t>Damage</a:t>
            </a:r>
            <a:r>
              <a:rPr sz="1800" spc="-30" dirty="0">
                <a:latin typeface="Corbel"/>
                <a:cs typeface="Corbel"/>
              </a:rPr>
              <a:t> </a:t>
            </a:r>
            <a:r>
              <a:rPr sz="1800" dirty="0">
                <a:latin typeface="Corbel"/>
                <a:cs typeface="Corbel"/>
              </a:rPr>
              <a:t>to</a:t>
            </a:r>
            <a:r>
              <a:rPr sz="1800" spc="-20" dirty="0">
                <a:latin typeface="Corbel"/>
                <a:cs typeface="Corbel"/>
              </a:rPr>
              <a:t> </a:t>
            </a:r>
            <a:r>
              <a:rPr sz="1800" spc="-10" dirty="0">
                <a:latin typeface="Corbel"/>
                <a:cs typeface="Corbel"/>
              </a:rPr>
              <a:t>property</a:t>
            </a:r>
            <a:endParaRPr sz="1800">
              <a:latin typeface="Corbel"/>
              <a:cs typeface="Corbel"/>
            </a:endParaRPr>
          </a:p>
          <a:p>
            <a:pPr marL="697230" indent="-227329">
              <a:lnSpc>
                <a:spcPct val="100000"/>
              </a:lnSpc>
              <a:spcBef>
                <a:spcPts val="335"/>
              </a:spcBef>
              <a:buSzPct val="133333"/>
              <a:buFont typeface="Arial MT"/>
              <a:buChar char="•"/>
              <a:tabLst>
                <a:tab pos="697230" algn="l"/>
              </a:tabLst>
            </a:pPr>
            <a:r>
              <a:rPr sz="1800" dirty="0">
                <a:latin typeface="Corbel"/>
                <a:cs typeface="Corbel"/>
              </a:rPr>
              <a:t>Disruption</a:t>
            </a:r>
            <a:r>
              <a:rPr sz="1800" spc="-45" dirty="0">
                <a:latin typeface="Corbel"/>
                <a:cs typeface="Corbel"/>
              </a:rPr>
              <a:t> </a:t>
            </a:r>
            <a:r>
              <a:rPr sz="1800" dirty="0">
                <a:latin typeface="Corbel"/>
                <a:cs typeface="Corbel"/>
              </a:rPr>
              <a:t>of</a:t>
            </a:r>
            <a:r>
              <a:rPr sz="1800" spc="-40" dirty="0">
                <a:latin typeface="Corbel"/>
                <a:cs typeface="Corbel"/>
              </a:rPr>
              <a:t> </a:t>
            </a:r>
            <a:r>
              <a:rPr sz="1800" spc="-20" dirty="0">
                <a:latin typeface="Corbel"/>
                <a:cs typeface="Corbel"/>
              </a:rPr>
              <a:t>work</a:t>
            </a:r>
            <a:endParaRPr sz="1800">
              <a:latin typeface="Corbel"/>
              <a:cs typeface="Corbel"/>
            </a:endParaRPr>
          </a:p>
          <a:p>
            <a:pPr>
              <a:lnSpc>
                <a:spcPct val="100000"/>
              </a:lnSpc>
              <a:spcBef>
                <a:spcPts val="1835"/>
              </a:spcBef>
              <a:buFont typeface="Arial MT"/>
              <a:buChar char="•"/>
            </a:pPr>
            <a:endParaRPr sz="1800">
              <a:latin typeface="Corbel"/>
              <a:cs typeface="Corbel"/>
            </a:endParaRPr>
          </a:p>
          <a:p>
            <a:pPr marL="12700">
              <a:lnSpc>
                <a:spcPct val="100000"/>
              </a:lnSpc>
            </a:pPr>
            <a:r>
              <a:rPr sz="1800" dirty="0">
                <a:latin typeface="Corbel"/>
                <a:cs typeface="Corbel"/>
              </a:rPr>
              <a:t>Based</a:t>
            </a:r>
            <a:r>
              <a:rPr sz="1800" spc="-45" dirty="0">
                <a:latin typeface="Corbel"/>
                <a:cs typeface="Corbel"/>
              </a:rPr>
              <a:t> </a:t>
            </a:r>
            <a:r>
              <a:rPr sz="1800" dirty="0">
                <a:latin typeface="Corbel"/>
                <a:cs typeface="Corbel"/>
              </a:rPr>
              <a:t>on</a:t>
            </a:r>
            <a:r>
              <a:rPr sz="1800" spc="-40" dirty="0">
                <a:latin typeface="Corbel"/>
                <a:cs typeface="Corbel"/>
              </a:rPr>
              <a:t> </a:t>
            </a:r>
            <a:r>
              <a:rPr sz="1800" dirty="0">
                <a:latin typeface="Corbel"/>
                <a:cs typeface="Corbel"/>
              </a:rPr>
              <a:t>the</a:t>
            </a:r>
            <a:r>
              <a:rPr sz="1800" spc="-30" dirty="0">
                <a:latin typeface="Corbel"/>
                <a:cs typeface="Corbel"/>
              </a:rPr>
              <a:t> </a:t>
            </a:r>
            <a:r>
              <a:rPr sz="1800" dirty="0">
                <a:latin typeface="Corbel"/>
                <a:cs typeface="Corbel"/>
              </a:rPr>
              <a:t>events,</a:t>
            </a:r>
            <a:r>
              <a:rPr sz="1800" spc="-40" dirty="0">
                <a:latin typeface="Corbel"/>
                <a:cs typeface="Corbel"/>
              </a:rPr>
              <a:t> </a:t>
            </a:r>
            <a:r>
              <a:rPr sz="1800" dirty="0">
                <a:latin typeface="Corbel"/>
                <a:cs typeface="Corbel"/>
              </a:rPr>
              <a:t>the</a:t>
            </a:r>
            <a:r>
              <a:rPr sz="1800" spc="-35" dirty="0">
                <a:latin typeface="Corbel"/>
                <a:cs typeface="Corbel"/>
              </a:rPr>
              <a:t> </a:t>
            </a:r>
            <a:r>
              <a:rPr sz="1800" dirty="0">
                <a:latin typeface="Corbel"/>
                <a:cs typeface="Corbel"/>
              </a:rPr>
              <a:t>required</a:t>
            </a:r>
            <a:r>
              <a:rPr sz="1800" spc="-40" dirty="0">
                <a:latin typeface="Corbel"/>
                <a:cs typeface="Corbel"/>
              </a:rPr>
              <a:t> </a:t>
            </a:r>
            <a:r>
              <a:rPr sz="1800" dirty="0">
                <a:latin typeface="Corbel"/>
                <a:cs typeface="Corbel"/>
              </a:rPr>
              <a:t>actions</a:t>
            </a:r>
            <a:r>
              <a:rPr sz="1800" spc="-40" dirty="0">
                <a:latin typeface="Corbel"/>
                <a:cs typeface="Corbel"/>
              </a:rPr>
              <a:t> </a:t>
            </a:r>
            <a:r>
              <a:rPr sz="1800" dirty="0">
                <a:latin typeface="Corbel"/>
                <a:cs typeface="Corbel"/>
              </a:rPr>
              <a:t>are</a:t>
            </a:r>
            <a:r>
              <a:rPr sz="1800" spc="-35" dirty="0">
                <a:latin typeface="Corbel"/>
                <a:cs typeface="Corbel"/>
              </a:rPr>
              <a:t> </a:t>
            </a:r>
            <a:r>
              <a:rPr sz="1800" dirty="0">
                <a:latin typeface="Corbel"/>
                <a:cs typeface="Corbel"/>
              </a:rPr>
              <a:t>determined.</a:t>
            </a:r>
            <a:r>
              <a:rPr sz="1800" spc="-40" dirty="0">
                <a:latin typeface="Corbel"/>
                <a:cs typeface="Corbel"/>
              </a:rPr>
              <a:t> </a:t>
            </a:r>
            <a:r>
              <a:rPr sz="1800" dirty="0">
                <a:latin typeface="Corbel"/>
                <a:cs typeface="Corbel"/>
              </a:rPr>
              <a:t>For</a:t>
            </a:r>
            <a:r>
              <a:rPr sz="1800" spc="-40" dirty="0">
                <a:latin typeface="Corbel"/>
                <a:cs typeface="Corbel"/>
              </a:rPr>
              <a:t> </a:t>
            </a:r>
            <a:r>
              <a:rPr sz="1800" spc="-10" dirty="0">
                <a:latin typeface="Corbel"/>
                <a:cs typeface="Corbel"/>
              </a:rPr>
              <a:t>example:</a:t>
            </a:r>
            <a:endParaRPr sz="1800">
              <a:latin typeface="Corbel"/>
              <a:cs typeface="Corbel"/>
            </a:endParaRPr>
          </a:p>
          <a:p>
            <a:pPr marL="697230" indent="-227329">
              <a:lnSpc>
                <a:spcPct val="100000"/>
              </a:lnSpc>
              <a:spcBef>
                <a:spcPts val="240"/>
              </a:spcBef>
              <a:buSzPct val="133333"/>
              <a:buFont typeface="Arial MT"/>
              <a:buChar char="•"/>
              <a:tabLst>
                <a:tab pos="697230" algn="l"/>
              </a:tabLst>
            </a:pPr>
            <a:r>
              <a:rPr sz="1800" dirty="0">
                <a:latin typeface="Corbel"/>
                <a:cs typeface="Corbel"/>
              </a:rPr>
              <a:t>Declare</a:t>
            </a:r>
            <a:r>
              <a:rPr sz="1800" spc="-50" dirty="0">
                <a:latin typeface="Corbel"/>
                <a:cs typeface="Corbel"/>
              </a:rPr>
              <a:t> </a:t>
            </a:r>
            <a:r>
              <a:rPr sz="1800" dirty="0">
                <a:latin typeface="Corbel"/>
                <a:cs typeface="Corbel"/>
              </a:rPr>
              <a:t>emergency</a:t>
            </a:r>
            <a:r>
              <a:rPr sz="1800" spc="-40" dirty="0">
                <a:latin typeface="Corbel"/>
                <a:cs typeface="Corbel"/>
              </a:rPr>
              <a:t> </a:t>
            </a:r>
            <a:r>
              <a:rPr sz="1800" dirty="0">
                <a:latin typeface="Corbel"/>
                <a:cs typeface="Corbel"/>
              </a:rPr>
              <a:t>(sound</a:t>
            </a:r>
            <a:r>
              <a:rPr sz="1800" spc="-50" dirty="0">
                <a:latin typeface="Corbel"/>
                <a:cs typeface="Corbel"/>
              </a:rPr>
              <a:t> </a:t>
            </a:r>
            <a:r>
              <a:rPr sz="1800" spc="-10" dirty="0">
                <a:latin typeface="Corbel"/>
                <a:cs typeface="Corbel"/>
              </a:rPr>
              <a:t>alert)</a:t>
            </a:r>
            <a:endParaRPr sz="1800">
              <a:latin typeface="Corbel"/>
              <a:cs typeface="Corbel"/>
            </a:endParaRPr>
          </a:p>
          <a:p>
            <a:pPr marL="697230" indent="-227329">
              <a:lnSpc>
                <a:spcPct val="100000"/>
              </a:lnSpc>
              <a:spcBef>
                <a:spcPts val="335"/>
              </a:spcBef>
              <a:buSzPct val="133333"/>
              <a:buFont typeface="Arial MT"/>
              <a:buChar char="•"/>
              <a:tabLst>
                <a:tab pos="697230" algn="l"/>
              </a:tabLst>
            </a:pPr>
            <a:r>
              <a:rPr sz="1800" dirty="0">
                <a:latin typeface="Corbel"/>
                <a:cs typeface="Corbel"/>
              </a:rPr>
              <a:t>Evacuate</a:t>
            </a:r>
            <a:r>
              <a:rPr sz="1800" spc="-40" dirty="0">
                <a:latin typeface="Corbel"/>
                <a:cs typeface="Corbel"/>
              </a:rPr>
              <a:t> </a:t>
            </a:r>
            <a:r>
              <a:rPr sz="1800" dirty="0">
                <a:latin typeface="Corbel"/>
                <a:cs typeface="Corbel"/>
              </a:rPr>
              <a:t>the</a:t>
            </a:r>
            <a:r>
              <a:rPr sz="1800" spc="-35" dirty="0">
                <a:latin typeface="Corbel"/>
                <a:cs typeface="Corbel"/>
              </a:rPr>
              <a:t> </a:t>
            </a:r>
            <a:r>
              <a:rPr sz="1800" dirty="0">
                <a:latin typeface="Corbel"/>
                <a:cs typeface="Corbel"/>
              </a:rPr>
              <a:t>danger</a:t>
            </a:r>
            <a:r>
              <a:rPr sz="1800" spc="-40" dirty="0">
                <a:latin typeface="Corbel"/>
                <a:cs typeface="Corbel"/>
              </a:rPr>
              <a:t> </a:t>
            </a:r>
            <a:r>
              <a:rPr sz="1800" spc="-20" dirty="0">
                <a:latin typeface="Corbel"/>
                <a:cs typeface="Corbel"/>
              </a:rPr>
              <a:t>zone</a:t>
            </a:r>
            <a:endParaRPr sz="1800">
              <a:latin typeface="Corbel"/>
              <a:cs typeface="Corbel"/>
            </a:endParaRPr>
          </a:p>
          <a:p>
            <a:pPr marL="697230" indent="-227329">
              <a:lnSpc>
                <a:spcPct val="100000"/>
              </a:lnSpc>
              <a:spcBef>
                <a:spcPts val="240"/>
              </a:spcBef>
              <a:buSzPct val="133333"/>
              <a:buFont typeface="Arial MT"/>
              <a:buChar char="•"/>
              <a:tabLst>
                <a:tab pos="697230" algn="l"/>
              </a:tabLst>
            </a:pPr>
            <a:r>
              <a:rPr sz="1800" dirty="0">
                <a:latin typeface="Corbel"/>
                <a:cs typeface="Corbel"/>
              </a:rPr>
              <a:t>For</a:t>
            </a:r>
            <a:r>
              <a:rPr sz="1800" spc="-35" dirty="0">
                <a:latin typeface="Corbel"/>
                <a:cs typeface="Corbel"/>
              </a:rPr>
              <a:t> </a:t>
            </a:r>
            <a:r>
              <a:rPr sz="1800" dirty="0">
                <a:latin typeface="Corbel"/>
                <a:cs typeface="Corbel"/>
              </a:rPr>
              <a:t>minor</a:t>
            </a:r>
            <a:r>
              <a:rPr sz="1800" spc="-30" dirty="0">
                <a:latin typeface="Corbel"/>
                <a:cs typeface="Corbel"/>
              </a:rPr>
              <a:t> </a:t>
            </a:r>
            <a:r>
              <a:rPr sz="1800" dirty="0">
                <a:latin typeface="Corbel"/>
                <a:cs typeface="Corbel"/>
              </a:rPr>
              <a:t>injuries,</a:t>
            </a:r>
            <a:r>
              <a:rPr sz="1800" spc="-35" dirty="0">
                <a:latin typeface="Corbel"/>
                <a:cs typeface="Corbel"/>
              </a:rPr>
              <a:t> </a:t>
            </a:r>
            <a:r>
              <a:rPr sz="1800" dirty="0">
                <a:latin typeface="Corbel"/>
                <a:cs typeface="Corbel"/>
              </a:rPr>
              <a:t>first</a:t>
            </a:r>
            <a:r>
              <a:rPr sz="1800" spc="-30" dirty="0">
                <a:latin typeface="Corbel"/>
                <a:cs typeface="Corbel"/>
              </a:rPr>
              <a:t> </a:t>
            </a:r>
            <a:r>
              <a:rPr sz="1800" dirty="0">
                <a:latin typeface="Corbel"/>
                <a:cs typeface="Corbel"/>
              </a:rPr>
              <a:t>aid</a:t>
            </a:r>
            <a:r>
              <a:rPr sz="1800" spc="-30" dirty="0">
                <a:latin typeface="Corbel"/>
                <a:cs typeface="Corbel"/>
              </a:rPr>
              <a:t> </a:t>
            </a:r>
            <a:r>
              <a:rPr sz="1800" dirty="0">
                <a:latin typeface="Corbel"/>
                <a:cs typeface="Corbel"/>
              </a:rPr>
              <a:t>shall</a:t>
            </a:r>
            <a:r>
              <a:rPr sz="1800" spc="-35" dirty="0">
                <a:latin typeface="Corbel"/>
                <a:cs typeface="Corbel"/>
              </a:rPr>
              <a:t> </a:t>
            </a:r>
            <a:r>
              <a:rPr sz="1800" dirty="0">
                <a:latin typeface="Corbel"/>
                <a:cs typeface="Corbel"/>
              </a:rPr>
              <a:t>be</a:t>
            </a:r>
            <a:r>
              <a:rPr sz="1800" spc="-25" dirty="0">
                <a:latin typeface="Corbel"/>
                <a:cs typeface="Corbel"/>
              </a:rPr>
              <a:t> </a:t>
            </a:r>
            <a:r>
              <a:rPr sz="1800" dirty="0">
                <a:latin typeface="Corbel"/>
                <a:cs typeface="Corbel"/>
              </a:rPr>
              <a:t>administered</a:t>
            </a:r>
            <a:r>
              <a:rPr sz="1800" spc="-35" dirty="0">
                <a:latin typeface="Corbel"/>
                <a:cs typeface="Corbel"/>
              </a:rPr>
              <a:t> </a:t>
            </a:r>
            <a:r>
              <a:rPr sz="1800" dirty="0">
                <a:latin typeface="Corbel"/>
                <a:cs typeface="Corbel"/>
              </a:rPr>
              <a:t>to</a:t>
            </a:r>
            <a:r>
              <a:rPr sz="1800" spc="-25" dirty="0">
                <a:latin typeface="Corbel"/>
                <a:cs typeface="Corbel"/>
              </a:rPr>
              <a:t> </a:t>
            </a:r>
            <a:r>
              <a:rPr sz="1800" dirty="0">
                <a:latin typeface="Corbel"/>
                <a:cs typeface="Corbel"/>
              </a:rPr>
              <a:t>the</a:t>
            </a:r>
            <a:r>
              <a:rPr sz="1800" spc="-25" dirty="0">
                <a:latin typeface="Corbel"/>
                <a:cs typeface="Corbel"/>
              </a:rPr>
              <a:t> </a:t>
            </a:r>
            <a:r>
              <a:rPr sz="1800" spc="-10" dirty="0">
                <a:latin typeface="Corbel"/>
                <a:cs typeface="Corbel"/>
              </a:rPr>
              <a:t>casualty</a:t>
            </a:r>
            <a:endParaRPr sz="1800">
              <a:latin typeface="Corbel"/>
              <a:cs typeface="Corbel"/>
            </a:endParaRPr>
          </a:p>
          <a:p>
            <a:pPr marL="697230" marR="5080" indent="-227329">
              <a:lnSpc>
                <a:spcPts val="1989"/>
              </a:lnSpc>
              <a:spcBef>
                <a:spcPts val="450"/>
              </a:spcBef>
              <a:buSzPct val="133333"/>
              <a:buFont typeface="Arial MT"/>
              <a:buChar char="•"/>
              <a:tabLst>
                <a:tab pos="698500" algn="l"/>
              </a:tabLst>
            </a:pPr>
            <a:r>
              <a:rPr sz="1800" dirty="0">
                <a:latin typeface="Corbel"/>
                <a:cs typeface="Corbel"/>
              </a:rPr>
              <a:t>For</a:t>
            </a:r>
            <a:r>
              <a:rPr sz="1800" spc="35" dirty="0">
                <a:latin typeface="Corbel"/>
                <a:cs typeface="Corbel"/>
              </a:rPr>
              <a:t> </a:t>
            </a:r>
            <a:r>
              <a:rPr sz="1800" dirty="0">
                <a:latin typeface="Corbel"/>
                <a:cs typeface="Corbel"/>
              </a:rPr>
              <a:t>major</a:t>
            </a:r>
            <a:r>
              <a:rPr sz="1800" spc="40" dirty="0">
                <a:latin typeface="Corbel"/>
                <a:cs typeface="Corbel"/>
              </a:rPr>
              <a:t> </a:t>
            </a:r>
            <a:r>
              <a:rPr sz="1800" dirty="0">
                <a:latin typeface="Corbel"/>
                <a:cs typeface="Corbel"/>
              </a:rPr>
              <a:t>injuries,</a:t>
            </a:r>
            <a:r>
              <a:rPr sz="1800" spc="40" dirty="0">
                <a:latin typeface="Corbel"/>
                <a:cs typeface="Corbel"/>
              </a:rPr>
              <a:t> </a:t>
            </a:r>
            <a:r>
              <a:rPr sz="1800" dirty="0">
                <a:latin typeface="Corbel"/>
                <a:cs typeface="Corbel"/>
              </a:rPr>
              <a:t>the</a:t>
            </a:r>
            <a:r>
              <a:rPr sz="1800" spc="40" dirty="0">
                <a:latin typeface="Corbel"/>
                <a:cs typeface="Corbel"/>
              </a:rPr>
              <a:t> </a:t>
            </a:r>
            <a:r>
              <a:rPr sz="1800" dirty="0">
                <a:latin typeface="Corbel"/>
                <a:cs typeface="Corbel"/>
              </a:rPr>
              <a:t>casualty</a:t>
            </a:r>
            <a:r>
              <a:rPr sz="1800" spc="40" dirty="0">
                <a:latin typeface="Corbel"/>
                <a:cs typeface="Corbel"/>
              </a:rPr>
              <a:t> </a:t>
            </a:r>
            <a:r>
              <a:rPr sz="1800" dirty="0">
                <a:latin typeface="Corbel"/>
                <a:cs typeface="Corbel"/>
              </a:rPr>
              <a:t>shall</a:t>
            </a:r>
            <a:r>
              <a:rPr sz="1800" spc="35" dirty="0">
                <a:latin typeface="Corbel"/>
                <a:cs typeface="Corbel"/>
              </a:rPr>
              <a:t> </a:t>
            </a:r>
            <a:r>
              <a:rPr sz="1800" dirty="0">
                <a:latin typeface="Corbel"/>
                <a:cs typeface="Corbel"/>
              </a:rPr>
              <a:t>be</a:t>
            </a:r>
            <a:r>
              <a:rPr sz="1800" spc="45" dirty="0">
                <a:latin typeface="Corbel"/>
                <a:cs typeface="Corbel"/>
              </a:rPr>
              <a:t> </a:t>
            </a:r>
            <a:r>
              <a:rPr sz="1800" dirty="0">
                <a:latin typeface="Corbel"/>
                <a:cs typeface="Corbel"/>
              </a:rPr>
              <a:t>transported</a:t>
            </a:r>
            <a:r>
              <a:rPr sz="1800" spc="35" dirty="0">
                <a:latin typeface="Corbel"/>
                <a:cs typeface="Corbel"/>
              </a:rPr>
              <a:t> </a:t>
            </a:r>
            <a:r>
              <a:rPr sz="1800" dirty="0">
                <a:latin typeface="Corbel"/>
                <a:cs typeface="Corbel"/>
              </a:rPr>
              <a:t>to</a:t>
            </a:r>
            <a:r>
              <a:rPr sz="1800" spc="40" dirty="0">
                <a:latin typeface="Corbel"/>
                <a:cs typeface="Corbel"/>
              </a:rPr>
              <a:t> </a:t>
            </a:r>
            <a:r>
              <a:rPr sz="1800" dirty="0">
                <a:latin typeface="Corbel"/>
                <a:cs typeface="Corbel"/>
              </a:rPr>
              <a:t>the</a:t>
            </a:r>
            <a:r>
              <a:rPr sz="1800" spc="45" dirty="0">
                <a:latin typeface="Corbel"/>
                <a:cs typeface="Corbel"/>
              </a:rPr>
              <a:t> </a:t>
            </a:r>
            <a:r>
              <a:rPr sz="1800" dirty="0">
                <a:latin typeface="Corbel"/>
                <a:cs typeface="Corbel"/>
              </a:rPr>
              <a:t>nearest</a:t>
            </a:r>
            <a:r>
              <a:rPr sz="1800" spc="45" dirty="0">
                <a:latin typeface="Corbel"/>
                <a:cs typeface="Corbel"/>
              </a:rPr>
              <a:t> </a:t>
            </a:r>
            <a:r>
              <a:rPr sz="1800" dirty="0">
                <a:latin typeface="Corbel"/>
                <a:cs typeface="Corbel"/>
              </a:rPr>
              <a:t>identified</a:t>
            </a:r>
            <a:r>
              <a:rPr sz="1800" spc="35" dirty="0">
                <a:latin typeface="Corbel"/>
                <a:cs typeface="Corbel"/>
              </a:rPr>
              <a:t> </a:t>
            </a:r>
            <a:r>
              <a:rPr sz="1800" dirty="0">
                <a:latin typeface="Corbel"/>
                <a:cs typeface="Corbel"/>
              </a:rPr>
              <a:t>hospital</a:t>
            </a:r>
            <a:r>
              <a:rPr sz="1800" spc="40" dirty="0">
                <a:latin typeface="Corbel"/>
                <a:cs typeface="Corbel"/>
              </a:rPr>
              <a:t> </a:t>
            </a:r>
            <a:r>
              <a:rPr sz="1800" dirty="0">
                <a:latin typeface="Corbel"/>
                <a:cs typeface="Corbel"/>
              </a:rPr>
              <a:t>and</a:t>
            </a:r>
            <a:r>
              <a:rPr sz="1800" spc="40" dirty="0">
                <a:latin typeface="Corbel"/>
                <a:cs typeface="Corbel"/>
              </a:rPr>
              <a:t> </a:t>
            </a:r>
            <a:r>
              <a:rPr sz="1800" dirty="0">
                <a:latin typeface="Corbel"/>
                <a:cs typeface="Corbel"/>
              </a:rPr>
              <a:t>call</a:t>
            </a:r>
            <a:r>
              <a:rPr sz="1800" spc="30" dirty="0">
                <a:latin typeface="Corbel"/>
                <a:cs typeface="Corbel"/>
              </a:rPr>
              <a:t> </a:t>
            </a:r>
            <a:r>
              <a:rPr sz="1800" spc="-25" dirty="0">
                <a:latin typeface="Corbel"/>
                <a:cs typeface="Corbel"/>
              </a:rPr>
              <a:t>for 	</a:t>
            </a:r>
            <a:r>
              <a:rPr sz="1800" dirty="0">
                <a:latin typeface="Corbel"/>
                <a:cs typeface="Corbel"/>
              </a:rPr>
              <a:t>ambulance</a:t>
            </a:r>
            <a:r>
              <a:rPr sz="1800" spc="-40" dirty="0">
                <a:latin typeface="Corbel"/>
                <a:cs typeface="Corbel"/>
              </a:rPr>
              <a:t> </a:t>
            </a:r>
            <a:r>
              <a:rPr sz="1800" dirty="0">
                <a:latin typeface="Corbel"/>
                <a:cs typeface="Corbel"/>
              </a:rPr>
              <a:t>if</a:t>
            </a:r>
            <a:r>
              <a:rPr sz="1800" spc="-35" dirty="0">
                <a:latin typeface="Corbel"/>
                <a:cs typeface="Corbel"/>
              </a:rPr>
              <a:t> </a:t>
            </a:r>
            <a:r>
              <a:rPr sz="1800" spc="-10" dirty="0">
                <a:latin typeface="Corbel"/>
                <a:cs typeface="Corbel"/>
              </a:rPr>
              <a:t>necessary.</a:t>
            </a:r>
            <a:endParaRPr sz="1800">
              <a:latin typeface="Corbel"/>
              <a:cs typeface="Corbel"/>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045"/>
              </a:lnSpc>
            </a:pPr>
            <a:r>
              <a:rPr spc="-25" dirty="0"/>
              <a:t>74</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29511" y="451104"/>
            <a:ext cx="9827260" cy="792480"/>
            <a:chOff x="1429511" y="451104"/>
            <a:chExt cx="9827260" cy="792480"/>
          </a:xfrm>
        </p:grpSpPr>
        <p:pic>
          <p:nvPicPr>
            <p:cNvPr id="4" name="object 4"/>
            <p:cNvPicPr/>
            <p:nvPr/>
          </p:nvPicPr>
          <p:blipFill>
            <a:blip r:embed="rId2" cstate="print"/>
            <a:stretch>
              <a:fillRect/>
            </a:stretch>
          </p:blipFill>
          <p:spPr>
            <a:xfrm>
              <a:off x="1429511" y="451104"/>
              <a:ext cx="2971800" cy="527303"/>
            </a:xfrm>
            <a:prstGeom prst="rect">
              <a:avLst/>
            </a:prstGeom>
          </p:spPr>
        </p:pic>
        <p:pic>
          <p:nvPicPr>
            <p:cNvPr id="5" name="object 5"/>
            <p:cNvPicPr/>
            <p:nvPr/>
          </p:nvPicPr>
          <p:blipFill>
            <a:blip r:embed="rId3" cstate="print"/>
            <a:stretch>
              <a:fillRect/>
            </a:stretch>
          </p:blipFill>
          <p:spPr>
            <a:xfrm>
              <a:off x="1429511" y="719328"/>
              <a:ext cx="9826752" cy="524256"/>
            </a:xfrm>
            <a:prstGeom prst="rect">
              <a:avLst/>
            </a:prstGeom>
          </p:spPr>
        </p:pic>
      </p:grpSp>
      <p:sp>
        <p:nvSpPr>
          <p:cNvPr id="6" name="object 6"/>
          <p:cNvSpPr txBox="1">
            <a:spLocks noGrp="1"/>
          </p:cNvSpPr>
          <p:nvPr>
            <p:ph type="title"/>
          </p:nvPr>
        </p:nvSpPr>
        <p:spPr>
          <a:prstGeom prst="rect">
            <a:avLst/>
          </a:prstGeom>
        </p:spPr>
        <p:txBody>
          <a:bodyPr vert="horz" wrap="square" lIns="0" tIns="205740" rIns="0" bIns="0" rtlCol="0">
            <a:spAutoFit/>
          </a:bodyPr>
          <a:lstStyle/>
          <a:p>
            <a:pPr marL="640715">
              <a:lnSpc>
                <a:spcPts val="2135"/>
              </a:lnSpc>
              <a:spcBef>
                <a:spcPts val="100"/>
              </a:spcBef>
            </a:pPr>
            <a:r>
              <a:rPr sz="1800" b="1" dirty="0">
                <a:latin typeface="Corbel"/>
                <a:cs typeface="Corbel"/>
              </a:rPr>
              <a:t>060</a:t>
            </a:r>
            <a:r>
              <a:rPr sz="1800" b="1" spc="-15" dirty="0">
                <a:latin typeface="Corbel"/>
                <a:cs typeface="Corbel"/>
              </a:rPr>
              <a:t> </a:t>
            </a:r>
            <a:r>
              <a:rPr sz="1800" b="1" dirty="0">
                <a:latin typeface="Corbel"/>
                <a:cs typeface="Corbel"/>
              </a:rPr>
              <a:t>03</a:t>
            </a:r>
            <a:r>
              <a:rPr sz="1800" b="1" spc="-20" dirty="0">
                <a:latin typeface="Corbel"/>
                <a:cs typeface="Corbel"/>
              </a:rPr>
              <a:t> </a:t>
            </a:r>
            <a:r>
              <a:rPr sz="1800" b="1" dirty="0">
                <a:latin typeface="Corbel"/>
                <a:cs typeface="Corbel"/>
              </a:rPr>
              <a:t>00:</a:t>
            </a:r>
            <a:r>
              <a:rPr sz="1800" b="1" spc="-65" dirty="0">
                <a:latin typeface="Corbel"/>
                <a:cs typeface="Corbel"/>
              </a:rPr>
              <a:t> </a:t>
            </a:r>
            <a:r>
              <a:rPr sz="1800" b="1" spc="-10" dirty="0">
                <a:latin typeface="Corbel"/>
                <a:cs typeface="Corbel"/>
              </a:rPr>
              <a:t>UAS</a:t>
            </a:r>
            <a:r>
              <a:rPr sz="1800" b="1" spc="-80" dirty="0">
                <a:latin typeface="Corbel"/>
                <a:cs typeface="Corbel"/>
              </a:rPr>
              <a:t> </a:t>
            </a:r>
            <a:r>
              <a:rPr sz="1800" b="1" spc="-10" dirty="0">
                <a:latin typeface="Corbel"/>
                <a:cs typeface="Corbel"/>
              </a:rPr>
              <a:t>Operations</a:t>
            </a:r>
            <a:endParaRPr sz="1800">
              <a:latin typeface="Corbel"/>
              <a:cs typeface="Corbel"/>
            </a:endParaRPr>
          </a:p>
          <a:p>
            <a:pPr marL="640715">
              <a:lnSpc>
                <a:spcPts val="2135"/>
              </a:lnSpc>
            </a:pPr>
            <a:r>
              <a:rPr sz="1800" dirty="0"/>
              <a:t>060</a:t>
            </a:r>
            <a:r>
              <a:rPr sz="1800" spc="-35" dirty="0"/>
              <a:t> </a:t>
            </a:r>
            <a:r>
              <a:rPr sz="1800" dirty="0"/>
              <a:t>03</a:t>
            </a:r>
            <a:r>
              <a:rPr sz="1800" spc="-35" dirty="0"/>
              <a:t> </a:t>
            </a:r>
            <a:r>
              <a:rPr sz="1800" dirty="0"/>
              <a:t>01:</a:t>
            </a:r>
            <a:r>
              <a:rPr sz="1800" spc="-90" dirty="0"/>
              <a:t> </a:t>
            </a:r>
            <a:r>
              <a:rPr sz="1800" dirty="0"/>
              <a:t>Common</a:t>
            </a:r>
            <a:r>
              <a:rPr sz="1800" spc="-30" dirty="0"/>
              <a:t> </a:t>
            </a:r>
            <a:r>
              <a:rPr sz="1800" dirty="0"/>
              <a:t>phases</a:t>
            </a:r>
            <a:r>
              <a:rPr sz="1800" spc="-35" dirty="0"/>
              <a:t> </a:t>
            </a:r>
            <a:r>
              <a:rPr sz="1800" dirty="0"/>
              <a:t>and</a:t>
            </a:r>
            <a:r>
              <a:rPr sz="1800" spc="-30" dirty="0"/>
              <a:t> </a:t>
            </a:r>
            <a:r>
              <a:rPr sz="1800" dirty="0"/>
              <a:t>describe</a:t>
            </a:r>
            <a:r>
              <a:rPr sz="1800" spc="-25" dirty="0"/>
              <a:t> </a:t>
            </a:r>
            <a:r>
              <a:rPr sz="1800" dirty="0"/>
              <a:t>the</a:t>
            </a:r>
            <a:r>
              <a:rPr sz="1800" spc="-25" dirty="0"/>
              <a:t> </a:t>
            </a:r>
            <a:r>
              <a:rPr sz="1800" dirty="0"/>
              <a:t>checks</a:t>
            </a:r>
            <a:r>
              <a:rPr sz="1800" spc="-30" dirty="0"/>
              <a:t> </a:t>
            </a:r>
            <a:r>
              <a:rPr sz="1800" dirty="0"/>
              <a:t>conducted</a:t>
            </a:r>
            <a:r>
              <a:rPr sz="1800" spc="-30" dirty="0"/>
              <a:t> </a:t>
            </a:r>
            <a:r>
              <a:rPr sz="1800" dirty="0"/>
              <a:t>and/or</a:t>
            </a:r>
            <a:r>
              <a:rPr sz="1800" spc="-35" dirty="0"/>
              <a:t> </a:t>
            </a:r>
            <a:r>
              <a:rPr sz="1800" spc="-10" dirty="0"/>
              <a:t>considerations</a:t>
            </a:r>
            <a:r>
              <a:rPr sz="1800" spc="-30" dirty="0"/>
              <a:t> </a:t>
            </a:r>
            <a:r>
              <a:rPr sz="1800" dirty="0"/>
              <a:t>for</a:t>
            </a:r>
            <a:r>
              <a:rPr sz="1800" spc="-35" dirty="0"/>
              <a:t> </a:t>
            </a:r>
            <a:r>
              <a:rPr sz="1800" dirty="0"/>
              <a:t>each</a:t>
            </a:r>
            <a:r>
              <a:rPr sz="1800" spc="-25" dirty="0"/>
              <a:t> </a:t>
            </a:r>
            <a:r>
              <a:rPr sz="1800" spc="-10" dirty="0"/>
              <a:t>phase:</a:t>
            </a:r>
            <a:endParaRPr sz="1800"/>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045"/>
              </a:lnSpc>
            </a:pPr>
            <a:r>
              <a:rPr spc="-25" dirty="0"/>
              <a:t>75</a:t>
            </a:r>
          </a:p>
        </p:txBody>
      </p:sp>
      <p:sp>
        <p:nvSpPr>
          <p:cNvPr id="7" name="object 7"/>
          <p:cNvSpPr txBox="1"/>
          <p:nvPr/>
        </p:nvSpPr>
        <p:spPr>
          <a:xfrm>
            <a:off x="1563034" y="1565147"/>
            <a:ext cx="5400040" cy="2029460"/>
          </a:xfrm>
          <a:prstGeom prst="rect">
            <a:avLst/>
          </a:prstGeom>
        </p:spPr>
        <p:txBody>
          <a:bodyPr vert="horz" wrap="square" lIns="0" tIns="12700" rIns="0" bIns="0" rtlCol="0">
            <a:spAutoFit/>
          </a:bodyPr>
          <a:lstStyle/>
          <a:p>
            <a:pPr marL="12700">
              <a:lnSpc>
                <a:spcPct val="100000"/>
              </a:lnSpc>
              <a:spcBef>
                <a:spcPts val="100"/>
              </a:spcBef>
            </a:pPr>
            <a:r>
              <a:rPr sz="2000" dirty="0">
                <a:latin typeface="Corbel"/>
                <a:cs typeface="Corbel"/>
              </a:rPr>
              <a:t>Also,</a:t>
            </a:r>
            <a:r>
              <a:rPr sz="2000" spc="-50" dirty="0">
                <a:latin typeface="Corbel"/>
                <a:cs typeface="Corbel"/>
              </a:rPr>
              <a:t> </a:t>
            </a:r>
            <a:r>
              <a:rPr sz="2000" dirty="0">
                <a:latin typeface="Corbel"/>
                <a:cs typeface="Corbel"/>
              </a:rPr>
              <a:t>consider</a:t>
            </a:r>
            <a:r>
              <a:rPr sz="2000" spc="-40" dirty="0">
                <a:latin typeface="Corbel"/>
                <a:cs typeface="Corbel"/>
              </a:rPr>
              <a:t> </a:t>
            </a:r>
            <a:r>
              <a:rPr sz="2000" dirty="0">
                <a:latin typeface="Corbel"/>
                <a:cs typeface="Corbel"/>
              </a:rPr>
              <a:t>what</a:t>
            </a:r>
            <a:r>
              <a:rPr sz="2000" spc="-35" dirty="0">
                <a:latin typeface="Corbel"/>
                <a:cs typeface="Corbel"/>
              </a:rPr>
              <a:t> </a:t>
            </a:r>
            <a:r>
              <a:rPr sz="2000" dirty="0">
                <a:latin typeface="Corbel"/>
                <a:cs typeface="Corbel"/>
              </a:rPr>
              <a:t>resources</a:t>
            </a:r>
            <a:r>
              <a:rPr sz="2000" spc="-35" dirty="0">
                <a:latin typeface="Corbel"/>
                <a:cs typeface="Corbel"/>
              </a:rPr>
              <a:t> </a:t>
            </a:r>
            <a:r>
              <a:rPr sz="2000" dirty="0">
                <a:latin typeface="Corbel"/>
                <a:cs typeface="Corbel"/>
              </a:rPr>
              <a:t>are</a:t>
            </a:r>
            <a:r>
              <a:rPr sz="2000" spc="-35" dirty="0">
                <a:latin typeface="Corbel"/>
                <a:cs typeface="Corbel"/>
              </a:rPr>
              <a:t> </a:t>
            </a:r>
            <a:r>
              <a:rPr sz="2000" dirty="0">
                <a:latin typeface="Corbel"/>
                <a:cs typeface="Corbel"/>
              </a:rPr>
              <a:t>required,</a:t>
            </a:r>
            <a:r>
              <a:rPr sz="2000" spc="-45" dirty="0">
                <a:latin typeface="Corbel"/>
                <a:cs typeface="Corbel"/>
              </a:rPr>
              <a:t> </a:t>
            </a:r>
            <a:r>
              <a:rPr sz="2000" dirty="0">
                <a:latin typeface="Corbel"/>
                <a:cs typeface="Corbel"/>
              </a:rPr>
              <a:t>such</a:t>
            </a:r>
            <a:r>
              <a:rPr sz="2000" spc="-45" dirty="0">
                <a:latin typeface="Corbel"/>
                <a:cs typeface="Corbel"/>
              </a:rPr>
              <a:t> </a:t>
            </a:r>
            <a:r>
              <a:rPr sz="2000" spc="-25" dirty="0">
                <a:latin typeface="Corbel"/>
                <a:cs typeface="Corbel"/>
              </a:rPr>
              <a:t>as:</a:t>
            </a:r>
            <a:endParaRPr sz="2000">
              <a:latin typeface="Corbel"/>
              <a:cs typeface="Corbel"/>
            </a:endParaRPr>
          </a:p>
          <a:p>
            <a:pPr marL="697230" indent="-227329">
              <a:lnSpc>
                <a:spcPct val="100000"/>
              </a:lnSpc>
              <a:spcBef>
                <a:spcPts val="285"/>
              </a:spcBef>
              <a:buSzPct val="120000"/>
              <a:buFont typeface="Arial MT"/>
              <a:buChar char="•"/>
              <a:tabLst>
                <a:tab pos="697230" algn="l"/>
              </a:tabLst>
            </a:pPr>
            <a:r>
              <a:rPr sz="2000" dirty="0">
                <a:latin typeface="Corbel"/>
                <a:cs typeface="Corbel"/>
              </a:rPr>
              <a:t>Medical</a:t>
            </a:r>
            <a:r>
              <a:rPr sz="2000" spc="-45" dirty="0">
                <a:latin typeface="Corbel"/>
                <a:cs typeface="Corbel"/>
              </a:rPr>
              <a:t> </a:t>
            </a:r>
            <a:r>
              <a:rPr sz="2000" spc="-10" dirty="0">
                <a:latin typeface="Corbel"/>
                <a:cs typeface="Corbel"/>
              </a:rPr>
              <a:t>supplies</a:t>
            </a:r>
            <a:endParaRPr sz="2000">
              <a:latin typeface="Corbel"/>
              <a:cs typeface="Corbel"/>
            </a:endParaRPr>
          </a:p>
          <a:p>
            <a:pPr marL="697230" indent="-227329">
              <a:lnSpc>
                <a:spcPct val="100000"/>
              </a:lnSpc>
              <a:spcBef>
                <a:spcPts val="315"/>
              </a:spcBef>
              <a:buSzPct val="120000"/>
              <a:buFont typeface="Arial MT"/>
              <a:buChar char="•"/>
              <a:tabLst>
                <a:tab pos="697230" algn="l"/>
              </a:tabLst>
            </a:pPr>
            <a:r>
              <a:rPr sz="2000" dirty="0">
                <a:latin typeface="Corbel"/>
                <a:cs typeface="Corbel"/>
              </a:rPr>
              <a:t>Auxiliary</a:t>
            </a:r>
            <a:r>
              <a:rPr sz="2000" spc="-75" dirty="0">
                <a:latin typeface="Corbel"/>
                <a:cs typeface="Corbel"/>
              </a:rPr>
              <a:t> </a:t>
            </a:r>
            <a:r>
              <a:rPr sz="2000" dirty="0">
                <a:latin typeface="Corbel"/>
                <a:cs typeface="Corbel"/>
              </a:rPr>
              <a:t>communication</a:t>
            </a:r>
            <a:r>
              <a:rPr sz="2000" spc="-80" dirty="0">
                <a:latin typeface="Corbel"/>
                <a:cs typeface="Corbel"/>
              </a:rPr>
              <a:t> </a:t>
            </a:r>
            <a:r>
              <a:rPr sz="2000" spc="-10" dirty="0">
                <a:latin typeface="Corbel"/>
                <a:cs typeface="Corbel"/>
              </a:rPr>
              <a:t>equipment</a:t>
            </a:r>
            <a:endParaRPr sz="2000">
              <a:latin typeface="Corbel"/>
              <a:cs typeface="Corbel"/>
            </a:endParaRPr>
          </a:p>
          <a:p>
            <a:pPr marL="697230" indent="-227329">
              <a:lnSpc>
                <a:spcPct val="100000"/>
              </a:lnSpc>
              <a:spcBef>
                <a:spcPts val="190"/>
              </a:spcBef>
              <a:buSzPct val="120000"/>
              <a:buFont typeface="Arial MT"/>
              <a:buChar char="•"/>
              <a:tabLst>
                <a:tab pos="697230" algn="l"/>
              </a:tabLst>
            </a:pPr>
            <a:r>
              <a:rPr sz="2000" dirty="0">
                <a:latin typeface="Corbel"/>
                <a:cs typeface="Corbel"/>
              </a:rPr>
              <a:t>Firefighting</a:t>
            </a:r>
            <a:r>
              <a:rPr sz="2000" spc="-95" dirty="0">
                <a:latin typeface="Corbel"/>
                <a:cs typeface="Corbel"/>
              </a:rPr>
              <a:t> </a:t>
            </a:r>
            <a:r>
              <a:rPr sz="2000" spc="-10" dirty="0">
                <a:latin typeface="Corbel"/>
                <a:cs typeface="Corbel"/>
              </a:rPr>
              <a:t>equipment</a:t>
            </a:r>
            <a:endParaRPr sz="2000">
              <a:latin typeface="Corbel"/>
              <a:cs typeface="Corbel"/>
            </a:endParaRPr>
          </a:p>
          <a:p>
            <a:pPr marL="697230" indent="-227329">
              <a:lnSpc>
                <a:spcPct val="100000"/>
              </a:lnSpc>
              <a:spcBef>
                <a:spcPts val="315"/>
              </a:spcBef>
              <a:buSzPct val="120000"/>
              <a:buFont typeface="Arial MT"/>
              <a:buChar char="•"/>
              <a:tabLst>
                <a:tab pos="697230" algn="l"/>
              </a:tabLst>
            </a:pPr>
            <a:r>
              <a:rPr sz="2000" spc="-20" dirty="0">
                <a:latin typeface="Corbel"/>
                <a:cs typeface="Corbel"/>
              </a:rPr>
              <a:t>Trained</a:t>
            </a:r>
            <a:r>
              <a:rPr sz="2000" spc="-40" dirty="0">
                <a:latin typeface="Corbel"/>
                <a:cs typeface="Corbel"/>
              </a:rPr>
              <a:t> </a:t>
            </a:r>
            <a:r>
              <a:rPr sz="2000" spc="-10" dirty="0">
                <a:latin typeface="Corbel"/>
                <a:cs typeface="Corbel"/>
              </a:rPr>
              <a:t>personnel</a:t>
            </a:r>
            <a:endParaRPr sz="2000">
              <a:latin typeface="Corbel"/>
              <a:cs typeface="Corbel"/>
            </a:endParaRPr>
          </a:p>
          <a:p>
            <a:pPr marL="697230" indent="-227329">
              <a:lnSpc>
                <a:spcPct val="100000"/>
              </a:lnSpc>
              <a:spcBef>
                <a:spcPts val="190"/>
              </a:spcBef>
              <a:buSzPct val="120000"/>
              <a:buFont typeface="Arial MT"/>
              <a:buChar char="•"/>
              <a:tabLst>
                <a:tab pos="697230" algn="l"/>
              </a:tabLst>
            </a:pPr>
            <a:r>
              <a:rPr sz="2000" spc="-10" dirty="0">
                <a:latin typeface="Corbel"/>
                <a:cs typeface="Corbel"/>
              </a:rPr>
              <a:t>Transport</a:t>
            </a:r>
            <a:endParaRPr sz="2000">
              <a:latin typeface="Corbel"/>
              <a:cs typeface="Corbe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29511" y="451104"/>
            <a:ext cx="9827260" cy="792480"/>
            <a:chOff x="1429511" y="451104"/>
            <a:chExt cx="9827260" cy="792480"/>
          </a:xfrm>
        </p:grpSpPr>
        <p:pic>
          <p:nvPicPr>
            <p:cNvPr id="4" name="object 4"/>
            <p:cNvPicPr/>
            <p:nvPr/>
          </p:nvPicPr>
          <p:blipFill>
            <a:blip r:embed="rId2" cstate="print"/>
            <a:stretch>
              <a:fillRect/>
            </a:stretch>
          </p:blipFill>
          <p:spPr>
            <a:xfrm>
              <a:off x="1429511" y="451104"/>
              <a:ext cx="2971800" cy="527303"/>
            </a:xfrm>
            <a:prstGeom prst="rect">
              <a:avLst/>
            </a:prstGeom>
          </p:spPr>
        </p:pic>
        <p:pic>
          <p:nvPicPr>
            <p:cNvPr id="5" name="object 5"/>
            <p:cNvPicPr/>
            <p:nvPr/>
          </p:nvPicPr>
          <p:blipFill>
            <a:blip r:embed="rId3" cstate="print"/>
            <a:stretch>
              <a:fillRect/>
            </a:stretch>
          </p:blipFill>
          <p:spPr>
            <a:xfrm>
              <a:off x="1429511" y="719328"/>
              <a:ext cx="9826752" cy="524256"/>
            </a:xfrm>
            <a:prstGeom prst="rect">
              <a:avLst/>
            </a:prstGeom>
          </p:spPr>
        </p:pic>
      </p:grpSp>
      <p:sp>
        <p:nvSpPr>
          <p:cNvPr id="6" name="object 6"/>
          <p:cNvSpPr txBox="1">
            <a:spLocks noGrp="1"/>
          </p:cNvSpPr>
          <p:nvPr>
            <p:ph type="title"/>
          </p:nvPr>
        </p:nvSpPr>
        <p:spPr>
          <a:prstGeom prst="rect">
            <a:avLst/>
          </a:prstGeom>
        </p:spPr>
        <p:txBody>
          <a:bodyPr vert="horz" wrap="square" lIns="0" tIns="205740" rIns="0" bIns="0" rtlCol="0">
            <a:spAutoFit/>
          </a:bodyPr>
          <a:lstStyle/>
          <a:p>
            <a:pPr marL="640715">
              <a:lnSpc>
                <a:spcPts val="2135"/>
              </a:lnSpc>
              <a:spcBef>
                <a:spcPts val="100"/>
              </a:spcBef>
            </a:pPr>
            <a:r>
              <a:rPr sz="1800" b="1" dirty="0">
                <a:latin typeface="Corbel"/>
                <a:cs typeface="Corbel"/>
              </a:rPr>
              <a:t>060</a:t>
            </a:r>
            <a:r>
              <a:rPr sz="1800" b="1" spc="-15" dirty="0">
                <a:latin typeface="Corbel"/>
                <a:cs typeface="Corbel"/>
              </a:rPr>
              <a:t> </a:t>
            </a:r>
            <a:r>
              <a:rPr sz="1800" b="1" dirty="0">
                <a:latin typeface="Corbel"/>
                <a:cs typeface="Corbel"/>
              </a:rPr>
              <a:t>03</a:t>
            </a:r>
            <a:r>
              <a:rPr sz="1800" b="1" spc="-20" dirty="0">
                <a:latin typeface="Corbel"/>
                <a:cs typeface="Corbel"/>
              </a:rPr>
              <a:t> </a:t>
            </a:r>
            <a:r>
              <a:rPr sz="1800" b="1" dirty="0">
                <a:latin typeface="Corbel"/>
                <a:cs typeface="Corbel"/>
              </a:rPr>
              <a:t>00:</a:t>
            </a:r>
            <a:r>
              <a:rPr sz="1800" b="1" spc="-65" dirty="0">
                <a:latin typeface="Corbel"/>
                <a:cs typeface="Corbel"/>
              </a:rPr>
              <a:t> </a:t>
            </a:r>
            <a:r>
              <a:rPr sz="1800" b="1" spc="-10" dirty="0">
                <a:latin typeface="Corbel"/>
                <a:cs typeface="Corbel"/>
              </a:rPr>
              <a:t>UAS</a:t>
            </a:r>
            <a:r>
              <a:rPr sz="1800" b="1" spc="-80" dirty="0">
                <a:latin typeface="Corbel"/>
                <a:cs typeface="Corbel"/>
              </a:rPr>
              <a:t> </a:t>
            </a:r>
            <a:r>
              <a:rPr sz="1800" b="1" spc="-10" dirty="0">
                <a:latin typeface="Corbel"/>
                <a:cs typeface="Corbel"/>
              </a:rPr>
              <a:t>Operations</a:t>
            </a:r>
            <a:endParaRPr sz="1800">
              <a:latin typeface="Corbel"/>
              <a:cs typeface="Corbel"/>
            </a:endParaRPr>
          </a:p>
          <a:p>
            <a:pPr marL="640715">
              <a:lnSpc>
                <a:spcPts val="2135"/>
              </a:lnSpc>
            </a:pPr>
            <a:r>
              <a:rPr sz="1800" dirty="0"/>
              <a:t>060</a:t>
            </a:r>
            <a:r>
              <a:rPr sz="1800" spc="-35" dirty="0"/>
              <a:t> </a:t>
            </a:r>
            <a:r>
              <a:rPr sz="1800" dirty="0"/>
              <a:t>03</a:t>
            </a:r>
            <a:r>
              <a:rPr sz="1800" spc="-35" dirty="0"/>
              <a:t> </a:t>
            </a:r>
            <a:r>
              <a:rPr sz="1800" dirty="0"/>
              <a:t>01:</a:t>
            </a:r>
            <a:r>
              <a:rPr sz="1800" spc="-90" dirty="0"/>
              <a:t> </a:t>
            </a:r>
            <a:r>
              <a:rPr sz="1800" dirty="0"/>
              <a:t>Common</a:t>
            </a:r>
            <a:r>
              <a:rPr sz="1800" spc="-30" dirty="0"/>
              <a:t> </a:t>
            </a:r>
            <a:r>
              <a:rPr sz="1800" dirty="0"/>
              <a:t>phases</a:t>
            </a:r>
            <a:r>
              <a:rPr sz="1800" spc="-35" dirty="0"/>
              <a:t> </a:t>
            </a:r>
            <a:r>
              <a:rPr sz="1800" dirty="0"/>
              <a:t>and</a:t>
            </a:r>
            <a:r>
              <a:rPr sz="1800" spc="-30" dirty="0"/>
              <a:t> </a:t>
            </a:r>
            <a:r>
              <a:rPr sz="1800" dirty="0"/>
              <a:t>describe</a:t>
            </a:r>
            <a:r>
              <a:rPr sz="1800" spc="-25" dirty="0"/>
              <a:t> </a:t>
            </a:r>
            <a:r>
              <a:rPr sz="1800" dirty="0"/>
              <a:t>the</a:t>
            </a:r>
            <a:r>
              <a:rPr sz="1800" spc="-25" dirty="0"/>
              <a:t> </a:t>
            </a:r>
            <a:r>
              <a:rPr sz="1800" dirty="0"/>
              <a:t>checks</a:t>
            </a:r>
            <a:r>
              <a:rPr sz="1800" spc="-30" dirty="0"/>
              <a:t> </a:t>
            </a:r>
            <a:r>
              <a:rPr sz="1800" dirty="0"/>
              <a:t>conducted</a:t>
            </a:r>
            <a:r>
              <a:rPr sz="1800" spc="-30" dirty="0"/>
              <a:t> </a:t>
            </a:r>
            <a:r>
              <a:rPr sz="1800" dirty="0"/>
              <a:t>and/or</a:t>
            </a:r>
            <a:r>
              <a:rPr sz="1800" spc="-35" dirty="0"/>
              <a:t> </a:t>
            </a:r>
            <a:r>
              <a:rPr sz="1800" spc="-10" dirty="0"/>
              <a:t>considerations</a:t>
            </a:r>
            <a:r>
              <a:rPr sz="1800" spc="-30" dirty="0"/>
              <a:t> </a:t>
            </a:r>
            <a:r>
              <a:rPr sz="1800" dirty="0"/>
              <a:t>for</a:t>
            </a:r>
            <a:r>
              <a:rPr sz="1800" spc="-35" dirty="0"/>
              <a:t> </a:t>
            </a:r>
            <a:r>
              <a:rPr sz="1800" dirty="0"/>
              <a:t>each</a:t>
            </a:r>
            <a:r>
              <a:rPr sz="1800" spc="-25" dirty="0"/>
              <a:t> </a:t>
            </a:r>
            <a:r>
              <a:rPr sz="1800" spc="-10" dirty="0"/>
              <a:t>phase:</a:t>
            </a:r>
            <a:endParaRPr sz="1800"/>
          </a:p>
        </p:txBody>
      </p:sp>
      <p:sp>
        <p:nvSpPr>
          <p:cNvPr id="7" name="object 7"/>
          <p:cNvSpPr/>
          <p:nvPr/>
        </p:nvSpPr>
        <p:spPr>
          <a:xfrm>
            <a:off x="1575749" y="2160383"/>
            <a:ext cx="38100" cy="12700"/>
          </a:xfrm>
          <a:custGeom>
            <a:avLst/>
            <a:gdLst/>
            <a:ahLst/>
            <a:cxnLst/>
            <a:rect l="l" t="t" r="r" b="b"/>
            <a:pathLst>
              <a:path w="38100" h="12700">
                <a:moveTo>
                  <a:pt x="38100" y="0"/>
                </a:moveTo>
                <a:lnTo>
                  <a:pt x="0" y="0"/>
                </a:lnTo>
                <a:lnTo>
                  <a:pt x="0" y="12700"/>
                </a:lnTo>
                <a:lnTo>
                  <a:pt x="38100" y="12700"/>
                </a:lnTo>
                <a:lnTo>
                  <a:pt x="38100" y="0"/>
                </a:lnTo>
                <a:close/>
              </a:path>
            </a:pathLst>
          </a:custGeom>
          <a:solidFill>
            <a:srgbClr val="000000"/>
          </a:solidFill>
        </p:spPr>
        <p:txBody>
          <a:bodyPr wrap="square" lIns="0" tIns="0" rIns="0" bIns="0" rtlCol="0"/>
          <a:lstStyle/>
          <a:p>
            <a:endParaRPr/>
          </a:p>
        </p:txBody>
      </p:sp>
      <p:sp>
        <p:nvSpPr>
          <p:cNvPr id="8" name="object 8"/>
          <p:cNvSpPr txBox="1"/>
          <p:nvPr/>
        </p:nvSpPr>
        <p:spPr>
          <a:xfrm>
            <a:off x="1563049" y="1455673"/>
            <a:ext cx="9859645" cy="987425"/>
          </a:xfrm>
          <a:prstGeom prst="rect">
            <a:avLst/>
          </a:prstGeom>
        </p:spPr>
        <p:txBody>
          <a:bodyPr vert="horz" wrap="square" lIns="0" tIns="120014" rIns="0" bIns="0" rtlCol="0">
            <a:spAutoFit/>
          </a:bodyPr>
          <a:lstStyle/>
          <a:p>
            <a:pPr marL="12700">
              <a:lnSpc>
                <a:spcPct val="100000"/>
              </a:lnSpc>
              <a:spcBef>
                <a:spcPts val="944"/>
              </a:spcBef>
            </a:pPr>
            <a:r>
              <a:rPr sz="1800" b="1" u="sng" dirty="0">
                <a:uFill>
                  <a:solidFill>
                    <a:srgbClr val="000000"/>
                  </a:solidFill>
                </a:uFill>
                <a:latin typeface="Corbel"/>
                <a:cs typeface="Corbel"/>
              </a:rPr>
              <a:t>3. </a:t>
            </a:r>
            <a:r>
              <a:rPr sz="1800" b="1" u="sng" spc="-10" dirty="0">
                <a:uFill>
                  <a:solidFill>
                    <a:srgbClr val="000000"/>
                  </a:solidFill>
                </a:uFill>
                <a:latin typeface="Corbel"/>
                <a:cs typeface="Corbel"/>
              </a:rPr>
              <a:t>Pre-flight</a:t>
            </a:r>
            <a:endParaRPr sz="1800">
              <a:latin typeface="Corbel"/>
              <a:cs typeface="Corbel"/>
            </a:endParaRPr>
          </a:p>
          <a:p>
            <a:pPr marL="12700" marR="5080" indent="41275">
              <a:lnSpc>
                <a:spcPts val="1900"/>
              </a:lnSpc>
              <a:spcBef>
                <a:spcPts val="830"/>
              </a:spcBef>
            </a:pPr>
            <a:r>
              <a:rPr sz="1600" dirty="0">
                <a:latin typeface="Corbel"/>
                <a:cs typeface="Corbel"/>
              </a:rPr>
              <a:t>In</a:t>
            </a:r>
            <a:r>
              <a:rPr sz="1600" spc="75" dirty="0">
                <a:latin typeface="Corbel"/>
                <a:cs typeface="Corbel"/>
              </a:rPr>
              <a:t> </a:t>
            </a:r>
            <a:r>
              <a:rPr sz="1600" dirty="0">
                <a:latin typeface="Corbel"/>
                <a:cs typeface="Corbel"/>
              </a:rPr>
              <a:t>aviation,</a:t>
            </a:r>
            <a:r>
              <a:rPr sz="1600" spc="80" dirty="0">
                <a:latin typeface="Corbel"/>
                <a:cs typeface="Corbel"/>
              </a:rPr>
              <a:t> </a:t>
            </a:r>
            <a:r>
              <a:rPr sz="1600" dirty="0">
                <a:latin typeface="Corbel"/>
                <a:cs typeface="Corbel"/>
              </a:rPr>
              <a:t>a</a:t>
            </a:r>
            <a:r>
              <a:rPr sz="1600" spc="70" dirty="0">
                <a:latin typeface="Corbel"/>
                <a:cs typeface="Corbel"/>
              </a:rPr>
              <a:t> </a:t>
            </a:r>
            <a:r>
              <a:rPr sz="1600" dirty="0">
                <a:latin typeface="Corbel"/>
                <a:cs typeface="Corbel"/>
              </a:rPr>
              <a:t>preflight</a:t>
            </a:r>
            <a:r>
              <a:rPr sz="1600" spc="70" dirty="0">
                <a:latin typeface="Corbel"/>
                <a:cs typeface="Corbel"/>
              </a:rPr>
              <a:t> </a:t>
            </a:r>
            <a:r>
              <a:rPr sz="1600" dirty="0">
                <a:latin typeface="Corbel"/>
                <a:cs typeface="Corbel"/>
              </a:rPr>
              <a:t>checklist</a:t>
            </a:r>
            <a:r>
              <a:rPr sz="1600" spc="60" dirty="0">
                <a:latin typeface="Corbel"/>
                <a:cs typeface="Corbel"/>
              </a:rPr>
              <a:t> </a:t>
            </a:r>
            <a:r>
              <a:rPr sz="1600" dirty="0">
                <a:latin typeface="Corbel"/>
                <a:cs typeface="Corbel"/>
              </a:rPr>
              <a:t>is</a:t>
            </a:r>
            <a:r>
              <a:rPr sz="1600" spc="70" dirty="0">
                <a:latin typeface="Corbel"/>
                <a:cs typeface="Corbel"/>
              </a:rPr>
              <a:t> </a:t>
            </a:r>
            <a:r>
              <a:rPr sz="1600" dirty="0">
                <a:latin typeface="Corbel"/>
                <a:cs typeface="Corbel"/>
              </a:rPr>
              <a:t>a</a:t>
            </a:r>
            <a:r>
              <a:rPr sz="1600" spc="75" dirty="0">
                <a:latin typeface="Corbel"/>
                <a:cs typeface="Corbel"/>
              </a:rPr>
              <a:t> </a:t>
            </a:r>
            <a:r>
              <a:rPr sz="1600" dirty="0">
                <a:latin typeface="Corbel"/>
                <a:cs typeface="Corbel"/>
              </a:rPr>
              <a:t>list</a:t>
            </a:r>
            <a:r>
              <a:rPr sz="1600" spc="65" dirty="0">
                <a:latin typeface="Corbel"/>
                <a:cs typeface="Corbel"/>
              </a:rPr>
              <a:t> </a:t>
            </a:r>
            <a:r>
              <a:rPr sz="1600" dirty="0">
                <a:latin typeface="Corbel"/>
                <a:cs typeface="Corbel"/>
              </a:rPr>
              <a:t>of</a:t>
            </a:r>
            <a:r>
              <a:rPr sz="1600" spc="75" dirty="0">
                <a:latin typeface="Corbel"/>
                <a:cs typeface="Corbel"/>
              </a:rPr>
              <a:t> </a:t>
            </a:r>
            <a:r>
              <a:rPr sz="1600" dirty="0">
                <a:latin typeface="Corbel"/>
                <a:cs typeface="Corbel"/>
              </a:rPr>
              <a:t>tasks</a:t>
            </a:r>
            <a:r>
              <a:rPr sz="1600" spc="70" dirty="0">
                <a:latin typeface="Corbel"/>
                <a:cs typeface="Corbel"/>
              </a:rPr>
              <a:t> </a:t>
            </a:r>
            <a:r>
              <a:rPr sz="1600" dirty="0">
                <a:latin typeface="Corbel"/>
                <a:cs typeface="Corbel"/>
              </a:rPr>
              <a:t>that</a:t>
            </a:r>
            <a:r>
              <a:rPr sz="1600" spc="70" dirty="0">
                <a:latin typeface="Corbel"/>
                <a:cs typeface="Corbel"/>
              </a:rPr>
              <a:t> </a:t>
            </a:r>
            <a:r>
              <a:rPr sz="1600" dirty="0">
                <a:latin typeface="Corbel"/>
                <a:cs typeface="Corbel"/>
              </a:rPr>
              <a:t>should</a:t>
            </a:r>
            <a:r>
              <a:rPr sz="1600" spc="75" dirty="0">
                <a:latin typeface="Corbel"/>
                <a:cs typeface="Corbel"/>
              </a:rPr>
              <a:t> </a:t>
            </a:r>
            <a:r>
              <a:rPr sz="1600" dirty="0">
                <a:latin typeface="Corbel"/>
                <a:cs typeface="Corbel"/>
              </a:rPr>
              <a:t>be</a:t>
            </a:r>
            <a:r>
              <a:rPr sz="1600" spc="75" dirty="0">
                <a:latin typeface="Corbel"/>
                <a:cs typeface="Corbel"/>
              </a:rPr>
              <a:t> </a:t>
            </a:r>
            <a:r>
              <a:rPr sz="1600" dirty="0">
                <a:latin typeface="Corbel"/>
                <a:cs typeface="Corbel"/>
              </a:rPr>
              <a:t>performed</a:t>
            </a:r>
            <a:r>
              <a:rPr sz="1600" spc="75" dirty="0">
                <a:latin typeface="Corbel"/>
                <a:cs typeface="Corbel"/>
              </a:rPr>
              <a:t> </a:t>
            </a:r>
            <a:r>
              <a:rPr sz="1600" dirty="0">
                <a:latin typeface="Corbel"/>
                <a:cs typeface="Corbel"/>
              </a:rPr>
              <a:t>prior</a:t>
            </a:r>
            <a:r>
              <a:rPr sz="1600" spc="70" dirty="0">
                <a:latin typeface="Corbel"/>
                <a:cs typeface="Corbel"/>
              </a:rPr>
              <a:t> </a:t>
            </a:r>
            <a:r>
              <a:rPr sz="1600" dirty="0">
                <a:latin typeface="Corbel"/>
                <a:cs typeface="Corbel"/>
              </a:rPr>
              <a:t>to</a:t>
            </a:r>
            <a:r>
              <a:rPr sz="1600" spc="70" dirty="0">
                <a:latin typeface="Corbel"/>
                <a:cs typeface="Corbel"/>
              </a:rPr>
              <a:t> </a:t>
            </a:r>
            <a:r>
              <a:rPr sz="1600" dirty="0">
                <a:latin typeface="Corbel"/>
                <a:cs typeface="Corbel"/>
              </a:rPr>
              <a:t>takeoff.</a:t>
            </a:r>
            <a:r>
              <a:rPr sz="1600" spc="75" dirty="0">
                <a:latin typeface="Corbel"/>
                <a:cs typeface="Corbel"/>
              </a:rPr>
              <a:t> </a:t>
            </a:r>
            <a:r>
              <a:rPr sz="1600" dirty="0">
                <a:latin typeface="Corbel"/>
                <a:cs typeface="Corbel"/>
              </a:rPr>
              <a:t>Its</a:t>
            </a:r>
            <a:r>
              <a:rPr sz="1600" spc="70" dirty="0">
                <a:latin typeface="Corbel"/>
                <a:cs typeface="Corbel"/>
              </a:rPr>
              <a:t> </a:t>
            </a:r>
            <a:r>
              <a:rPr sz="1600" dirty="0">
                <a:latin typeface="Corbel"/>
                <a:cs typeface="Corbel"/>
              </a:rPr>
              <a:t>purpose</a:t>
            </a:r>
            <a:r>
              <a:rPr sz="1600" spc="80" dirty="0">
                <a:latin typeface="Corbel"/>
                <a:cs typeface="Corbel"/>
              </a:rPr>
              <a:t> </a:t>
            </a:r>
            <a:r>
              <a:rPr sz="1600" dirty="0">
                <a:latin typeface="Corbel"/>
                <a:cs typeface="Corbel"/>
              </a:rPr>
              <a:t>is</a:t>
            </a:r>
            <a:r>
              <a:rPr sz="1600" spc="75" dirty="0">
                <a:latin typeface="Corbel"/>
                <a:cs typeface="Corbel"/>
              </a:rPr>
              <a:t> </a:t>
            </a:r>
            <a:r>
              <a:rPr sz="1600" u="sng" dirty="0">
                <a:uFill>
                  <a:solidFill>
                    <a:srgbClr val="000000"/>
                  </a:solidFill>
                </a:uFill>
                <a:latin typeface="Corbel"/>
                <a:cs typeface="Corbel"/>
              </a:rPr>
              <a:t>to</a:t>
            </a:r>
            <a:r>
              <a:rPr sz="1600" u="sng" spc="65" dirty="0">
                <a:uFill>
                  <a:solidFill>
                    <a:srgbClr val="000000"/>
                  </a:solidFill>
                </a:uFill>
                <a:latin typeface="Corbel"/>
                <a:cs typeface="Corbel"/>
              </a:rPr>
              <a:t> </a:t>
            </a:r>
            <a:r>
              <a:rPr sz="1600" u="sng" spc="-10" dirty="0">
                <a:uFill>
                  <a:solidFill>
                    <a:srgbClr val="000000"/>
                  </a:solidFill>
                </a:uFill>
                <a:latin typeface="Corbel"/>
                <a:cs typeface="Corbel"/>
              </a:rPr>
              <a:t>improve</a:t>
            </a:r>
            <a:r>
              <a:rPr sz="1600" spc="-10" dirty="0">
                <a:latin typeface="Corbel"/>
                <a:cs typeface="Corbel"/>
              </a:rPr>
              <a:t> </a:t>
            </a:r>
            <a:r>
              <a:rPr sz="1600" u="sng" dirty="0">
                <a:uFill>
                  <a:solidFill>
                    <a:srgbClr val="000000"/>
                  </a:solidFill>
                </a:uFill>
                <a:latin typeface="Corbel"/>
                <a:cs typeface="Corbel"/>
              </a:rPr>
              <a:t>flight</a:t>
            </a:r>
            <a:r>
              <a:rPr sz="1600" u="sng" spc="-35" dirty="0">
                <a:uFill>
                  <a:solidFill>
                    <a:srgbClr val="000000"/>
                  </a:solidFill>
                </a:uFill>
                <a:latin typeface="Corbel"/>
                <a:cs typeface="Corbel"/>
              </a:rPr>
              <a:t> </a:t>
            </a:r>
            <a:r>
              <a:rPr sz="1600" u="sng" dirty="0">
                <a:uFill>
                  <a:solidFill>
                    <a:srgbClr val="000000"/>
                  </a:solidFill>
                </a:uFill>
                <a:latin typeface="Corbel"/>
                <a:cs typeface="Corbel"/>
              </a:rPr>
              <a:t>safety</a:t>
            </a:r>
            <a:r>
              <a:rPr sz="1600" u="sng" spc="-25" dirty="0">
                <a:uFill>
                  <a:solidFill>
                    <a:srgbClr val="000000"/>
                  </a:solidFill>
                </a:uFill>
                <a:latin typeface="Corbel"/>
                <a:cs typeface="Corbel"/>
              </a:rPr>
              <a:t> </a:t>
            </a:r>
            <a:r>
              <a:rPr sz="1600" u="sng" dirty="0">
                <a:uFill>
                  <a:solidFill>
                    <a:srgbClr val="000000"/>
                  </a:solidFill>
                </a:uFill>
                <a:latin typeface="Corbel"/>
                <a:cs typeface="Corbel"/>
              </a:rPr>
              <a:t>by</a:t>
            </a:r>
            <a:r>
              <a:rPr sz="1600" u="sng" spc="-30" dirty="0">
                <a:uFill>
                  <a:solidFill>
                    <a:srgbClr val="000000"/>
                  </a:solidFill>
                </a:uFill>
                <a:latin typeface="Corbel"/>
                <a:cs typeface="Corbel"/>
              </a:rPr>
              <a:t> </a:t>
            </a:r>
            <a:r>
              <a:rPr sz="1600" u="sng" dirty="0">
                <a:uFill>
                  <a:solidFill>
                    <a:srgbClr val="000000"/>
                  </a:solidFill>
                </a:uFill>
                <a:latin typeface="Corbel"/>
                <a:cs typeface="Corbel"/>
              </a:rPr>
              <a:t>ensuring</a:t>
            </a:r>
            <a:r>
              <a:rPr sz="1600" u="sng" spc="-20" dirty="0">
                <a:uFill>
                  <a:solidFill>
                    <a:srgbClr val="000000"/>
                  </a:solidFill>
                </a:uFill>
                <a:latin typeface="Corbel"/>
                <a:cs typeface="Corbel"/>
              </a:rPr>
              <a:t> </a:t>
            </a:r>
            <a:r>
              <a:rPr sz="1600" u="sng" dirty="0">
                <a:uFill>
                  <a:solidFill>
                    <a:srgbClr val="000000"/>
                  </a:solidFill>
                </a:uFill>
                <a:latin typeface="Corbel"/>
                <a:cs typeface="Corbel"/>
              </a:rPr>
              <a:t>that</a:t>
            </a:r>
            <a:r>
              <a:rPr sz="1600" u="sng" spc="-25" dirty="0">
                <a:uFill>
                  <a:solidFill>
                    <a:srgbClr val="000000"/>
                  </a:solidFill>
                </a:uFill>
                <a:latin typeface="Corbel"/>
                <a:cs typeface="Corbel"/>
              </a:rPr>
              <a:t> </a:t>
            </a:r>
            <a:r>
              <a:rPr sz="1600" u="sng" dirty="0">
                <a:uFill>
                  <a:solidFill>
                    <a:srgbClr val="000000"/>
                  </a:solidFill>
                </a:uFill>
                <a:latin typeface="Corbel"/>
                <a:cs typeface="Corbel"/>
              </a:rPr>
              <a:t>no</a:t>
            </a:r>
            <a:r>
              <a:rPr sz="1600" u="sng" spc="-30" dirty="0">
                <a:uFill>
                  <a:solidFill>
                    <a:srgbClr val="000000"/>
                  </a:solidFill>
                </a:uFill>
                <a:latin typeface="Corbel"/>
                <a:cs typeface="Corbel"/>
              </a:rPr>
              <a:t> </a:t>
            </a:r>
            <a:r>
              <a:rPr sz="1600" u="sng" dirty="0">
                <a:uFill>
                  <a:solidFill>
                    <a:srgbClr val="000000"/>
                  </a:solidFill>
                </a:uFill>
                <a:latin typeface="Corbel"/>
                <a:cs typeface="Corbel"/>
              </a:rPr>
              <a:t>important</a:t>
            </a:r>
            <a:r>
              <a:rPr sz="1600" u="sng" spc="-30" dirty="0">
                <a:uFill>
                  <a:solidFill>
                    <a:srgbClr val="000000"/>
                  </a:solidFill>
                </a:uFill>
                <a:latin typeface="Corbel"/>
                <a:cs typeface="Corbel"/>
              </a:rPr>
              <a:t> </a:t>
            </a:r>
            <a:r>
              <a:rPr sz="1600" u="sng" dirty="0">
                <a:uFill>
                  <a:solidFill>
                    <a:srgbClr val="000000"/>
                  </a:solidFill>
                </a:uFill>
                <a:latin typeface="Corbel"/>
                <a:cs typeface="Corbel"/>
              </a:rPr>
              <a:t>tasks</a:t>
            </a:r>
            <a:r>
              <a:rPr sz="1600" u="sng" spc="-25" dirty="0">
                <a:uFill>
                  <a:solidFill>
                    <a:srgbClr val="000000"/>
                  </a:solidFill>
                </a:uFill>
                <a:latin typeface="Corbel"/>
                <a:cs typeface="Corbel"/>
              </a:rPr>
              <a:t> </a:t>
            </a:r>
            <a:r>
              <a:rPr sz="1600" u="sng" dirty="0">
                <a:uFill>
                  <a:solidFill>
                    <a:srgbClr val="000000"/>
                  </a:solidFill>
                </a:uFill>
                <a:latin typeface="Corbel"/>
                <a:cs typeface="Corbel"/>
              </a:rPr>
              <a:t>are</a:t>
            </a:r>
            <a:r>
              <a:rPr sz="1600" u="sng" spc="-20" dirty="0">
                <a:uFill>
                  <a:solidFill>
                    <a:srgbClr val="000000"/>
                  </a:solidFill>
                </a:uFill>
                <a:latin typeface="Corbel"/>
                <a:cs typeface="Corbel"/>
              </a:rPr>
              <a:t> </a:t>
            </a:r>
            <a:r>
              <a:rPr sz="1600" u="sng" spc="-10" dirty="0">
                <a:uFill>
                  <a:solidFill>
                    <a:srgbClr val="000000"/>
                  </a:solidFill>
                </a:uFill>
                <a:latin typeface="Corbel"/>
                <a:cs typeface="Corbel"/>
              </a:rPr>
              <a:t>forgotten.</a:t>
            </a:r>
            <a:endParaRPr sz="1600">
              <a:latin typeface="Corbel"/>
              <a:cs typeface="Corbel"/>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38100">
              <a:lnSpc>
                <a:spcPts val="1045"/>
              </a:lnSpc>
            </a:pPr>
            <a:r>
              <a:rPr spc="-25" dirty="0"/>
              <a:t>76</a:t>
            </a:r>
          </a:p>
        </p:txBody>
      </p:sp>
      <p:sp>
        <p:nvSpPr>
          <p:cNvPr id="9" name="object 9"/>
          <p:cNvSpPr txBox="1"/>
          <p:nvPr/>
        </p:nvSpPr>
        <p:spPr>
          <a:xfrm>
            <a:off x="1853333" y="2857500"/>
            <a:ext cx="1717675" cy="238760"/>
          </a:xfrm>
          <a:prstGeom prst="rect">
            <a:avLst/>
          </a:prstGeom>
        </p:spPr>
        <p:txBody>
          <a:bodyPr vert="horz" wrap="square" lIns="0" tIns="12700" rIns="0" bIns="0" rtlCol="0">
            <a:spAutoFit/>
          </a:bodyPr>
          <a:lstStyle/>
          <a:p>
            <a:pPr marL="12700">
              <a:lnSpc>
                <a:spcPct val="100000"/>
              </a:lnSpc>
              <a:spcBef>
                <a:spcPts val="100"/>
              </a:spcBef>
            </a:pPr>
            <a:r>
              <a:rPr sz="1400" u="sng" dirty="0">
                <a:uFill>
                  <a:solidFill>
                    <a:srgbClr val="000000"/>
                  </a:solidFill>
                </a:uFill>
                <a:latin typeface="Corbel"/>
                <a:cs typeface="Corbel"/>
              </a:rPr>
              <a:t>Before</a:t>
            </a:r>
            <a:r>
              <a:rPr sz="1400" u="sng" spc="-30" dirty="0">
                <a:uFill>
                  <a:solidFill>
                    <a:srgbClr val="000000"/>
                  </a:solidFill>
                </a:uFill>
                <a:latin typeface="Corbel"/>
                <a:cs typeface="Corbel"/>
              </a:rPr>
              <a:t> </a:t>
            </a:r>
            <a:r>
              <a:rPr sz="1400" u="sng" dirty="0">
                <a:uFill>
                  <a:solidFill>
                    <a:srgbClr val="000000"/>
                  </a:solidFill>
                </a:uFill>
                <a:latin typeface="Corbel"/>
                <a:cs typeface="Corbel"/>
              </a:rPr>
              <a:t>the</a:t>
            </a:r>
            <a:r>
              <a:rPr sz="1400" u="sng" spc="-30" dirty="0">
                <a:uFill>
                  <a:solidFill>
                    <a:srgbClr val="000000"/>
                  </a:solidFill>
                </a:uFill>
                <a:latin typeface="Corbel"/>
                <a:cs typeface="Corbel"/>
              </a:rPr>
              <a:t> </a:t>
            </a:r>
            <a:r>
              <a:rPr sz="1400" u="sng" dirty="0">
                <a:uFill>
                  <a:solidFill>
                    <a:srgbClr val="000000"/>
                  </a:solidFill>
                </a:uFill>
                <a:latin typeface="Corbel"/>
                <a:cs typeface="Corbel"/>
              </a:rPr>
              <a:t>day</a:t>
            </a:r>
            <a:r>
              <a:rPr sz="1400" u="sng" spc="-30" dirty="0">
                <a:uFill>
                  <a:solidFill>
                    <a:srgbClr val="000000"/>
                  </a:solidFill>
                </a:uFill>
                <a:latin typeface="Corbel"/>
                <a:cs typeface="Corbel"/>
              </a:rPr>
              <a:t> </a:t>
            </a:r>
            <a:r>
              <a:rPr sz="1400" u="sng" dirty="0">
                <a:uFill>
                  <a:solidFill>
                    <a:srgbClr val="000000"/>
                  </a:solidFill>
                </a:uFill>
                <a:latin typeface="Corbel"/>
                <a:cs typeface="Corbel"/>
              </a:rPr>
              <a:t>of</a:t>
            </a:r>
            <a:r>
              <a:rPr sz="1400" u="sng" spc="-25" dirty="0">
                <a:uFill>
                  <a:solidFill>
                    <a:srgbClr val="000000"/>
                  </a:solidFill>
                </a:uFill>
                <a:latin typeface="Corbel"/>
                <a:cs typeface="Corbel"/>
              </a:rPr>
              <a:t> </a:t>
            </a:r>
            <a:r>
              <a:rPr sz="1400" u="sng" spc="-10" dirty="0">
                <a:uFill>
                  <a:solidFill>
                    <a:srgbClr val="000000"/>
                  </a:solidFill>
                </a:uFill>
                <a:latin typeface="Corbel"/>
                <a:cs typeface="Corbel"/>
              </a:rPr>
              <a:t>flight</a:t>
            </a:r>
            <a:endParaRPr sz="1400">
              <a:latin typeface="Corbel"/>
              <a:cs typeface="Corbel"/>
            </a:endParaRPr>
          </a:p>
        </p:txBody>
      </p:sp>
      <p:sp>
        <p:nvSpPr>
          <p:cNvPr id="10" name="object 10"/>
          <p:cNvSpPr txBox="1"/>
          <p:nvPr/>
        </p:nvSpPr>
        <p:spPr>
          <a:xfrm>
            <a:off x="1853333" y="3070860"/>
            <a:ext cx="3113405" cy="3021965"/>
          </a:xfrm>
          <a:prstGeom prst="rect">
            <a:avLst/>
          </a:prstGeom>
        </p:spPr>
        <p:txBody>
          <a:bodyPr vert="horz" wrap="square" lIns="0" tIns="128270" rIns="0" bIns="0" rtlCol="0">
            <a:spAutoFit/>
          </a:bodyPr>
          <a:lstStyle/>
          <a:p>
            <a:pPr marL="297815" indent="-285115">
              <a:lnSpc>
                <a:spcPct val="100000"/>
              </a:lnSpc>
              <a:spcBef>
                <a:spcPts val="1010"/>
              </a:spcBef>
              <a:buFont typeface="Wingdings"/>
              <a:buChar char=""/>
              <a:tabLst>
                <a:tab pos="297815" algn="l"/>
              </a:tabLst>
            </a:pPr>
            <a:r>
              <a:rPr sz="1400" spc="-10" dirty="0">
                <a:latin typeface="Corbel"/>
                <a:cs typeface="Corbel"/>
              </a:rPr>
              <a:t>Check</a:t>
            </a:r>
            <a:r>
              <a:rPr sz="1400" spc="-55" dirty="0">
                <a:latin typeface="Corbel"/>
                <a:cs typeface="Corbel"/>
              </a:rPr>
              <a:t> </a:t>
            </a:r>
            <a:r>
              <a:rPr sz="1400" spc="-20" dirty="0">
                <a:latin typeface="Corbel"/>
                <a:cs typeface="Corbel"/>
              </a:rPr>
              <a:t>Weather</a:t>
            </a:r>
            <a:r>
              <a:rPr sz="1400" spc="-25" dirty="0">
                <a:latin typeface="Corbel"/>
                <a:cs typeface="Corbel"/>
              </a:rPr>
              <a:t> </a:t>
            </a:r>
            <a:r>
              <a:rPr sz="1400" spc="-10" dirty="0">
                <a:latin typeface="Corbel"/>
                <a:cs typeface="Corbel"/>
              </a:rPr>
              <a:t>Conditions</a:t>
            </a:r>
            <a:endParaRPr sz="1400">
              <a:latin typeface="Corbel"/>
              <a:cs typeface="Corbel"/>
            </a:endParaRPr>
          </a:p>
          <a:p>
            <a:pPr marL="297815" indent="-285115">
              <a:lnSpc>
                <a:spcPct val="100000"/>
              </a:lnSpc>
              <a:spcBef>
                <a:spcPts val="910"/>
              </a:spcBef>
              <a:buFont typeface="Wingdings"/>
              <a:buChar char=""/>
              <a:tabLst>
                <a:tab pos="297815" algn="l"/>
              </a:tabLst>
            </a:pPr>
            <a:r>
              <a:rPr sz="1400" dirty="0">
                <a:latin typeface="Corbel"/>
                <a:cs typeface="Corbel"/>
              </a:rPr>
              <a:t>Aircraft</a:t>
            </a:r>
            <a:r>
              <a:rPr sz="1400" spc="-5" dirty="0">
                <a:latin typeface="Corbel"/>
                <a:cs typeface="Corbel"/>
              </a:rPr>
              <a:t> </a:t>
            </a:r>
            <a:r>
              <a:rPr sz="1400" spc="-10" dirty="0">
                <a:latin typeface="Corbel"/>
                <a:cs typeface="Corbel"/>
              </a:rPr>
              <a:t>Batteries</a:t>
            </a:r>
            <a:r>
              <a:rPr sz="1400" spc="-60" dirty="0">
                <a:latin typeface="Corbel"/>
                <a:cs typeface="Corbel"/>
              </a:rPr>
              <a:t> </a:t>
            </a:r>
            <a:r>
              <a:rPr sz="1400" spc="-10" dirty="0">
                <a:latin typeface="Corbel"/>
                <a:cs typeface="Corbel"/>
              </a:rPr>
              <a:t>Charged</a:t>
            </a:r>
            <a:endParaRPr sz="1400">
              <a:latin typeface="Corbel"/>
              <a:cs typeface="Corbel"/>
            </a:endParaRPr>
          </a:p>
          <a:p>
            <a:pPr marL="297815" indent="-285115">
              <a:lnSpc>
                <a:spcPct val="100000"/>
              </a:lnSpc>
              <a:spcBef>
                <a:spcPts val="1035"/>
              </a:spcBef>
              <a:buFont typeface="Wingdings"/>
              <a:buChar char=""/>
              <a:tabLst>
                <a:tab pos="297815" algn="l"/>
              </a:tabLst>
            </a:pPr>
            <a:r>
              <a:rPr sz="1400" spc="-10" dirty="0">
                <a:latin typeface="Corbel"/>
                <a:cs typeface="Corbel"/>
              </a:rPr>
              <a:t>Controller</a:t>
            </a:r>
            <a:r>
              <a:rPr sz="1400" spc="-20" dirty="0">
                <a:latin typeface="Corbel"/>
                <a:cs typeface="Corbel"/>
              </a:rPr>
              <a:t> </a:t>
            </a:r>
            <a:r>
              <a:rPr sz="1400" spc="-10" dirty="0">
                <a:latin typeface="Corbel"/>
                <a:cs typeface="Corbel"/>
              </a:rPr>
              <a:t>Charged</a:t>
            </a:r>
            <a:endParaRPr sz="1400">
              <a:latin typeface="Corbel"/>
              <a:cs typeface="Corbel"/>
            </a:endParaRPr>
          </a:p>
          <a:p>
            <a:pPr marL="297815" indent="-285115">
              <a:lnSpc>
                <a:spcPct val="100000"/>
              </a:lnSpc>
              <a:spcBef>
                <a:spcPts val="910"/>
              </a:spcBef>
              <a:buFont typeface="Wingdings"/>
              <a:buChar char=""/>
              <a:tabLst>
                <a:tab pos="297815" algn="l"/>
              </a:tabLst>
            </a:pPr>
            <a:r>
              <a:rPr sz="1400" spc="-10" dirty="0">
                <a:latin typeface="Corbel"/>
                <a:cs typeface="Corbel"/>
              </a:rPr>
              <a:t>Firmware</a:t>
            </a:r>
            <a:r>
              <a:rPr sz="1400" spc="-20" dirty="0">
                <a:latin typeface="Corbel"/>
                <a:cs typeface="Corbel"/>
              </a:rPr>
              <a:t> </a:t>
            </a:r>
            <a:r>
              <a:rPr sz="1400" spc="-10" dirty="0">
                <a:latin typeface="Corbel"/>
                <a:cs typeface="Corbel"/>
              </a:rPr>
              <a:t>Updated</a:t>
            </a:r>
            <a:endParaRPr sz="1400">
              <a:latin typeface="Corbel"/>
              <a:cs typeface="Corbel"/>
            </a:endParaRPr>
          </a:p>
          <a:p>
            <a:pPr marL="297815" indent="-285115">
              <a:lnSpc>
                <a:spcPct val="100000"/>
              </a:lnSpc>
              <a:spcBef>
                <a:spcPts val="935"/>
              </a:spcBef>
              <a:buFont typeface="Wingdings"/>
              <a:buChar char=""/>
              <a:tabLst>
                <a:tab pos="297815" algn="l"/>
              </a:tabLst>
            </a:pPr>
            <a:r>
              <a:rPr sz="1400" spc="-10" dirty="0">
                <a:latin typeface="Corbel"/>
                <a:cs typeface="Corbel"/>
              </a:rPr>
              <a:t>App</a:t>
            </a:r>
            <a:r>
              <a:rPr sz="1400" spc="-40" dirty="0">
                <a:latin typeface="Corbel"/>
                <a:cs typeface="Corbel"/>
              </a:rPr>
              <a:t> </a:t>
            </a:r>
            <a:r>
              <a:rPr sz="1400" spc="-10" dirty="0">
                <a:latin typeface="Corbel"/>
                <a:cs typeface="Corbel"/>
              </a:rPr>
              <a:t>Updated</a:t>
            </a:r>
            <a:endParaRPr sz="1400">
              <a:latin typeface="Corbel"/>
              <a:cs typeface="Corbel"/>
            </a:endParaRPr>
          </a:p>
          <a:p>
            <a:pPr marL="297815" indent="-285115">
              <a:lnSpc>
                <a:spcPct val="100000"/>
              </a:lnSpc>
              <a:spcBef>
                <a:spcPts val="915"/>
              </a:spcBef>
              <a:buFont typeface="Wingdings"/>
              <a:buChar char=""/>
              <a:tabLst>
                <a:tab pos="297815" algn="l"/>
              </a:tabLst>
            </a:pPr>
            <a:r>
              <a:rPr sz="1400" dirty="0">
                <a:latin typeface="Corbel"/>
                <a:cs typeface="Corbel"/>
              </a:rPr>
              <a:t>Flight</a:t>
            </a:r>
            <a:r>
              <a:rPr sz="1400" spc="-55" dirty="0">
                <a:latin typeface="Corbel"/>
                <a:cs typeface="Corbel"/>
              </a:rPr>
              <a:t> </a:t>
            </a:r>
            <a:r>
              <a:rPr sz="1400" dirty="0">
                <a:latin typeface="Corbel"/>
                <a:cs typeface="Corbel"/>
              </a:rPr>
              <a:t>Route</a:t>
            </a:r>
            <a:r>
              <a:rPr sz="1400" spc="-30" dirty="0">
                <a:latin typeface="Corbel"/>
                <a:cs typeface="Corbel"/>
              </a:rPr>
              <a:t> </a:t>
            </a:r>
            <a:r>
              <a:rPr sz="1400" spc="-10" dirty="0">
                <a:latin typeface="Corbel"/>
                <a:cs typeface="Corbel"/>
              </a:rPr>
              <a:t>/</a:t>
            </a:r>
            <a:r>
              <a:rPr sz="1400" spc="-65" dirty="0">
                <a:latin typeface="Corbel"/>
                <a:cs typeface="Corbel"/>
              </a:rPr>
              <a:t> </a:t>
            </a:r>
            <a:r>
              <a:rPr sz="1400" dirty="0">
                <a:latin typeface="Corbel"/>
                <a:cs typeface="Corbel"/>
              </a:rPr>
              <a:t>Area</a:t>
            </a:r>
            <a:r>
              <a:rPr sz="1400" spc="-35" dirty="0">
                <a:latin typeface="Corbel"/>
                <a:cs typeface="Corbel"/>
              </a:rPr>
              <a:t> </a:t>
            </a:r>
            <a:r>
              <a:rPr sz="1400" spc="-10" dirty="0">
                <a:latin typeface="Corbel"/>
                <a:cs typeface="Corbel"/>
              </a:rPr>
              <a:t>Planned</a:t>
            </a:r>
            <a:endParaRPr sz="1400">
              <a:latin typeface="Corbel"/>
              <a:cs typeface="Corbel"/>
            </a:endParaRPr>
          </a:p>
          <a:p>
            <a:pPr marL="297815" indent="-285115">
              <a:lnSpc>
                <a:spcPct val="100000"/>
              </a:lnSpc>
              <a:spcBef>
                <a:spcPts val="910"/>
              </a:spcBef>
              <a:buFont typeface="Wingdings"/>
              <a:buChar char=""/>
              <a:tabLst>
                <a:tab pos="297815" algn="l"/>
              </a:tabLst>
            </a:pPr>
            <a:r>
              <a:rPr sz="1400" dirty="0">
                <a:latin typeface="Corbel"/>
                <a:cs typeface="Corbel"/>
              </a:rPr>
              <a:t>Site</a:t>
            </a:r>
            <a:r>
              <a:rPr sz="1400" spc="-70" dirty="0">
                <a:latin typeface="Corbel"/>
                <a:cs typeface="Corbel"/>
              </a:rPr>
              <a:t> </a:t>
            </a:r>
            <a:r>
              <a:rPr sz="1400" dirty="0">
                <a:latin typeface="Corbel"/>
                <a:cs typeface="Corbel"/>
              </a:rPr>
              <a:t>Survey</a:t>
            </a:r>
            <a:r>
              <a:rPr sz="1400" spc="-25" dirty="0">
                <a:latin typeface="Corbel"/>
                <a:cs typeface="Corbel"/>
              </a:rPr>
              <a:t> </a:t>
            </a:r>
            <a:r>
              <a:rPr sz="1400" dirty="0">
                <a:latin typeface="Corbel"/>
                <a:cs typeface="Corbel"/>
              </a:rPr>
              <a:t>/</a:t>
            </a:r>
            <a:r>
              <a:rPr sz="1400" spc="-70" dirty="0">
                <a:latin typeface="Corbel"/>
                <a:cs typeface="Corbel"/>
              </a:rPr>
              <a:t> </a:t>
            </a:r>
            <a:r>
              <a:rPr sz="1400" spc="-10" dirty="0">
                <a:latin typeface="Corbel"/>
                <a:cs typeface="Corbel"/>
              </a:rPr>
              <a:t>Obstacle</a:t>
            </a:r>
            <a:r>
              <a:rPr sz="1400" spc="-60" dirty="0">
                <a:latin typeface="Corbel"/>
                <a:cs typeface="Corbel"/>
              </a:rPr>
              <a:t> </a:t>
            </a:r>
            <a:r>
              <a:rPr sz="1400" spc="-20" dirty="0">
                <a:latin typeface="Corbel"/>
                <a:cs typeface="Corbel"/>
              </a:rPr>
              <a:t>Check</a:t>
            </a:r>
            <a:endParaRPr sz="1400">
              <a:latin typeface="Corbel"/>
              <a:cs typeface="Corbel"/>
            </a:endParaRPr>
          </a:p>
          <a:p>
            <a:pPr marL="297815" indent="-285115">
              <a:lnSpc>
                <a:spcPct val="100000"/>
              </a:lnSpc>
              <a:spcBef>
                <a:spcPts val="935"/>
              </a:spcBef>
              <a:buFont typeface="Wingdings"/>
              <a:buChar char=""/>
              <a:tabLst>
                <a:tab pos="297815" algn="l"/>
              </a:tabLst>
            </a:pPr>
            <a:r>
              <a:rPr sz="1400" dirty="0">
                <a:latin typeface="Corbel"/>
                <a:cs typeface="Corbel"/>
              </a:rPr>
              <a:t>Obtain</a:t>
            </a:r>
            <a:r>
              <a:rPr sz="1400" spc="-25" dirty="0">
                <a:latin typeface="Corbel"/>
                <a:cs typeface="Corbel"/>
              </a:rPr>
              <a:t> </a:t>
            </a:r>
            <a:r>
              <a:rPr sz="1400" spc="-10" dirty="0">
                <a:latin typeface="Corbel"/>
                <a:cs typeface="Corbel"/>
              </a:rPr>
              <a:t>Required</a:t>
            </a:r>
            <a:r>
              <a:rPr sz="1400" spc="-20" dirty="0">
                <a:latin typeface="Corbel"/>
                <a:cs typeface="Corbel"/>
              </a:rPr>
              <a:t> </a:t>
            </a:r>
            <a:r>
              <a:rPr sz="1400" spc="-10" dirty="0">
                <a:latin typeface="Corbel"/>
                <a:cs typeface="Corbel"/>
              </a:rPr>
              <a:t>Permissions</a:t>
            </a:r>
            <a:r>
              <a:rPr sz="1400" spc="-20" dirty="0">
                <a:latin typeface="Corbel"/>
                <a:cs typeface="Corbel"/>
              </a:rPr>
              <a:t> </a:t>
            </a:r>
            <a:r>
              <a:rPr sz="1400" dirty="0">
                <a:latin typeface="Corbel"/>
                <a:cs typeface="Corbel"/>
              </a:rPr>
              <a:t>/</a:t>
            </a:r>
            <a:r>
              <a:rPr sz="1400" spc="-15" dirty="0">
                <a:latin typeface="Corbel"/>
                <a:cs typeface="Corbel"/>
              </a:rPr>
              <a:t> </a:t>
            </a:r>
            <a:r>
              <a:rPr sz="1400" spc="-10" dirty="0">
                <a:latin typeface="Corbel"/>
                <a:cs typeface="Corbel"/>
              </a:rPr>
              <a:t>Permits</a:t>
            </a:r>
            <a:endParaRPr sz="1400">
              <a:latin typeface="Corbel"/>
              <a:cs typeface="Corbel"/>
            </a:endParaRPr>
          </a:p>
          <a:p>
            <a:pPr marL="297815" indent="-285115">
              <a:lnSpc>
                <a:spcPct val="100000"/>
              </a:lnSpc>
              <a:spcBef>
                <a:spcPts val="1010"/>
              </a:spcBef>
              <a:buFont typeface="Wingdings"/>
              <a:buChar char=""/>
              <a:tabLst>
                <a:tab pos="297815" algn="l"/>
              </a:tabLst>
            </a:pPr>
            <a:r>
              <a:rPr sz="1400" spc="-10" dirty="0">
                <a:latin typeface="Corbel"/>
                <a:cs typeface="Corbel"/>
              </a:rPr>
              <a:t>Equipment</a:t>
            </a:r>
            <a:r>
              <a:rPr sz="1400" spc="15" dirty="0">
                <a:latin typeface="Corbel"/>
                <a:cs typeface="Corbel"/>
              </a:rPr>
              <a:t> </a:t>
            </a:r>
            <a:r>
              <a:rPr sz="1400" spc="-10" dirty="0">
                <a:latin typeface="Corbel"/>
                <a:cs typeface="Corbel"/>
              </a:rPr>
              <a:t>Packed</a:t>
            </a:r>
            <a:endParaRPr sz="1400">
              <a:latin typeface="Corbel"/>
              <a:cs typeface="Corbel"/>
            </a:endParaRPr>
          </a:p>
        </p:txBody>
      </p:sp>
      <p:sp>
        <p:nvSpPr>
          <p:cNvPr id="11" name="object 11"/>
          <p:cNvSpPr txBox="1"/>
          <p:nvPr/>
        </p:nvSpPr>
        <p:spPr>
          <a:xfrm>
            <a:off x="6711769" y="2857500"/>
            <a:ext cx="1943100" cy="238760"/>
          </a:xfrm>
          <a:prstGeom prst="rect">
            <a:avLst/>
          </a:prstGeom>
        </p:spPr>
        <p:txBody>
          <a:bodyPr vert="horz" wrap="square" lIns="0" tIns="12700" rIns="0" bIns="0" rtlCol="0">
            <a:spAutoFit/>
          </a:bodyPr>
          <a:lstStyle/>
          <a:p>
            <a:pPr marL="12700">
              <a:lnSpc>
                <a:spcPct val="100000"/>
              </a:lnSpc>
              <a:spcBef>
                <a:spcPts val="100"/>
              </a:spcBef>
            </a:pPr>
            <a:r>
              <a:rPr sz="1400" u="sng" spc="-10" dirty="0">
                <a:uFill>
                  <a:solidFill>
                    <a:srgbClr val="000000"/>
                  </a:solidFill>
                </a:uFill>
                <a:latin typeface="Corbel"/>
                <a:cs typeface="Corbel"/>
              </a:rPr>
              <a:t>Immediately</a:t>
            </a:r>
            <a:r>
              <a:rPr sz="1400" u="sng" spc="-5" dirty="0">
                <a:uFill>
                  <a:solidFill>
                    <a:srgbClr val="000000"/>
                  </a:solidFill>
                </a:uFill>
                <a:latin typeface="Corbel"/>
                <a:cs typeface="Corbel"/>
              </a:rPr>
              <a:t> </a:t>
            </a:r>
            <a:r>
              <a:rPr sz="1400" u="sng" dirty="0">
                <a:uFill>
                  <a:solidFill>
                    <a:srgbClr val="000000"/>
                  </a:solidFill>
                </a:uFill>
                <a:latin typeface="Corbel"/>
                <a:cs typeface="Corbel"/>
              </a:rPr>
              <a:t>Before </a:t>
            </a:r>
            <a:r>
              <a:rPr sz="1400" u="sng" spc="-10" dirty="0">
                <a:uFill>
                  <a:solidFill>
                    <a:srgbClr val="000000"/>
                  </a:solidFill>
                </a:uFill>
                <a:latin typeface="Corbel"/>
                <a:cs typeface="Corbel"/>
              </a:rPr>
              <a:t>Flight</a:t>
            </a:r>
            <a:endParaRPr sz="1400">
              <a:latin typeface="Corbel"/>
              <a:cs typeface="Corbel"/>
            </a:endParaRPr>
          </a:p>
        </p:txBody>
      </p:sp>
      <p:sp>
        <p:nvSpPr>
          <p:cNvPr id="12" name="object 12"/>
          <p:cNvSpPr txBox="1"/>
          <p:nvPr/>
        </p:nvSpPr>
        <p:spPr>
          <a:xfrm>
            <a:off x="6711769" y="3070860"/>
            <a:ext cx="4403725" cy="3021965"/>
          </a:xfrm>
          <a:prstGeom prst="rect">
            <a:avLst/>
          </a:prstGeom>
        </p:spPr>
        <p:txBody>
          <a:bodyPr vert="horz" wrap="square" lIns="0" tIns="128270" rIns="0" bIns="0" rtlCol="0">
            <a:spAutoFit/>
          </a:bodyPr>
          <a:lstStyle/>
          <a:p>
            <a:pPr marL="297815" indent="-285115">
              <a:lnSpc>
                <a:spcPct val="100000"/>
              </a:lnSpc>
              <a:spcBef>
                <a:spcPts val="1010"/>
              </a:spcBef>
              <a:buFont typeface="Wingdings"/>
              <a:buChar char=""/>
              <a:tabLst>
                <a:tab pos="297815" algn="l"/>
              </a:tabLst>
            </a:pPr>
            <a:r>
              <a:rPr sz="1400" dirty="0">
                <a:latin typeface="Corbel"/>
                <a:cs typeface="Corbel"/>
              </a:rPr>
              <a:t>All </a:t>
            </a:r>
            <a:r>
              <a:rPr sz="1400" spc="-10" dirty="0">
                <a:latin typeface="Corbel"/>
                <a:cs typeface="Corbel"/>
              </a:rPr>
              <a:t>Equipment</a:t>
            </a:r>
            <a:r>
              <a:rPr sz="1400" dirty="0">
                <a:latin typeface="Corbel"/>
                <a:cs typeface="Corbel"/>
              </a:rPr>
              <a:t> </a:t>
            </a:r>
            <a:r>
              <a:rPr sz="1400" spc="-10" dirty="0">
                <a:latin typeface="Corbel"/>
                <a:cs typeface="Corbel"/>
              </a:rPr>
              <a:t>Brought</a:t>
            </a:r>
            <a:endParaRPr sz="1400">
              <a:latin typeface="Corbel"/>
              <a:cs typeface="Corbel"/>
            </a:endParaRPr>
          </a:p>
          <a:p>
            <a:pPr marL="297815" indent="-285115">
              <a:lnSpc>
                <a:spcPct val="100000"/>
              </a:lnSpc>
              <a:spcBef>
                <a:spcPts val="910"/>
              </a:spcBef>
              <a:buFont typeface="Wingdings"/>
              <a:buChar char=""/>
              <a:tabLst>
                <a:tab pos="297815" algn="l"/>
              </a:tabLst>
            </a:pPr>
            <a:r>
              <a:rPr sz="1400" spc="-10" dirty="0">
                <a:latin typeface="Corbel"/>
                <a:cs typeface="Corbel"/>
              </a:rPr>
              <a:t>Inspect</a:t>
            </a:r>
            <a:r>
              <a:rPr sz="1400" spc="-45" dirty="0">
                <a:latin typeface="Corbel"/>
                <a:cs typeface="Corbel"/>
              </a:rPr>
              <a:t> </a:t>
            </a:r>
            <a:r>
              <a:rPr sz="1400" dirty="0">
                <a:latin typeface="Corbel"/>
                <a:cs typeface="Corbel"/>
              </a:rPr>
              <a:t>UA</a:t>
            </a:r>
            <a:r>
              <a:rPr sz="1400" spc="-10" dirty="0">
                <a:latin typeface="Corbel"/>
                <a:cs typeface="Corbel"/>
              </a:rPr>
              <a:t> </a:t>
            </a:r>
            <a:r>
              <a:rPr sz="1400" dirty="0">
                <a:latin typeface="Corbel"/>
                <a:cs typeface="Corbel"/>
              </a:rPr>
              <a:t>for </a:t>
            </a:r>
            <a:r>
              <a:rPr sz="1400" spc="-10" dirty="0">
                <a:latin typeface="Corbel"/>
                <a:cs typeface="Corbel"/>
              </a:rPr>
              <a:t>faults</a:t>
            </a:r>
            <a:endParaRPr sz="1400">
              <a:latin typeface="Corbel"/>
              <a:cs typeface="Corbel"/>
            </a:endParaRPr>
          </a:p>
          <a:p>
            <a:pPr marL="297815" indent="-285115">
              <a:lnSpc>
                <a:spcPct val="100000"/>
              </a:lnSpc>
              <a:spcBef>
                <a:spcPts val="1035"/>
              </a:spcBef>
              <a:buFont typeface="Wingdings"/>
              <a:buChar char=""/>
              <a:tabLst>
                <a:tab pos="297815" algn="l"/>
              </a:tabLst>
            </a:pPr>
            <a:r>
              <a:rPr sz="1400" spc="-10" dirty="0">
                <a:latin typeface="Corbel"/>
                <a:cs typeface="Corbel"/>
              </a:rPr>
              <a:t>Notified</a:t>
            </a:r>
            <a:r>
              <a:rPr sz="1400" spc="-40" dirty="0">
                <a:latin typeface="Corbel"/>
                <a:cs typeface="Corbel"/>
              </a:rPr>
              <a:t> </a:t>
            </a:r>
            <a:r>
              <a:rPr sz="1400" spc="-10" dirty="0">
                <a:latin typeface="Corbel"/>
                <a:cs typeface="Corbel"/>
              </a:rPr>
              <a:t>Airspace</a:t>
            </a:r>
            <a:r>
              <a:rPr sz="1400" spc="-30" dirty="0">
                <a:latin typeface="Corbel"/>
                <a:cs typeface="Corbel"/>
              </a:rPr>
              <a:t> </a:t>
            </a:r>
            <a:r>
              <a:rPr sz="1400" spc="-10" dirty="0">
                <a:latin typeface="Corbel"/>
                <a:cs typeface="Corbel"/>
              </a:rPr>
              <a:t>Authority</a:t>
            </a:r>
            <a:endParaRPr sz="1400">
              <a:latin typeface="Corbel"/>
              <a:cs typeface="Corbel"/>
            </a:endParaRPr>
          </a:p>
          <a:p>
            <a:pPr marL="297815" indent="-285115">
              <a:lnSpc>
                <a:spcPct val="100000"/>
              </a:lnSpc>
              <a:spcBef>
                <a:spcPts val="910"/>
              </a:spcBef>
              <a:buFont typeface="Wingdings"/>
              <a:buChar char=""/>
              <a:tabLst>
                <a:tab pos="297815" algn="l"/>
              </a:tabLst>
            </a:pPr>
            <a:r>
              <a:rPr sz="1400" dirty="0">
                <a:latin typeface="Corbel"/>
                <a:cs typeface="Corbel"/>
              </a:rPr>
              <a:t>Notify</a:t>
            </a:r>
            <a:r>
              <a:rPr sz="1400" spc="-55" dirty="0">
                <a:latin typeface="Corbel"/>
                <a:cs typeface="Corbel"/>
              </a:rPr>
              <a:t> </a:t>
            </a:r>
            <a:r>
              <a:rPr sz="1400" dirty="0">
                <a:latin typeface="Corbel"/>
                <a:cs typeface="Corbel"/>
              </a:rPr>
              <a:t>individuals</a:t>
            </a:r>
            <a:r>
              <a:rPr sz="1400" spc="-55" dirty="0">
                <a:latin typeface="Corbel"/>
                <a:cs typeface="Corbel"/>
              </a:rPr>
              <a:t> </a:t>
            </a:r>
            <a:r>
              <a:rPr sz="1400" dirty="0">
                <a:latin typeface="Corbel"/>
                <a:cs typeface="Corbel"/>
              </a:rPr>
              <a:t>nearby</a:t>
            </a:r>
            <a:r>
              <a:rPr sz="1400" spc="-50" dirty="0">
                <a:latin typeface="Corbel"/>
                <a:cs typeface="Corbel"/>
              </a:rPr>
              <a:t> </a:t>
            </a:r>
            <a:r>
              <a:rPr sz="1400" spc="-10" dirty="0">
                <a:latin typeface="Corbel"/>
                <a:cs typeface="Corbel"/>
              </a:rPr>
              <a:t>operations</a:t>
            </a:r>
            <a:endParaRPr sz="1400">
              <a:latin typeface="Corbel"/>
              <a:cs typeface="Corbel"/>
            </a:endParaRPr>
          </a:p>
          <a:p>
            <a:pPr marL="297815" indent="-285115">
              <a:lnSpc>
                <a:spcPct val="100000"/>
              </a:lnSpc>
              <a:spcBef>
                <a:spcPts val="935"/>
              </a:spcBef>
              <a:buFont typeface="Wingdings"/>
              <a:buChar char=""/>
              <a:tabLst>
                <a:tab pos="297815" algn="l"/>
              </a:tabLst>
            </a:pPr>
            <a:r>
              <a:rPr sz="1400" dirty="0">
                <a:latin typeface="Corbel"/>
                <a:cs typeface="Corbel"/>
              </a:rPr>
              <a:t>Home</a:t>
            </a:r>
            <a:r>
              <a:rPr sz="1400" spc="-35" dirty="0">
                <a:latin typeface="Corbel"/>
                <a:cs typeface="Corbel"/>
              </a:rPr>
              <a:t> </a:t>
            </a:r>
            <a:r>
              <a:rPr sz="1400" dirty="0">
                <a:latin typeface="Corbel"/>
                <a:cs typeface="Corbel"/>
              </a:rPr>
              <a:t>point</a:t>
            </a:r>
            <a:r>
              <a:rPr sz="1400" spc="-35" dirty="0">
                <a:latin typeface="Corbel"/>
                <a:cs typeface="Corbel"/>
              </a:rPr>
              <a:t> </a:t>
            </a:r>
            <a:r>
              <a:rPr sz="1400" dirty="0">
                <a:latin typeface="Corbel"/>
                <a:cs typeface="Corbel"/>
              </a:rPr>
              <a:t>set,</a:t>
            </a:r>
            <a:r>
              <a:rPr sz="1400" spc="-30" dirty="0">
                <a:latin typeface="Corbel"/>
                <a:cs typeface="Corbel"/>
              </a:rPr>
              <a:t> </a:t>
            </a:r>
            <a:r>
              <a:rPr sz="1400" dirty="0">
                <a:latin typeface="Corbel"/>
                <a:cs typeface="Corbel"/>
              </a:rPr>
              <a:t>including</a:t>
            </a:r>
            <a:r>
              <a:rPr sz="1400" spc="-45" dirty="0">
                <a:latin typeface="Corbel"/>
                <a:cs typeface="Corbel"/>
              </a:rPr>
              <a:t> </a:t>
            </a:r>
            <a:r>
              <a:rPr sz="1400" dirty="0">
                <a:latin typeface="Corbel"/>
                <a:cs typeface="Corbel"/>
              </a:rPr>
              <a:t>Return</a:t>
            </a:r>
            <a:r>
              <a:rPr sz="1400" spc="-35" dirty="0">
                <a:latin typeface="Corbel"/>
                <a:cs typeface="Corbel"/>
              </a:rPr>
              <a:t> </a:t>
            </a:r>
            <a:r>
              <a:rPr sz="1400" dirty="0">
                <a:latin typeface="Corbel"/>
                <a:cs typeface="Corbel"/>
              </a:rPr>
              <a:t>to</a:t>
            </a:r>
            <a:r>
              <a:rPr sz="1400" spc="-35" dirty="0">
                <a:latin typeface="Corbel"/>
                <a:cs typeface="Corbel"/>
              </a:rPr>
              <a:t> </a:t>
            </a:r>
            <a:r>
              <a:rPr sz="1400" dirty="0">
                <a:latin typeface="Corbel"/>
                <a:cs typeface="Corbel"/>
              </a:rPr>
              <a:t>Home</a:t>
            </a:r>
            <a:r>
              <a:rPr sz="1400" spc="-35" dirty="0">
                <a:latin typeface="Corbel"/>
                <a:cs typeface="Corbel"/>
              </a:rPr>
              <a:t> </a:t>
            </a:r>
            <a:r>
              <a:rPr sz="1400" dirty="0">
                <a:latin typeface="Corbel"/>
                <a:cs typeface="Corbel"/>
              </a:rPr>
              <a:t>(RTH)</a:t>
            </a:r>
            <a:r>
              <a:rPr sz="1400" spc="-35" dirty="0">
                <a:latin typeface="Corbel"/>
                <a:cs typeface="Corbel"/>
              </a:rPr>
              <a:t> </a:t>
            </a:r>
            <a:r>
              <a:rPr sz="1400" spc="-10" dirty="0">
                <a:latin typeface="Corbel"/>
                <a:cs typeface="Corbel"/>
              </a:rPr>
              <a:t>Height</a:t>
            </a:r>
            <a:endParaRPr sz="1400">
              <a:latin typeface="Corbel"/>
              <a:cs typeface="Corbel"/>
            </a:endParaRPr>
          </a:p>
          <a:p>
            <a:pPr marL="297815" indent="-285115">
              <a:lnSpc>
                <a:spcPct val="100000"/>
              </a:lnSpc>
              <a:spcBef>
                <a:spcPts val="915"/>
              </a:spcBef>
              <a:buFont typeface="Wingdings"/>
              <a:buChar char=""/>
              <a:tabLst>
                <a:tab pos="297815" algn="l"/>
              </a:tabLst>
            </a:pPr>
            <a:r>
              <a:rPr sz="1400" spc="-10" dirty="0">
                <a:latin typeface="Corbel"/>
                <a:cs typeface="Corbel"/>
              </a:rPr>
              <a:t>Lens</a:t>
            </a:r>
            <a:r>
              <a:rPr sz="1400" spc="-65" dirty="0">
                <a:latin typeface="Corbel"/>
                <a:cs typeface="Corbel"/>
              </a:rPr>
              <a:t> </a:t>
            </a:r>
            <a:r>
              <a:rPr sz="1400" dirty="0">
                <a:latin typeface="Corbel"/>
                <a:cs typeface="Corbel"/>
              </a:rPr>
              <a:t>Cover</a:t>
            </a:r>
            <a:r>
              <a:rPr sz="1400" spc="-10" dirty="0">
                <a:latin typeface="Corbel"/>
                <a:cs typeface="Corbel"/>
              </a:rPr>
              <a:t> Removed</a:t>
            </a:r>
            <a:endParaRPr sz="1400">
              <a:latin typeface="Corbel"/>
              <a:cs typeface="Corbel"/>
            </a:endParaRPr>
          </a:p>
          <a:p>
            <a:pPr marL="297815" indent="-285115">
              <a:lnSpc>
                <a:spcPct val="100000"/>
              </a:lnSpc>
              <a:spcBef>
                <a:spcPts val="910"/>
              </a:spcBef>
              <a:buFont typeface="Wingdings"/>
              <a:buChar char=""/>
              <a:tabLst>
                <a:tab pos="297815" algn="l"/>
              </a:tabLst>
            </a:pPr>
            <a:r>
              <a:rPr sz="1400" spc="-10" dirty="0">
                <a:latin typeface="Corbel"/>
                <a:cs typeface="Corbel"/>
              </a:rPr>
              <a:t>Gimbal</a:t>
            </a:r>
            <a:r>
              <a:rPr sz="1400" spc="-60" dirty="0">
                <a:latin typeface="Corbel"/>
                <a:cs typeface="Corbel"/>
              </a:rPr>
              <a:t> </a:t>
            </a:r>
            <a:r>
              <a:rPr sz="1400" dirty="0">
                <a:latin typeface="Corbel"/>
                <a:cs typeface="Corbel"/>
              </a:rPr>
              <a:t>Clamp</a:t>
            </a:r>
            <a:r>
              <a:rPr sz="1400" spc="-40" dirty="0">
                <a:latin typeface="Corbel"/>
                <a:cs typeface="Corbel"/>
              </a:rPr>
              <a:t> </a:t>
            </a:r>
            <a:r>
              <a:rPr sz="1400" spc="-10" dirty="0">
                <a:latin typeface="Corbel"/>
                <a:cs typeface="Corbel"/>
              </a:rPr>
              <a:t>Removed</a:t>
            </a:r>
            <a:endParaRPr sz="1400">
              <a:latin typeface="Corbel"/>
              <a:cs typeface="Corbel"/>
            </a:endParaRPr>
          </a:p>
          <a:p>
            <a:pPr marL="297815" indent="-285115">
              <a:lnSpc>
                <a:spcPct val="100000"/>
              </a:lnSpc>
              <a:spcBef>
                <a:spcPts val="935"/>
              </a:spcBef>
              <a:buFont typeface="Wingdings"/>
              <a:buChar char=""/>
              <a:tabLst>
                <a:tab pos="297815" algn="l"/>
              </a:tabLst>
            </a:pPr>
            <a:r>
              <a:rPr sz="1400" spc="-10" dirty="0">
                <a:latin typeface="Corbel"/>
                <a:cs typeface="Corbel"/>
              </a:rPr>
              <a:t>Check</a:t>
            </a:r>
            <a:r>
              <a:rPr sz="1400" spc="-20" dirty="0">
                <a:latin typeface="Corbel"/>
                <a:cs typeface="Corbel"/>
              </a:rPr>
              <a:t> </a:t>
            </a:r>
            <a:r>
              <a:rPr sz="1400" spc="-10" dirty="0">
                <a:latin typeface="Corbel"/>
                <a:cs typeface="Corbel"/>
              </a:rPr>
              <a:t>Signal</a:t>
            </a:r>
            <a:r>
              <a:rPr sz="1400" spc="-25" dirty="0">
                <a:latin typeface="Corbel"/>
                <a:cs typeface="Corbel"/>
              </a:rPr>
              <a:t> </a:t>
            </a:r>
            <a:r>
              <a:rPr sz="1400" spc="-10" dirty="0">
                <a:latin typeface="Corbel"/>
                <a:cs typeface="Corbel"/>
              </a:rPr>
              <a:t>Strength</a:t>
            </a:r>
            <a:endParaRPr sz="1400">
              <a:latin typeface="Corbel"/>
              <a:cs typeface="Corbel"/>
            </a:endParaRPr>
          </a:p>
          <a:p>
            <a:pPr marL="297815" indent="-285115">
              <a:lnSpc>
                <a:spcPct val="100000"/>
              </a:lnSpc>
              <a:spcBef>
                <a:spcPts val="1010"/>
              </a:spcBef>
              <a:buFont typeface="Wingdings"/>
              <a:buChar char=""/>
              <a:tabLst>
                <a:tab pos="297815" algn="l"/>
              </a:tabLst>
            </a:pPr>
            <a:r>
              <a:rPr sz="1400" spc="-10" dirty="0">
                <a:latin typeface="Corbel"/>
                <a:cs typeface="Corbel"/>
              </a:rPr>
              <a:t>Check</a:t>
            </a:r>
            <a:r>
              <a:rPr sz="1400" spc="-15" dirty="0">
                <a:latin typeface="Corbel"/>
                <a:cs typeface="Corbel"/>
              </a:rPr>
              <a:t> </a:t>
            </a:r>
            <a:r>
              <a:rPr sz="1400" spc="-10" dirty="0">
                <a:latin typeface="Corbel"/>
                <a:cs typeface="Corbel"/>
              </a:rPr>
              <a:t>Satellite</a:t>
            </a:r>
            <a:r>
              <a:rPr sz="1400" spc="-15" dirty="0">
                <a:latin typeface="Corbel"/>
                <a:cs typeface="Corbel"/>
              </a:rPr>
              <a:t> </a:t>
            </a:r>
            <a:r>
              <a:rPr sz="1400" spc="-10" dirty="0">
                <a:latin typeface="Corbel"/>
                <a:cs typeface="Corbel"/>
              </a:rPr>
              <a:t>Strength</a:t>
            </a:r>
            <a:endParaRPr sz="1400">
              <a:latin typeface="Corbel"/>
              <a:cs typeface="Corbe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29511" y="451104"/>
            <a:ext cx="9827260" cy="792480"/>
            <a:chOff x="1429511" y="451104"/>
            <a:chExt cx="9827260" cy="792480"/>
          </a:xfrm>
        </p:grpSpPr>
        <p:pic>
          <p:nvPicPr>
            <p:cNvPr id="4" name="object 4"/>
            <p:cNvPicPr/>
            <p:nvPr/>
          </p:nvPicPr>
          <p:blipFill>
            <a:blip r:embed="rId2" cstate="print"/>
            <a:stretch>
              <a:fillRect/>
            </a:stretch>
          </p:blipFill>
          <p:spPr>
            <a:xfrm>
              <a:off x="1429511" y="451104"/>
              <a:ext cx="2971800" cy="527303"/>
            </a:xfrm>
            <a:prstGeom prst="rect">
              <a:avLst/>
            </a:prstGeom>
          </p:spPr>
        </p:pic>
        <p:pic>
          <p:nvPicPr>
            <p:cNvPr id="5" name="object 5"/>
            <p:cNvPicPr/>
            <p:nvPr/>
          </p:nvPicPr>
          <p:blipFill>
            <a:blip r:embed="rId3" cstate="print"/>
            <a:stretch>
              <a:fillRect/>
            </a:stretch>
          </p:blipFill>
          <p:spPr>
            <a:xfrm>
              <a:off x="1429511" y="719328"/>
              <a:ext cx="9826752" cy="524256"/>
            </a:xfrm>
            <a:prstGeom prst="rect">
              <a:avLst/>
            </a:prstGeom>
          </p:spPr>
        </p:pic>
      </p:grpSp>
      <p:sp>
        <p:nvSpPr>
          <p:cNvPr id="6" name="object 6"/>
          <p:cNvSpPr txBox="1">
            <a:spLocks noGrp="1"/>
          </p:cNvSpPr>
          <p:nvPr>
            <p:ph type="title"/>
          </p:nvPr>
        </p:nvSpPr>
        <p:spPr>
          <a:prstGeom prst="rect">
            <a:avLst/>
          </a:prstGeom>
        </p:spPr>
        <p:txBody>
          <a:bodyPr vert="horz" wrap="square" lIns="0" tIns="205740" rIns="0" bIns="0" rtlCol="0">
            <a:spAutoFit/>
          </a:bodyPr>
          <a:lstStyle/>
          <a:p>
            <a:pPr marL="640715">
              <a:lnSpc>
                <a:spcPts val="2135"/>
              </a:lnSpc>
              <a:spcBef>
                <a:spcPts val="100"/>
              </a:spcBef>
            </a:pPr>
            <a:r>
              <a:rPr sz="1800" b="1" dirty="0">
                <a:latin typeface="Corbel"/>
                <a:cs typeface="Corbel"/>
              </a:rPr>
              <a:t>060</a:t>
            </a:r>
            <a:r>
              <a:rPr sz="1800" b="1" spc="-15" dirty="0">
                <a:latin typeface="Corbel"/>
                <a:cs typeface="Corbel"/>
              </a:rPr>
              <a:t> </a:t>
            </a:r>
            <a:r>
              <a:rPr sz="1800" b="1" dirty="0">
                <a:latin typeface="Corbel"/>
                <a:cs typeface="Corbel"/>
              </a:rPr>
              <a:t>03</a:t>
            </a:r>
            <a:r>
              <a:rPr sz="1800" b="1" spc="-20" dirty="0">
                <a:latin typeface="Corbel"/>
                <a:cs typeface="Corbel"/>
              </a:rPr>
              <a:t> </a:t>
            </a:r>
            <a:r>
              <a:rPr sz="1800" b="1" dirty="0">
                <a:latin typeface="Corbel"/>
                <a:cs typeface="Corbel"/>
              </a:rPr>
              <a:t>00:</a:t>
            </a:r>
            <a:r>
              <a:rPr sz="1800" b="1" spc="-65" dirty="0">
                <a:latin typeface="Corbel"/>
                <a:cs typeface="Corbel"/>
              </a:rPr>
              <a:t> </a:t>
            </a:r>
            <a:r>
              <a:rPr sz="1800" b="1" spc="-10" dirty="0">
                <a:latin typeface="Corbel"/>
                <a:cs typeface="Corbel"/>
              </a:rPr>
              <a:t>UAS</a:t>
            </a:r>
            <a:r>
              <a:rPr sz="1800" b="1" spc="-80" dirty="0">
                <a:latin typeface="Corbel"/>
                <a:cs typeface="Corbel"/>
              </a:rPr>
              <a:t> </a:t>
            </a:r>
            <a:r>
              <a:rPr sz="1800" b="1" spc="-10" dirty="0">
                <a:latin typeface="Corbel"/>
                <a:cs typeface="Corbel"/>
              </a:rPr>
              <a:t>Operations</a:t>
            </a:r>
            <a:endParaRPr sz="1800">
              <a:latin typeface="Corbel"/>
              <a:cs typeface="Corbel"/>
            </a:endParaRPr>
          </a:p>
          <a:p>
            <a:pPr marL="640715">
              <a:lnSpc>
                <a:spcPts val="2135"/>
              </a:lnSpc>
            </a:pPr>
            <a:r>
              <a:rPr sz="1800" dirty="0"/>
              <a:t>060</a:t>
            </a:r>
            <a:r>
              <a:rPr sz="1800" spc="-35" dirty="0"/>
              <a:t> </a:t>
            </a:r>
            <a:r>
              <a:rPr sz="1800" dirty="0"/>
              <a:t>03</a:t>
            </a:r>
            <a:r>
              <a:rPr sz="1800" spc="-35" dirty="0"/>
              <a:t> </a:t>
            </a:r>
            <a:r>
              <a:rPr sz="1800" dirty="0"/>
              <a:t>01:</a:t>
            </a:r>
            <a:r>
              <a:rPr sz="1800" spc="-90" dirty="0"/>
              <a:t> </a:t>
            </a:r>
            <a:r>
              <a:rPr sz="1800" dirty="0"/>
              <a:t>Common</a:t>
            </a:r>
            <a:r>
              <a:rPr sz="1800" spc="-30" dirty="0"/>
              <a:t> </a:t>
            </a:r>
            <a:r>
              <a:rPr sz="1800" dirty="0"/>
              <a:t>phases</a:t>
            </a:r>
            <a:r>
              <a:rPr sz="1800" spc="-35" dirty="0"/>
              <a:t> </a:t>
            </a:r>
            <a:r>
              <a:rPr sz="1800" dirty="0"/>
              <a:t>and</a:t>
            </a:r>
            <a:r>
              <a:rPr sz="1800" spc="-30" dirty="0"/>
              <a:t> </a:t>
            </a:r>
            <a:r>
              <a:rPr sz="1800" dirty="0"/>
              <a:t>describe</a:t>
            </a:r>
            <a:r>
              <a:rPr sz="1800" spc="-25" dirty="0"/>
              <a:t> </a:t>
            </a:r>
            <a:r>
              <a:rPr sz="1800" dirty="0"/>
              <a:t>the</a:t>
            </a:r>
            <a:r>
              <a:rPr sz="1800" spc="-25" dirty="0"/>
              <a:t> </a:t>
            </a:r>
            <a:r>
              <a:rPr sz="1800" dirty="0"/>
              <a:t>checks</a:t>
            </a:r>
            <a:r>
              <a:rPr sz="1800" spc="-30" dirty="0"/>
              <a:t> </a:t>
            </a:r>
            <a:r>
              <a:rPr sz="1800" dirty="0"/>
              <a:t>conducted</a:t>
            </a:r>
            <a:r>
              <a:rPr sz="1800" spc="-30" dirty="0"/>
              <a:t> </a:t>
            </a:r>
            <a:r>
              <a:rPr sz="1800" dirty="0"/>
              <a:t>and/or</a:t>
            </a:r>
            <a:r>
              <a:rPr sz="1800" spc="-35" dirty="0"/>
              <a:t> </a:t>
            </a:r>
            <a:r>
              <a:rPr sz="1800" spc="-10" dirty="0"/>
              <a:t>considerations</a:t>
            </a:r>
            <a:r>
              <a:rPr sz="1800" spc="-30" dirty="0"/>
              <a:t> </a:t>
            </a:r>
            <a:r>
              <a:rPr sz="1800" dirty="0"/>
              <a:t>for</a:t>
            </a:r>
            <a:r>
              <a:rPr sz="1800" spc="-35" dirty="0"/>
              <a:t> </a:t>
            </a:r>
            <a:r>
              <a:rPr sz="1800" dirty="0"/>
              <a:t>each</a:t>
            </a:r>
            <a:r>
              <a:rPr sz="1800" spc="-25" dirty="0"/>
              <a:t> </a:t>
            </a:r>
            <a:r>
              <a:rPr sz="1800" spc="-10" dirty="0"/>
              <a:t>phase:</a:t>
            </a:r>
            <a:endParaRPr sz="1800"/>
          </a:p>
        </p:txBody>
      </p:sp>
      <p:sp>
        <p:nvSpPr>
          <p:cNvPr id="7" name="object 7"/>
          <p:cNvSpPr txBox="1">
            <a:spLocks noGrp="1"/>
          </p:cNvSpPr>
          <p:nvPr>
            <p:ph type="body" idx="1"/>
          </p:nvPr>
        </p:nvSpPr>
        <p:spPr>
          <a:prstGeom prst="rect">
            <a:avLst/>
          </a:prstGeom>
        </p:spPr>
        <p:txBody>
          <a:bodyPr vert="horz" wrap="square" lIns="0" tIns="399414" rIns="0" bIns="0" rtlCol="0">
            <a:spAutoFit/>
          </a:bodyPr>
          <a:lstStyle/>
          <a:p>
            <a:pPr marL="199390" indent="-195580">
              <a:lnSpc>
                <a:spcPct val="100000"/>
              </a:lnSpc>
              <a:spcBef>
                <a:spcPts val="100"/>
              </a:spcBef>
              <a:buSzPct val="97222"/>
              <a:buAutoNum type="arabicPeriod" startAt="4"/>
              <a:tabLst>
                <a:tab pos="199390" algn="l"/>
              </a:tabLst>
            </a:pPr>
            <a:r>
              <a:rPr sz="1800" b="1" u="sng" spc="5" dirty="0">
                <a:uFill>
                  <a:solidFill>
                    <a:srgbClr val="000000"/>
                  </a:solidFill>
                </a:uFill>
                <a:latin typeface="Corbel"/>
                <a:cs typeface="Corbel"/>
              </a:rPr>
              <a:t> </a:t>
            </a:r>
            <a:r>
              <a:rPr sz="1800" b="1" u="sng" spc="-10" dirty="0">
                <a:uFill>
                  <a:solidFill>
                    <a:srgbClr val="000000"/>
                  </a:solidFill>
                </a:uFill>
                <a:latin typeface="Corbel"/>
                <a:cs typeface="Corbel"/>
              </a:rPr>
              <a:t>In-flight</a:t>
            </a:r>
            <a:endParaRPr sz="1800">
              <a:latin typeface="Corbel"/>
              <a:cs typeface="Corbel"/>
            </a:endParaRPr>
          </a:p>
          <a:p>
            <a:pPr marL="12700" marR="5080" algn="just">
              <a:lnSpc>
                <a:spcPct val="90300"/>
              </a:lnSpc>
              <a:spcBef>
                <a:spcPts val="2025"/>
              </a:spcBef>
            </a:pPr>
            <a:r>
              <a:rPr sz="2000" dirty="0"/>
              <a:t>Always</a:t>
            </a:r>
            <a:r>
              <a:rPr sz="2000" spc="240" dirty="0"/>
              <a:t> </a:t>
            </a:r>
            <a:r>
              <a:rPr sz="2000" dirty="0"/>
              <a:t>check</a:t>
            </a:r>
            <a:r>
              <a:rPr sz="2000" spc="250" dirty="0"/>
              <a:t> </a:t>
            </a:r>
            <a:r>
              <a:rPr sz="2000" dirty="0"/>
              <a:t>the</a:t>
            </a:r>
            <a:r>
              <a:rPr sz="2000" spc="260" dirty="0"/>
              <a:t> </a:t>
            </a:r>
            <a:r>
              <a:rPr sz="2000" dirty="0"/>
              <a:t>status</a:t>
            </a:r>
            <a:r>
              <a:rPr sz="2000" spc="254" dirty="0"/>
              <a:t> </a:t>
            </a:r>
            <a:r>
              <a:rPr sz="2000" dirty="0"/>
              <a:t>of</a:t>
            </a:r>
            <a:r>
              <a:rPr sz="2000" spc="254" dirty="0"/>
              <a:t> </a:t>
            </a:r>
            <a:r>
              <a:rPr sz="2000" dirty="0"/>
              <a:t>your</a:t>
            </a:r>
            <a:r>
              <a:rPr sz="2000" spc="250" dirty="0"/>
              <a:t> </a:t>
            </a:r>
            <a:r>
              <a:rPr sz="2000" dirty="0"/>
              <a:t>UA</a:t>
            </a:r>
            <a:r>
              <a:rPr sz="2000" spc="260" dirty="0"/>
              <a:t> </a:t>
            </a:r>
            <a:r>
              <a:rPr sz="2000" dirty="0"/>
              <a:t>through</a:t>
            </a:r>
            <a:r>
              <a:rPr sz="2000" spc="254" dirty="0"/>
              <a:t> </a:t>
            </a:r>
            <a:r>
              <a:rPr sz="2000" dirty="0"/>
              <a:t>the</a:t>
            </a:r>
            <a:r>
              <a:rPr sz="2000" spc="260" dirty="0"/>
              <a:t> </a:t>
            </a:r>
            <a:r>
              <a:rPr sz="2000" dirty="0"/>
              <a:t>mobile</a:t>
            </a:r>
            <a:r>
              <a:rPr sz="2000" spc="260" dirty="0"/>
              <a:t> </a:t>
            </a:r>
            <a:r>
              <a:rPr sz="2000" dirty="0"/>
              <a:t>app</a:t>
            </a:r>
            <a:r>
              <a:rPr sz="2000" spc="250" dirty="0"/>
              <a:t> </a:t>
            </a:r>
            <a:r>
              <a:rPr sz="2000" dirty="0"/>
              <a:t>interface</a:t>
            </a:r>
            <a:r>
              <a:rPr sz="2000" spc="254" dirty="0"/>
              <a:t> </a:t>
            </a:r>
            <a:r>
              <a:rPr sz="2000" dirty="0"/>
              <a:t>or</a:t>
            </a:r>
            <a:r>
              <a:rPr sz="2000" spc="254" dirty="0"/>
              <a:t> </a:t>
            </a:r>
            <a:r>
              <a:rPr sz="2000" dirty="0"/>
              <a:t>by</a:t>
            </a:r>
            <a:r>
              <a:rPr sz="2000" spc="260" dirty="0"/>
              <a:t> </a:t>
            </a:r>
            <a:r>
              <a:rPr sz="2000" dirty="0"/>
              <a:t>the</a:t>
            </a:r>
            <a:r>
              <a:rPr sz="2000" spc="260" dirty="0"/>
              <a:t> </a:t>
            </a:r>
            <a:r>
              <a:rPr sz="2000" dirty="0"/>
              <a:t>LED</a:t>
            </a:r>
            <a:r>
              <a:rPr sz="2000" spc="250" dirty="0"/>
              <a:t> </a:t>
            </a:r>
            <a:r>
              <a:rPr sz="2000" spc="-10" dirty="0"/>
              <a:t>light. </a:t>
            </a:r>
            <a:r>
              <a:rPr sz="2000" dirty="0"/>
              <a:t>Check</a:t>
            </a:r>
            <a:r>
              <a:rPr sz="2000" spc="35" dirty="0"/>
              <a:t> </a:t>
            </a:r>
            <a:r>
              <a:rPr sz="2000" dirty="0"/>
              <a:t>the</a:t>
            </a:r>
            <a:r>
              <a:rPr sz="2000" spc="50" dirty="0"/>
              <a:t> </a:t>
            </a:r>
            <a:r>
              <a:rPr sz="2000" dirty="0"/>
              <a:t>drone</a:t>
            </a:r>
            <a:r>
              <a:rPr sz="2000" spc="45" dirty="0"/>
              <a:t> </a:t>
            </a:r>
            <a:r>
              <a:rPr sz="2000" dirty="0"/>
              <a:t>manuals</a:t>
            </a:r>
            <a:r>
              <a:rPr sz="2000" spc="45" dirty="0"/>
              <a:t> </a:t>
            </a:r>
            <a:r>
              <a:rPr sz="2000" dirty="0"/>
              <a:t>as</a:t>
            </a:r>
            <a:r>
              <a:rPr sz="2000" spc="45" dirty="0"/>
              <a:t> </a:t>
            </a:r>
            <a:r>
              <a:rPr sz="2000" dirty="0"/>
              <a:t>some</a:t>
            </a:r>
            <a:r>
              <a:rPr sz="2000" spc="50" dirty="0"/>
              <a:t> </a:t>
            </a:r>
            <a:r>
              <a:rPr sz="2000" dirty="0"/>
              <a:t>drones</a:t>
            </a:r>
            <a:r>
              <a:rPr sz="2000" spc="40" dirty="0"/>
              <a:t> </a:t>
            </a:r>
            <a:r>
              <a:rPr sz="2000" dirty="0"/>
              <a:t>will</a:t>
            </a:r>
            <a:r>
              <a:rPr sz="2000" spc="40" dirty="0"/>
              <a:t> </a:t>
            </a:r>
            <a:r>
              <a:rPr sz="2000" dirty="0"/>
              <a:t>flash</a:t>
            </a:r>
            <a:r>
              <a:rPr sz="2000" spc="35" dirty="0"/>
              <a:t> </a:t>
            </a:r>
            <a:r>
              <a:rPr sz="2000" dirty="0"/>
              <a:t>RED</a:t>
            </a:r>
            <a:r>
              <a:rPr sz="2000" spc="40" dirty="0"/>
              <a:t> </a:t>
            </a:r>
            <a:r>
              <a:rPr sz="2000" dirty="0"/>
              <a:t>lights</a:t>
            </a:r>
            <a:r>
              <a:rPr sz="2000" spc="45" dirty="0"/>
              <a:t> </a:t>
            </a:r>
            <a:r>
              <a:rPr sz="2000" dirty="0"/>
              <a:t>if</a:t>
            </a:r>
            <a:r>
              <a:rPr sz="2000" spc="40" dirty="0"/>
              <a:t> </a:t>
            </a:r>
            <a:r>
              <a:rPr sz="2000" dirty="0"/>
              <a:t>there</a:t>
            </a:r>
            <a:r>
              <a:rPr sz="2000" spc="50" dirty="0"/>
              <a:t> </a:t>
            </a:r>
            <a:r>
              <a:rPr sz="2000" dirty="0"/>
              <a:t>are</a:t>
            </a:r>
            <a:r>
              <a:rPr sz="2000" spc="45" dirty="0"/>
              <a:t> </a:t>
            </a:r>
            <a:r>
              <a:rPr sz="2000" dirty="0"/>
              <a:t>unusual</a:t>
            </a:r>
            <a:r>
              <a:rPr sz="2000" spc="45" dirty="0"/>
              <a:t> </a:t>
            </a:r>
            <a:r>
              <a:rPr sz="2000" dirty="0"/>
              <a:t>things</a:t>
            </a:r>
            <a:r>
              <a:rPr sz="2000" spc="45" dirty="0"/>
              <a:t> </a:t>
            </a:r>
            <a:r>
              <a:rPr sz="2000" spc="-20" dirty="0"/>
              <a:t>that </a:t>
            </a:r>
            <a:r>
              <a:rPr sz="2000" dirty="0"/>
              <a:t>happen,</a:t>
            </a:r>
            <a:r>
              <a:rPr sz="2000" spc="70" dirty="0"/>
              <a:t> </a:t>
            </a:r>
            <a:r>
              <a:rPr sz="2000" dirty="0"/>
              <a:t>it</a:t>
            </a:r>
            <a:r>
              <a:rPr sz="2000" spc="80" dirty="0"/>
              <a:t> </a:t>
            </a:r>
            <a:r>
              <a:rPr sz="2000" dirty="0"/>
              <a:t>maybe</a:t>
            </a:r>
            <a:r>
              <a:rPr sz="2000" spc="80" dirty="0"/>
              <a:t> </a:t>
            </a:r>
            <a:r>
              <a:rPr sz="2000" dirty="0"/>
              <a:t>a</a:t>
            </a:r>
            <a:r>
              <a:rPr sz="2000" spc="70" dirty="0"/>
              <a:t> </a:t>
            </a:r>
            <a:r>
              <a:rPr sz="2000" dirty="0"/>
              <a:t>firmware</a:t>
            </a:r>
            <a:r>
              <a:rPr sz="2000" spc="80" dirty="0"/>
              <a:t> </a:t>
            </a:r>
            <a:r>
              <a:rPr sz="2000" dirty="0"/>
              <a:t>malfunction,</a:t>
            </a:r>
            <a:r>
              <a:rPr sz="2000" spc="70" dirty="0"/>
              <a:t> </a:t>
            </a:r>
            <a:r>
              <a:rPr sz="2000" dirty="0"/>
              <a:t>signal</a:t>
            </a:r>
            <a:r>
              <a:rPr sz="2000" spc="70" dirty="0"/>
              <a:t> </a:t>
            </a:r>
            <a:r>
              <a:rPr sz="2000" dirty="0"/>
              <a:t>issues</a:t>
            </a:r>
            <a:r>
              <a:rPr sz="2000" spc="75" dirty="0"/>
              <a:t> </a:t>
            </a:r>
            <a:r>
              <a:rPr sz="2000" dirty="0"/>
              <a:t>or</a:t>
            </a:r>
            <a:r>
              <a:rPr sz="2000" spc="85" dirty="0"/>
              <a:t> </a:t>
            </a:r>
            <a:r>
              <a:rPr sz="2000" dirty="0"/>
              <a:t>the</a:t>
            </a:r>
            <a:r>
              <a:rPr sz="2000" spc="80" dirty="0"/>
              <a:t> </a:t>
            </a:r>
            <a:r>
              <a:rPr sz="2000" dirty="0"/>
              <a:t>battery</a:t>
            </a:r>
            <a:r>
              <a:rPr sz="2000" spc="75" dirty="0"/>
              <a:t> </a:t>
            </a:r>
            <a:r>
              <a:rPr sz="2000" dirty="0"/>
              <a:t>is</a:t>
            </a:r>
            <a:r>
              <a:rPr sz="2000" spc="80" dirty="0"/>
              <a:t> </a:t>
            </a:r>
            <a:r>
              <a:rPr sz="2000" dirty="0"/>
              <a:t>running</a:t>
            </a:r>
            <a:r>
              <a:rPr sz="2000" spc="75" dirty="0"/>
              <a:t> </a:t>
            </a:r>
            <a:r>
              <a:rPr sz="2000" dirty="0"/>
              <a:t>low.</a:t>
            </a:r>
            <a:r>
              <a:rPr sz="2000" spc="75" dirty="0"/>
              <a:t> </a:t>
            </a:r>
            <a:r>
              <a:rPr sz="2000" dirty="0"/>
              <a:t>If</a:t>
            </a:r>
            <a:r>
              <a:rPr sz="2000" spc="75" dirty="0"/>
              <a:t> </a:t>
            </a:r>
            <a:r>
              <a:rPr sz="2000" spc="-10" dirty="0"/>
              <a:t>these </a:t>
            </a:r>
            <a:r>
              <a:rPr sz="2000" dirty="0"/>
              <a:t>things</a:t>
            </a:r>
            <a:r>
              <a:rPr sz="2000" spc="-45" dirty="0"/>
              <a:t> </a:t>
            </a:r>
            <a:r>
              <a:rPr sz="2000" dirty="0"/>
              <a:t>happen</a:t>
            </a:r>
            <a:r>
              <a:rPr sz="2000" spc="-55" dirty="0"/>
              <a:t> </a:t>
            </a:r>
            <a:r>
              <a:rPr sz="2000" dirty="0"/>
              <a:t>immediately</a:t>
            </a:r>
            <a:r>
              <a:rPr sz="2000" spc="-45" dirty="0"/>
              <a:t> </a:t>
            </a:r>
            <a:r>
              <a:rPr sz="2000" dirty="0"/>
              <a:t>land</a:t>
            </a:r>
            <a:r>
              <a:rPr sz="2000" spc="-50" dirty="0"/>
              <a:t> </a:t>
            </a:r>
            <a:r>
              <a:rPr sz="2000" dirty="0"/>
              <a:t>your</a:t>
            </a:r>
            <a:r>
              <a:rPr sz="2000" spc="-100" dirty="0"/>
              <a:t> </a:t>
            </a:r>
            <a:r>
              <a:rPr sz="2000" spc="-25" dirty="0"/>
              <a:t>UA.</a:t>
            </a:r>
            <a:endParaRPr sz="2000"/>
          </a:p>
          <a:p>
            <a:pPr>
              <a:lnSpc>
                <a:spcPct val="100000"/>
              </a:lnSpc>
              <a:spcBef>
                <a:spcPts val="965"/>
              </a:spcBef>
            </a:pPr>
            <a:endParaRPr sz="2000"/>
          </a:p>
          <a:p>
            <a:pPr marL="697865" lvl="1" indent="-359410">
              <a:lnSpc>
                <a:spcPct val="100000"/>
              </a:lnSpc>
              <a:buSzPct val="120000"/>
              <a:buFont typeface="Wingdings"/>
              <a:buChar char=""/>
              <a:tabLst>
                <a:tab pos="697865" algn="l"/>
              </a:tabLst>
            </a:pPr>
            <a:r>
              <a:rPr sz="2000" dirty="0">
                <a:latin typeface="Corbel"/>
                <a:cs typeface="Corbel"/>
              </a:rPr>
              <a:t>Confirm</a:t>
            </a:r>
            <a:r>
              <a:rPr sz="2000" spc="-40" dirty="0">
                <a:latin typeface="Corbel"/>
                <a:cs typeface="Corbel"/>
              </a:rPr>
              <a:t> </a:t>
            </a:r>
            <a:r>
              <a:rPr sz="2000" dirty="0">
                <a:latin typeface="Corbel"/>
                <a:cs typeface="Corbel"/>
              </a:rPr>
              <a:t>aircraft</a:t>
            </a:r>
            <a:r>
              <a:rPr sz="2000" spc="-40" dirty="0">
                <a:latin typeface="Corbel"/>
                <a:cs typeface="Corbel"/>
              </a:rPr>
              <a:t> </a:t>
            </a:r>
            <a:r>
              <a:rPr sz="2000" dirty="0">
                <a:latin typeface="Corbel"/>
                <a:cs typeface="Corbel"/>
              </a:rPr>
              <a:t>mode</a:t>
            </a:r>
            <a:r>
              <a:rPr sz="2000" spc="-40" dirty="0">
                <a:latin typeface="Corbel"/>
                <a:cs typeface="Corbel"/>
              </a:rPr>
              <a:t> </a:t>
            </a:r>
            <a:r>
              <a:rPr sz="2000" spc="-10" dirty="0">
                <a:latin typeface="Corbel"/>
                <a:cs typeface="Corbel"/>
              </a:rPr>
              <a:t>performance</a:t>
            </a:r>
            <a:endParaRPr sz="2000">
              <a:latin typeface="Corbel"/>
              <a:cs typeface="Corbel"/>
            </a:endParaRPr>
          </a:p>
          <a:p>
            <a:pPr marL="697865" lvl="1" indent="-359410">
              <a:lnSpc>
                <a:spcPct val="100000"/>
              </a:lnSpc>
              <a:spcBef>
                <a:spcPts val="290"/>
              </a:spcBef>
              <a:buSzPct val="120000"/>
              <a:buFont typeface="Wingdings"/>
              <a:buChar char=""/>
              <a:tabLst>
                <a:tab pos="697865" algn="l"/>
              </a:tabLst>
            </a:pPr>
            <a:r>
              <a:rPr sz="2000" dirty="0">
                <a:latin typeface="Corbel"/>
                <a:cs typeface="Corbel"/>
              </a:rPr>
              <a:t>Monitor</a:t>
            </a:r>
            <a:r>
              <a:rPr sz="2000" spc="-30" dirty="0">
                <a:latin typeface="Corbel"/>
                <a:cs typeface="Corbel"/>
              </a:rPr>
              <a:t> </a:t>
            </a:r>
            <a:r>
              <a:rPr sz="2000" dirty="0">
                <a:latin typeface="Corbel"/>
                <a:cs typeface="Corbel"/>
              </a:rPr>
              <a:t>battery</a:t>
            </a:r>
            <a:r>
              <a:rPr sz="2000" spc="-35" dirty="0">
                <a:latin typeface="Corbel"/>
                <a:cs typeface="Corbel"/>
              </a:rPr>
              <a:t> </a:t>
            </a:r>
            <a:r>
              <a:rPr sz="2000" spc="-10" dirty="0">
                <a:latin typeface="Corbel"/>
                <a:cs typeface="Corbel"/>
              </a:rPr>
              <a:t>performance</a:t>
            </a:r>
            <a:endParaRPr sz="2000">
              <a:latin typeface="Corbel"/>
              <a:cs typeface="Corbel"/>
            </a:endParaRPr>
          </a:p>
          <a:p>
            <a:pPr marL="697865" lvl="1" indent="-359410">
              <a:lnSpc>
                <a:spcPct val="100000"/>
              </a:lnSpc>
              <a:spcBef>
                <a:spcPts val="310"/>
              </a:spcBef>
              <a:buSzPct val="120000"/>
              <a:buFont typeface="Wingdings"/>
              <a:buChar char=""/>
              <a:tabLst>
                <a:tab pos="697865" algn="l"/>
              </a:tabLst>
            </a:pPr>
            <a:r>
              <a:rPr sz="2000" dirty="0">
                <a:latin typeface="Corbel"/>
                <a:cs typeface="Corbel"/>
              </a:rPr>
              <a:t>Land</a:t>
            </a:r>
            <a:r>
              <a:rPr sz="2000" spc="-15" dirty="0">
                <a:latin typeface="Corbel"/>
                <a:cs typeface="Corbel"/>
              </a:rPr>
              <a:t> </a:t>
            </a:r>
            <a:r>
              <a:rPr sz="2000" dirty="0">
                <a:latin typeface="Corbel"/>
                <a:cs typeface="Corbel"/>
              </a:rPr>
              <a:t>on</a:t>
            </a:r>
            <a:r>
              <a:rPr sz="2000" spc="-20" dirty="0">
                <a:latin typeface="Corbel"/>
                <a:cs typeface="Corbel"/>
              </a:rPr>
              <a:t> </a:t>
            </a:r>
            <a:r>
              <a:rPr sz="2000" dirty="0">
                <a:latin typeface="Corbel"/>
                <a:cs typeface="Corbel"/>
              </a:rPr>
              <a:t>the</a:t>
            </a:r>
            <a:r>
              <a:rPr sz="2000" spc="-10" dirty="0">
                <a:latin typeface="Corbel"/>
                <a:cs typeface="Corbel"/>
              </a:rPr>
              <a:t> </a:t>
            </a:r>
            <a:r>
              <a:rPr sz="2000" dirty="0">
                <a:latin typeface="Corbel"/>
                <a:cs typeface="Corbel"/>
              </a:rPr>
              <a:t>same</a:t>
            </a:r>
            <a:r>
              <a:rPr sz="2000" spc="-15" dirty="0">
                <a:latin typeface="Corbel"/>
                <a:cs typeface="Corbel"/>
              </a:rPr>
              <a:t> </a:t>
            </a:r>
            <a:r>
              <a:rPr sz="2000" dirty="0">
                <a:latin typeface="Corbel"/>
                <a:cs typeface="Corbel"/>
              </a:rPr>
              <a:t>location</a:t>
            </a:r>
            <a:r>
              <a:rPr sz="2000" spc="-20" dirty="0">
                <a:latin typeface="Corbel"/>
                <a:cs typeface="Corbel"/>
              </a:rPr>
              <a:t> </a:t>
            </a:r>
            <a:r>
              <a:rPr sz="2000" dirty="0">
                <a:latin typeface="Corbel"/>
                <a:cs typeface="Corbel"/>
              </a:rPr>
              <a:t>where</a:t>
            </a:r>
            <a:r>
              <a:rPr sz="2000" spc="-15" dirty="0">
                <a:latin typeface="Corbel"/>
                <a:cs typeface="Corbel"/>
              </a:rPr>
              <a:t> </a:t>
            </a:r>
            <a:r>
              <a:rPr sz="2000" spc="-25" dirty="0">
                <a:latin typeface="Corbel"/>
                <a:cs typeface="Corbel"/>
              </a:rPr>
              <a:t>take-</a:t>
            </a:r>
            <a:r>
              <a:rPr sz="2000" dirty="0">
                <a:latin typeface="Corbel"/>
                <a:cs typeface="Corbel"/>
              </a:rPr>
              <a:t>off</a:t>
            </a:r>
            <a:r>
              <a:rPr sz="2000" spc="-15" dirty="0">
                <a:latin typeface="Corbel"/>
                <a:cs typeface="Corbel"/>
              </a:rPr>
              <a:t> </a:t>
            </a:r>
            <a:r>
              <a:rPr sz="2000" dirty="0">
                <a:latin typeface="Corbel"/>
                <a:cs typeface="Corbel"/>
              </a:rPr>
              <a:t>was</a:t>
            </a:r>
            <a:r>
              <a:rPr sz="2000" spc="-15" dirty="0">
                <a:latin typeface="Corbel"/>
                <a:cs typeface="Corbel"/>
              </a:rPr>
              <a:t> </a:t>
            </a:r>
            <a:r>
              <a:rPr sz="2000" spc="-10" dirty="0">
                <a:latin typeface="Corbel"/>
                <a:cs typeface="Corbel"/>
              </a:rPr>
              <a:t>performed</a:t>
            </a:r>
            <a:endParaRPr sz="2000">
              <a:latin typeface="Corbel"/>
              <a:cs typeface="Corbe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29511" y="451104"/>
            <a:ext cx="9827260" cy="792480"/>
            <a:chOff x="1429511" y="451104"/>
            <a:chExt cx="9827260" cy="792480"/>
          </a:xfrm>
        </p:grpSpPr>
        <p:pic>
          <p:nvPicPr>
            <p:cNvPr id="4" name="object 4"/>
            <p:cNvPicPr/>
            <p:nvPr/>
          </p:nvPicPr>
          <p:blipFill>
            <a:blip r:embed="rId2" cstate="print"/>
            <a:stretch>
              <a:fillRect/>
            </a:stretch>
          </p:blipFill>
          <p:spPr>
            <a:xfrm>
              <a:off x="1429511" y="451104"/>
              <a:ext cx="2971800" cy="527303"/>
            </a:xfrm>
            <a:prstGeom prst="rect">
              <a:avLst/>
            </a:prstGeom>
          </p:spPr>
        </p:pic>
        <p:pic>
          <p:nvPicPr>
            <p:cNvPr id="5" name="object 5"/>
            <p:cNvPicPr/>
            <p:nvPr/>
          </p:nvPicPr>
          <p:blipFill>
            <a:blip r:embed="rId3" cstate="print"/>
            <a:stretch>
              <a:fillRect/>
            </a:stretch>
          </p:blipFill>
          <p:spPr>
            <a:xfrm>
              <a:off x="1429511" y="719328"/>
              <a:ext cx="9826752" cy="524256"/>
            </a:xfrm>
            <a:prstGeom prst="rect">
              <a:avLst/>
            </a:prstGeom>
          </p:spPr>
        </p:pic>
      </p:grpSp>
      <p:sp>
        <p:nvSpPr>
          <p:cNvPr id="6" name="object 6"/>
          <p:cNvSpPr txBox="1">
            <a:spLocks noGrp="1"/>
          </p:cNvSpPr>
          <p:nvPr>
            <p:ph type="title"/>
          </p:nvPr>
        </p:nvSpPr>
        <p:spPr>
          <a:prstGeom prst="rect">
            <a:avLst/>
          </a:prstGeom>
        </p:spPr>
        <p:txBody>
          <a:bodyPr vert="horz" wrap="square" lIns="0" tIns="205740" rIns="0" bIns="0" rtlCol="0">
            <a:spAutoFit/>
          </a:bodyPr>
          <a:lstStyle/>
          <a:p>
            <a:pPr marL="640715">
              <a:lnSpc>
                <a:spcPts val="2135"/>
              </a:lnSpc>
              <a:spcBef>
                <a:spcPts val="100"/>
              </a:spcBef>
            </a:pPr>
            <a:r>
              <a:rPr sz="1800" b="1" dirty="0">
                <a:latin typeface="Corbel"/>
                <a:cs typeface="Corbel"/>
              </a:rPr>
              <a:t>060</a:t>
            </a:r>
            <a:r>
              <a:rPr sz="1800" b="1" spc="-15" dirty="0">
                <a:latin typeface="Corbel"/>
                <a:cs typeface="Corbel"/>
              </a:rPr>
              <a:t> </a:t>
            </a:r>
            <a:r>
              <a:rPr sz="1800" b="1" dirty="0">
                <a:latin typeface="Corbel"/>
                <a:cs typeface="Corbel"/>
              </a:rPr>
              <a:t>03</a:t>
            </a:r>
            <a:r>
              <a:rPr sz="1800" b="1" spc="-20" dirty="0">
                <a:latin typeface="Corbel"/>
                <a:cs typeface="Corbel"/>
              </a:rPr>
              <a:t> </a:t>
            </a:r>
            <a:r>
              <a:rPr sz="1800" b="1" dirty="0">
                <a:latin typeface="Corbel"/>
                <a:cs typeface="Corbel"/>
              </a:rPr>
              <a:t>00:</a:t>
            </a:r>
            <a:r>
              <a:rPr sz="1800" b="1" spc="-65" dirty="0">
                <a:latin typeface="Corbel"/>
                <a:cs typeface="Corbel"/>
              </a:rPr>
              <a:t> </a:t>
            </a:r>
            <a:r>
              <a:rPr sz="1800" b="1" spc="-10" dirty="0">
                <a:latin typeface="Corbel"/>
                <a:cs typeface="Corbel"/>
              </a:rPr>
              <a:t>UAS</a:t>
            </a:r>
            <a:r>
              <a:rPr sz="1800" b="1" spc="-80" dirty="0">
                <a:latin typeface="Corbel"/>
                <a:cs typeface="Corbel"/>
              </a:rPr>
              <a:t> </a:t>
            </a:r>
            <a:r>
              <a:rPr sz="1800" b="1" spc="-10" dirty="0">
                <a:latin typeface="Corbel"/>
                <a:cs typeface="Corbel"/>
              </a:rPr>
              <a:t>Operations</a:t>
            </a:r>
            <a:endParaRPr sz="1800">
              <a:latin typeface="Corbel"/>
              <a:cs typeface="Corbel"/>
            </a:endParaRPr>
          </a:p>
          <a:p>
            <a:pPr marL="640715">
              <a:lnSpc>
                <a:spcPts val="2135"/>
              </a:lnSpc>
            </a:pPr>
            <a:r>
              <a:rPr sz="1800" dirty="0"/>
              <a:t>060</a:t>
            </a:r>
            <a:r>
              <a:rPr sz="1800" spc="-35" dirty="0"/>
              <a:t> </a:t>
            </a:r>
            <a:r>
              <a:rPr sz="1800" dirty="0"/>
              <a:t>03</a:t>
            </a:r>
            <a:r>
              <a:rPr sz="1800" spc="-35" dirty="0"/>
              <a:t> </a:t>
            </a:r>
            <a:r>
              <a:rPr sz="1800" dirty="0"/>
              <a:t>01:</a:t>
            </a:r>
            <a:r>
              <a:rPr sz="1800" spc="-90" dirty="0"/>
              <a:t> </a:t>
            </a:r>
            <a:r>
              <a:rPr sz="1800" dirty="0"/>
              <a:t>Common</a:t>
            </a:r>
            <a:r>
              <a:rPr sz="1800" spc="-30" dirty="0"/>
              <a:t> </a:t>
            </a:r>
            <a:r>
              <a:rPr sz="1800" dirty="0"/>
              <a:t>phases</a:t>
            </a:r>
            <a:r>
              <a:rPr sz="1800" spc="-35" dirty="0"/>
              <a:t> </a:t>
            </a:r>
            <a:r>
              <a:rPr sz="1800" dirty="0"/>
              <a:t>and</a:t>
            </a:r>
            <a:r>
              <a:rPr sz="1800" spc="-30" dirty="0"/>
              <a:t> </a:t>
            </a:r>
            <a:r>
              <a:rPr sz="1800" dirty="0"/>
              <a:t>describe</a:t>
            </a:r>
            <a:r>
              <a:rPr sz="1800" spc="-25" dirty="0"/>
              <a:t> </a:t>
            </a:r>
            <a:r>
              <a:rPr sz="1800" dirty="0"/>
              <a:t>the</a:t>
            </a:r>
            <a:r>
              <a:rPr sz="1800" spc="-25" dirty="0"/>
              <a:t> </a:t>
            </a:r>
            <a:r>
              <a:rPr sz="1800" dirty="0"/>
              <a:t>checks</a:t>
            </a:r>
            <a:r>
              <a:rPr sz="1800" spc="-30" dirty="0"/>
              <a:t> </a:t>
            </a:r>
            <a:r>
              <a:rPr sz="1800" dirty="0"/>
              <a:t>conducted</a:t>
            </a:r>
            <a:r>
              <a:rPr sz="1800" spc="-30" dirty="0"/>
              <a:t> </a:t>
            </a:r>
            <a:r>
              <a:rPr sz="1800" dirty="0"/>
              <a:t>and/or</a:t>
            </a:r>
            <a:r>
              <a:rPr sz="1800" spc="-35" dirty="0"/>
              <a:t> </a:t>
            </a:r>
            <a:r>
              <a:rPr sz="1800" spc="-10" dirty="0"/>
              <a:t>considerations</a:t>
            </a:r>
            <a:r>
              <a:rPr sz="1800" spc="-30" dirty="0"/>
              <a:t> </a:t>
            </a:r>
            <a:r>
              <a:rPr sz="1800" dirty="0"/>
              <a:t>for</a:t>
            </a:r>
            <a:r>
              <a:rPr sz="1800" spc="-35" dirty="0"/>
              <a:t> </a:t>
            </a:r>
            <a:r>
              <a:rPr sz="1800" dirty="0"/>
              <a:t>each</a:t>
            </a:r>
            <a:r>
              <a:rPr sz="1800" spc="-25" dirty="0"/>
              <a:t> </a:t>
            </a:r>
            <a:r>
              <a:rPr sz="1800" spc="-10" dirty="0"/>
              <a:t>phase:</a:t>
            </a:r>
            <a:endParaRPr sz="1800"/>
          </a:p>
        </p:txBody>
      </p:sp>
      <p:sp>
        <p:nvSpPr>
          <p:cNvPr id="7" name="object 7"/>
          <p:cNvSpPr txBox="1"/>
          <p:nvPr/>
        </p:nvSpPr>
        <p:spPr>
          <a:xfrm>
            <a:off x="1563049" y="1563115"/>
            <a:ext cx="9860280" cy="4018279"/>
          </a:xfrm>
          <a:prstGeom prst="rect">
            <a:avLst/>
          </a:prstGeom>
        </p:spPr>
        <p:txBody>
          <a:bodyPr vert="horz" wrap="square" lIns="0" tIns="12700" rIns="0" bIns="0" rtlCol="0">
            <a:spAutoFit/>
          </a:bodyPr>
          <a:lstStyle/>
          <a:p>
            <a:pPr marL="189865" indent="-186055">
              <a:lnSpc>
                <a:spcPct val="100000"/>
              </a:lnSpc>
              <a:spcBef>
                <a:spcPts val="100"/>
              </a:spcBef>
              <a:buSzPct val="97222"/>
              <a:buAutoNum type="arabicPeriod" startAt="5"/>
              <a:tabLst>
                <a:tab pos="189865" algn="l"/>
              </a:tabLst>
            </a:pPr>
            <a:r>
              <a:rPr sz="1800" b="1" u="sng" spc="25" dirty="0">
                <a:uFill>
                  <a:solidFill>
                    <a:srgbClr val="000000"/>
                  </a:solidFill>
                </a:uFill>
                <a:latin typeface="Corbel"/>
                <a:cs typeface="Corbel"/>
              </a:rPr>
              <a:t> </a:t>
            </a:r>
            <a:r>
              <a:rPr sz="1800" b="1" u="sng" spc="-35" dirty="0">
                <a:uFill>
                  <a:solidFill>
                    <a:srgbClr val="000000"/>
                  </a:solidFill>
                </a:uFill>
                <a:latin typeface="Corbel"/>
                <a:cs typeface="Corbel"/>
              </a:rPr>
              <a:t>Post-</a:t>
            </a:r>
            <a:r>
              <a:rPr sz="1800" b="1" u="sng" spc="-10" dirty="0">
                <a:uFill>
                  <a:solidFill>
                    <a:srgbClr val="000000"/>
                  </a:solidFill>
                </a:uFill>
                <a:latin typeface="Corbel"/>
                <a:cs typeface="Corbel"/>
              </a:rPr>
              <a:t>flight</a:t>
            </a:r>
            <a:endParaRPr sz="1800">
              <a:latin typeface="Corbel"/>
              <a:cs typeface="Corbel"/>
            </a:endParaRPr>
          </a:p>
          <a:p>
            <a:pPr marL="12700" marR="5080" algn="just">
              <a:lnSpc>
                <a:spcPct val="81000"/>
              </a:lnSpc>
              <a:spcBef>
                <a:spcPts val="2055"/>
              </a:spcBef>
            </a:pPr>
            <a:r>
              <a:rPr sz="2000" dirty="0">
                <a:latin typeface="Corbel"/>
                <a:cs typeface="Corbel"/>
              </a:rPr>
              <a:t>The</a:t>
            </a:r>
            <a:r>
              <a:rPr sz="2000" spc="200" dirty="0">
                <a:latin typeface="Corbel"/>
                <a:cs typeface="Corbel"/>
              </a:rPr>
              <a:t> </a:t>
            </a:r>
            <a:r>
              <a:rPr sz="2000" dirty="0">
                <a:latin typeface="Corbel"/>
                <a:cs typeface="Corbel"/>
              </a:rPr>
              <a:t>drone</a:t>
            </a:r>
            <a:r>
              <a:rPr sz="2000" spc="204" dirty="0">
                <a:latin typeface="Corbel"/>
                <a:cs typeface="Corbel"/>
              </a:rPr>
              <a:t> </a:t>
            </a:r>
            <a:r>
              <a:rPr sz="2000" dirty="0">
                <a:latin typeface="Corbel"/>
                <a:cs typeface="Corbel"/>
              </a:rPr>
              <a:t>may</a:t>
            </a:r>
            <a:r>
              <a:rPr sz="2000" spc="204" dirty="0">
                <a:latin typeface="Corbel"/>
                <a:cs typeface="Corbel"/>
              </a:rPr>
              <a:t> </a:t>
            </a:r>
            <a:r>
              <a:rPr sz="2000" dirty="0">
                <a:latin typeface="Corbel"/>
                <a:cs typeface="Corbel"/>
              </a:rPr>
              <a:t>have</a:t>
            </a:r>
            <a:r>
              <a:rPr sz="2000" spc="200" dirty="0">
                <a:latin typeface="Corbel"/>
                <a:cs typeface="Corbel"/>
              </a:rPr>
              <a:t> </a:t>
            </a:r>
            <a:r>
              <a:rPr sz="2000" dirty="0">
                <a:latin typeface="Corbel"/>
                <a:cs typeface="Corbel"/>
              </a:rPr>
              <a:t>been</a:t>
            </a:r>
            <a:r>
              <a:rPr sz="2000" spc="190" dirty="0">
                <a:latin typeface="Corbel"/>
                <a:cs typeface="Corbel"/>
              </a:rPr>
              <a:t> </a:t>
            </a:r>
            <a:r>
              <a:rPr sz="2000" dirty="0">
                <a:latin typeface="Corbel"/>
                <a:cs typeface="Corbel"/>
              </a:rPr>
              <a:t>damaged</a:t>
            </a:r>
            <a:r>
              <a:rPr sz="2000" spc="200" dirty="0">
                <a:latin typeface="Corbel"/>
                <a:cs typeface="Corbel"/>
              </a:rPr>
              <a:t> </a:t>
            </a:r>
            <a:r>
              <a:rPr sz="2000" dirty="0">
                <a:latin typeface="Corbel"/>
                <a:cs typeface="Corbel"/>
              </a:rPr>
              <a:t>during</a:t>
            </a:r>
            <a:r>
              <a:rPr sz="2000" spc="200" dirty="0">
                <a:latin typeface="Corbel"/>
                <a:cs typeface="Corbel"/>
              </a:rPr>
              <a:t> </a:t>
            </a:r>
            <a:r>
              <a:rPr sz="2000" dirty="0">
                <a:latin typeface="Corbel"/>
                <a:cs typeface="Corbel"/>
              </a:rPr>
              <a:t>the</a:t>
            </a:r>
            <a:r>
              <a:rPr sz="2000" spc="200" dirty="0">
                <a:latin typeface="Corbel"/>
                <a:cs typeface="Corbel"/>
              </a:rPr>
              <a:t> </a:t>
            </a:r>
            <a:r>
              <a:rPr sz="2000" dirty="0">
                <a:latin typeface="Corbel"/>
                <a:cs typeface="Corbel"/>
              </a:rPr>
              <a:t>last</a:t>
            </a:r>
            <a:r>
              <a:rPr sz="2000" spc="204" dirty="0">
                <a:latin typeface="Corbel"/>
                <a:cs typeface="Corbel"/>
              </a:rPr>
              <a:t> </a:t>
            </a:r>
            <a:r>
              <a:rPr sz="2000" dirty="0">
                <a:latin typeface="Corbel"/>
                <a:cs typeface="Corbel"/>
              </a:rPr>
              <a:t>flight,</a:t>
            </a:r>
            <a:r>
              <a:rPr sz="2000" spc="200" dirty="0">
                <a:latin typeface="Corbel"/>
                <a:cs typeface="Corbel"/>
              </a:rPr>
              <a:t> </a:t>
            </a:r>
            <a:r>
              <a:rPr sz="2000" dirty="0">
                <a:latin typeface="Corbel"/>
                <a:cs typeface="Corbel"/>
              </a:rPr>
              <a:t>check</a:t>
            </a:r>
            <a:r>
              <a:rPr sz="2000" spc="195" dirty="0">
                <a:latin typeface="Corbel"/>
                <a:cs typeface="Corbel"/>
              </a:rPr>
              <a:t> </a:t>
            </a:r>
            <a:r>
              <a:rPr sz="2000" dirty="0">
                <a:latin typeface="Corbel"/>
                <a:cs typeface="Corbel"/>
              </a:rPr>
              <a:t>each</a:t>
            </a:r>
            <a:r>
              <a:rPr sz="2000" spc="200" dirty="0">
                <a:latin typeface="Corbel"/>
                <a:cs typeface="Corbel"/>
              </a:rPr>
              <a:t> </a:t>
            </a:r>
            <a:r>
              <a:rPr sz="2000" dirty="0">
                <a:latin typeface="Corbel"/>
                <a:cs typeface="Corbel"/>
              </a:rPr>
              <a:t>component</a:t>
            </a:r>
            <a:r>
              <a:rPr sz="2000" spc="200" dirty="0">
                <a:latin typeface="Corbel"/>
                <a:cs typeface="Corbel"/>
              </a:rPr>
              <a:t> </a:t>
            </a:r>
            <a:r>
              <a:rPr sz="2000" dirty="0">
                <a:latin typeface="Corbel"/>
                <a:cs typeface="Corbel"/>
              </a:rPr>
              <a:t>for</a:t>
            </a:r>
            <a:r>
              <a:rPr sz="2000" spc="204" dirty="0">
                <a:latin typeface="Corbel"/>
                <a:cs typeface="Corbel"/>
              </a:rPr>
              <a:t> </a:t>
            </a:r>
            <a:r>
              <a:rPr sz="2000" spc="-10" dirty="0">
                <a:latin typeface="Corbel"/>
                <a:cs typeface="Corbel"/>
              </a:rPr>
              <a:t>small </a:t>
            </a:r>
            <a:r>
              <a:rPr sz="2000" dirty="0">
                <a:latin typeface="Corbel"/>
                <a:cs typeface="Corbel"/>
              </a:rPr>
              <a:t>cracks</a:t>
            </a:r>
            <a:r>
              <a:rPr sz="2000" spc="-10" dirty="0">
                <a:latin typeface="Corbel"/>
                <a:cs typeface="Corbel"/>
              </a:rPr>
              <a:t> </a:t>
            </a:r>
            <a:r>
              <a:rPr sz="2000" dirty="0">
                <a:latin typeface="Corbel"/>
                <a:cs typeface="Corbel"/>
              </a:rPr>
              <a:t>or</a:t>
            </a:r>
            <a:r>
              <a:rPr sz="2000" spc="-10" dirty="0">
                <a:latin typeface="Corbel"/>
                <a:cs typeface="Corbel"/>
              </a:rPr>
              <a:t> </a:t>
            </a:r>
            <a:r>
              <a:rPr sz="2000" dirty="0">
                <a:latin typeface="Corbel"/>
                <a:cs typeface="Corbel"/>
              </a:rPr>
              <a:t>other</a:t>
            </a:r>
            <a:r>
              <a:rPr sz="2000" spc="-10" dirty="0">
                <a:latin typeface="Corbel"/>
                <a:cs typeface="Corbel"/>
              </a:rPr>
              <a:t> </a:t>
            </a:r>
            <a:r>
              <a:rPr sz="2000" dirty="0">
                <a:latin typeface="Corbel"/>
                <a:cs typeface="Corbel"/>
              </a:rPr>
              <a:t>visual</a:t>
            </a:r>
            <a:r>
              <a:rPr sz="2000" spc="-10" dirty="0">
                <a:latin typeface="Corbel"/>
                <a:cs typeface="Corbel"/>
              </a:rPr>
              <a:t> </a:t>
            </a:r>
            <a:r>
              <a:rPr sz="2000" dirty="0">
                <a:latin typeface="Corbel"/>
                <a:cs typeface="Corbel"/>
              </a:rPr>
              <a:t>damage</a:t>
            </a:r>
            <a:r>
              <a:rPr sz="2000" spc="-10" dirty="0">
                <a:latin typeface="Corbel"/>
                <a:cs typeface="Corbel"/>
              </a:rPr>
              <a:t> </a:t>
            </a:r>
            <a:r>
              <a:rPr sz="2000" dirty="0">
                <a:latin typeface="Corbel"/>
                <a:cs typeface="Corbel"/>
              </a:rPr>
              <a:t>and</a:t>
            </a:r>
            <a:r>
              <a:rPr sz="2000" spc="-10" dirty="0">
                <a:latin typeface="Corbel"/>
                <a:cs typeface="Corbel"/>
              </a:rPr>
              <a:t> </a:t>
            </a:r>
            <a:r>
              <a:rPr sz="2000" dirty="0">
                <a:latin typeface="Corbel"/>
                <a:cs typeface="Corbel"/>
              </a:rPr>
              <a:t>make note</a:t>
            </a:r>
            <a:r>
              <a:rPr sz="2000" spc="-5" dirty="0">
                <a:latin typeface="Corbel"/>
                <a:cs typeface="Corbel"/>
              </a:rPr>
              <a:t> </a:t>
            </a:r>
            <a:r>
              <a:rPr sz="2000" dirty="0">
                <a:latin typeface="Corbel"/>
                <a:cs typeface="Corbel"/>
              </a:rPr>
              <a:t>of</a:t>
            </a:r>
            <a:r>
              <a:rPr sz="2000" spc="-10" dirty="0">
                <a:latin typeface="Corbel"/>
                <a:cs typeface="Corbel"/>
              </a:rPr>
              <a:t> </a:t>
            </a:r>
            <a:r>
              <a:rPr sz="2000" dirty="0">
                <a:latin typeface="Corbel"/>
                <a:cs typeface="Corbel"/>
              </a:rPr>
              <a:t>any</a:t>
            </a:r>
            <a:r>
              <a:rPr sz="2000" spc="-5" dirty="0">
                <a:latin typeface="Corbel"/>
                <a:cs typeface="Corbel"/>
              </a:rPr>
              <a:t> </a:t>
            </a:r>
            <a:r>
              <a:rPr sz="2000" dirty="0">
                <a:latin typeface="Corbel"/>
                <a:cs typeface="Corbel"/>
              </a:rPr>
              <a:t>repairs</a:t>
            </a:r>
            <a:r>
              <a:rPr sz="2000" spc="-10" dirty="0">
                <a:latin typeface="Corbel"/>
                <a:cs typeface="Corbel"/>
              </a:rPr>
              <a:t> </a:t>
            </a:r>
            <a:r>
              <a:rPr sz="2000" dirty="0">
                <a:latin typeface="Corbel"/>
                <a:cs typeface="Corbel"/>
              </a:rPr>
              <a:t>that</a:t>
            </a:r>
            <a:r>
              <a:rPr sz="2000" spc="-5" dirty="0">
                <a:latin typeface="Corbel"/>
                <a:cs typeface="Corbel"/>
              </a:rPr>
              <a:t> </a:t>
            </a:r>
            <a:r>
              <a:rPr sz="2000" dirty="0">
                <a:latin typeface="Corbel"/>
                <a:cs typeface="Corbel"/>
              </a:rPr>
              <a:t>are</a:t>
            </a:r>
            <a:r>
              <a:rPr sz="2000" spc="-5" dirty="0">
                <a:latin typeface="Corbel"/>
                <a:cs typeface="Corbel"/>
              </a:rPr>
              <a:t> </a:t>
            </a:r>
            <a:r>
              <a:rPr sz="2000" dirty="0">
                <a:latin typeface="Corbel"/>
                <a:cs typeface="Corbel"/>
              </a:rPr>
              <a:t>necessary</a:t>
            </a:r>
            <a:r>
              <a:rPr sz="2000" spc="-5" dirty="0">
                <a:latin typeface="Corbel"/>
                <a:cs typeface="Corbel"/>
              </a:rPr>
              <a:t> </a:t>
            </a:r>
            <a:r>
              <a:rPr sz="2000" dirty="0">
                <a:latin typeface="Corbel"/>
                <a:cs typeface="Corbel"/>
              </a:rPr>
              <a:t>if</a:t>
            </a:r>
            <a:r>
              <a:rPr sz="2000" spc="-10" dirty="0">
                <a:latin typeface="Corbel"/>
                <a:cs typeface="Corbel"/>
              </a:rPr>
              <a:t> </a:t>
            </a:r>
            <a:r>
              <a:rPr sz="2000" dirty="0">
                <a:latin typeface="Corbel"/>
                <a:cs typeface="Corbel"/>
              </a:rPr>
              <a:t>any.</a:t>
            </a:r>
            <a:r>
              <a:rPr sz="2000" spc="-15" dirty="0">
                <a:latin typeface="Corbel"/>
                <a:cs typeface="Corbel"/>
              </a:rPr>
              <a:t> </a:t>
            </a:r>
            <a:r>
              <a:rPr sz="2000" dirty="0">
                <a:latin typeface="Corbel"/>
                <a:cs typeface="Corbel"/>
              </a:rPr>
              <a:t>Here</a:t>
            </a:r>
            <a:r>
              <a:rPr sz="2000" spc="-5" dirty="0">
                <a:latin typeface="Corbel"/>
                <a:cs typeface="Corbel"/>
              </a:rPr>
              <a:t> </a:t>
            </a:r>
            <a:r>
              <a:rPr sz="2000" spc="-25" dirty="0">
                <a:latin typeface="Corbel"/>
                <a:cs typeface="Corbel"/>
              </a:rPr>
              <a:t>are </a:t>
            </a:r>
            <a:r>
              <a:rPr sz="2000" dirty="0">
                <a:latin typeface="Corbel"/>
                <a:cs typeface="Corbel"/>
              </a:rPr>
              <a:t>some</a:t>
            </a:r>
            <a:r>
              <a:rPr sz="2000" spc="-10" dirty="0">
                <a:latin typeface="Corbel"/>
                <a:cs typeface="Corbel"/>
              </a:rPr>
              <a:t> </a:t>
            </a:r>
            <a:r>
              <a:rPr sz="2000" spc="-20" dirty="0">
                <a:latin typeface="Corbel"/>
                <a:cs typeface="Corbel"/>
              </a:rPr>
              <a:t>post-</a:t>
            </a:r>
            <a:r>
              <a:rPr sz="2000" dirty="0">
                <a:latin typeface="Corbel"/>
                <a:cs typeface="Corbel"/>
              </a:rPr>
              <a:t>flight</a:t>
            </a:r>
            <a:r>
              <a:rPr sz="2000" spc="-5" dirty="0">
                <a:latin typeface="Corbel"/>
                <a:cs typeface="Corbel"/>
              </a:rPr>
              <a:t> </a:t>
            </a:r>
            <a:r>
              <a:rPr sz="2000" spc="-10" dirty="0">
                <a:latin typeface="Corbel"/>
                <a:cs typeface="Corbel"/>
              </a:rPr>
              <a:t>checklists:</a:t>
            </a:r>
            <a:endParaRPr sz="2000">
              <a:latin typeface="Corbel"/>
              <a:cs typeface="Corbel"/>
            </a:endParaRPr>
          </a:p>
          <a:p>
            <a:pPr marL="1052195" lvl="1" indent="-243204">
              <a:lnSpc>
                <a:spcPts val="2640"/>
              </a:lnSpc>
              <a:spcBef>
                <a:spcPts val="1495"/>
              </a:spcBef>
              <a:buSzPct val="115000"/>
              <a:buFont typeface="Wingdings"/>
              <a:buChar char=""/>
              <a:tabLst>
                <a:tab pos="1052195" algn="l"/>
              </a:tabLst>
            </a:pPr>
            <a:r>
              <a:rPr sz="2000" dirty="0">
                <a:latin typeface="Corbel"/>
                <a:cs typeface="Corbel"/>
              </a:rPr>
              <a:t>Airframe</a:t>
            </a:r>
            <a:r>
              <a:rPr sz="2000" spc="-35" dirty="0">
                <a:latin typeface="Corbel"/>
                <a:cs typeface="Corbel"/>
              </a:rPr>
              <a:t> </a:t>
            </a:r>
            <a:r>
              <a:rPr sz="2000" dirty="0">
                <a:latin typeface="Corbel"/>
                <a:cs typeface="Corbel"/>
              </a:rPr>
              <a:t>or</a:t>
            </a:r>
            <a:r>
              <a:rPr sz="2000" spc="-30" dirty="0">
                <a:latin typeface="Corbel"/>
                <a:cs typeface="Corbel"/>
              </a:rPr>
              <a:t> </a:t>
            </a:r>
            <a:r>
              <a:rPr sz="2000" dirty="0">
                <a:latin typeface="Corbel"/>
                <a:cs typeface="Corbel"/>
              </a:rPr>
              <a:t>shell</a:t>
            </a:r>
            <a:r>
              <a:rPr sz="2000" spc="-30" dirty="0">
                <a:latin typeface="Corbel"/>
                <a:cs typeface="Corbel"/>
              </a:rPr>
              <a:t> </a:t>
            </a:r>
            <a:r>
              <a:rPr sz="2000" dirty="0">
                <a:latin typeface="Corbel"/>
                <a:cs typeface="Corbel"/>
              </a:rPr>
              <a:t>no</a:t>
            </a:r>
            <a:r>
              <a:rPr sz="2000" spc="-35" dirty="0">
                <a:latin typeface="Corbel"/>
                <a:cs typeface="Corbel"/>
              </a:rPr>
              <a:t> </a:t>
            </a:r>
            <a:r>
              <a:rPr sz="2000" dirty="0">
                <a:latin typeface="Corbel"/>
                <a:cs typeface="Corbel"/>
              </a:rPr>
              <a:t>signs</a:t>
            </a:r>
            <a:r>
              <a:rPr sz="2000" spc="-30" dirty="0">
                <a:latin typeface="Corbel"/>
                <a:cs typeface="Corbel"/>
              </a:rPr>
              <a:t> </a:t>
            </a:r>
            <a:r>
              <a:rPr sz="2000" dirty="0">
                <a:latin typeface="Corbel"/>
                <a:cs typeface="Corbel"/>
              </a:rPr>
              <a:t>of</a:t>
            </a:r>
            <a:r>
              <a:rPr sz="2000" spc="-30" dirty="0">
                <a:latin typeface="Corbel"/>
                <a:cs typeface="Corbel"/>
              </a:rPr>
              <a:t> </a:t>
            </a:r>
            <a:r>
              <a:rPr sz="2000" dirty="0">
                <a:latin typeface="Corbel"/>
                <a:cs typeface="Corbel"/>
              </a:rPr>
              <a:t>cracks</a:t>
            </a:r>
            <a:r>
              <a:rPr sz="2000" spc="-35" dirty="0">
                <a:latin typeface="Corbel"/>
                <a:cs typeface="Corbel"/>
              </a:rPr>
              <a:t> </a:t>
            </a:r>
            <a:r>
              <a:rPr sz="2000" dirty="0">
                <a:latin typeface="Corbel"/>
                <a:cs typeface="Corbel"/>
              </a:rPr>
              <a:t>and</a:t>
            </a:r>
            <a:r>
              <a:rPr sz="2000" spc="-30" dirty="0">
                <a:latin typeface="Corbel"/>
                <a:cs typeface="Corbel"/>
              </a:rPr>
              <a:t> </a:t>
            </a:r>
            <a:r>
              <a:rPr sz="2000" spc="-10" dirty="0">
                <a:latin typeface="Corbel"/>
                <a:cs typeface="Corbel"/>
              </a:rPr>
              <a:t>damage</a:t>
            </a:r>
            <a:endParaRPr sz="2000">
              <a:latin typeface="Corbel"/>
              <a:cs typeface="Corbel"/>
            </a:endParaRPr>
          </a:p>
          <a:p>
            <a:pPr marL="1052195" lvl="1" indent="-243204">
              <a:lnSpc>
                <a:spcPts val="2450"/>
              </a:lnSpc>
              <a:buSzPct val="115000"/>
              <a:buFont typeface="Wingdings"/>
              <a:buChar char=""/>
              <a:tabLst>
                <a:tab pos="1052195" algn="l"/>
              </a:tabLst>
            </a:pPr>
            <a:r>
              <a:rPr sz="2000" dirty="0">
                <a:latin typeface="Corbel"/>
                <a:cs typeface="Corbel"/>
              </a:rPr>
              <a:t>Propellers</a:t>
            </a:r>
            <a:r>
              <a:rPr sz="2000" spc="-30" dirty="0">
                <a:latin typeface="Corbel"/>
                <a:cs typeface="Corbel"/>
              </a:rPr>
              <a:t> </a:t>
            </a:r>
            <a:r>
              <a:rPr sz="2000" dirty="0">
                <a:latin typeface="Corbel"/>
                <a:cs typeface="Corbel"/>
              </a:rPr>
              <a:t>are</a:t>
            </a:r>
            <a:r>
              <a:rPr sz="2000" spc="-30" dirty="0">
                <a:latin typeface="Corbel"/>
                <a:cs typeface="Corbel"/>
              </a:rPr>
              <a:t> </a:t>
            </a:r>
            <a:r>
              <a:rPr sz="2000" dirty="0">
                <a:latin typeface="Corbel"/>
                <a:cs typeface="Corbel"/>
              </a:rPr>
              <a:t>free</a:t>
            </a:r>
            <a:r>
              <a:rPr sz="2000" spc="-25" dirty="0">
                <a:latin typeface="Corbel"/>
                <a:cs typeface="Corbel"/>
              </a:rPr>
              <a:t> </a:t>
            </a:r>
            <a:r>
              <a:rPr sz="2000" dirty="0">
                <a:latin typeface="Corbel"/>
                <a:cs typeface="Corbel"/>
              </a:rPr>
              <a:t>from</a:t>
            </a:r>
            <a:r>
              <a:rPr sz="2000" spc="-30" dirty="0">
                <a:latin typeface="Corbel"/>
                <a:cs typeface="Corbel"/>
              </a:rPr>
              <a:t> </a:t>
            </a:r>
            <a:r>
              <a:rPr sz="2000" dirty="0">
                <a:latin typeface="Corbel"/>
                <a:cs typeface="Corbel"/>
              </a:rPr>
              <a:t>dirt,</a:t>
            </a:r>
            <a:r>
              <a:rPr sz="2000" spc="-35" dirty="0">
                <a:latin typeface="Corbel"/>
                <a:cs typeface="Corbel"/>
              </a:rPr>
              <a:t> </a:t>
            </a:r>
            <a:r>
              <a:rPr sz="2000" dirty="0">
                <a:latin typeface="Corbel"/>
                <a:cs typeface="Corbel"/>
              </a:rPr>
              <a:t>and</a:t>
            </a:r>
            <a:r>
              <a:rPr sz="2000" spc="-30" dirty="0">
                <a:latin typeface="Corbel"/>
                <a:cs typeface="Corbel"/>
              </a:rPr>
              <a:t> </a:t>
            </a:r>
            <a:r>
              <a:rPr sz="2000" dirty="0">
                <a:latin typeface="Corbel"/>
                <a:cs typeface="Corbel"/>
              </a:rPr>
              <a:t>no</a:t>
            </a:r>
            <a:r>
              <a:rPr sz="2000" spc="-35" dirty="0">
                <a:latin typeface="Corbel"/>
                <a:cs typeface="Corbel"/>
              </a:rPr>
              <a:t> </a:t>
            </a:r>
            <a:r>
              <a:rPr sz="2000" dirty="0">
                <a:latin typeface="Corbel"/>
                <a:cs typeface="Corbel"/>
              </a:rPr>
              <a:t>signs</a:t>
            </a:r>
            <a:r>
              <a:rPr sz="2000" spc="-30" dirty="0">
                <a:latin typeface="Corbel"/>
                <a:cs typeface="Corbel"/>
              </a:rPr>
              <a:t> </a:t>
            </a:r>
            <a:r>
              <a:rPr sz="2000" dirty="0">
                <a:latin typeface="Corbel"/>
                <a:cs typeface="Corbel"/>
              </a:rPr>
              <a:t>of</a:t>
            </a:r>
            <a:r>
              <a:rPr sz="2000" spc="-30" dirty="0">
                <a:latin typeface="Corbel"/>
                <a:cs typeface="Corbel"/>
              </a:rPr>
              <a:t> </a:t>
            </a:r>
            <a:r>
              <a:rPr sz="2000" spc="-10" dirty="0">
                <a:latin typeface="Corbel"/>
                <a:cs typeface="Corbel"/>
              </a:rPr>
              <a:t>cracks</a:t>
            </a:r>
            <a:endParaRPr sz="2000">
              <a:latin typeface="Corbel"/>
              <a:cs typeface="Corbel"/>
            </a:endParaRPr>
          </a:p>
          <a:p>
            <a:pPr marL="1052195" lvl="1" indent="-243204">
              <a:lnSpc>
                <a:spcPts val="2450"/>
              </a:lnSpc>
              <a:buSzPct val="115000"/>
              <a:buFont typeface="Wingdings"/>
              <a:buChar char=""/>
              <a:tabLst>
                <a:tab pos="1052195" algn="l"/>
              </a:tabLst>
            </a:pPr>
            <a:r>
              <a:rPr sz="2000" dirty="0">
                <a:latin typeface="Corbel"/>
                <a:cs typeface="Corbel"/>
              </a:rPr>
              <a:t>Motors</a:t>
            </a:r>
            <a:r>
              <a:rPr sz="2000" spc="-45" dirty="0">
                <a:latin typeface="Corbel"/>
                <a:cs typeface="Corbel"/>
              </a:rPr>
              <a:t> </a:t>
            </a:r>
            <a:r>
              <a:rPr sz="2000" dirty="0">
                <a:latin typeface="Corbel"/>
                <a:cs typeface="Corbel"/>
              </a:rPr>
              <a:t>are</a:t>
            </a:r>
            <a:r>
              <a:rPr sz="2000" spc="-40" dirty="0">
                <a:latin typeface="Corbel"/>
                <a:cs typeface="Corbel"/>
              </a:rPr>
              <a:t> </a:t>
            </a:r>
            <a:r>
              <a:rPr sz="2000" dirty="0">
                <a:latin typeface="Corbel"/>
                <a:cs typeface="Corbel"/>
              </a:rPr>
              <a:t>smoothly</a:t>
            </a:r>
            <a:r>
              <a:rPr sz="2000" spc="-45" dirty="0">
                <a:latin typeface="Corbel"/>
                <a:cs typeface="Corbel"/>
              </a:rPr>
              <a:t> </a:t>
            </a:r>
            <a:r>
              <a:rPr sz="2000" spc="-10" dirty="0">
                <a:latin typeface="Corbel"/>
                <a:cs typeface="Corbel"/>
              </a:rPr>
              <a:t>running</a:t>
            </a:r>
            <a:endParaRPr sz="2000">
              <a:latin typeface="Corbel"/>
              <a:cs typeface="Corbel"/>
            </a:endParaRPr>
          </a:p>
          <a:p>
            <a:pPr marL="1052195" lvl="1" indent="-243204">
              <a:lnSpc>
                <a:spcPts val="2400"/>
              </a:lnSpc>
              <a:buSzPct val="115000"/>
              <a:buFont typeface="Wingdings"/>
              <a:buChar char=""/>
              <a:tabLst>
                <a:tab pos="1052195" algn="l"/>
              </a:tabLst>
            </a:pPr>
            <a:r>
              <a:rPr sz="2000" dirty="0">
                <a:latin typeface="Corbel"/>
                <a:cs typeface="Corbel"/>
              </a:rPr>
              <a:t>The</a:t>
            </a:r>
            <a:r>
              <a:rPr sz="2000" spc="-40" dirty="0">
                <a:latin typeface="Corbel"/>
                <a:cs typeface="Corbel"/>
              </a:rPr>
              <a:t> </a:t>
            </a:r>
            <a:r>
              <a:rPr sz="2000" dirty="0">
                <a:latin typeface="Corbel"/>
                <a:cs typeface="Corbel"/>
              </a:rPr>
              <a:t>camera</a:t>
            </a:r>
            <a:r>
              <a:rPr sz="2000" spc="-45" dirty="0">
                <a:latin typeface="Corbel"/>
                <a:cs typeface="Corbel"/>
              </a:rPr>
              <a:t> </a:t>
            </a:r>
            <a:r>
              <a:rPr sz="2000" dirty="0">
                <a:latin typeface="Corbel"/>
                <a:cs typeface="Corbel"/>
              </a:rPr>
              <a:t>and</a:t>
            </a:r>
            <a:r>
              <a:rPr sz="2000" spc="-40" dirty="0">
                <a:latin typeface="Corbel"/>
                <a:cs typeface="Corbel"/>
              </a:rPr>
              <a:t> </a:t>
            </a:r>
            <a:r>
              <a:rPr sz="2000" dirty="0">
                <a:latin typeface="Corbel"/>
                <a:cs typeface="Corbel"/>
              </a:rPr>
              <a:t>gimbals</a:t>
            </a:r>
            <a:r>
              <a:rPr sz="2000" spc="-35" dirty="0">
                <a:latin typeface="Corbel"/>
                <a:cs typeface="Corbel"/>
              </a:rPr>
              <a:t> </a:t>
            </a:r>
            <a:r>
              <a:rPr sz="2000" dirty="0">
                <a:latin typeface="Corbel"/>
                <a:cs typeface="Corbel"/>
              </a:rPr>
              <a:t>are</a:t>
            </a:r>
            <a:r>
              <a:rPr sz="2000" spc="-40" dirty="0">
                <a:latin typeface="Corbel"/>
                <a:cs typeface="Corbel"/>
              </a:rPr>
              <a:t> </a:t>
            </a:r>
            <a:r>
              <a:rPr sz="2000" dirty="0">
                <a:latin typeface="Corbel"/>
                <a:cs typeface="Corbel"/>
              </a:rPr>
              <a:t>properly</a:t>
            </a:r>
            <a:r>
              <a:rPr sz="2000" spc="-35" dirty="0">
                <a:latin typeface="Corbel"/>
                <a:cs typeface="Corbel"/>
              </a:rPr>
              <a:t> </a:t>
            </a:r>
            <a:r>
              <a:rPr sz="2000" spc="-10" dirty="0">
                <a:latin typeface="Corbel"/>
                <a:cs typeface="Corbel"/>
              </a:rPr>
              <a:t>intact</a:t>
            </a:r>
            <a:endParaRPr sz="2000">
              <a:latin typeface="Corbel"/>
              <a:cs typeface="Corbel"/>
            </a:endParaRPr>
          </a:p>
          <a:p>
            <a:pPr marL="1052195" lvl="1" indent="-243204">
              <a:lnSpc>
                <a:spcPts val="2400"/>
              </a:lnSpc>
              <a:buSzPct val="115000"/>
              <a:buFont typeface="Wingdings"/>
              <a:buChar char=""/>
              <a:tabLst>
                <a:tab pos="1052195" algn="l"/>
              </a:tabLst>
            </a:pPr>
            <a:r>
              <a:rPr sz="2000" dirty="0">
                <a:latin typeface="Corbel"/>
                <a:cs typeface="Corbel"/>
              </a:rPr>
              <a:t>Indicator</a:t>
            </a:r>
            <a:r>
              <a:rPr sz="2000" spc="-50" dirty="0">
                <a:latin typeface="Corbel"/>
                <a:cs typeface="Corbel"/>
              </a:rPr>
              <a:t> </a:t>
            </a:r>
            <a:r>
              <a:rPr sz="2000" spc="-10" dirty="0">
                <a:latin typeface="Corbel"/>
                <a:cs typeface="Corbel"/>
              </a:rPr>
              <a:t>lights</a:t>
            </a:r>
            <a:endParaRPr sz="2000">
              <a:latin typeface="Corbel"/>
              <a:cs typeface="Corbel"/>
            </a:endParaRPr>
          </a:p>
          <a:p>
            <a:pPr marL="1052195" lvl="1" indent="-243204">
              <a:lnSpc>
                <a:spcPts val="2400"/>
              </a:lnSpc>
              <a:buSzPct val="115000"/>
              <a:buFont typeface="Wingdings"/>
              <a:buChar char=""/>
              <a:tabLst>
                <a:tab pos="1052195" algn="l"/>
              </a:tabLst>
            </a:pPr>
            <a:r>
              <a:rPr sz="2000" dirty="0">
                <a:latin typeface="Corbel"/>
                <a:cs typeface="Corbel"/>
              </a:rPr>
              <a:t>No</a:t>
            </a:r>
            <a:r>
              <a:rPr sz="2000" spc="-40" dirty="0">
                <a:latin typeface="Corbel"/>
                <a:cs typeface="Corbel"/>
              </a:rPr>
              <a:t> </a:t>
            </a:r>
            <a:r>
              <a:rPr sz="2000" dirty="0">
                <a:latin typeface="Corbel"/>
                <a:cs typeface="Corbel"/>
              </a:rPr>
              <a:t>missing</a:t>
            </a:r>
            <a:r>
              <a:rPr sz="2000" spc="-35" dirty="0">
                <a:latin typeface="Corbel"/>
                <a:cs typeface="Corbel"/>
              </a:rPr>
              <a:t> </a:t>
            </a:r>
            <a:r>
              <a:rPr sz="2000" dirty="0">
                <a:latin typeface="Corbel"/>
                <a:cs typeface="Corbel"/>
              </a:rPr>
              <a:t>or</a:t>
            </a:r>
            <a:r>
              <a:rPr sz="2000" spc="-35" dirty="0">
                <a:latin typeface="Corbel"/>
                <a:cs typeface="Corbel"/>
              </a:rPr>
              <a:t> </a:t>
            </a:r>
            <a:r>
              <a:rPr sz="2000" dirty="0">
                <a:latin typeface="Corbel"/>
                <a:cs typeface="Corbel"/>
              </a:rPr>
              <a:t>loose</a:t>
            </a:r>
            <a:r>
              <a:rPr sz="2000" spc="-25" dirty="0">
                <a:latin typeface="Corbel"/>
                <a:cs typeface="Corbel"/>
              </a:rPr>
              <a:t> </a:t>
            </a:r>
            <a:r>
              <a:rPr sz="2000" spc="-10" dirty="0">
                <a:latin typeface="Corbel"/>
                <a:cs typeface="Corbel"/>
              </a:rPr>
              <a:t>screws</a:t>
            </a:r>
            <a:endParaRPr sz="2000">
              <a:latin typeface="Corbel"/>
              <a:cs typeface="Corbel"/>
            </a:endParaRPr>
          </a:p>
          <a:p>
            <a:pPr marL="1052195" lvl="1" indent="-243204">
              <a:lnSpc>
                <a:spcPts val="2460"/>
              </a:lnSpc>
              <a:buSzPct val="115000"/>
              <a:buFont typeface="Wingdings"/>
              <a:buChar char=""/>
              <a:tabLst>
                <a:tab pos="1052195" algn="l"/>
              </a:tabLst>
            </a:pPr>
            <a:r>
              <a:rPr sz="2000" dirty="0">
                <a:latin typeface="Corbel"/>
                <a:cs typeface="Corbel"/>
              </a:rPr>
              <a:t>Batteries</a:t>
            </a:r>
            <a:r>
              <a:rPr sz="2000" spc="-25" dirty="0">
                <a:latin typeface="Corbel"/>
                <a:cs typeface="Corbel"/>
              </a:rPr>
              <a:t> </a:t>
            </a:r>
            <a:r>
              <a:rPr sz="2000" dirty="0">
                <a:latin typeface="Corbel"/>
                <a:cs typeface="Corbel"/>
              </a:rPr>
              <a:t>cool</a:t>
            </a:r>
            <a:r>
              <a:rPr sz="2000" spc="-30" dirty="0">
                <a:latin typeface="Corbel"/>
                <a:cs typeface="Corbel"/>
              </a:rPr>
              <a:t> </a:t>
            </a:r>
            <a:r>
              <a:rPr sz="2000" dirty="0">
                <a:latin typeface="Corbel"/>
                <a:cs typeface="Corbel"/>
              </a:rPr>
              <a:t>down</a:t>
            </a:r>
            <a:r>
              <a:rPr sz="2000" spc="-30" dirty="0">
                <a:latin typeface="Corbel"/>
                <a:cs typeface="Corbel"/>
              </a:rPr>
              <a:t> </a:t>
            </a:r>
            <a:r>
              <a:rPr sz="2000" dirty="0">
                <a:latin typeface="Corbel"/>
                <a:cs typeface="Corbel"/>
              </a:rPr>
              <a:t>and</a:t>
            </a:r>
            <a:r>
              <a:rPr sz="2000" spc="-25" dirty="0">
                <a:latin typeface="Corbel"/>
                <a:cs typeface="Corbel"/>
              </a:rPr>
              <a:t> </a:t>
            </a:r>
            <a:r>
              <a:rPr sz="2000" dirty="0">
                <a:latin typeface="Corbel"/>
                <a:cs typeface="Corbel"/>
              </a:rPr>
              <a:t>are</a:t>
            </a:r>
            <a:r>
              <a:rPr sz="2000" spc="-25" dirty="0">
                <a:latin typeface="Corbel"/>
                <a:cs typeface="Corbel"/>
              </a:rPr>
              <a:t> </a:t>
            </a:r>
            <a:r>
              <a:rPr sz="2000" dirty="0">
                <a:latin typeface="Corbel"/>
                <a:cs typeface="Corbel"/>
              </a:rPr>
              <a:t>free</a:t>
            </a:r>
            <a:r>
              <a:rPr sz="2000" spc="-20" dirty="0">
                <a:latin typeface="Corbel"/>
                <a:cs typeface="Corbel"/>
              </a:rPr>
              <a:t> </a:t>
            </a:r>
            <a:r>
              <a:rPr sz="2000" dirty="0">
                <a:latin typeface="Corbel"/>
                <a:cs typeface="Corbel"/>
              </a:rPr>
              <a:t>from</a:t>
            </a:r>
            <a:r>
              <a:rPr sz="2000" spc="-25" dirty="0">
                <a:latin typeface="Corbel"/>
                <a:cs typeface="Corbel"/>
              </a:rPr>
              <a:t> </a:t>
            </a:r>
            <a:r>
              <a:rPr sz="2000" dirty="0">
                <a:latin typeface="Corbel"/>
                <a:cs typeface="Corbel"/>
              </a:rPr>
              <a:t>any</a:t>
            </a:r>
            <a:r>
              <a:rPr sz="2000" spc="-25" dirty="0">
                <a:latin typeface="Corbel"/>
                <a:cs typeface="Corbel"/>
              </a:rPr>
              <a:t> </a:t>
            </a:r>
            <a:r>
              <a:rPr sz="2000" dirty="0">
                <a:latin typeface="Corbel"/>
                <a:cs typeface="Corbel"/>
              </a:rPr>
              <a:t>sign</a:t>
            </a:r>
            <a:r>
              <a:rPr sz="2000" spc="-35" dirty="0">
                <a:latin typeface="Corbel"/>
                <a:cs typeface="Corbel"/>
              </a:rPr>
              <a:t> </a:t>
            </a:r>
            <a:r>
              <a:rPr sz="2000" dirty="0">
                <a:latin typeface="Corbel"/>
                <a:cs typeface="Corbel"/>
              </a:rPr>
              <a:t>of</a:t>
            </a:r>
            <a:r>
              <a:rPr sz="2000" spc="-25" dirty="0">
                <a:latin typeface="Corbel"/>
                <a:cs typeface="Corbel"/>
              </a:rPr>
              <a:t> </a:t>
            </a:r>
            <a:r>
              <a:rPr sz="2000" spc="-10" dirty="0">
                <a:latin typeface="Corbel"/>
                <a:cs typeface="Corbel"/>
              </a:rPr>
              <a:t>damage</a:t>
            </a:r>
            <a:endParaRPr sz="2000">
              <a:latin typeface="Corbel"/>
              <a:cs typeface="Corbel"/>
            </a:endParaRPr>
          </a:p>
          <a:p>
            <a:pPr marL="1052195" lvl="1" indent="-243204">
              <a:lnSpc>
                <a:spcPts val="2700"/>
              </a:lnSpc>
              <a:buSzPct val="115000"/>
              <a:buFont typeface="Wingdings"/>
              <a:buChar char=""/>
              <a:tabLst>
                <a:tab pos="1052195" algn="l"/>
              </a:tabLst>
            </a:pPr>
            <a:r>
              <a:rPr sz="2000" dirty="0">
                <a:latin typeface="Corbel"/>
                <a:cs typeface="Corbel"/>
              </a:rPr>
              <a:t>Landing</a:t>
            </a:r>
            <a:r>
              <a:rPr sz="2000" spc="-30" dirty="0">
                <a:latin typeface="Corbel"/>
                <a:cs typeface="Corbel"/>
              </a:rPr>
              <a:t> </a:t>
            </a:r>
            <a:r>
              <a:rPr sz="2000" dirty="0">
                <a:latin typeface="Corbel"/>
                <a:cs typeface="Corbel"/>
              </a:rPr>
              <a:t>gears</a:t>
            </a:r>
            <a:r>
              <a:rPr sz="2000" spc="-25" dirty="0">
                <a:latin typeface="Corbel"/>
                <a:cs typeface="Corbel"/>
              </a:rPr>
              <a:t> </a:t>
            </a:r>
            <a:r>
              <a:rPr sz="2000" dirty="0">
                <a:latin typeface="Corbel"/>
                <a:cs typeface="Corbel"/>
              </a:rPr>
              <a:t>are</a:t>
            </a:r>
            <a:r>
              <a:rPr sz="2000" spc="-25" dirty="0">
                <a:latin typeface="Corbel"/>
                <a:cs typeface="Corbel"/>
              </a:rPr>
              <a:t> </a:t>
            </a:r>
            <a:r>
              <a:rPr sz="2000" dirty="0">
                <a:latin typeface="Corbel"/>
                <a:cs typeface="Corbel"/>
              </a:rPr>
              <a:t>intact</a:t>
            </a:r>
            <a:r>
              <a:rPr sz="2000" spc="-20" dirty="0">
                <a:latin typeface="Corbel"/>
                <a:cs typeface="Corbel"/>
              </a:rPr>
              <a:t> </a:t>
            </a:r>
            <a:r>
              <a:rPr sz="2000" dirty="0">
                <a:latin typeface="Corbel"/>
                <a:cs typeface="Corbel"/>
              </a:rPr>
              <a:t>and</a:t>
            </a:r>
            <a:r>
              <a:rPr sz="2000" spc="-25" dirty="0">
                <a:latin typeface="Corbel"/>
                <a:cs typeface="Corbel"/>
              </a:rPr>
              <a:t> </a:t>
            </a:r>
            <a:r>
              <a:rPr sz="2000" dirty="0">
                <a:latin typeface="Corbel"/>
                <a:cs typeface="Corbel"/>
              </a:rPr>
              <a:t>no</a:t>
            </a:r>
            <a:r>
              <a:rPr sz="2000" spc="-30" dirty="0">
                <a:latin typeface="Corbel"/>
                <a:cs typeface="Corbel"/>
              </a:rPr>
              <a:t> </a:t>
            </a:r>
            <a:r>
              <a:rPr sz="2000" dirty="0">
                <a:latin typeface="Corbel"/>
                <a:cs typeface="Corbel"/>
              </a:rPr>
              <a:t>sign</a:t>
            </a:r>
            <a:r>
              <a:rPr sz="2000" spc="-30" dirty="0">
                <a:latin typeface="Corbel"/>
                <a:cs typeface="Corbel"/>
              </a:rPr>
              <a:t> </a:t>
            </a:r>
            <a:r>
              <a:rPr sz="2000" dirty="0">
                <a:latin typeface="Corbel"/>
                <a:cs typeface="Corbel"/>
              </a:rPr>
              <a:t>of</a:t>
            </a:r>
            <a:r>
              <a:rPr sz="2000" spc="-25" dirty="0">
                <a:latin typeface="Corbel"/>
                <a:cs typeface="Corbel"/>
              </a:rPr>
              <a:t> </a:t>
            </a:r>
            <a:r>
              <a:rPr sz="2000" spc="-10" dirty="0">
                <a:latin typeface="Corbel"/>
                <a:cs typeface="Corbel"/>
              </a:rPr>
              <a:t>damage</a:t>
            </a:r>
            <a:endParaRPr sz="2000">
              <a:latin typeface="Corbel"/>
              <a:cs typeface="Corbe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9598660" cy="878205"/>
            <a:chOff x="1417319" y="414527"/>
            <a:chExt cx="9598660" cy="878205"/>
          </a:xfrm>
        </p:grpSpPr>
        <p:pic>
          <p:nvPicPr>
            <p:cNvPr id="4" name="object 4"/>
            <p:cNvPicPr/>
            <p:nvPr/>
          </p:nvPicPr>
          <p:blipFill>
            <a:blip r:embed="rId2" cstate="print"/>
            <a:stretch>
              <a:fillRect/>
            </a:stretch>
          </p:blipFill>
          <p:spPr>
            <a:xfrm>
              <a:off x="1417319" y="414527"/>
              <a:ext cx="9598152" cy="573024"/>
            </a:xfrm>
            <a:prstGeom prst="rect">
              <a:avLst/>
            </a:prstGeom>
          </p:spPr>
        </p:pic>
        <p:pic>
          <p:nvPicPr>
            <p:cNvPr id="5" name="object 5"/>
            <p:cNvPicPr/>
            <p:nvPr/>
          </p:nvPicPr>
          <p:blipFill>
            <a:blip r:embed="rId3" cstate="print"/>
            <a:stretch>
              <a:fillRect/>
            </a:stretch>
          </p:blipFill>
          <p:spPr>
            <a:xfrm>
              <a:off x="1417319" y="719327"/>
              <a:ext cx="1588008" cy="573024"/>
            </a:xfrm>
            <a:prstGeom prst="rect">
              <a:avLst/>
            </a:prstGeom>
          </p:spPr>
        </p:pic>
      </p:grpSp>
      <p:sp>
        <p:nvSpPr>
          <p:cNvPr id="6" name="object 6"/>
          <p:cNvSpPr txBox="1">
            <a:spLocks noGrp="1"/>
          </p:cNvSpPr>
          <p:nvPr>
            <p:ph type="title"/>
          </p:nvPr>
        </p:nvSpPr>
        <p:spPr>
          <a:prstGeom prst="rect">
            <a:avLst/>
          </a:prstGeom>
        </p:spPr>
        <p:txBody>
          <a:bodyPr vert="horz" wrap="square" lIns="0" tIns="177291" rIns="0" bIns="0" rtlCol="0">
            <a:spAutoFit/>
          </a:bodyPr>
          <a:lstStyle/>
          <a:p>
            <a:pPr marL="640715" marR="5080">
              <a:lnSpc>
                <a:spcPct val="100000"/>
              </a:lnSpc>
              <a:spcBef>
                <a:spcPts val="100"/>
              </a:spcBef>
            </a:pPr>
            <a:r>
              <a:rPr dirty="0"/>
              <a:t>060</a:t>
            </a:r>
            <a:r>
              <a:rPr spc="-35" dirty="0"/>
              <a:t> </a:t>
            </a:r>
            <a:r>
              <a:rPr dirty="0"/>
              <a:t>03</a:t>
            </a:r>
            <a:r>
              <a:rPr spc="-25" dirty="0"/>
              <a:t> </a:t>
            </a:r>
            <a:r>
              <a:rPr dirty="0"/>
              <a:t>02:</a:t>
            </a:r>
            <a:r>
              <a:rPr spc="-30" dirty="0"/>
              <a:t> </a:t>
            </a:r>
            <a:r>
              <a:rPr dirty="0"/>
              <a:t>Importance</a:t>
            </a:r>
            <a:r>
              <a:rPr spc="-30" dirty="0"/>
              <a:t> </a:t>
            </a:r>
            <a:r>
              <a:rPr dirty="0"/>
              <a:t>of</a:t>
            </a:r>
            <a:r>
              <a:rPr spc="-30" dirty="0"/>
              <a:t> </a:t>
            </a:r>
            <a:r>
              <a:rPr spc="-10" dirty="0"/>
              <a:t>contingency/emergency</a:t>
            </a:r>
            <a:r>
              <a:rPr spc="-30" dirty="0"/>
              <a:t> </a:t>
            </a:r>
            <a:r>
              <a:rPr dirty="0"/>
              <a:t>procedures</a:t>
            </a:r>
            <a:r>
              <a:rPr spc="-25" dirty="0"/>
              <a:t> </a:t>
            </a:r>
            <a:r>
              <a:rPr dirty="0"/>
              <a:t>and</a:t>
            </a:r>
            <a:r>
              <a:rPr spc="-30" dirty="0"/>
              <a:t> </a:t>
            </a:r>
            <a:r>
              <a:rPr dirty="0"/>
              <a:t>the</a:t>
            </a:r>
            <a:r>
              <a:rPr spc="-30" dirty="0"/>
              <a:t> </a:t>
            </a:r>
            <a:r>
              <a:rPr dirty="0"/>
              <a:t>common</a:t>
            </a:r>
            <a:r>
              <a:rPr spc="-35" dirty="0"/>
              <a:t> </a:t>
            </a:r>
            <a:r>
              <a:rPr spc="-10" dirty="0"/>
              <a:t>handling procedures:</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41275">
              <a:lnSpc>
                <a:spcPts val="1045"/>
              </a:lnSpc>
            </a:pPr>
            <a:r>
              <a:rPr spc="-25" dirty="0"/>
              <a:t>79</a:t>
            </a:r>
          </a:p>
        </p:txBody>
      </p:sp>
      <p:sp>
        <p:nvSpPr>
          <p:cNvPr id="7" name="object 7"/>
          <p:cNvSpPr txBox="1">
            <a:spLocks noGrp="1"/>
          </p:cNvSpPr>
          <p:nvPr>
            <p:ph type="body" idx="1"/>
          </p:nvPr>
        </p:nvSpPr>
        <p:spPr>
          <a:prstGeom prst="rect">
            <a:avLst/>
          </a:prstGeom>
        </p:spPr>
        <p:txBody>
          <a:bodyPr vert="horz" wrap="square" lIns="0" tIns="121030" rIns="0" bIns="0" rtlCol="0">
            <a:spAutoFit/>
          </a:bodyPr>
          <a:lstStyle/>
          <a:p>
            <a:pPr marL="12700" marR="5715" algn="just">
              <a:lnSpc>
                <a:spcPts val="1900"/>
              </a:lnSpc>
              <a:spcBef>
                <a:spcPts val="180"/>
              </a:spcBef>
            </a:pPr>
            <a:r>
              <a:rPr dirty="0"/>
              <a:t>Having</a:t>
            </a:r>
            <a:r>
              <a:rPr spc="145" dirty="0"/>
              <a:t> </a:t>
            </a:r>
            <a:r>
              <a:rPr dirty="0"/>
              <a:t>a</a:t>
            </a:r>
            <a:r>
              <a:rPr spc="150" dirty="0"/>
              <a:t> </a:t>
            </a:r>
            <a:r>
              <a:rPr dirty="0"/>
              <a:t>contingency</a:t>
            </a:r>
            <a:r>
              <a:rPr spc="140" dirty="0"/>
              <a:t> </a:t>
            </a:r>
            <a:r>
              <a:rPr dirty="0"/>
              <a:t>plan</a:t>
            </a:r>
            <a:r>
              <a:rPr spc="155" dirty="0"/>
              <a:t> </a:t>
            </a:r>
            <a:r>
              <a:rPr u="sng" dirty="0">
                <a:uFill>
                  <a:solidFill>
                    <a:srgbClr val="000000"/>
                  </a:solidFill>
                </a:uFill>
              </a:rPr>
              <a:t>minimizes</a:t>
            </a:r>
            <a:r>
              <a:rPr u="sng" spc="155" dirty="0">
                <a:uFill>
                  <a:solidFill>
                    <a:srgbClr val="000000"/>
                  </a:solidFill>
                </a:uFill>
              </a:rPr>
              <a:t> </a:t>
            </a:r>
            <a:r>
              <a:rPr u="sng" dirty="0">
                <a:uFill>
                  <a:solidFill>
                    <a:srgbClr val="000000"/>
                  </a:solidFill>
                </a:uFill>
              </a:rPr>
              <a:t>the</a:t>
            </a:r>
            <a:r>
              <a:rPr u="sng" spc="155" dirty="0">
                <a:uFill>
                  <a:solidFill>
                    <a:srgbClr val="000000"/>
                  </a:solidFill>
                </a:uFill>
              </a:rPr>
              <a:t> </a:t>
            </a:r>
            <a:r>
              <a:rPr u="sng" dirty="0">
                <a:uFill>
                  <a:solidFill>
                    <a:srgbClr val="000000"/>
                  </a:solidFill>
                </a:uFill>
              </a:rPr>
              <a:t>impact</a:t>
            </a:r>
            <a:r>
              <a:rPr u="sng" spc="140" dirty="0">
                <a:uFill>
                  <a:solidFill>
                    <a:srgbClr val="000000"/>
                  </a:solidFill>
                </a:uFill>
              </a:rPr>
              <a:t> </a:t>
            </a:r>
            <a:r>
              <a:rPr u="sng" dirty="0">
                <a:uFill>
                  <a:solidFill>
                    <a:srgbClr val="000000"/>
                  </a:solidFill>
                </a:uFill>
              </a:rPr>
              <a:t>of</a:t>
            </a:r>
            <a:r>
              <a:rPr u="sng" spc="150" dirty="0">
                <a:uFill>
                  <a:solidFill>
                    <a:srgbClr val="000000"/>
                  </a:solidFill>
                </a:uFill>
              </a:rPr>
              <a:t> </a:t>
            </a:r>
            <a:r>
              <a:rPr u="sng" dirty="0">
                <a:uFill>
                  <a:solidFill>
                    <a:srgbClr val="000000"/>
                  </a:solidFill>
                </a:uFill>
              </a:rPr>
              <a:t>unforeseen</a:t>
            </a:r>
            <a:r>
              <a:rPr u="sng" spc="155" dirty="0">
                <a:uFill>
                  <a:solidFill>
                    <a:srgbClr val="000000"/>
                  </a:solidFill>
                </a:uFill>
              </a:rPr>
              <a:t> </a:t>
            </a:r>
            <a:r>
              <a:rPr u="sng" dirty="0">
                <a:uFill>
                  <a:solidFill>
                    <a:srgbClr val="000000"/>
                  </a:solidFill>
                </a:uFill>
              </a:rPr>
              <a:t>events</a:t>
            </a:r>
            <a:r>
              <a:rPr u="sng" spc="150" dirty="0">
                <a:uFill>
                  <a:solidFill>
                    <a:srgbClr val="000000"/>
                  </a:solidFill>
                </a:uFill>
              </a:rPr>
              <a:t> </a:t>
            </a:r>
            <a:r>
              <a:rPr u="sng" dirty="0">
                <a:uFill>
                  <a:solidFill>
                    <a:srgbClr val="000000"/>
                  </a:solidFill>
                </a:uFill>
              </a:rPr>
              <a:t>and</a:t>
            </a:r>
            <a:r>
              <a:rPr u="sng" spc="150" dirty="0">
                <a:uFill>
                  <a:solidFill>
                    <a:srgbClr val="000000"/>
                  </a:solidFill>
                </a:uFill>
              </a:rPr>
              <a:t> </a:t>
            </a:r>
            <a:r>
              <a:rPr u="sng" dirty="0">
                <a:uFill>
                  <a:solidFill>
                    <a:srgbClr val="000000"/>
                  </a:solidFill>
                </a:uFill>
              </a:rPr>
              <a:t>outlines</a:t>
            </a:r>
            <a:r>
              <a:rPr u="sng" spc="150" dirty="0">
                <a:uFill>
                  <a:solidFill>
                    <a:srgbClr val="000000"/>
                  </a:solidFill>
                </a:uFill>
              </a:rPr>
              <a:t> </a:t>
            </a:r>
            <a:r>
              <a:rPr u="sng" dirty="0">
                <a:uFill>
                  <a:solidFill>
                    <a:srgbClr val="000000"/>
                  </a:solidFill>
                </a:uFill>
              </a:rPr>
              <a:t>a</a:t>
            </a:r>
            <a:r>
              <a:rPr u="sng" spc="150" dirty="0">
                <a:uFill>
                  <a:solidFill>
                    <a:srgbClr val="000000"/>
                  </a:solidFill>
                </a:uFill>
              </a:rPr>
              <a:t> </a:t>
            </a:r>
            <a:r>
              <a:rPr u="sng" dirty="0">
                <a:uFill>
                  <a:solidFill>
                    <a:srgbClr val="000000"/>
                  </a:solidFill>
                </a:uFill>
              </a:rPr>
              <a:t>plan</a:t>
            </a:r>
            <a:r>
              <a:rPr u="sng" spc="155" dirty="0">
                <a:uFill>
                  <a:solidFill>
                    <a:srgbClr val="000000"/>
                  </a:solidFill>
                </a:uFill>
              </a:rPr>
              <a:t> </a:t>
            </a:r>
            <a:r>
              <a:rPr u="sng" dirty="0">
                <a:uFill>
                  <a:solidFill>
                    <a:srgbClr val="000000"/>
                  </a:solidFill>
                </a:uFill>
              </a:rPr>
              <a:t>for</a:t>
            </a:r>
            <a:r>
              <a:rPr u="sng" spc="150" dirty="0">
                <a:uFill>
                  <a:solidFill>
                    <a:srgbClr val="000000"/>
                  </a:solidFill>
                </a:uFill>
              </a:rPr>
              <a:t> </a:t>
            </a:r>
            <a:r>
              <a:rPr u="sng" dirty="0">
                <a:uFill>
                  <a:solidFill>
                    <a:srgbClr val="000000"/>
                  </a:solidFill>
                </a:uFill>
              </a:rPr>
              <a:t>carrying</a:t>
            </a:r>
            <a:r>
              <a:rPr u="sng" spc="150" dirty="0">
                <a:uFill>
                  <a:solidFill>
                    <a:srgbClr val="000000"/>
                  </a:solidFill>
                </a:uFill>
              </a:rPr>
              <a:t> </a:t>
            </a:r>
            <a:r>
              <a:rPr u="sng" dirty="0">
                <a:uFill>
                  <a:solidFill>
                    <a:srgbClr val="000000"/>
                  </a:solidFill>
                </a:uFill>
              </a:rPr>
              <a:t>out</a:t>
            </a:r>
            <a:r>
              <a:rPr u="sng" spc="145" dirty="0">
                <a:uFill>
                  <a:solidFill>
                    <a:srgbClr val="000000"/>
                  </a:solidFill>
                </a:uFill>
              </a:rPr>
              <a:t> </a:t>
            </a:r>
            <a:r>
              <a:rPr u="sng" spc="-10" dirty="0">
                <a:uFill>
                  <a:solidFill>
                    <a:srgbClr val="000000"/>
                  </a:solidFill>
                </a:uFill>
              </a:rPr>
              <a:t>normal</a:t>
            </a:r>
            <a:r>
              <a:rPr spc="-10" dirty="0"/>
              <a:t> </a:t>
            </a:r>
            <a:r>
              <a:rPr u="sng" dirty="0">
                <a:uFill>
                  <a:solidFill>
                    <a:srgbClr val="000000"/>
                  </a:solidFill>
                </a:uFill>
              </a:rPr>
              <a:t>operation</a:t>
            </a:r>
            <a:r>
              <a:rPr u="sng" spc="235" dirty="0">
                <a:uFill>
                  <a:solidFill>
                    <a:srgbClr val="000000"/>
                  </a:solidFill>
                </a:uFill>
              </a:rPr>
              <a:t> </a:t>
            </a:r>
            <a:r>
              <a:rPr u="sng" dirty="0">
                <a:uFill>
                  <a:solidFill>
                    <a:srgbClr val="000000"/>
                  </a:solidFill>
                </a:uFill>
              </a:rPr>
              <a:t>workflow</a:t>
            </a:r>
            <a:r>
              <a:rPr u="sng" spc="229" dirty="0">
                <a:uFill>
                  <a:solidFill>
                    <a:srgbClr val="000000"/>
                  </a:solidFill>
                </a:uFill>
              </a:rPr>
              <a:t> </a:t>
            </a:r>
            <a:r>
              <a:rPr u="sng" dirty="0">
                <a:uFill>
                  <a:solidFill>
                    <a:srgbClr val="000000"/>
                  </a:solidFill>
                </a:uFill>
              </a:rPr>
              <a:t>without</a:t>
            </a:r>
            <a:r>
              <a:rPr u="sng" spc="225" dirty="0">
                <a:uFill>
                  <a:solidFill>
                    <a:srgbClr val="000000"/>
                  </a:solidFill>
                </a:uFill>
              </a:rPr>
              <a:t> </a:t>
            </a:r>
            <a:r>
              <a:rPr u="sng" dirty="0">
                <a:uFill>
                  <a:solidFill>
                    <a:srgbClr val="000000"/>
                  </a:solidFill>
                </a:uFill>
              </a:rPr>
              <a:t>any</a:t>
            </a:r>
            <a:r>
              <a:rPr u="sng" spc="229" dirty="0">
                <a:uFill>
                  <a:solidFill>
                    <a:srgbClr val="000000"/>
                  </a:solidFill>
                </a:uFill>
              </a:rPr>
              <a:t> </a:t>
            </a:r>
            <a:r>
              <a:rPr u="sng" dirty="0">
                <a:uFill>
                  <a:solidFill>
                    <a:srgbClr val="000000"/>
                  </a:solidFill>
                </a:uFill>
              </a:rPr>
              <a:t>disruption</a:t>
            </a:r>
            <a:r>
              <a:rPr dirty="0"/>
              <a:t>.</a:t>
            </a:r>
            <a:r>
              <a:rPr spc="235" dirty="0"/>
              <a:t> </a:t>
            </a:r>
            <a:r>
              <a:rPr dirty="0"/>
              <a:t>A</a:t>
            </a:r>
            <a:r>
              <a:rPr spc="235" dirty="0"/>
              <a:t> </a:t>
            </a:r>
            <a:r>
              <a:rPr dirty="0"/>
              <a:t>contingency</a:t>
            </a:r>
            <a:r>
              <a:rPr spc="225" dirty="0"/>
              <a:t> </a:t>
            </a:r>
            <a:r>
              <a:rPr dirty="0"/>
              <a:t>plan</a:t>
            </a:r>
            <a:r>
              <a:rPr spc="240" dirty="0"/>
              <a:t> </a:t>
            </a:r>
            <a:r>
              <a:rPr dirty="0"/>
              <a:t>is</a:t>
            </a:r>
            <a:r>
              <a:rPr spc="235" dirty="0"/>
              <a:t> </a:t>
            </a:r>
            <a:r>
              <a:rPr dirty="0"/>
              <a:t>commonly</a:t>
            </a:r>
            <a:r>
              <a:rPr spc="225" dirty="0"/>
              <a:t> </a:t>
            </a:r>
            <a:r>
              <a:rPr dirty="0"/>
              <a:t>known</a:t>
            </a:r>
            <a:r>
              <a:rPr spc="240" dirty="0"/>
              <a:t> </a:t>
            </a:r>
            <a:r>
              <a:rPr dirty="0"/>
              <a:t>as</a:t>
            </a:r>
            <a:r>
              <a:rPr spc="240" dirty="0"/>
              <a:t> </a:t>
            </a:r>
            <a:r>
              <a:rPr dirty="0"/>
              <a:t>a</a:t>
            </a:r>
            <a:r>
              <a:rPr spc="235" dirty="0"/>
              <a:t> </a:t>
            </a:r>
            <a:r>
              <a:rPr dirty="0"/>
              <a:t>backup</a:t>
            </a:r>
            <a:r>
              <a:rPr spc="235" dirty="0"/>
              <a:t> </a:t>
            </a:r>
            <a:r>
              <a:rPr dirty="0"/>
              <a:t>plan,</a:t>
            </a:r>
            <a:r>
              <a:rPr spc="235" dirty="0"/>
              <a:t> </a:t>
            </a:r>
            <a:r>
              <a:rPr dirty="0"/>
              <a:t>a</a:t>
            </a:r>
            <a:r>
              <a:rPr spc="235" dirty="0"/>
              <a:t> </a:t>
            </a:r>
            <a:r>
              <a:rPr spc="-10" dirty="0"/>
              <a:t>disaster </a:t>
            </a:r>
            <a:r>
              <a:rPr dirty="0"/>
              <a:t>recovery</a:t>
            </a:r>
            <a:r>
              <a:rPr spc="-50" dirty="0"/>
              <a:t> </a:t>
            </a:r>
            <a:r>
              <a:rPr dirty="0"/>
              <a:t>plan,</a:t>
            </a:r>
            <a:r>
              <a:rPr spc="-20" dirty="0"/>
              <a:t> </a:t>
            </a:r>
            <a:r>
              <a:rPr dirty="0"/>
              <a:t>or</a:t>
            </a:r>
            <a:r>
              <a:rPr spc="-25" dirty="0"/>
              <a:t> </a:t>
            </a:r>
            <a:r>
              <a:rPr spc="-10" dirty="0"/>
              <a:t>fondly,</a:t>
            </a:r>
            <a:r>
              <a:rPr spc="-25" dirty="0"/>
              <a:t> </a:t>
            </a:r>
            <a:r>
              <a:rPr dirty="0"/>
              <a:t>“plan</a:t>
            </a:r>
            <a:r>
              <a:rPr spc="-15" dirty="0"/>
              <a:t> </a:t>
            </a:r>
            <a:r>
              <a:rPr spc="-40" dirty="0"/>
              <a:t>B”.</a:t>
            </a:r>
            <a:r>
              <a:rPr spc="-105" dirty="0"/>
              <a:t> </a:t>
            </a:r>
            <a:r>
              <a:rPr dirty="0"/>
              <a:t>The</a:t>
            </a:r>
            <a:r>
              <a:rPr spc="-25" dirty="0"/>
              <a:t> </a:t>
            </a:r>
            <a:r>
              <a:rPr dirty="0"/>
              <a:t>importance</a:t>
            </a:r>
            <a:r>
              <a:rPr spc="-20" dirty="0"/>
              <a:t> </a:t>
            </a:r>
            <a:r>
              <a:rPr dirty="0"/>
              <a:t>of</a:t>
            </a:r>
            <a:r>
              <a:rPr spc="-25" dirty="0"/>
              <a:t> </a:t>
            </a:r>
            <a:r>
              <a:rPr dirty="0"/>
              <a:t>contingency</a:t>
            </a:r>
            <a:r>
              <a:rPr spc="-30" dirty="0"/>
              <a:t> </a:t>
            </a:r>
            <a:r>
              <a:rPr dirty="0"/>
              <a:t>plan</a:t>
            </a:r>
            <a:r>
              <a:rPr spc="-20" dirty="0"/>
              <a:t> are:</a:t>
            </a:r>
          </a:p>
          <a:p>
            <a:pPr marL="298450" marR="6350" indent="-285750" algn="just">
              <a:lnSpc>
                <a:spcPct val="103699"/>
              </a:lnSpc>
              <a:spcBef>
                <a:spcPts val="845"/>
              </a:spcBef>
              <a:buFont typeface="Arial MT"/>
              <a:buChar char="•"/>
              <a:tabLst>
                <a:tab pos="298450" algn="l"/>
                <a:tab pos="300990" algn="l"/>
              </a:tabLst>
            </a:pPr>
            <a:r>
              <a:rPr dirty="0"/>
              <a:t>	Helps</a:t>
            </a:r>
            <a:r>
              <a:rPr spc="235" dirty="0"/>
              <a:t> </a:t>
            </a:r>
            <a:r>
              <a:rPr dirty="0"/>
              <a:t>minimize</a:t>
            </a:r>
            <a:r>
              <a:rPr spc="240" dirty="0"/>
              <a:t> </a:t>
            </a:r>
            <a:r>
              <a:rPr dirty="0"/>
              <a:t>damage:</a:t>
            </a:r>
            <a:r>
              <a:rPr spc="240" dirty="0"/>
              <a:t> </a:t>
            </a:r>
            <a:r>
              <a:rPr dirty="0"/>
              <a:t>When</a:t>
            </a:r>
            <a:r>
              <a:rPr spc="245" dirty="0"/>
              <a:t> </a:t>
            </a:r>
            <a:r>
              <a:rPr dirty="0"/>
              <a:t>there</a:t>
            </a:r>
            <a:r>
              <a:rPr spc="240" dirty="0"/>
              <a:t> </a:t>
            </a:r>
            <a:r>
              <a:rPr dirty="0"/>
              <a:t>is</a:t>
            </a:r>
            <a:r>
              <a:rPr spc="240" dirty="0"/>
              <a:t> </a:t>
            </a:r>
            <a:r>
              <a:rPr dirty="0"/>
              <a:t>a</a:t>
            </a:r>
            <a:r>
              <a:rPr spc="240" dirty="0"/>
              <a:t> </a:t>
            </a:r>
            <a:r>
              <a:rPr dirty="0"/>
              <a:t>plan</a:t>
            </a:r>
            <a:r>
              <a:rPr spc="245" dirty="0"/>
              <a:t> </a:t>
            </a:r>
            <a:r>
              <a:rPr dirty="0"/>
              <a:t>B</a:t>
            </a:r>
            <a:r>
              <a:rPr spc="235" dirty="0"/>
              <a:t> </a:t>
            </a:r>
            <a:r>
              <a:rPr dirty="0"/>
              <a:t>in</a:t>
            </a:r>
            <a:r>
              <a:rPr spc="245" dirty="0"/>
              <a:t> </a:t>
            </a:r>
            <a:r>
              <a:rPr dirty="0"/>
              <a:t>place,</a:t>
            </a:r>
            <a:r>
              <a:rPr spc="240" dirty="0"/>
              <a:t> </a:t>
            </a:r>
            <a:r>
              <a:rPr dirty="0"/>
              <a:t>you</a:t>
            </a:r>
            <a:r>
              <a:rPr spc="229" dirty="0"/>
              <a:t> </a:t>
            </a:r>
            <a:r>
              <a:rPr dirty="0"/>
              <a:t>are</a:t>
            </a:r>
            <a:r>
              <a:rPr spc="240" dirty="0"/>
              <a:t> </a:t>
            </a:r>
            <a:r>
              <a:rPr dirty="0"/>
              <a:t>in</a:t>
            </a:r>
            <a:r>
              <a:rPr spc="245" dirty="0"/>
              <a:t> </a:t>
            </a:r>
            <a:r>
              <a:rPr dirty="0"/>
              <a:t>a</a:t>
            </a:r>
            <a:r>
              <a:rPr spc="240" dirty="0"/>
              <a:t> </a:t>
            </a:r>
            <a:r>
              <a:rPr dirty="0"/>
              <a:t>better</a:t>
            </a:r>
            <a:r>
              <a:rPr spc="229" dirty="0"/>
              <a:t> </a:t>
            </a:r>
            <a:r>
              <a:rPr dirty="0"/>
              <a:t>position</a:t>
            </a:r>
            <a:r>
              <a:rPr spc="245" dirty="0"/>
              <a:t> </a:t>
            </a:r>
            <a:r>
              <a:rPr dirty="0"/>
              <a:t>to</a:t>
            </a:r>
            <a:r>
              <a:rPr spc="235" dirty="0"/>
              <a:t> </a:t>
            </a:r>
            <a:r>
              <a:rPr dirty="0"/>
              <a:t>react</a:t>
            </a:r>
            <a:r>
              <a:rPr spc="229" dirty="0"/>
              <a:t> </a:t>
            </a:r>
            <a:r>
              <a:rPr dirty="0"/>
              <a:t>to</a:t>
            </a:r>
            <a:r>
              <a:rPr spc="235" dirty="0"/>
              <a:t> </a:t>
            </a:r>
            <a:r>
              <a:rPr dirty="0"/>
              <a:t>events</a:t>
            </a:r>
            <a:r>
              <a:rPr spc="240" dirty="0"/>
              <a:t> </a:t>
            </a:r>
            <a:r>
              <a:rPr spc="-25" dirty="0"/>
              <a:t>and </a:t>
            </a:r>
            <a:r>
              <a:rPr dirty="0"/>
              <a:t>minimize</a:t>
            </a:r>
            <a:r>
              <a:rPr spc="-65" dirty="0"/>
              <a:t> </a:t>
            </a:r>
            <a:r>
              <a:rPr spc="-10" dirty="0"/>
              <a:t>damage.</a:t>
            </a:r>
          </a:p>
          <a:p>
            <a:pPr marL="298450" marR="5715" indent="-285750" algn="just">
              <a:lnSpc>
                <a:spcPct val="99400"/>
              </a:lnSpc>
              <a:spcBef>
                <a:spcPts val="994"/>
              </a:spcBef>
              <a:buFont typeface="Arial MT"/>
              <a:buChar char="•"/>
              <a:tabLst>
                <a:tab pos="298450" algn="l"/>
                <a:tab pos="300990" algn="l"/>
              </a:tabLst>
            </a:pPr>
            <a:r>
              <a:rPr dirty="0"/>
              <a:t>	Improved</a:t>
            </a:r>
            <a:r>
              <a:rPr spc="320" dirty="0"/>
              <a:t> </a:t>
            </a:r>
            <a:r>
              <a:rPr dirty="0"/>
              <a:t>Reactivity:</a:t>
            </a:r>
            <a:r>
              <a:rPr spc="315" dirty="0"/>
              <a:t> </a:t>
            </a:r>
            <a:r>
              <a:rPr dirty="0"/>
              <a:t>The</a:t>
            </a:r>
            <a:r>
              <a:rPr spc="320" dirty="0"/>
              <a:t> </a:t>
            </a:r>
            <a:r>
              <a:rPr dirty="0"/>
              <a:t>primary</a:t>
            </a:r>
            <a:r>
              <a:rPr spc="310" dirty="0"/>
              <a:t> </a:t>
            </a:r>
            <a:r>
              <a:rPr dirty="0"/>
              <a:t>reason</a:t>
            </a:r>
            <a:r>
              <a:rPr spc="320" dirty="0"/>
              <a:t> </a:t>
            </a:r>
            <a:r>
              <a:rPr dirty="0"/>
              <a:t>for</a:t>
            </a:r>
            <a:r>
              <a:rPr spc="315" dirty="0"/>
              <a:t> </a:t>
            </a:r>
            <a:r>
              <a:rPr dirty="0"/>
              <a:t>planning</a:t>
            </a:r>
            <a:r>
              <a:rPr spc="315" dirty="0"/>
              <a:t> </a:t>
            </a:r>
            <a:r>
              <a:rPr dirty="0"/>
              <a:t>is</a:t>
            </a:r>
            <a:r>
              <a:rPr spc="320" dirty="0"/>
              <a:t> </a:t>
            </a:r>
            <a:r>
              <a:rPr dirty="0"/>
              <a:t>the</a:t>
            </a:r>
            <a:r>
              <a:rPr spc="320" dirty="0"/>
              <a:t> </a:t>
            </a:r>
            <a:r>
              <a:rPr dirty="0"/>
              <a:t>improved</a:t>
            </a:r>
            <a:r>
              <a:rPr spc="320" dirty="0"/>
              <a:t> </a:t>
            </a:r>
            <a:r>
              <a:rPr dirty="0"/>
              <a:t>reactivity</a:t>
            </a:r>
            <a:r>
              <a:rPr spc="305" dirty="0"/>
              <a:t> </a:t>
            </a:r>
            <a:r>
              <a:rPr dirty="0"/>
              <a:t>it</a:t>
            </a:r>
            <a:r>
              <a:rPr spc="315" dirty="0"/>
              <a:t> </a:t>
            </a:r>
            <a:r>
              <a:rPr dirty="0"/>
              <a:t>brings</a:t>
            </a:r>
            <a:r>
              <a:rPr spc="320" dirty="0"/>
              <a:t> </a:t>
            </a:r>
            <a:r>
              <a:rPr dirty="0"/>
              <a:t>to</a:t>
            </a:r>
            <a:r>
              <a:rPr spc="310" dirty="0"/>
              <a:t> </a:t>
            </a:r>
            <a:r>
              <a:rPr dirty="0"/>
              <a:t>the</a:t>
            </a:r>
            <a:r>
              <a:rPr spc="320" dirty="0"/>
              <a:t> </a:t>
            </a:r>
            <a:r>
              <a:rPr dirty="0"/>
              <a:t>table.</a:t>
            </a:r>
            <a:r>
              <a:rPr spc="315" dirty="0"/>
              <a:t> </a:t>
            </a:r>
            <a:r>
              <a:rPr dirty="0"/>
              <a:t>As</a:t>
            </a:r>
            <a:r>
              <a:rPr spc="320" dirty="0"/>
              <a:t> </a:t>
            </a:r>
            <a:r>
              <a:rPr spc="-50" dirty="0"/>
              <a:t>a </a:t>
            </a:r>
            <a:r>
              <a:rPr dirty="0"/>
              <a:t>contingency</a:t>
            </a:r>
            <a:r>
              <a:rPr spc="-35" dirty="0"/>
              <a:t> </a:t>
            </a:r>
            <a:r>
              <a:rPr dirty="0"/>
              <a:t>plan</a:t>
            </a:r>
            <a:r>
              <a:rPr spc="-15" dirty="0"/>
              <a:t> </a:t>
            </a:r>
            <a:r>
              <a:rPr dirty="0"/>
              <a:t>clearly</a:t>
            </a:r>
            <a:r>
              <a:rPr spc="-30" dirty="0"/>
              <a:t> </a:t>
            </a:r>
            <a:r>
              <a:rPr dirty="0"/>
              <a:t>lays</a:t>
            </a:r>
            <a:r>
              <a:rPr spc="-15" dirty="0"/>
              <a:t> </a:t>
            </a:r>
            <a:r>
              <a:rPr dirty="0"/>
              <a:t>action</a:t>
            </a:r>
            <a:r>
              <a:rPr spc="-15" dirty="0"/>
              <a:t> </a:t>
            </a:r>
            <a:r>
              <a:rPr dirty="0"/>
              <a:t>steps</a:t>
            </a:r>
            <a:r>
              <a:rPr spc="-20" dirty="0"/>
              <a:t> </a:t>
            </a:r>
            <a:r>
              <a:rPr dirty="0"/>
              <a:t>one</a:t>
            </a:r>
            <a:r>
              <a:rPr spc="-20" dirty="0"/>
              <a:t> </a:t>
            </a:r>
            <a:r>
              <a:rPr dirty="0"/>
              <a:t>needs</a:t>
            </a:r>
            <a:r>
              <a:rPr spc="-20" dirty="0"/>
              <a:t> </a:t>
            </a:r>
            <a:r>
              <a:rPr dirty="0"/>
              <a:t>to</a:t>
            </a:r>
            <a:r>
              <a:rPr spc="-25" dirty="0"/>
              <a:t> </a:t>
            </a:r>
            <a:r>
              <a:rPr dirty="0"/>
              <a:t>take</a:t>
            </a:r>
            <a:r>
              <a:rPr spc="-20" dirty="0"/>
              <a:t> </a:t>
            </a:r>
            <a:r>
              <a:rPr dirty="0"/>
              <a:t>to</a:t>
            </a:r>
            <a:r>
              <a:rPr spc="-25" dirty="0"/>
              <a:t> </a:t>
            </a:r>
            <a:r>
              <a:rPr dirty="0"/>
              <a:t>overcome</a:t>
            </a:r>
            <a:r>
              <a:rPr spc="-25" dirty="0"/>
              <a:t> </a:t>
            </a:r>
            <a:r>
              <a:rPr dirty="0"/>
              <a:t>the</a:t>
            </a:r>
            <a:r>
              <a:rPr spc="-15" dirty="0"/>
              <a:t> </a:t>
            </a:r>
            <a:r>
              <a:rPr dirty="0"/>
              <a:t>obstacle,</a:t>
            </a:r>
            <a:r>
              <a:rPr spc="-25" dirty="0"/>
              <a:t> </a:t>
            </a:r>
            <a:r>
              <a:rPr dirty="0"/>
              <a:t>you</a:t>
            </a:r>
            <a:r>
              <a:rPr spc="-25" dirty="0"/>
              <a:t> </a:t>
            </a:r>
            <a:r>
              <a:rPr dirty="0"/>
              <a:t>can</a:t>
            </a:r>
            <a:r>
              <a:rPr spc="-15" dirty="0"/>
              <a:t> </a:t>
            </a:r>
            <a:r>
              <a:rPr dirty="0"/>
              <a:t>quickly</a:t>
            </a:r>
            <a:r>
              <a:rPr spc="-30" dirty="0"/>
              <a:t> </a:t>
            </a:r>
            <a:r>
              <a:rPr dirty="0"/>
              <a:t>react</a:t>
            </a:r>
            <a:r>
              <a:rPr spc="-25" dirty="0"/>
              <a:t> </a:t>
            </a:r>
            <a:r>
              <a:rPr dirty="0"/>
              <a:t>to</a:t>
            </a:r>
            <a:r>
              <a:rPr spc="-25" dirty="0"/>
              <a:t> the </a:t>
            </a:r>
            <a:r>
              <a:rPr dirty="0"/>
              <a:t>situation</a:t>
            </a:r>
            <a:r>
              <a:rPr spc="-20" dirty="0"/>
              <a:t> </a:t>
            </a:r>
            <a:r>
              <a:rPr dirty="0"/>
              <a:t>without</a:t>
            </a:r>
            <a:r>
              <a:rPr spc="-30" dirty="0"/>
              <a:t> </a:t>
            </a:r>
            <a:r>
              <a:rPr dirty="0"/>
              <a:t>thinking</a:t>
            </a:r>
            <a:r>
              <a:rPr spc="-25" dirty="0"/>
              <a:t> </a:t>
            </a:r>
            <a:r>
              <a:rPr dirty="0"/>
              <a:t>about</a:t>
            </a:r>
            <a:r>
              <a:rPr spc="-30" dirty="0"/>
              <a:t> </a:t>
            </a:r>
            <a:r>
              <a:rPr dirty="0"/>
              <a:t>it</a:t>
            </a:r>
            <a:r>
              <a:rPr spc="-30" dirty="0"/>
              <a:t> </a:t>
            </a:r>
            <a:r>
              <a:rPr dirty="0"/>
              <a:t>too</a:t>
            </a:r>
            <a:r>
              <a:rPr spc="-30" dirty="0"/>
              <a:t> </a:t>
            </a:r>
            <a:r>
              <a:rPr dirty="0"/>
              <a:t>much</a:t>
            </a:r>
            <a:r>
              <a:rPr spc="-25" dirty="0"/>
              <a:t> </a:t>
            </a:r>
            <a:r>
              <a:rPr dirty="0"/>
              <a:t>or</a:t>
            </a:r>
            <a:r>
              <a:rPr spc="-25" dirty="0"/>
              <a:t> </a:t>
            </a:r>
            <a:r>
              <a:rPr dirty="0"/>
              <a:t>worse,</a:t>
            </a:r>
            <a:r>
              <a:rPr spc="-20" dirty="0"/>
              <a:t> </a:t>
            </a:r>
            <a:r>
              <a:rPr spc="-10" dirty="0"/>
              <a:t>panicking.</a:t>
            </a:r>
          </a:p>
          <a:p>
            <a:pPr marL="298450" marR="5080" indent="-285750" algn="just">
              <a:lnSpc>
                <a:spcPct val="99400"/>
              </a:lnSpc>
              <a:spcBef>
                <a:spcPts val="969"/>
              </a:spcBef>
              <a:buFont typeface="Arial MT"/>
              <a:buChar char="•"/>
              <a:tabLst>
                <a:tab pos="298450" algn="l"/>
                <a:tab pos="300990" algn="l"/>
              </a:tabLst>
            </a:pPr>
            <a:r>
              <a:rPr dirty="0"/>
              <a:t>	Bounce</a:t>
            </a:r>
            <a:r>
              <a:rPr spc="270" dirty="0"/>
              <a:t> </a:t>
            </a:r>
            <a:r>
              <a:rPr dirty="0"/>
              <a:t>back</a:t>
            </a:r>
            <a:r>
              <a:rPr spc="260" dirty="0"/>
              <a:t> </a:t>
            </a:r>
            <a:r>
              <a:rPr dirty="0"/>
              <a:t>quickly:</a:t>
            </a:r>
            <a:r>
              <a:rPr spc="265" dirty="0"/>
              <a:t> </a:t>
            </a:r>
            <a:r>
              <a:rPr dirty="0"/>
              <a:t>Since</a:t>
            </a:r>
            <a:r>
              <a:rPr spc="270" dirty="0"/>
              <a:t> </a:t>
            </a:r>
            <a:r>
              <a:rPr dirty="0"/>
              <a:t>you</a:t>
            </a:r>
            <a:r>
              <a:rPr spc="260" dirty="0"/>
              <a:t> </a:t>
            </a:r>
            <a:r>
              <a:rPr dirty="0"/>
              <a:t>know</a:t>
            </a:r>
            <a:r>
              <a:rPr spc="265" dirty="0"/>
              <a:t> </a:t>
            </a:r>
            <a:r>
              <a:rPr dirty="0"/>
              <a:t>exactly</a:t>
            </a:r>
            <a:r>
              <a:rPr spc="265" dirty="0"/>
              <a:t> </a:t>
            </a:r>
            <a:r>
              <a:rPr dirty="0"/>
              <a:t>what</a:t>
            </a:r>
            <a:r>
              <a:rPr spc="260" dirty="0"/>
              <a:t> </a:t>
            </a:r>
            <a:r>
              <a:rPr dirty="0"/>
              <a:t>to</a:t>
            </a:r>
            <a:r>
              <a:rPr spc="260" dirty="0"/>
              <a:t> </a:t>
            </a:r>
            <a:r>
              <a:rPr dirty="0"/>
              <a:t>do</a:t>
            </a:r>
            <a:r>
              <a:rPr spc="270" dirty="0"/>
              <a:t> </a:t>
            </a:r>
            <a:r>
              <a:rPr dirty="0"/>
              <a:t>when</a:t>
            </a:r>
            <a:r>
              <a:rPr spc="270" dirty="0"/>
              <a:t> </a:t>
            </a:r>
            <a:r>
              <a:rPr dirty="0"/>
              <a:t>a</a:t>
            </a:r>
            <a:r>
              <a:rPr spc="270" dirty="0"/>
              <a:t> </a:t>
            </a:r>
            <a:r>
              <a:rPr dirty="0"/>
              <a:t>disaster</a:t>
            </a:r>
            <a:r>
              <a:rPr spc="265" dirty="0"/>
              <a:t> </a:t>
            </a:r>
            <a:r>
              <a:rPr dirty="0"/>
              <a:t>strikes,</a:t>
            </a:r>
            <a:r>
              <a:rPr spc="265" dirty="0"/>
              <a:t> </a:t>
            </a:r>
            <a:r>
              <a:rPr dirty="0"/>
              <a:t>you</a:t>
            </a:r>
            <a:r>
              <a:rPr spc="260" dirty="0"/>
              <a:t> </a:t>
            </a:r>
            <a:r>
              <a:rPr dirty="0"/>
              <a:t>can</a:t>
            </a:r>
            <a:r>
              <a:rPr spc="270" dirty="0"/>
              <a:t> </a:t>
            </a:r>
            <a:r>
              <a:rPr dirty="0"/>
              <a:t>quickly</a:t>
            </a:r>
            <a:r>
              <a:rPr spc="260" dirty="0"/>
              <a:t> </a:t>
            </a:r>
            <a:r>
              <a:rPr dirty="0"/>
              <a:t>tackle</a:t>
            </a:r>
            <a:r>
              <a:rPr spc="265" dirty="0"/>
              <a:t> </a:t>
            </a:r>
            <a:r>
              <a:rPr spc="-25" dirty="0"/>
              <a:t>any </a:t>
            </a:r>
            <a:r>
              <a:rPr dirty="0"/>
              <a:t>challenge</a:t>
            </a:r>
            <a:r>
              <a:rPr spc="290" dirty="0"/>
              <a:t> </a:t>
            </a:r>
            <a:r>
              <a:rPr dirty="0"/>
              <a:t>and</a:t>
            </a:r>
            <a:r>
              <a:rPr spc="305" dirty="0"/>
              <a:t> </a:t>
            </a:r>
            <a:r>
              <a:rPr dirty="0"/>
              <a:t>bounce</a:t>
            </a:r>
            <a:r>
              <a:rPr spc="300" dirty="0"/>
              <a:t> </a:t>
            </a:r>
            <a:r>
              <a:rPr dirty="0"/>
              <a:t>back</a:t>
            </a:r>
            <a:r>
              <a:rPr spc="295" dirty="0"/>
              <a:t> </a:t>
            </a:r>
            <a:r>
              <a:rPr dirty="0"/>
              <a:t>to</a:t>
            </a:r>
            <a:r>
              <a:rPr spc="290" dirty="0"/>
              <a:t> </a:t>
            </a:r>
            <a:r>
              <a:rPr dirty="0"/>
              <a:t>normal</a:t>
            </a:r>
            <a:r>
              <a:rPr spc="300" dirty="0"/>
              <a:t> </a:t>
            </a:r>
            <a:r>
              <a:rPr dirty="0"/>
              <a:t>in</a:t>
            </a:r>
            <a:r>
              <a:rPr spc="300" dirty="0"/>
              <a:t> </a:t>
            </a:r>
            <a:r>
              <a:rPr dirty="0"/>
              <a:t>no</a:t>
            </a:r>
            <a:r>
              <a:rPr spc="295" dirty="0"/>
              <a:t> </a:t>
            </a:r>
            <a:r>
              <a:rPr dirty="0"/>
              <a:t>time.</a:t>
            </a:r>
            <a:r>
              <a:rPr spc="300" dirty="0"/>
              <a:t> </a:t>
            </a:r>
            <a:r>
              <a:rPr dirty="0"/>
              <a:t>Contingency</a:t>
            </a:r>
            <a:r>
              <a:rPr spc="290" dirty="0"/>
              <a:t> </a:t>
            </a:r>
            <a:r>
              <a:rPr dirty="0"/>
              <a:t>plans,</a:t>
            </a:r>
            <a:r>
              <a:rPr spc="305" dirty="0"/>
              <a:t> </a:t>
            </a:r>
            <a:r>
              <a:rPr dirty="0"/>
              <a:t>therefore,</a:t>
            </a:r>
            <a:r>
              <a:rPr spc="300" dirty="0"/>
              <a:t> </a:t>
            </a:r>
            <a:r>
              <a:rPr dirty="0"/>
              <a:t>ensure</a:t>
            </a:r>
            <a:r>
              <a:rPr spc="305" dirty="0"/>
              <a:t> </a:t>
            </a:r>
            <a:r>
              <a:rPr dirty="0"/>
              <a:t>your</a:t>
            </a:r>
            <a:r>
              <a:rPr spc="295" dirty="0"/>
              <a:t> </a:t>
            </a:r>
            <a:r>
              <a:rPr dirty="0"/>
              <a:t>progress</a:t>
            </a:r>
            <a:r>
              <a:rPr spc="300" dirty="0"/>
              <a:t> </a:t>
            </a:r>
            <a:r>
              <a:rPr dirty="0"/>
              <a:t>is</a:t>
            </a:r>
            <a:r>
              <a:rPr spc="300" dirty="0"/>
              <a:t> </a:t>
            </a:r>
            <a:r>
              <a:rPr spc="-25" dirty="0"/>
              <a:t>not </a:t>
            </a:r>
            <a:r>
              <a:rPr dirty="0"/>
              <a:t>hampered</a:t>
            </a:r>
            <a:r>
              <a:rPr spc="-35" dirty="0"/>
              <a:t> </a:t>
            </a:r>
            <a:r>
              <a:rPr dirty="0"/>
              <a:t>for</a:t>
            </a:r>
            <a:r>
              <a:rPr spc="-35" dirty="0"/>
              <a:t> </a:t>
            </a:r>
            <a:r>
              <a:rPr dirty="0"/>
              <a:t>longer</a:t>
            </a:r>
            <a:r>
              <a:rPr spc="-35" dirty="0"/>
              <a:t> </a:t>
            </a:r>
            <a:r>
              <a:rPr dirty="0"/>
              <a:t>than</a:t>
            </a:r>
            <a:r>
              <a:rPr spc="-25" dirty="0"/>
              <a:t> </a:t>
            </a:r>
            <a:r>
              <a:rPr spc="-10" dirty="0"/>
              <a:t>necessary.</a:t>
            </a:r>
          </a:p>
          <a:p>
            <a:pPr marL="298450" marR="5715" indent="-285750" algn="just">
              <a:lnSpc>
                <a:spcPts val="1900"/>
              </a:lnSpc>
              <a:spcBef>
                <a:spcPts val="1160"/>
              </a:spcBef>
              <a:buFont typeface="Arial MT"/>
              <a:buChar char="•"/>
              <a:tabLst>
                <a:tab pos="298450" algn="l"/>
                <a:tab pos="300990" algn="l"/>
              </a:tabLst>
            </a:pPr>
            <a:r>
              <a:rPr dirty="0"/>
              <a:t>	Gives</a:t>
            </a:r>
            <a:r>
              <a:rPr spc="270" dirty="0"/>
              <a:t> </a:t>
            </a:r>
            <a:r>
              <a:rPr dirty="0"/>
              <a:t>you</a:t>
            </a:r>
            <a:r>
              <a:rPr spc="260" dirty="0"/>
              <a:t> </a:t>
            </a:r>
            <a:r>
              <a:rPr dirty="0"/>
              <a:t>confidence:</a:t>
            </a:r>
            <a:r>
              <a:rPr spc="270" dirty="0"/>
              <a:t> </a:t>
            </a:r>
            <a:r>
              <a:rPr dirty="0"/>
              <a:t>Once</a:t>
            </a:r>
            <a:r>
              <a:rPr spc="270" dirty="0"/>
              <a:t> </a:t>
            </a:r>
            <a:r>
              <a:rPr dirty="0"/>
              <a:t>you</a:t>
            </a:r>
            <a:r>
              <a:rPr spc="265" dirty="0"/>
              <a:t> </a:t>
            </a:r>
            <a:r>
              <a:rPr dirty="0"/>
              <a:t>have</a:t>
            </a:r>
            <a:r>
              <a:rPr spc="265" dirty="0"/>
              <a:t> </a:t>
            </a:r>
            <a:r>
              <a:rPr dirty="0"/>
              <a:t>a</a:t>
            </a:r>
            <a:r>
              <a:rPr spc="275" dirty="0"/>
              <a:t> </a:t>
            </a:r>
            <a:r>
              <a:rPr dirty="0"/>
              <a:t>plan</a:t>
            </a:r>
            <a:r>
              <a:rPr spc="270" dirty="0"/>
              <a:t> </a:t>
            </a:r>
            <a:r>
              <a:rPr dirty="0"/>
              <a:t>in</a:t>
            </a:r>
            <a:r>
              <a:rPr spc="275" dirty="0"/>
              <a:t> </a:t>
            </a:r>
            <a:r>
              <a:rPr dirty="0"/>
              <a:t>place</a:t>
            </a:r>
            <a:r>
              <a:rPr spc="270" dirty="0"/>
              <a:t> </a:t>
            </a:r>
            <a:r>
              <a:rPr dirty="0"/>
              <a:t>for</a:t>
            </a:r>
            <a:r>
              <a:rPr spc="270" dirty="0"/>
              <a:t> </a:t>
            </a:r>
            <a:r>
              <a:rPr dirty="0"/>
              <a:t>tackling</a:t>
            </a:r>
            <a:r>
              <a:rPr spc="260" dirty="0"/>
              <a:t> </a:t>
            </a:r>
            <a:r>
              <a:rPr dirty="0"/>
              <a:t>any</a:t>
            </a:r>
            <a:r>
              <a:rPr spc="265" dirty="0"/>
              <a:t> </a:t>
            </a:r>
            <a:r>
              <a:rPr dirty="0"/>
              <a:t>challenge</a:t>
            </a:r>
            <a:r>
              <a:rPr spc="265" dirty="0"/>
              <a:t> </a:t>
            </a:r>
            <a:r>
              <a:rPr dirty="0"/>
              <a:t>life</a:t>
            </a:r>
            <a:r>
              <a:rPr spc="270" dirty="0"/>
              <a:t> </a:t>
            </a:r>
            <a:r>
              <a:rPr dirty="0"/>
              <a:t>throws</a:t>
            </a:r>
            <a:r>
              <a:rPr spc="270" dirty="0"/>
              <a:t> </a:t>
            </a:r>
            <a:r>
              <a:rPr dirty="0"/>
              <a:t>your</a:t>
            </a:r>
            <a:r>
              <a:rPr spc="265" dirty="0"/>
              <a:t> </a:t>
            </a:r>
            <a:r>
              <a:rPr dirty="0"/>
              <a:t>way,</a:t>
            </a:r>
            <a:r>
              <a:rPr spc="275" dirty="0"/>
              <a:t> </a:t>
            </a:r>
            <a:r>
              <a:rPr spc="-10" dirty="0"/>
              <a:t>things </a:t>
            </a:r>
            <a:r>
              <a:rPr dirty="0"/>
              <a:t>become</a:t>
            </a:r>
            <a:r>
              <a:rPr spc="10" dirty="0"/>
              <a:t> </a:t>
            </a:r>
            <a:r>
              <a:rPr dirty="0"/>
              <a:t>a</a:t>
            </a:r>
            <a:r>
              <a:rPr spc="15" dirty="0"/>
              <a:t> </a:t>
            </a:r>
            <a:r>
              <a:rPr dirty="0"/>
              <a:t>lot</a:t>
            </a:r>
            <a:r>
              <a:rPr spc="5" dirty="0"/>
              <a:t> </a:t>
            </a:r>
            <a:r>
              <a:rPr dirty="0"/>
              <a:t>easier</a:t>
            </a:r>
            <a:r>
              <a:rPr spc="15" dirty="0"/>
              <a:t> </a:t>
            </a:r>
            <a:r>
              <a:rPr dirty="0"/>
              <a:t>to</a:t>
            </a:r>
            <a:r>
              <a:rPr spc="5" dirty="0"/>
              <a:t> </a:t>
            </a:r>
            <a:r>
              <a:rPr dirty="0"/>
              <a:t>handle.</a:t>
            </a:r>
            <a:r>
              <a:rPr spc="15" dirty="0"/>
              <a:t> </a:t>
            </a:r>
            <a:r>
              <a:rPr dirty="0"/>
              <a:t>Having</a:t>
            </a:r>
            <a:r>
              <a:rPr spc="10" dirty="0"/>
              <a:t> </a:t>
            </a:r>
            <a:r>
              <a:rPr dirty="0"/>
              <a:t>a</a:t>
            </a:r>
            <a:r>
              <a:rPr spc="15" dirty="0"/>
              <a:t> </a:t>
            </a:r>
            <a:r>
              <a:rPr dirty="0"/>
              <a:t>contingency</a:t>
            </a:r>
            <a:r>
              <a:rPr spc="5" dirty="0"/>
              <a:t> </a:t>
            </a:r>
            <a:r>
              <a:rPr dirty="0"/>
              <a:t>plan</a:t>
            </a:r>
            <a:r>
              <a:rPr spc="15" dirty="0"/>
              <a:t> </a:t>
            </a:r>
            <a:r>
              <a:rPr dirty="0"/>
              <a:t>in</a:t>
            </a:r>
            <a:r>
              <a:rPr spc="20" dirty="0"/>
              <a:t> </a:t>
            </a:r>
            <a:r>
              <a:rPr dirty="0"/>
              <a:t>place</a:t>
            </a:r>
            <a:r>
              <a:rPr spc="15" dirty="0"/>
              <a:t> </a:t>
            </a:r>
            <a:r>
              <a:rPr dirty="0"/>
              <a:t>helps</a:t>
            </a:r>
            <a:r>
              <a:rPr spc="10" dirty="0"/>
              <a:t> </a:t>
            </a:r>
            <a:r>
              <a:rPr dirty="0"/>
              <a:t>boost</a:t>
            </a:r>
            <a:r>
              <a:rPr spc="5" dirty="0"/>
              <a:t> </a:t>
            </a:r>
            <a:r>
              <a:rPr dirty="0"/>
              <a:t>your</a:t>
            </a:r>
            <a:r>
              <a:rPr spc="10" dirty="0"/>
              <a:t> </a:t>
            </a:r>
            <a:r>
              <a:rPr dirty="0"/>
              <a:t>and</a:t>
            </a:r>
            <a:r>
              <a:rPr spc="20" dirty="0"/>
              <a:t> </a:t>
            </a:r>
            <a:r>
              <a:rPr dirty="0"/>
              <a:t>your</a:t>
            </a:r>
            <a:r>
              <a:rPr spc="10" dirty="0"/>
              <a:t> </a:t>
            </a:r>
            <a:r>
              <a:rPr dirty="0"/>
              <a:t>team’s</a:t>
            </a:r>
            <a:r>
              <a:rPr spc="10" dirty="0"/>
              <a:t> </a:t>
            </a:r>
            <a:r>
              <a:rPr dirty="0"/>
              <a:t>confidence</a:t>
            </a:r>
            <a:r>
              <a:rPr spc="10" dirty="0"/>
              <a:t> </a:t>
            </a:r>
            <a:r>
              <a:rPr spc="-25" dirty="0"/>
              <a:t>as </a:t>
            </a:r>
            <a:r>
              <a:rPr dirty="0"/>
              <a:t>you</a:t>
            </a:r>
            <a:r>
              <a:rPr spc="-35" dirty="0"/>
              <a:t> </a:t>
            </a:r>
            <a:r>
              <a:rPr dirty="0"/>
              <a:t>already</a:t>
            </a:r>
            <a:r>
              <a:rPr spc="-35" dirty="0"/>
              <a:t> </a:t>
            </a:r>
            <a:r>
              <a:rPr dirty="0"/>
              <a:t>know</a:t>
            </a:r>
            <a:r>
              <a:rPr spc="-30" dirty="0"/>
              <a:t> </a:t>
            </a:r>
            <a:r>
              <a:rPr dirty="0"/>
              <a:t>what</a:t>
            </a:r>
            <a:r>
              <a:rPr spc="-40" dirty="0"/>
              <a:t> </a:t>
            </a:r>
            <a:r>
              <a:rPr dirty="0"/>
              <a:t>to</a:t>
            </a:r>
            <a:r>
              <a:rPr spc="-30" dirty="0"/>
              <a:t> </a:t>
            </a:r>
            <a:r>
              <a:rPr dirty="0"/>
              <a:t>do</a:t>
            </a:r>
            <a:r>
              <a:rPr spc="-30" dirty="0"/>
              <a:t> </a:t>
            </a:r>
            <a:r>
              <a:rPr dirty="0"/>
              <a:t>in</a:t>
            </a:r>
            <a:r>
              <a:rPr spc="-25" dirty="0"/>
              <a:t> </a:t>
            </a:r>
            <a:r>
              <a:rPr dirty="0"/>
              <a:t>case</a:t>
            </a:r>
            <a:r>
              <a:rPr spc="-25" dirty="0"/>
              <a:t> </a:t>
            </a:r>
            <a:r>
              <a:rPr dirty="0"/>
              <a:t>disaster</a:t>
            </a:r>
            <a:r>
              <a:rPr spc="-30" dirty="0"/>
              <a:t> </a:t>
            </a:r>
            <a:r>
              <a:rPr dirty="0"/>
              <a:t>strikes.</a:t>
            </a:r>
            <a:r>
              <a:rPr spc="-25" dirty="0"/>
              <a:t> </a:t>
            </a:r>
            <a:r>
              <a:rPr dirty="0"/>
              <a:t>Being</a:t>
            </a:r>
            <a:r>
              <a:rPr spc="-30" dirty="0"/>
              <a:t> </a:t>
            </a:r>
            <a:r>
              <a:rPr dirty="0"/>
              <a:t>prepared</a:t>
            </a:r>
            <a:r>
              <a:rPr spc="-30" dirty="0"/>
              <a:t> </a:t>
            </a:r>
            <a:r>
              <a:rPr dirty="0"/>
              <a:t>reduces</a:t>
            </a:r>
            <a:r>
              <a:rPr spc="-25" dirty="0"/>
              <a:t> </a:t>
            </a:r>
            <a:r>
              <a:rPr dirty="0"/>
              <a:t>ambiguity</a:t>
            </a:r>
            <a:r>
              <a:rPr spc="-30" dirty="0"/>
              <a:t> </a:t>
            </a:r>
            <a:r>
              <a:rPr dirty="0"/>
              <a:t>and</a:t>
            </a:r>
            <a:r>
              <a:rPr spc="-25" dirty="0"/>
              <a:t> </a:t>
            </a:r>
            <a:r>
              <a:rPr dirty="0"/>
              <a:t>fear</a:t>
            </a:r>
            <a:r>
              <a:rPr spc="-25" dirty="0"/>
              <a:t> </a:t>
            </a:r>
            <a:r>
              <a:rPr dirty="0"/>
              <a:t>of</a:t>
            </a:r>
            <a:r>
              <a:rPr spc="-30" dirty="0"/>
              <a:t> </a:t>
            </a:r>
            <a:r>
              <a:rPr dirty="0"/>
              <a:t>the</a:t>
            </a:r>
            <a:r>
              <a:rPr spc="-25" dirty="0"/>
              <a:t> </a:t>
            </a:r>
            <a:r>
              <a:rPr spc="-10" dirty="0"/>
              <a:t>unknown.</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3" cstate="print"/>
          <a:stretch>
            <a:fillRect/>
          </a:stretch>
        </p:blipFill>
        <p:spPr>
          <a:xfrm>
            <a:off x="1417319" y="566927"/>
            <a:ext cx="4678680" cy="573024"/>
          </a:xfrm>
          <a:prstGeom prst="rect">
            <a:avLst/>
          </a:prstGeom>
        </p:spPr>
      </p:pic>
      <p:sp>
        <p:nvSpPr>
          <p:cNvPr id="4" name="object 4"/>
          <p:cNvSpPr txBox="1">
            <a:spLocks noGrp="1"/>
          </p:cNvSpPr>
          <p:nvPr>
            <p:ph type="title"/>
          </p:nvPr>
        </p:nvSpPr>
        <p:spPr>
          <a:prstGeom prst="rect">
            <a:avLst/>
          </a:prstGeom>
        </p:spPr>
        <p:txBody>
          <a:bodyPr vert="horz" wrap="square" lIns="0" tIns="329691" rIns="0" bIns="0" rtlCol="0">
            <a:spAutoFit/>
          </a:bodyPr>
          <a:lstStyle/>
          <a:p>
            <a:pPr marL="640715">
              <a:lnSpc>
                <a:spcPct val="100000"/>
              </a:lnSpc>
              <a:spcBef>
                <a:spcPts val="100"/>
              </a:spcBef>
            </a:pPr>
            <a:r>
              <a:rPr dirty="0"/>
              <a:t>060</a:t>
            </a:r>
            <a:r>
              <a:rPr spc="-65" dirty="0"/>
              <a:t> </a:t>
            </a:r>
            <a:r>
              <a:rPr dirty="0"/>
              <a:t>03</a:t>
            </a:r>
            <a:r>
              <a:rPr spc="-30" dirty="0"/>
              <a:t> </a:t>
            </a:r>
            <a:r>
              <a:rPr spc="-20" dirty="0"/>
              <a:t>02:</a:t>
            </a:r>
            <a:r>
              <a:rPr spc="-85" dirty="0"/>
              <a:t> </a:t>
            </a:r>
            <a:r>
              <a:rPr dirty="0"/>
              <a:t>Common</a:t>
            </a:r>
            <a:r>
              <a:rPr spc="-40" dirty="0"/>
              <a:t> </a:t>
            </a:r>
            <a:r>
              <a:rPr dirty="0"/>
              <a:t>handling</a:t>
            </a:r>
            <a:r>
              <a:rPr spc="-30" dirty="0"/>
              <a:t> </a:t>
            </a:r>
            <a:r>
              <a:rPr spc="-10" dirty="0"/>
              <a:t>procedures: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41275">
              <a:lnSpc>
                <a:spcPts val="1045"/>
              </a:lnSpc>
            </a:pPr>
            <a:r>
              <a:rPr spc="-25" dirty="0"/>
              <a:t>80</a:t>
            </a:r>
          </a:p>
        </p:txBody>
      </p:sp>
      <p:sp>
        <p:nvSpPr>
          <p:cNvPr id="5" name="object 5"/>
          <p:cNvSpPr txBox="1"/>
          <p:nvPr/>
        </p:nvSpPr>
        <p:spPr>
          <a:xfrm>
            <a:off x="1563034" y="1563115"/>
            <a:ext cx="8841740" cy="2486660"/>
          </a:xfrm>
          <a:prstGeom prst="rect">
            <a:avLst/>
          </a:prstGeom>
        </p:spPr>
        <p:txBody>
          <a:bodyPr vert="horz" wrap="square" lIns="0" tIns="12700" rIns="0" bIns="0" rtlCol="0">
            <a:spAutoFit/>
          </a:bodyPr>
          <a:lstStyle/>
          <a:p>
            <a:pPr marL="12700">
              <a:lnSpc>
                <a:spcPct val="100000"/>
              </a:lnSpc>
              <a:spcBef>
                <a:spcPts val="100"/>
              </a:spcBef>
            </a:pPr>
            <a:r>
              <a:rPr sz="1800" b="1" dirty="0">
                <a:latin typeface="Corbel"/>
                <a:cs typeface="Corbel"/>
              </a:rPr>
              <a:t>Loss</a:t>
            </a:r>
            <a:r>
              <a:rPr sz="1800" b="1" spc="-25" dirty="0">
                <a:latin typeface="Corbel"/>
                <a:cs typeface="Corbel"/>
              </a:rPr>
              <a:t> </a:t>
            </a:r>
            <a:r>
              <a:rPr sz="1800" b="1" dirty="0">
                <a:latin typeface="Corbel"/>
                <a:cs typeface="Corbel"/>
              </a:rPr>
              <a:t>of</a:t>
            </a:r>
            <a:r>
              <a:rPr sz="1800" b="1" spc="-80" dirty="0">
                <a:latin typeface="Corbel"/>
                <a:cs typeface="Corbel"/>
              </a:rPr>
              <a:t> </a:t>
            </a:r>
            <a:r>
              <a:rPr sz="1800" b="1" spc="-25" dirty="0">
                <a:latin typeface="Corbel"/>
                <a:cs typeface="Corbel"/>
              </a:rPr>
              <a:t>GPS</a:t>
            </a:r>
            <a:endParaRPr sz="1800" dirty="0">
              <a:latin typeface="Corbel"/>
              <a:cs typeface="Corbel"/>
            </a:endParaRPr>
          </a:p>
          <a:p>
            <a:pPr>
              <a:lnSpc>
                <a:spcPct val="100000"/>
              </a:lnSpc>
              <a:spcBef>
                <a:spcPts val="250"/>
              </a:spcBef>
            </a:pPr>
            <a:endParaRPr sz="1800" dirty="0">
              <a:latin typeface="Corbel"/>
              <a:cs typeface="Corbel"/>
            </a:endParaRPr>
          </a:p>
          <a:p>
            <a:pPr marL="12700">
              <a:lnSpc>
                <a:spcPct val="100000"/>
              </a:lnSpc>
            </a:pPr>
            <a:r>
              <a:rPr sz="1800" dirty="0">
                <a:latin typeface="Corbel"/>
                <a:cs typeface="Corbel"/>
              </a:rPr>
              <a:t>If</a:t>
            </a:r>
            <a:r>
              <a:rPr sz="1800" spc="-95" dirty="0">
                <a:latin typeface="Corbel"/>
                <a:cs typeface="Corbel"/>
              </a:rPr>
              <a:t> </a:t>
            </a:r>
            <a:r>
              <a:rPr sz="1800" dirty="0">
                <a:latin typeface="Corbel"/>
                <a:cs typeface="Corbel"/>
              </a:rPr>
              <a:t>GPS</a:t>
            </a:r>
            <a:r>
              <a:rPr sz="1800" spc="-30" dirty="0">
                <a:latin typeface="Corbel"/>
                <a:cs typeface="Corbel"/>
              </a:rPr>
              <a:t> </a:t>
            </a:r>
            <a:r>
              <a:rPr sz="1800" dirty="0">
                <a:latin typeface="Corbel"/>
                <a:cs typeface="Corbel"/>
              </a:rPr>
              <a:t>signal</a:t>
            </a:r>
            <a:r>
              <a:rPr sz="1800" spc="-30" dirty="0">
                <a:latin typeface="Corbel"/>
                <a:cs typeface="Corbel"/>
              </a:rPr>
              <a:t> </a:t>
            </a:r>
            <a:r>
              <a:rPr sz="1800" dirty="0">
                <a:latin typeface="Corbel"/>
                <a:cs typeface="Corbel"/>
              </a:rPr>
              <a:t>is</a:t>
            </a:r>
            <a:r>
              <a:rPr sz="1800" spc="-25" dirty="0">
                <a:latin typeface="Corbel"/>
                <a:cs typeface="Corbel"/>
              </a:rPr>
              <a:t> </a:t>
            </a:r>
            <a:r>
              <a:rPr sz="1800" dirty="0">
                <a:latin typeface="Corbel"/>
                <a:cs typeface="Corbel"/>
              </a:rPr>
              <a:t>lost</a:t>
            </a:r>
            <a:r>
              <a:rPr sz="1800" spc="-30" dirty="0">
                <a:latin typeface="Corbel"/>
                <a:cs typeface="Corbel"/>
              </a:rPr>
              <a:t> </a:t>
            </a:r>
            <a:r>
              <a:rPr sz="1800" dirty="0">
                <a:latin typeface="Corbel"/>
                <a:cs typeface="Corbel"/>
              </a:rPr>
              <a:t>in</a:t>
            </a:r>
            <a:r>
              <a:rPr sz="1800" spc="-25" dirty="0">
                <a:latin typeface="Corbel"/>
                <a:cs typeface="Corbel"/>
              </a:rPr>
              <a:t> </a:t>
            </a:r>
            <a:r>
              <a:rPr sz="1800" dirty="0">
                <a:latin typeface="Corbel"/>
                <a:cs typeface="Corbel"/>
              </a:rPr>
              <a:t>flight.</a:t>
            </a:r>
            <a:r>
              <a:rPr sz="1800" spc="-25" dirty="0">
                <a:latin typeface="Corbel"/>
                <a:cs typeface="Corbel"/>
              </a:rPr>
              <a:t> </a:t>
            </a:r>
            <a:r>
              <a:rPr sz="1800" dirty="0">
                <a:latin typeface="Corbel"/>
                <a:cs typeface="Corbel"/>
              </a:rPr>
              <a:t>“Return</a:t>
            </a:r>
            <a:r>
              <a:rPr sz="1800" spc="-25" dirty="0">
                <a:latin typeface="Corbel"/>
                <a:cs typeface="Corbel"/>
              </a:rPr>
              <a:t> </a:t>
            </a:r>
            <a:r>
              <a:rPr sz="1800" dirty="0">
                <a:latin typeface="Corbel"/>
                <a:cs typeface="Corbel"/>
              </a:rPr>
              <a:t>to</a:t>
            </a:r>
            <a:r>
              <a:rPr sz="1800" spc="-25" dirty="0">
                <a:latin typeface="Corbel"/>
                <a:cs typeface="Corbel"/>
              </a:rPr>
              <a:t> </a:t>
            </a:r>
            <a:r>
              <a:rPr sz="1800" dirty="0">
                <a:latin typeface="Corbel"/>
                <a:cs typeface="Corbel"/>
              </a:rPr>
              <a:t>home</a:t>
            </a:r>
            <a:r>
              <a:rPr sz="1800" spc="-20" dirty="0">
                <a:latin typeface="Corbel"/>
                <a:cs typeface="Corbel"/>
              </a:rPr>
              <a:t> </a:t>
            </a:r>
            <a:r>
              <a:rPr sz="1800" dirty="0">
                <a:latin typeface="Corbel"/>
                <a:cs typeface="Corbel"/>
              </a:rPr>
              <a:t>and</a:t>
            </a:r>
            <a:r>
              <a:rPr sz="1800" spc="-25" dirty="0">
                <a:latin typeface="Corbel"/>
                <a:cs typeface="Corbel"/>
              </a:rPr>
              <a:t> </a:t>
            </a:r>
            <a:r>
              <a:rPr sz="1800" dirty="0">
                <a:latin typeface="Corbel"/>
                <a:cs typeface="Corbel"/>
              </a:rPr>
              <a:t>Intelligent</a:t>
            </a:r>
            <a:r>
              <a:rPr sz="1800" spc="-35" dirty="0">
                <a:latin typeface="Corbel"/>
                <a:cs typeface="Corbel"/>
              </a:rPr>
              <a:t> </a:t>
            </a:r>
            <a:r>
              <a:rPr sz="1800" dirty="0">
                <a:latin typeface="Corbel"/>
                <a:cs typeface="Corbel"/>
              </a:rPr>
              <a:t>Flight</a:t>
            </a:r>
            <a:r>
              <a:rPr sz="1800" spc="-25" dirty="0">
                <a:latin typeface="Corbel"/>
                <a:cs typeface="Corbel"/>
              </a:rPr>
              <a:t> </a:t>
            </a:r>
            <a:r>
              <a:rPr sz="1800" dirty="0">
                <a:latin typeface="Corbel"/>
                <a:cs typeface="Corbel"/>
              </a:rPr>
              <a:t>mode</a:t>
            </a:r>
            <a:r>
              <a:rPr sz="1800" spc="-20" dirty="0">
                <a:latin typeface="Corbel"/>
                <a:cs typeface="Corbel"/>
              </a:rPr>
              <a:t> </a:t>
            </a:r>
            <a:r>
              <a:rPr sz="1800" dirty="0">
                <a:latin typeface="Corbel"/>
                <a:cs typeface="Corbel"/>
              </a:rPr>
              <a:t>will</a:t>
            </a:r>
            <a:r>
              <a:rPr sz="1800" spc="-30" dirty="0">
                <a:latin typeface="Corbel"/>
                <a:cs typeface="Corbel"/>
              </a:rPr>
              <a:t> </a:t>
            </a:r>
            <a:r>
              <a:rPr sz="1800" dirty="0">
                <a:latin typeface="Corbel"/>
                <a:cs typeface="Corbel"/>
              </a:rPr>
              <a:t>no</a:t>
            </a:r>
            <a:r>
              <a:rPr sz="1800" spc="-30" dirty="0">
                <a:latin typeface="Corbel"/>
                <a:cs typeface="Corbel"/>
              </a:rPr>
              <a:t> </a:t>
            </a:r>
            <a:r>
              <a:rPr sz="1800" dirty="0">
                <a:latin typeface="Corbel"/>
                <a:cs typeface="Corbel"/>
              </a:rPr>
              <a:t>be</a:t>
            </a:r>
            <a:r>
              <a:rPr sz="1800" spc="-20" dirty="0">
                <a:latin typeface="Corbel"/>
                <a:cs typeface="Corbel"/>
              </a:rPr>
              <a:t> </a:t>
            </a:r>
            <a:r>
              <a:rPr sz="1800" spc="-10" dirty="0">
                <a:latin typeface="Corbel"/>
                <a:cs typeface="Corbel"/>
              </a:rPr>
              <a:t>functional”</a:t>
            </a:r>
            <a:endParaRPr sz="1800" dirty="0">
              <a:latin typeface="Corbel"/>
              <a:cs typeface="Corbel"/>
            </a:endParaRPr>
          </a:p>
          <a:p>
            <a:pPr marL="12700">
              <a:lnSpc>
                <a:spcPct val="100000"/>
              </a:lnSpc>
              <a:spcBef>
                <a:spcPts val="1945"/>
              </a:spcBef>
            </a:pPr>
            <a:r>
              <a:rPr sz="1800" b="1" dirty="0">
                <a:latin typeface="Corbel"/>
                <a:cs typeface="Corbel"/>
              </a:rPr>
              <a:t>Common</a:t>
            </a:r>
            <a:r>
              <a:rPr sz="1800" b="1" spc="-70" dirty="0">
                <a:latin typeface="Corbel"/>
                <a:cs typeface="Corbel"/>
              </a:rPr>
              <a:t> </a:t>
            </a:r>
            <a:r>
              <a:rPr sz="1800" b="1" dirty="0">
                <a:latin typeface="Corbel"/>
                <a:cs typeface="Corbel"/>
              </a:rPr>
              <a:t>handling</a:t>
            </a:r>
            <a:r>
              <a:rPr sz="1800" b="1" spc="-70" dirty="0">
                <a:latin typeface="Corbel"/>
                <a:cs typeface="Corbel"/>
              </a:rPr>
              <a:t> </a:t>
            </a:r>
            <a:r>
              <a:rPr sz="1800" b="1" spc="-10" dirty="0">
                <a:latin typeface="Corbel"/>
                <a:cs typeface="Corbel"/>
              </a:rPr>
              <a:t>Procedure:</a:t>
            </a:r>
            <a:endParaRPr sz="1800" dirty="0">
              <a:latin typeface="Corbel"/>
              <a:cs typeface="Corbel"/>
            </a:endParaRPr>
          </a:p>
          <a:p>
            <a:pPr marL="469265" indent="-456565">
              <a:lnSpc>
                <a:spcPct val="100000"/>
              </a:lnSpc>
              <a:spcBef>
                <a:spcPts val="550"/>
              </a:spcBef>
              <a:buClr>
                <a:srgbClr val="1482AC"/>
              </a:buClr>
              <a:buSzPct val="155555"/>
              <a:buFont typeface="Arial MT"/>
              <a:buChar char="•"/>
              <a:tabLst>
                <a:tab pos="469265" algn="l"/>
              </a:tabLst>
            </a:pPr>
            <a:r>
              <a:rPr sz="1800" dirty="0">
                <a:latin typeface="Corbel"/>
                <a:cs typeface="Corbel"/>
              </a:rPr>
              <a:t>Switch</a:t>
            </a:r>
            <a:r>
              <a:rPr sz="1800" spc="-25" dirty="0">
                <a:latin typeface="Corbel"/>
                <a:cs typeface="Corbel"/>
              </a:rPr>
              <a:t> </a:t>
            </a:r>
            <a:r>
              <a:rPr sz="1800" dirty="0">
                <a:latin typeface="Corbel"/>
                <a:cs typeface="Corbel"/>
              </a:rPr>
              <a:t>to</a:t>
            </a:r>
            <a:r>
              <a:rPr sz="1800" spc="-5" dirty="0">
                <a:latin typeface="Corbel"/>
                <a:cs typeface="Corbel"/>
              </a:rPr>
              <a:t> </a:t>
            </a:r>
            <a:r>
              <a:rPr sz="1800" spc="-85" dirty="0">
                <a:latin typeface="Corbel"/>
                <a:cs typeface="Corbel"/>
              </a:rPr>
              <a:t>“A”</a:t>
            </a:r>
            <a:r>
              <a:rPr sz="1800" spc="-10" dirty="0">
                <a:latin typeface="Corbel"/>
                <a:cs typeface="Corbel"/>
              </a:rPr>
              <a:t> </a:t>
            </a:r>
            <a:r>
              <a:rPr sz="1800" dirty="0">
                <a:latin typeface="Corbel"/>
                <a:cs typeface="Corbel"/>
              </a:rPr>
              <a:t>or</a:t>
            </a:r>
            <a:r>
              <a:rPr sz="1800" spc="-15" dirty="0">
                <a:latin typeface="Corbel"/>
                <a:cs typeface="Corbel"/>
              </a:rPr>
              <a:t> </a:t>
            </a:r>
            <a:r>
              <a:rPr sz="1800" spc="-35" dirty="0">
                <a:latin typeface="Corbel"/>
                <a:cs typeface="Corbel"/>
              </a:rPr>
              <a:t>“ATTI”</a:t>
            </a:r>
            <a:r>
              <a:rPr sz="1800" spc="-10" dirty="0">
                <a:latin typeface="Corbel"/>
                <a:cs typeface="Corbel"/>
              </a:rPr>
              <a:t> </a:t>
            </a:r>
            <a:r>
              <a:rPr sz="1800" dirty="0">
                <a:latin typeface="Corbel"/>
                <a:cs typeface="Corbel"/>
              </a:rPr>
              <a:t>mode</a:t>
            </a:r>
            <a:r>
              <a:rPr sz="1800" spc="-10" dirty="0">
                <a:latin typeface="Corbel"/>
                <a:cs typeface="Corbel"/>
              </a:rPr>
              <a:t> </a:t>
            </a:r>
            <a:r>
              <a:rPr sz="1800" dirty="0">
                <a:latin typeface="Corbel"/>
                <a:cs typeface="Corbel"/>
              </a:rPr>
              <a:t>to</a:t>
            </a:r>
            <a:r>
              <a:rPr sz="1800" spc="-5" dirty="0">
                <a:latin typeface="Corbel"/>
                <a:cs typeface="Corbel"/>
              </a:rPr>
              <a:t> </a:t>
            </a:r>
            <a:r>
              <a:rPr sz="1800" spc="-10" dirty="0">
                <a:latin typeface="Corbel"/>
                <a:cs typeface="Corbel"/>
              </a:rPr>
              <a:t>disable</a:t>
            </a:r>
            <a:r>
              <a:rPr sz="1800" spc="-80" dirty="0">
                <a:latin typeface="Corbel"/>
                <a:cs typeface="Corbel"/>
              </a:rPr>
              <a:t> </a:t>
            </a:r>
            <a:r>
              <a:rPr sz="1800" spc="-25" dirty="0">
                <a:latin typeface="Corbel"/>
                <a:cs typeface="Corbel"/>
              </a:rPr>
              <a:t>GPS</a:t>
            </a:r>
            <a:endParaRPr sz="1800" dirty="0">
              <a:latin typeface="Corbel"/>
              <a:cs typeface="Corbel"/>
            </a:endParaRPr>
          </a:p>
          <a:p>
            <a:pPr marL="469265" indent="-456565">
              <a:lnSpc>
                <a:spcPct val="100000"/>
              </a:lnSpc>
              <a:spcBef>
                <a:spcPts val="625"/>
              </a:spcBef>
              <a:buClr>
                <a:srgbClr val="1482AC"/>
              </a:buClr>
              <a:buSzPct val="155555"/>
              <a:buFont typeface="Arial MT"/>
              <a:buChar char="•"/>
              <a:tabLst>
                <a:tab pos="469265" algn="l"/>
              </a:tabLst>
            </a:pPr>
            <a:r>
              <a:rPr sz="1800" dirty="0">
                <a:latin typeface="Corbel"/>
                <a:cs typeface="Corbel"/>
              </a:rPr>
              <a:t>Continue</a:t>
            </a:r>
            <a:r>
              <a:rPr sz="1800" spc="-50" dirty="0">
                <a:latin typeface="Corbel"/>
                <a:cs typeface="Corbel"/>
              </a:rPr>
              <a:t> </a:t>
            </a:r>
            <a:r>
              <a:rPr sz="1800" dirty="0">
                <a:latin typeface="Corbel"/>
                <a:cs typeface="Corbel"/>
              </a:rPr>
              <a:t>flight</a:t>
            </a:r>
            <a:r>
              <a:rPr sz="1800" spc="-30" dirty="0">
                <a:latin typeface="Corbel"/>
                <a:cs typeface="Corbel"/>
              </a:rPr>
              <a:t> </a:t>
            </a:r>
            <a:r>
              <a:rPr sz="1800" spc="-10" dirty="0">
                <a:latin typeface="Corbel"/>
                <a:cs typeface="Corbel"/>
              </a:rPr>
              <a:t>without</a:t>
            </a:r>
            <a:r>
              <a:rPr sz="1800" spc="-80" dirty="0">
                <a:latin typeface="Corbel"/>
                <a:cs typeface="Corbel"/>
              </a:rPr>
              <a:t> </a:t>
            </a:r>
            <a:r>
              <a:rPr sz="1800" spc="-25" dirty="0">
                <a:latin typeface="Corbel"/>
                <a:cs typeface="Corbel"/>
              </a:rPr>
              <a:t>GPS</a:t>
            </a:r>
            <a:endParaRPr sz="1800" dirty="0">
              <a:latin typeface="Corbel"/>
              <a:cs typeface="Corbel"/>
            </a:endParaRPr>
          </a:p>
          <a:p>
            <a:pPr marL="469265" indent="-456565">
              <a:lnSpc>
                <a:spcPct val="100000"/>
              </a:lnSpc>
              <a:spcBef>
                <a:spcPts val="645"/>
              </a:spcBef>
              <a:buClr>
                <a:srgbClr val="1482AC"/>
              </a:buClr>
              <a:buSzPct val="155555"/>
              <a:buFont typeface="Arial MT"/>
              <a:buChar char="•"/>
              <a:tabLst>
                <a:tab pos="469265" algn="l"/>
              </a:tabLst>
            </a:pPr>
            <a:r>
              <a:rPr sz="1800" dirty="0">
                <a:latin typeface="Corbel"/>
                <a:cs typeface="Corbel"/>
              </a:rPr>
              <a:t>Find</a:t>
            </a:r>
            <a:r>
              <a:rPr sz="1800" spc="-30" dirty="0">
                <a:latin typeface="Corbel"/>
                <a:cs typeface="Corbel"/>
              </a:rPr>
              <a:t> </a:t>
            </a:r>
            <a:r>
              <a:rPr sz="1800" dirty="0">
                <a:latin typeface="Corbel"/>
                <a:cs typeface="Corbel"/>
              </a:rPr>
              <a:t>a</a:t>
            </a:r>
            <a:r>
              <a:rPr sz="1800" spc="-20" dirty="0">
                <a:latin typeface="Corbel"/>
                <a:cs typeface="Corbel"/>
              </a:rPr>
              <a:t> </a:t>
            </a:r>
            <a:r>
              <a:rPr sz="1800" dirty="0">
                <a:latin typeface="Corbel"/>
                <a:cs typeface="Corbel"/>
              </a:rPr>
              <a:t>safe</a:t>
            </a:r>
            <a:r>
              <a:rPr sz="1800" spc="-20" dirty="0">
                <a:latin typeface="Corbel"/>
                <a:cs typeface="Corbel"/>
              </a:rPr>
              <a:t> </a:t>
            </a:r>
            <a:r>
              <a:rPr sz="1800" dirty="0">
                <a:latin typeface="Corbel"/>
                <a:cs typeface="Corbel"/>
              </a:rPr>
              <a:t>landing</a:t>
            </a:r>
            <a:r>
              <a:rPr sz="1800" spc="-30" dirty="0">
                <a:latin typeface="Corbel"/>
                <a:cs typeface="Corbel"/>
              </a:rPr>
              <a:t> </a:t>
            </a:r>
            <a:r>
              <a:rPr sz="1800" dirty="0">
                <a:latin typeface="Corbel"/>
                <a:cs typeface="Corbel"/>
              </a:rPr>
              <a:t>area</a:t>
            </a:r>
            <a:r>
              <a:rPr sz="1800" spc="-20" dirty="0">
                <a:latin typeface="Corbel"/>
                <a:cs typeface="Corbel"/>
              </a:rPr>
              <a:t> </a:t>
            </a:r>
            <a:r>
              <a:rPr sz="1800" dirty="0">
                <a:latin typeface="Corbel"/>
                <a:cs typeface="Corbel"/>
              </a:rPr>
              <a:t>and</a:t>
            </a:r>
            <a:r>
              <a:rPr sz="1800" spc="-25" dirty="0">
                <a:latin typeface="Corbel"/>
                <a:cs typeface="Corbel"/>
              </a:rPr>
              <a:t> </a:t>
            </a:r>
            <a:r>
              <a:rPr sz="1800" dirty="0">
                <a:latin typeface="Corbel"/>
                <a:cs typeface="Corbel"/>
              </a:rPr>
              <a:t>perform</a:t>
            </a:r>
            <a:r>
              <a:rPr sz="1800" spc="-35" dirty="0">
                <a:latin typeface="Corbel"/>
                <a:cs typeface="Corbel"/>
              </a:rPr>
              <a:t> </a:t>
            </a:r>
            <a:r>
              <a:rPr sz="1800" dirty="0">
                <a:latin typeface="Corbel"/>
                <a:cs typeface="Corbel"/>
              </a:rPr>
              <a:t>manual</a:t>
            </a:r>
            <a:r>
              <a:rPr sz="1800" spc="-30" dirty="0">
                <a:latin typeface="Corbel"/>
                <a:cs typeface="Corbel"/>
              </a:rPr>
              <a:t> </a:t>
            </a:r>
            <a:r>
              <a:rPr sz="1800" dirty="0">
                <a:latin typeface="Corbel"/>
                <a:cs typeface="Corbel"/>
              </a:rPr>
              <a:t>landing</a:t>
            </a:r>
            <a:r>
              <a:rPr sz="1800" spc="-30" dirty="0">
                <a:latin typeface="Corbel"/>
                <a:cs typeface="Corbel"/>
              </a:rPr>
              <a:t> </a:t>
            </a:r>
            <a:r>
              <a:rPr sz="1800" dirty="0">
                <a:latin typeface="Corbel"/>
                <a:cs typeface="Corbel"/>
              </a:rPr>
              <a:t>and</a:t>
            </a:r>
            <a:r>
              <a:rPr sz="1800" spc="-25" dirty="0">
                <a:latin typeface="Corbel"/>
                <a:cs typeface="Corbel"/>
              </a:rPr>
              <a:t> </a:t>
            </a:r>
            <a:r>
              <a:rPr sz="1800" spc="-10" dirty="0">
                <a:latin typeface="Corbel"/>
                <a:cs typeface="Corbel"/>
              </a:rPr>
              <a:t>shutdown</a:t>
            </a:r>
            <a:endParaRPr sz="1800" dirty="0">
              <a:latin typeface="Corbel"/>
              <a:cs typeface="Corbe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3" cstate="print"/>
          <a:stretch>
            <a:fillRect/>
          </a:stretch>
        </p:blipFill>
        <p:spPr>
          <a:xfrm>
            <a:off x="1417319" y="566927"/>
            <a:ext cx="4678680" cy="573024"/>
          </a:xfrm>
          <a:prstGeom prst="rect">
            <a:avLst/>
          </a:prstGeom>
        </p:spPr>
      </p:pic>
      <p:sp>
        <p:nvSpPr>
          <p:cNvPr id="4" name="object 4"/>
          <p:cNvSpPr txBox="1">
            <a:spLocks noGrp="1"/>
          </p:cNvSpPr>
          <p:nvPr>
            <p:ph type="title"/>
          </p:nvPr>
        </p:nvSpPr>
        <p:spPr>
          <a:prstGeom prst="rect">
            <a:avLst/>
          </a:prstGeom>
        </p:spPr>
        <p:txBody>
          <a:bodyPr vert="horz" wrap="square" lIns="0" tIns="329691" rIns="0" bIns="0" rtlCol="0">
            <a:spAutoFit/>
          </a:bodyPr>
          <a:lstStyle/>
          <a:p>
            <a:pPr marL="640715">
              <a:lnSpc>
                <a:spcPct val="100000"/>
              </a:lnSpc>
              <a:spcBef>
                <a:spcPts val="100"/>
              </a:spcBef>
            </a:pPr>
            <a:r>
              <a:rPr dirty="0"/>
              <a:t>060</a:t>
            </a:r>
            <a:r>
              <a:rPr spc="-65" dirty="0"/>
              <a:t> </a:t>
            </a:r>
            <a:r>
              <a:rPr dirty="0"/>
              <a:t>03</a:t>
            </a:r>
            <a:r>
              <a:rPr spc="-30" dirty="0"/>
              <a:t> </a:t>
            </a:r>
            <a:r>
              <a:rPr spc="-20" dirty="0"/>
              <a:t>02:</a:t>
            </a:r>
            <a:r>
              <a:rPr spc="-85" dirty="0"/>
              <a:t> </a:t>
            </a:r>
            <a:r>
              <a:rPr dirty="0"/>
              <a:t>Common</a:t>
            </a:r>
            <a:r>
              <a:rPr spc="-40" dirty="0"/>
              <a:t> </a:t>
            </a:r>
            <a:r>
              <a:rPr dirty="0"/>
              <a:t>handling</a:t>
            </a:r>
            <a:r>
              <a:rPr spc="-30" dirty="0"/>
              <a:t> </a:t>
            </a:r>
            <a:r>
              <a:rPr spc="-10" dirty="0"/>
              <a:t>procedures: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41275">
              <a:lnSpc>
                <a:spcPts val="1045"/>
              </a:lnSpc>
            </a:pPr>
            <a:r>
              <a:rPr spc="-25" dirty="0"/>
              <a:t>81</a:t>
            </a:r>
          </a:p>
        </p:txBody>
      </p:sp>
      <p:sp>
        <p:nvSpPr>
          <p:cNvPr id="5" name="object 5"/>
          <p:cNvSpPr txBox="1"/>
          <p:nvPr/>
        </p:nvSpPr>
        <p:spPr>
          <a:xfrm>
            <a:off x="1563049" y="1493011"/>
            <a:ext cx="9998710" cy="3914775"/>
          </a:xfrm>
          <a:prstGeom prst="rect">
            <a:avLst/>
          </a:prstGeom>
        </p:spPr>
        <p:txBody>
          <a:bodyPr vert="horz" wrap="square" lIns="0" tIns="82550" rIns="0" bIns="0" rtlCol="0">
            <a:spAutoFit/>
          </a:bodyPr>
          <a:lstStyle/>
          <a:p>
            <a:pPr marL="12700" algn="just">
              <a:lnSpc>
                <a:spcPct val="100000"/>
              </a:lnSpc>
              <a:spcBef>
                <a:spcPts val="650"/>
              </a:spcBef>
            </a:pPr>
            <a:r>
              <a:rPr sz="1800" b="1" dirty="0">
                <a:latin typeface="Corbel"/>
                <a:cs typeface="Corbel"/>
              </a:rPr>
              <a:t>Loss</a:t>
            </a:r>
            <a:r>
              <a:rPr sz="1800" b="1" spc="-25" dirty="0">
                <a:latin typeface="Corbel"/>
                <a:cs typeface="Corbel"/>
              </a:rPr>
              <a:t> </a:t>
            </a:r>
            <a:r>
              <a:rPr sz="1800" b="1" dirty="0">
                <a:latin typeface="Corbel"/>
                <a:cs typeface="Corbel"/>
              </a:rPr>
              <a:t>of</a:t>
            </a:r>
            <a:r>
              <a:rPr sz="1800" b="1" spc="-10" dirty="0">
                <a:latin typeface="Corbel"/>
                <a:cs typeface="Corbel"/>
              </a:rPr>
              <a:t> </a:t>
            </a:r>
            <a:r>
              <a:rPr sz="1800" b="1" spc="-20" dirty="0">
                <a:latin typeface="Corbel"/>
                <a:cs typeface="Corbel"/>
              </a:rPr>
              <a:t>Power</a:t>
            </a:r>
            <a:endParaRPr sz="1800" dirty="0">
              <a:latin typeface="Corbel"/>
              <a:cs typeface="Corbel"/>
            </a:endParaRPr>
          </a:p>
          <a:p>
            <a:pPr marL="12700" marR="5080" algn="just">
              <a:lnSpc>
                <a:spcPct val="90000"/>
              </a:lnSpc>
              <a:spcBef>
                <a:spcPts val="770"/>
              </a:spcBef>
            </a:pPr>
            <a:r>
              <a:rPr sz="1800" dirty="0">
                <a:latin typeface="Corbel"/>
                <a:cs typeface="Corbel"/>
              </a:rPr>
              <a:t>Loss</a:t>
            </a:r>
            <a:r>
              <a:rPr sz="1800" spc="-15" dirty="0">
                <a:latin typeface="Corbel"/>
                <a:cs typeface="Corbel"/>
              </a:rPr>
              <a:t> </a:t>
            </a:r>
            <a:r>
              <a:rPr sz="1800" dirty="0">
                <a:latin typeface="Corbel"/>
                <a:cs typeface="Corbel"/>
              </a:rPr>
              <a:t>of</a:t>
            </a:r>
            <a:r>
              <a:rPr sz="1800" spc="-5" dirty="0">
                <a:latin typeface="Corbel"/>
                <a:cs typeface="Corbel"/>
              </a:rPr>
              <a:t> </a:t>
            </a:r>
            <a:r>
              <a:rPr sz="1800" dirty="0">
                <a:latin typeface="Corbel"/>
                <a:cs typeface="Corbel"/>
              </a:rPr>
              <a:t>power</a:t>
            </a:r>
            <a:r>
              <a:rPr sz="1800" spc="-10" dirty="0">
                <a:latin typeface="Corbel"/>
                <a:cs typeface="Corbel"/>
              </a:rPr>
              <a:t> </a:t>
            </a:r>
            <a:r>
              <a:rPr sz="1800" dirty="0">
                <a:latin typeface="Corbel"/>
                <a:cs typeface="Corbel"/>
              </a:rPr>
              <a:t>is</a:t>
            </a:r>
            <a:r>
              <a:rPr sz="1800" spc="-10" dirty="0">
                <a:latin typeface="Corbel"/>
                <a:cs typeface="Corbel"/>
              </a:rPr>
              <a:t> </a:t>
            </a:r>
            <a:r>
              <a:rPr sz="1800" dirty="0">
                <a:latin typeface="Corbel"/>
                <a:cs typeface="Corbel"/>
              </a:rPr>
              <a:t>when</a:t>
            </a:r>
            <a:r>
              <a:rPr sz="1800" spc="-10" dirty="0">
                <a:latin typeface="Corbel"/>
                <a:cs typeface="Corbel"/>
              </a:rPr>
              <a:t> </a:t>
            </a:r>
            <a:r>
              <a:rPr sz="1800" dirty="0">
                <a:latin typeface="Corbel"/>
                <a:cs typeface="Corbel"/>
              </a:rPr>
              <a:t>the</a:t>
            </a:r>
            <a:r>
              <a:rPr sz="1800" spc="-5" dirty="0">
                <a:latin typeface="Corbel"/>
                <a:cs typeface="Corbel"/>
              </a:rPr>
              <a:t> </a:t>
            </a:r>
            <a:r>
              <a:rPr sz="1800" dirty="0">
                <a:latin typeface="Corbel"/>
                <a:cs typeface="Corbel"/>
              </a:rPr>
              <a:t>UA</a:t>
            </a:r>
            <a:r>
              <a:rPr sz="1800" spc="-15" dirty="0">
                <a:latin typeface="Corbel"/>
                <a:cs typeface="Corbel"/>
              </a:rPr>
              <a:t> </a:t>
            </a:r>
            <a:r>
              <a:rPr sz="1800" dirty="0">
                <a:latin typeface="Corbel"/>
                <a:cs typeface="Corbel"/>
              </a:rPr>
              <a:t>does</a:t>
            </a:r>
            <a:r>
              <a:rPr sz="1800" spc="-10" dirty="0">
                <a:latin typeface="Corbel"/>
                <a:cs typeface="Corbel"/>
              </a:rPr>
              <a:t> </a:t>
            </a:r>
            <a:r>
              <a:rPr sz="1800" dirty="0">
                <a:latin typeface="Corbel"/>
                <a:cs typeface="Corbel"/>
              </a:rPr>
              <a:t>not</a:t>
            </a:r>
            <a:r>
              <a:rPr sz="1800" spc="-10" dirty="0">
                <a:latin typeface="Corbel"/>
                <a:cs typeface="Corbel"/>
              </a:rPr>
              <a:t> </a:t>
            </a:r>
            <a:r>
              <a:rPr sz="1800" dirty="0">
                <a:latin typeface="Corbel"/>
                <a:cs typeface="Corbel"/>
              </a:rPr>
              <a:t>have</a:t>
            </a:r>
            <a:r>
              <a:rPr sz="1800" spc="-5" dirty="0">
                <a:latin typeface="Corbel"/>
                <a:cs typeface="Corbel"/>
              </a:rPr>
              <a:t> </a:t>
            </a:r>
            <a:r>
              <a:rPr sz="1800" dirty="0">
                <a:latin typeface="Corbel"/>
                <a:cs typeface="Corbel"/>
              </a:rPr>
              <a:t>sufficient</a:t>
            </a:r>
            <a:r>
              <a:rPr sz="1800" spc="-10" dirty="0">
                <a:latin typeface="Corbel"/>
                <a:cs typeface="Corbel"/>
              </a:rPr>
              <a:t> </a:t>
            </a:r>
            <a:r>
              <a:rPr sz="1800" dirty="0">
                <a:latin typeface="Corbel"/>
                <a:cs typeface="Corbel"/>
              </a:rPr>
              <a:t>power</a:t>
            </a:r>
            <a:r>
              <a:rPr sz="1800" spc="-10" dirty="0">
                <a:latin typeface="Corbel"/>
                <a:cs typeface="Corbel"/>
              </a:rPr>
              <a:t> </a:t>
            </a:r>
            <a:r>
              <a:rPr sz="1800" dirty="0">
                <a:latin typeface="Corbel"/>
                <a:cs typeface="Corbel"/>
              </a:rPr>
              <a:t>to</a:t>
            </a:r>
            <a:r>
              <a:rPr sz="1800" spc="-10" dirty="0">
                <a:latin typeface="Corbel"/>
                <a:cs typeface="Corbel"/>
              </a:rPr>
              <a:t> </a:t>
            </a:r>
            <a:r>
              <a:rPr sz="1800" dirty="0">
                <a:latin typeface="Corbel"/>
                <a:cs typeface="Corbel"/>
              </a:rPr>
              <a:t>stay</a:t>
            </a:r>
            <a:r>
              <a:rPr sz="1800" spc="-10" dirty="0">
                <a:latin typeface="Corbel"/>
                <a:cs typeface="Corbel"/>
              </a:rPr>
              <a:t> </a:t>
            </a:r>
            <a:r>
              <a:rPr sz="1800" dirty="0">
                <a:latin typeface="Corbel"/>
                <a:cs typeface="Corbel"/>
              </a:rPr>
              <a:t>airborne</a:t>
            </a:r>
            <a:r>
              <a:rPr sz="1800" spc="-5" dirty="0">
                <a:latin typeface="Corbel"/>
                <a:cs typeface="Corbel"/>
              </a:rPr>
              <a:t> </a:t>
            </a:r>
            <a:r>
              <a:rPr sz="1800" dirty="0">
                <a:latin typeface="Corbel"/>
                <a:cs typeface="Corbel"/>
              </a:rPr>
              <a:t>due</a:t>
            </a:r>
            <a:r>
              <a:rPr sz="1800" spc="-5" dirty="0">
                <a:latin typeface="Corbel"/>
                <a:cs typeface="Corbel"/>
              </a:rPr>
              <a:t> </a:t>
            </a:r>
            <a:r>
              <a:rPr sz="1800" dirty="0">
                <a:latin typeface="Corbel"/>
                <a:cs typeface="Corbel"/>
              </a:rPr>
              <a:t>to</a:t>
            </a:r>
            <a:r>
              <a:rPr sz="1800" spc="-5" dirty="0">
                <a:latin typeface="Corbel"/>
                <a:cs typeface="Corbel"/>
              </a:rPr>
              <a:t> </a:t>
            </a:r>
            <a:r>
              <a:rPr sz="1800" dirty="0">
                <a:latin typeface="Corbel"/>
                <a:cs typeface="Corbel"/>
              </a:rPr>
              <a:t>power</a:t>
            </a:r>
            <a:r>
              <a:rPr sz="1800" spc="-10" dirty="0">
                <a:latin typeface="Corbel"/>
                <a:cs typeface="Corbel"/>
              </a:rPr>
              <a:t> supply-related </a:t>
            </a:r>
            <a:r>
              <a:rPr sz="1800" dirty="0">
                <a:latin typeface="Corbel"/>
                <a:cs typeface="Corbel"/>
              </a:rPr>
              <a:t>failures.</a:t>
            </a:r>
            <a:r>
              <a:rPr sz="1800" spc="125" dirty="0">
                <a:latin typeface="Corbel"/>
                <a:cs typeface="Corbel"/>
              </a:rPr>
              <a:t> </a:t>
            </a:r>
            <a:r>
              <a:rPr sz="1800" dirty="0">
                <a:latin typeface="Corbel"/>
                <a:cs typeface="Corbel"/>
              </a:rPr>
              <a:t>This</a:t>
            </a:r>
            <a:r>
              <a:rPr sz="1800" spc="125" dirty="0">
                <a:latin typeface="Corbel"/>
                <a:cs typeface="Corbel"/>
              </a:rPr>
              <a:t> </a:t>
            </a:r>
            <a:r>
              <a:rPr sz="1800" dirty="0">
                <a:latin typeface="Corbel"/>
                <a:cs typeface="Corbel"/>
              </a:rPr>
              <a:t>may</a:t>
            </a:r>
            <a:r>
              <a:rPr sz="1800" spc="130" dirty="0">
                <a:latin typeface="Corbel"/>
                <a:cs typeface="Corbel"/>
              </a:rPr>
              <a:t> </a:t>
            </a:r>
            <a:r>
              <a:rPr sz="1800" dirty="0">
                <a:latin typeface="Corbel"/>
                <a:cs typeface="Corbel"/>
              </a:rPr>
              <a:t>lead</a:t>
            </a:r>
            <a:r>
              <a:rPr sz="1800" spc="125" dirty="0">
                <a:latin typeface="Corbel"/>
                <a:cs typeface="Corbel"/>
              </a:rPr>
              <a:t> </a:t>
            </a:r>
            <a:r>
              <a:rPr sz="1800" dirty="0">
                <a:latin typeface="Corbel"/>
                <a:cs typeface="Corbel"/>
              </a:rPr>
              <a:t>to</a:t>
            </a:r>
            <a:r>
              <a:rPr sz="1800" spc="135" dirty="0">
                <a:latin typeface="Corbel"/>
                <a:cs typeface="Corbel"/>
              </a:rPr>
              <a:t> </a:t>
            </a:r>
            <a:r>
              <a:rPr sz="1800" dirty="0">
                <a:latin typeface="Corbel"/>
                <a:cs typeface="Corbel"/>
              </a:rPr>
              <a:t>a</a:t>
            </a:r>
            <a:r>
              <a:rPr sz="1800" spc="135" dirty="0">
                <a:latin typeface="Corbel"/>
                <a:cs typeface="Corbel"/>
              </a:rPr>
              <a:t> </a:t>
            </a:r>
            <a:r>
              <a:rPr sz="1800" dirty="0">
                <a:latin typeface="Corbel"/>
                <a:cs typeface="Corbel"/>
              </a:rPr>
              <a:t>sudden</a:t>
            </a:r>
            <a:r>
              <a:rPr sz="1800" spc="130" dirty="0">
                <a:latin typeface="Corbel"/>
                <a:cs typeface="Corbel"/>
              </a:rPr>
              <a:t> </a:t>
            </a:r>
            <a:r>
              <a:rPr sz="1800" dirty="0">
                <a:latin typeface="Corbel"/>
                <a:cs typeface="Corbel"/>
              </a:rPr>
              <a:t>shutdown</a:t>
            </a:r>
            <a:r>
              <a:rPr sz="1800" spc="130" dirty="0">
                <a:latin typeface="Corbel"/>
                <a:cs typeface="Corbel"/>
              </a:rPr>
              <a:t> </a:t>
            </a:r>
            <a:r>
              <a:rPr sz="1800" dirty="0">
                <a:latin typeface="Corbel"/>
                <a:cs typeface="Corbel"/>
              </a:rPr>
              <a:t>of</a:t>
            </a:r>
            <a:r>
              <a:rPr sz="1800" spc="135" dirty="0">
                <a:latin typeface="Corbel"/>
                <a:cs typeface="Corbel"/>
              </a:rPr>
              <a:t> </a:t>
            </a:r>
            <a:r>
              <a:rPr sz="1800" dirty="0">
                <a:latin typeface="Corbel"/>
                <a:cs typeface="Corbel"/>
              </a:rPr>
              <a:t>the</a:t>
            </a:r>
            <a:r>
              <a:rPr sz="1800" spc="130" dirty="0">
                <a:latin typeface="Corbel"/>
                <a:cs typeface="Corbel"/>
              </a:rPr>
              <a:t> </a:t>
            </a:r>
            <a:r>
              <a:rPr sz="1800" dirty="0">
                <a:latin typeface="Corbel"/>
                <a:cs typeface="Corbel"/>
              </a:rPr>
              <a:t>UA</a:t>
            </a:r>
            <a:r>
              <a:rPr sz="1800" spc="120" dirty="0">
                <a:latin typeface="Corbel"/>
                <a:cs typeface="Corbel"/>
              </a:rPr>
              <a:t> </a:t>
            </a:r>
            <a:r>
              <a:rPr sz="1800" dirty="0">
                <a:latin typeface="Corbel"/>
                <a:cs typeface="Corbel"/>
              </a:rPr>
              <a:t>during</a:t>
            </a:r>
            <a:r>
              <a:rPr sz="1800" spc="125" dirty="0">
                <a:latin typeface="Corbel"/>
                <a:cs typeface="Corbel"/>
              </a:rPr>
              <a:t> </a:t>
            </a:r>
            <a:r>
              <a:rPr sz="1800" spc="-10" dirty="0">
                <a:latin typeface="Corbel"/>
                <a:cs typeface="Corbel"/>
              </a:rPr>
              <a:t>mid-</a:t>
            </a:r>
            <a:r>
              <a:rPr sz="1800" dirty="0">
                <a:latin typeface="Corbel"/>
                <a:cs typeface="Corbel"/>
              </a:rPr>
              <a:t>flight.</a:t>
            </a:r>
            <a:r>
              <a:rPr sz="1800" spc="125" dirty="0">
                <a:latin typeface="Corbel"/>
                <a:cs typeface="Corbel"/>
              </a:rPr>
              <a:t> </a:t>
            </a:r>
            <a:r>
              <a:rPr sz="1800" dirty="0">
                <a:latin typeface="Corbel"/>
                <a:cs typeface="Corbel"/>
              </a:rPr>
              <a:t>Hence,</a:t>
            </a:r>
            <a:r>
              <a:rPr sz="1800" spc="130" dirty="0">
                <a:latin typeface="Corbel"/>
                <a:cs typeface="Corbel"/>
              </a:rPr>
              <a:t> </a:t>
            </a:r>
            <a:r>
              <a:rPr sz="1800" dirty="0">
                <a:latin typeface="Corbel"/>
                <a:cs typeface="Corbel"/>
              </a:rPr>
              <a:t>should</a:t>
            </a:r>
            <a:r>
              <a:rPr sz="1800" spc="125" dirty="0">
                <a:latin typeface="Corbel"/>
                <a:cs typeface="Corbel"/>
              </a:rPr>
              <a:t> </a:t>
            </a:r>
            <a:r>
              <a:rPr sz="1800" dirty="0">
                <a:latin typeface="Corbel"/>
                <a:cs typeface="Corbel"/>
              </a:rPr>
              <a:t>stop</a:t>
            </a:r>
            <a:r>
              <a:rPr sz="1800" spc="130" dirty="0">
                <a:latin typeface="Corbel"/>
                <a:cs typeface="Corbel"/>
              </a:rPr>
              <a:t> </a:t>
            </a:r>
            <a:r>
              <a:rPr sz="1800" dirty="0">
                <a:latin typeface="Corbel"/>
                <a:cs typeface="Corbel"/>
              </a:rPr>
              <a:t>the</a:t>
            </a:r>
            <a:r>
              <a:rPr sz="1800" spc="130" dirty="0">
                <a:latin typeface="Corbel"/>
                <a:cs typeface="Corbel"/>
              </a:rPr>
              <a:t> </a:t>
            </a:r>
            <a:r>
              <a:rPr sz="1800" spc="-10" dirty="0">
                <a:latin typeface="Corbel"/>
                <a:cs typeface="Corbel"/>
              </a:rPr>
              <a:t>flight </a:t>
            </a:r>
            <a:r>
              <a:rPr sz="1800" dirty="0">
                <a:latin typeface="Corbel"/>
                <a:cs typeface="Corbel"/>
              </a:rPr>
              <a:t>operation</a:t>
            </a:r>
            <a:r>
              <a:rPr sz="1800" spc="-40" dirty="0">
                <a:latin typeface="Corbel"/>
                <a:cs typeface="Corbel"/>
              </a:rPr>
              <a:t> </a:t>
            </a:r>
            <a:r>
              <a:rPr sz="1800" dirty="0">
                <a:latin typeface="Corbel"/>
                <a:cs typeface="Corbel"/>
              </a:rPr>
              <a:t>and</a:t>
            </a:r>
            <a:r>
              <a:rPr sz="1800" spc="-25" dirty="0">
                <a:latin typeface="Corbel"/>
                <a:cs typeface="Corbel"/>
              </a:rPr>
              <a:t> </a:t>
            </a:r>
            <a:r>
              <a:rPr sz="1800" dirty="0">
                <a:latin typeface="Corbel"/>
                <a:cs typeface="Corbel"/>
              </a:rPr>
              <a:t>land</a:t>
            </a:r>
            <a:r>
              <a:rPr sz="1800" spc="-35" dirty="0">
                <a:latin typeface="Corbel"/>
                <a:cs typeface="Corbel"/>
              </a:rPr>
              <a:t> </a:t>
            </a:r>
            <a:r>
              <a:rPr sz="1800" dirty="0">
                <a:latin typeface="Corbel"/>
                <a:cs typeface="Corbel"/>
              </a:rPr>
              <a:t>the</a:t>
            </a:r>
            <a:r>
              <a:rPr sz="1800" spc="-75" dirty="0">
                <a:latin typeface="Corbel"/>
                <a:cs typeface="Corbel"/>
              </a:rPr>
              <a:t> </a:t>
            </a:r>
            <a:r>
              <a:rPr sz="1800" dirty="0">
                <a:latin typeface="Corbel"/>
                <a:cs typeface="Corbel"/>
              </a:rPr>
              <a:t>UA</a:t>
            </a:r>
            <a:r>
              <a:rPr sz="1800" spc="-90" dirty="0">
                <a:latin typeface="Corbel"/>
                <a:cs typeface="Corbel"/>
              </a:rPr>
              <a:t> </a:t>
            </a:r>
            <a:r>
              <a:rPr sz="1800" spc="-20" dirty="0">
                <a:latin typeface="Corbel"/>
                <a:cs typeface="Corbel"/>
              </a:rPr>
              <a:t>ASAP.</a:t>
            </a:r>
            <a:endParaRPr sz="1800" dirty="0">
              <a:latin typeface="Corbel"/>
              <a:cs typeface="Corbel"/>
            </a:endParaRPr>
          </a:p>
          <a:p>
            <a:pPr marL="12700">
              <a:lnSpc>
                <a:spcPts val="2125"/>
              </a:lnSpc>
              <a:spcBef>
                <a:spcPts val="1945"/>
              </a:spcBef>
            </a:pPr>
            <a:r>
              <a:rPr sz="1800" b="1" dirty="0">
                <a:latin typeface="Corbel"/>
                <a:cs typeface="Corbel"/>
              </a:rPr>
              <a:t>Common</a:t>
            </a:r>
            <a:r>
              <a:rPr sz="1800" b="1" spc="-70" dirty="0">
                <a:latin typeface="Corbel"/>
                <a:cs typeface="Corbel"/>
              </a:rPr>
              <a:t> </a:t>
            </a:r>
            <a:r>
              <a:rPr sz="1800" b="1" dirty="0">
                <a:latin typeface="Corbel"/>
                <a:cs typeface="Corbel"/>
              </a:rPr>
              <a:t>handling</a:t>
            </a:r>
            <a:r>
              <a:rPr sz="1800" b="1" spc="-70" dirty="0">
                <a:latin typeface="Corbel"/>
                <a:cs typeface="Corbel"/>
              </a:rPr>
              <a:t> </a:t>
            </a:r>
            <a:r>
              <a:rPr sz="1800" b="1" spc="-10" dirty="0">
                <a:latin typeface="Corbel"/>
                <a:cs typeface="Corbel"/>
              </a:rPr>
              <a:t>Procedure:</a:t>
            </a:r>
            <a:endParaRPr sz="1800" dirty="0">
              <a:latin typeface="Corbel"/>
              <a:cs typeface="Corbel"/>
            </a:endParaRPr>
          </a:p>
          <a:p>
            <a:pPr marL="355600">
              <a:lnSpc>
                <a:spcPts val="2125"/>
              </a:lnSpc>
            </a:pPr>
            <a:r>
              <a:rPr sz="1800" dirty="0">
                <a:latin typeface="Corbel"/>
                <a:cs typeface="Corbel"/>
              </a:rPr>
              <a:t>Maintain</a:t>
            </a:r>
            <a:r>
              <a:rPr sz="1800" spc="-45" dirty="0">
                <a:latin typeface="Corbel"/>
                <a:cs typeface="Corbel"/>
              </a:rPr>
              <a:t> </a:t>
            </a:r>
            <a:r>
              <a:rPr sz="1800" dirty="0">
                <a:latin typeface="Corbel"/>
                <a:cs typeface="Corbel"/>
              </a:rPr>
              <a:t>visual</a:t>
            </a:r>
            <a:r>
              <a:rPr sz="1800" spc="-45" dirty="0">
                <a:latin typeface="Corbel"/>
                <a:cs typeface="Corbel"/>
              </a:rPr>
              <a:t> </a:t>
            </a:r>
            <a:r>
              <a:rPr sz="1800" dirty="0">
                <a:latin typeface="Corbel"/>
                <a:cs typeface="Corbel"/>
              </a:rPr>
              <a:t>contact</a:t>
            </a:r>
            <a:r>
              <a:rPr sz="1800" spc="-45" dirty="0">
                <a:latin typeface="Corbel"/>
                <a:cs typeface="Corbel"/>
              </a:rPr>
              <a:t> </a:t>
            </a:r>
            <a:r>
              <a:rPr sz="1800" dirty="0">
                <a:latin typeface="Corbel"/>
                <a:cs typeface="Corbel"/>
              </a:rPr>
              <a:t>with</a:t>
            </a:r>
            <a:r>
              <a:rPr sz="1800" spc="-35" dirty="0">
                <a:latin typeface="Corbel"/>
                <a:cs typeface="Corbel"/>
              </a:rPr>
              <a:t> </a:t>
            </a:r>
            <a:r>
              <a:rPr sz="1800" spc="-10" dirty="0">
                <a:latin typeface="Corbel"/>
                <a:cs typeface="Corbel"/>
              </a:rPr>
              <a:t>aircraft</a:t>
            </a:r>
            <a:endParaRPr sz="1800" dirty="0">
              <a:latin typeface="Corbel"/>
              <a:cs typeface="Corbel"/>
            </a:endParaRPr>
          </a:p>
          <a:p>
            <a:pPr marL="355600">
              <a:lnSpc>
                <a:spcPct val="100000"/>
              </a:lnSpc>
              <a:spcBef>
                <a:spcPts val="45"/>
              </a:spcBef>
            </a:pPr>
            <a:r>
              <a:rPr sz="1800" dirty="0">
                <a:latin typeface="Corbel"/>
                <a:cs typeface="Corbel"/>
              </a:rPr>
              <a:t>Immediately</a:t>
            </a:r>
            <a:r>
              <a:rPr sz="1800" spc="-35" dirty="0">
                <a:latin typeface="Corbel"/>
                <a:cs typeface="Corbel"/>
              </a:rPr>
              <a:t> </a:t>
            </a:r>
            <a:r>
              <a:rPr sz="1800" dirty="0">
                <a:latin typeface="Corbel"/>
                <a:cs typeface="Corbel"/>
              </a:rPr>
              <a:t>return</a:t>
            </a:r>
            <a:r>
              <a:rPr sz="1800" spc="-35" dirty="0">
                <a:latin typeface="Corbel"/>
                <a:cs typeface="Corbel"/>
              </a:rPr>
              <a:t> </a:t>
            </a:r>
            <a:r>
              <a:rPr sz="1800" dirty="0">
                <a:latin typeface="Corbel"/>
                <a:cs typeface="Corbel"/>
              </a:rPr>
              <a:t>the</a:t>
            </a:r>
            <a:r>
              <a:rPr sz="1800" spc="-30" dirty="0">
                <a:latin typeface="Corbel"/>
                <a:cs typeface="Corbel"/>
              </a:rPr>
              <a:t> </a:t>
            </a:r>
            <a:r>
              <a:rPr sz="1800" dirty="0">
                <a:latin typeface="Corbel"/>
                <a:cs typeface="Corbel"/>
              </a:rPr>
              <a:t>aircraft</a:t>
            </a:r>
            <a:r>
              <a:rPr sz="1800" spc="-35" dirty="0">
                <a:latin typeface="Corbel"/>
                <a:cs typeface="Corbel"/>
              </a:rPr>
              <a:t> </a:t>
            </a:r>
            <a:r>
              <a:rPr sz="1800" dirty="0">
                <a:latin typeface="Corbel"/>
                <a:cs typeface="Corbel"/>
              </a:rPr>
              <a:t>to</a:t>
            </a:r>
            <a:r>
              <a:rPr sz="1800" spc="-30" dirty="0">
                <a:latin typeface="Corbel"/>
                <a:cs typeface="Corbel"/>
              </a:rPr>
              <a:t> </a:t>
            </a:r>
            <a:r>
              <a:rPr sz="1800" dirty="0">
                <a:latin typeface="Corbel"/>
                <a:cs typeface="Corbel"/>
              </a:rPr>
              <a:t>your</a:t>
            </a:r>
            <a:r>
              <a:rPr sz="1800" spc="-40" dirty="0">
                <a:latin typeface="Corbel"/>
                <a:cs typeface="Corbel"/>
              </a:rPr>
              <a:t> </a:t>
            </a:r>
            <a:r>
              <a:rPr sz="1800" spc="-10" dirty="0">
                <a:latin typeface="Corbel"/>
                <a:cs typeface="Corbel"/>
              </a:rPr>
              <a:t>landing</a:t>
            </a:r>
            <a:endParaRPr sz="1800" dirty="0">
              <a:latin typeface="Corbel"/>
              <a:cs typeface="Corbel"/>
            </a:endParaRPr>
          </a:p>
          <a:p>
            <a:pPr marL="12700" algn="just">
              <a:lnSpc>
                <a:spcPct val="100000"/>
              </a:lnSpc>
              <a:spcBef>
                <a:spcPts val="2135"/>
              </a:spcBef>
            </a:pPr>
            <a:r>
              <a:rPr sz="1800" dirty="0">
                <a:latin typeface="Corbel"/>
                <a:cs typeface="Corbel"/>
              </a:rPr>
              <a:t>If </a:t>
            </a:r>
            <a:r>
              <a:rPr sz="1800" spc="-10" dirty="0">
                <a:latin typeface="Corbel"/>
                <a:cs typeface="Corbel"/>
              </a:rPr>
              <a:t>disoriented:</a:t>
            </a:r>
            <a:endParaRPr sz="1800" dirty="0">
              <a:latin typeface="Corbel"/>
              <a:cs typeface="Corbel"/>
            </a:endParaRPr>
          </a:p>
          <a:p>
            <a:pPr marL="355600">
              <a:lnSpc>
                <a:spcPct val="100000"/>
              </a:lnSpc>
              <a:spcBef>
                <a:spcPts val="50"/>
              </a:spcBef>
            </a:pPr>
            <a:r>
              <a:rPr sz="1800" dirty="0">
                <a:latin typeface="Corbel"/>
                <a:cs typeface="Corbel"/>
              </a:rPr>
              <a:t>Use</a:t>
            </a:r>
            <a:r>
              <a:rPr sz="1800" spc="-30" dirty="0">
                <a:latin typeface="Corbel"/>
                <a:cs typeface="Corbel"/>
              </a:rPr>
              <a:t> </a:t>
            </a:r>
            <a:r>
              <a:rPr sz="1800" dirty="0">
                <a:latin typeface="Corbel"/>
                <a:cs typeface="Corbel"/>
              </a:rPr>
              <a:t>RTH</a:t>
            </a:r>
            <a:r>
              <a:rPr sz="1800" spc="-30" dirty="0">
                <a:latin typeface="Corbel"/>
                <a:cs typeface="Corbel"/>
              </a:rPr>
              <a:t> </a:t>
            </a:r>
            <a:r>
              <a:rPr sz="1800" dirty="0">
                <a:latin typeface="Corbel"/>
                <a:cs typeface="Corbel"/>
              </a:rPr>
              <a:t>(manually</a:t>
            </a:r>
            <a:r>
              <a:rPr sz="1800" spc="-30" dirty="0">
                <a:latin typeface="Corbel"/>
                <a:cs typeface="Corbel"/>
              </a:rPr>
              <a:t> </a:t>
            </a:r>
            <a:r>
              <a:rPr sz="1800" dirty="0">
                <a:latin typeface="Corbel"/>
                <a:cs typeface="Corbel"/>
              </a:rPr>
              <a:t>)or</a:t>
            </a:r>
            <a:r>
              <a:rPr sz="1800" spc="-70" dirty="0">
                <a:latin typeface="Corbel"/>
                <a:cs typeface="Corbel"/>
              </a:rPr>
              <a:t> </a:t>
            </a:r>
            <a:r>
              <a:rPr sz="1800" dirty="0">
                <a:latin typeface="Corbel"/>
                <a:cs typeface="Corbel"/>
              </a:rPr>
              <a:t>Set</a:t>
            </a:r>
            <a:r>
              <a:rPr sz="1800" spc="-30" dirty="0">
                <a:latin typeface="Corbel"/>
                <a:cs typeface="Corbel"/>
              </a:rPr>
              <a:t> </a:t>
            </a:r>
            <a:r>
              <a:rPr sz="1800" dirty="0">
                <a:latin typeface="Corbel"/>
                <a:cs typeface="Corbel"/>
              </a:rPr>
              <a:t>RTH</a:t>
            </a:r>
            <a:r>
              <a:rPr sz="1800" spc="-30" dirty="0">
                <a:latin typeface="Corbel"/>
                <a:cs typeface="Corbel"/>
              </a:rPr>
              <a:t> </a:t>
            </a:r>
            <a:r>
              <a:rPr sz="1800" dirty="0">
                <a:latin typeface="Corbel"/>
                <a:cs typeface="Corbel"/>
              </a:rPr>
              <a:t>when</a:t>
            </a:r>
            <a:r>
              <a:rPr sz="1800" spc="-30" dirty="0">
                <a:latin typeface="Corbel"/>
                <a:cs typeface="Corbel"/>
              </a:rPr>
              <a:t> </a:t>
            </a:r>
            <a:r>
              <a:rPr sz="1800" dirty="0">
                <a:latin typeface="Corbel"/>
                <a:cs typeface="Corbel"/>
              </a:rPr>
              <a:t>a</a:t>
            </a:r>
            <a:r>
              <a:rPr sz="1800" spc="-25" dirty="0">
                <a:latin typeface="Corbel"/>
                <a:cs typeface="Corbel"/>
              </a:rPr>
              <a:t> </a:t>
            </a:r>
            <a:r>
              <a:rPr sz="1800" dirty="0">
                <a:latin typeface="Corbel"/>
                <a:cs typeface="Corbel"/>
              </a:rPr>
              <a:t>certain</a:t>
            </a:r>
            <a:r>
              <a:rPr sz="1800" spc="-35" dirty="0">
                <a:latin typeface="Corbel"/>
                <a:cs typeface="Corbel"/>
              </a:rPr>
              <a:t> </a:t>
            </a:r>
            <a:r>
              <a:rPr sz="1800" dirty="0">
                <a:latin typeface="Corbel"/>
                <a:cs typeface="Corbel"/>
              </a:rPr>
              <a:t>battery</a:t>
            </a:r>
            <a:r>
              <a:rPr sz="1800" spc="-30" dirty="0">
                <a:latin typeface="Corbel"/>
                <a:cs typeface="Corbel"/>
              </a:rPr>
              <a:t> </a:t>
            </a:r>
            <a:r>
              <a:rPr sz="1800" dirty="0">
                <a:latin typeface="Corbel"/>
                <a:cs typeface="Corbel"/>
              </a:rPr>
              <a:t>percentage</a:t>
            </a:r>
            <a:r>
              <a:rPr sz="1800" spc="-25" dirty="0">
                <a:latin typeface="Corbel"/>
                <a:cs typeface="Corbel"/>
              </a:rPr>
              <a:t> </a:t>
            </a:r>
            <a:r>
              <a:rPr sz="1800" dirty="0">
                <a:latin typeface="Corbel"/>
                <a:cs typeface="Corbel"/>
              </a:rPr>
              <a:t>is</a:t>
            </a:r>
            <a:r>
              <a:rPr sz="1800" spc="-30" dirty="0">
                <a:latin typeface="Corbel"/>
                <a:cs typeface="Corbel"/>
              </a:rPr>
              <a:t> </a:t>
            </a:r>
            <a:r>
              <a:rPr sz="1800" dirty="0">
                <a:latin typeface="Corbel"/>
                <a:cs typeface="Corbel"/>
              </a:rPr>
              <a:t>met.</a:t>
            </a:r>
            <a:r>
              <a:rPr sz="1800" spc="300" dirty="0">
                <a:latin typeface="Corbel"/>
                <a:cs typeface="Corbel"/>
              </a:rPr>
              <a:t> </a:t>
            </a:r>
            <a:r>
              <a:rPr sz="1800" dirty="0">
                <a:latin typeface="Corbel"/>
                <a:cs typeface="Corbel"/>
              </a:rPr>
              <a:t>(e.g.,</a:t>
            </a:r>
            <a:r>
              <a:rPr sz="1800" spc="-30" dirty="0">
                <a:latin typeface="Corbel"/>
                <a:cs typeface="Corbel"/>
              </a:rPr>
              <a:t> </a:t>
            </a:r>
            <a:r>
              <a:rPr sz="1800" spc="-20" dirty="0">
                <a:latin typeface="Corbel"/>
                <a:cs typeface="Corbel"/>
              </a:rPr>
              <a:t>15%)</a:t>
            </a:r>
            <a:endParaRPr sz="1800" dirty="0">
              <a:latin typeface="Corbel"/>
              <a:cs typeface="Corbel"/>
            </a:endParaRPr>
          </a:p>
          <a:p>
            <a:pPr marL="12700">
              <a:lnSpc>
                <a:spcPts val="2135"/>
              </a:lnSpc>
              <a:spcBef>
                <a:spcPts val="2135"/>
              </a:spcBef>
            </a:pPr>
            <a:r>
              <a:rPr sz="1800" dirty="0">
                <a:latin typeface="Corbel"/>
                <a:cs typeface="Corbel"/>
              </a:rPr>
              <a:t>If</a:t>
            </a:r>
            <a:r>
              <a:rPr sz="1800" spc="-35" dirty="0">
                <a:latin typeface="Corbel"/>
                <a:cs typeface="Corbel"/>
              </a:rPr>
              <a:t> </a:t>
            </a:r>
            <a:r>
              <a:rPr sz="1800" dirty="0">
                <a:latin typeface="Corbel"/>
                <a:cs typeface="Corbel"/>
              </a:rPr>
              <a:t>strong</a:t>
            </a:r>
            <a:r>
              <a:rPr sz="1800" spc="-35" dirty="0">
                <a:latin typeface="Corbel"/>
                <a:cs typeface="Corbel"/>
              </a:rPr>
              <a:t> </a:t>
            </a:r>
            <a:r>
              <a:rPr sz="1800" dirty="0">
                <a:latin typeface="Corbel"/>
                <a:cs typeface="Corbel"/>
              </a:rPr>
              <a:t>winds</a:t>
            </a:r>
            <a:r>
              <a:rPr sz="1800" spc="-35" dirty="0">
                <a:latin typeface="Corbel"/>
                <a:cs typeface="Corbel"/>
              </a:rPr>
              <a:t> </a:t>
            </a:r>
            <a:r>
              <a:rPr sz="1800" dirty="0">
                <a:latin typeface="Corbel"/>
                <a:cs typeface="Corbel"/>
              </a:rPr>
              <a:t>prevent</a:t>
            </a:r>
            <a:r>
              <a:rPr sz="1800" spc="-35" dirty="0">
                <a:latin typeface="Corbel"/>
                <a:cs typeface="Corbel"/>
              </a:rPr>
              <a:t> </a:t>
            </a:r>
            <a:r>
              <a:rPr sz="1800" dirty="0">
                <a:latin typeface="Corbel"/>
                <a:cs typeface="Corbel"/>
              </a:rPr>
              <a:t>return</a:t>
            </a:r>
            <a:r>
              <a:rPr sz="1800" spc="-35" dirty="0">
                <a:latin typeface="Corbel"/>
                <a:cs typeface="Corbel"/>
              </a:rPr>
              <a:t> </a:t>
            </a:r>
            <a:r>
              <a:rPr sz="1800" spc="-10" dirty="0">
                <a:latin typeface="Corbel"/>
                <a:cs typeface="Corbel"/>
              </a:rPr>
              <a:t>flight:</a:t>
            </a:r>
            <a:endParaRPr sz="1800" dirty="0">
              <a:latin typeface="Corbel"/>
              <a:cs typeface="Corbel"/>
            </a:endParaRPr>
          </a:p>
          <a:p>
            <a:pPr marL="355600">
              <a:lnSpc>
                <a:spcPts val="2135"/>
              </a:lnSpc>
            </a:pPr>
            <a:r>
              <a:rPr sz="1800" dirty="0">
                <a:latin typeface="Corbel"/>
                <a:cs typeface="Corbel"/>
              </a:rPr>
              <a:t>USE</a:t>
            </a:r>
            <a:r>
              <a:rPr sz="1800" spc="-35" dirty="0">
                <a:latin typeface="Corbel"/>
                <a:cs typeface="Corbel"/>
              </a:rPr>
              <a:t> </a:t>
            </a:r>
            <a:r>
              <a:rPr sz="1800" dirty="0">
                <a:latin typeface="Corbel"/>
                <a:cs typeface="Corbel"/>
              </a:rPr>
              <a:t>camera</a:t>
            </a:r>
            <a:r>
              <a:rPr sz="1800" spc="-35" dirty="0">
                <a:latin typeface="Corbel"/>
                <a:cs typeface="Corbel"/>
              </a:rPr>
              <a:t> </a:t>
            </a:r>
            <a:r>
              <a:rPr sz="1800" dirty="0">
                <a:latin typeface="Corbel"/>
                <a:cs typeface="Corbel"/>
              </a:rPr>
              <a:t>to</a:t>
            </a:r>
            <a:r>
              <a:rPr sz="1800" spc="-25" dirty="0">
                <a:latin typeface="Corbel"/>
                <a:cs typeface="Corbel"/>
              </a:rPr>
              <a:t> </a:t>
            </a:r>
            <a:r>
              <a:rPr sz="1800" dirty="0">
                <a:latin typeface="Corbel"/>
                <a:cs typeface="Corbel"/>
              </a:rPr>
              <a:t>locate</a:t>
            </a:r>
            <a:r>
              <a:rPr sz="1800" spc="-25" dirty="0">
                <a:latin typeface="Corbel"/>
                <a:cs typeface="Corbel"/>
              </a:rPr>
              <a:t> </a:t>
            </a:r>
            <a:r>
              <a:rPr sz="1800" dirty="0">
                <a:latin typeface="Corbel"/>
                <a:cs typeface="Corbel"/>
              </a:rPr>
              <a:t>suitable</a:t>
            </a:r>
            <a:r>
              <a:rPr sz="1800" spc="-25" dirty="0">
                <a:latin typeface="Corbel"/>
                <a:cs typeface="Corbel"/>
              </a:rPr>
              <a:t> </a:t>
            </a:r>
            <a:r>
              <a:rPr sz="1800" dirty="0">
                <a:latin typeface="Corbel"/>
                <a:cs typeface="Corbel"/>
              </a:rPr>
              <a:t>divert</a:t>
            </a:r>
            <a:r>
              <a:rPr sz="1800" spc="-30" dirty="0">
                <a:latin typeface="Corbel"/>
                <a:cs typeface="Corbel"/>
              </a:rPr>
              <a:t> </a:t>
            </a:r>
            <a:r>
              <a:rPr sz="1800" dirty="0">
                <a:latin typeface="Corbel"/>
                <a:cs typeface="Corbel"/>
              </a:rPr>
              <a:t>locations</a:t>
            </a:r>
            <a:r>
              <a:rPr sz="1800" spc="-35" dirty="0">
                <a:latin typeface="Corbel"/>
                <a:cs typeface="Corbel"/>
              </a:rPr>
              <a:t> </a:t>
            </a:r>
            <a:r>
              <a:rPr sz="1800" dirty="0">
                <a:latin typeface="Corbel"/>
                <a:cs typeface="Corbel"/>
              </a:rPr>
              <a:t>and</a:t>
            </a:r>
            <a:r>
              <a:rPr sz="1800" spc="-30" dirty="0">
                <a:latin typeface="Corbel"/>
                <a:cs typeface="Corbel"/>
              </a:rPr>
              <a:t> </a:t>
            </a:r>
            <a:r>
              <a:rPr sz="1800" dirty="0">
                <a:latin typeface="Corbel"/>
                <a:cs typeface="Corbel"/>
              </a:rPr>
              <a:t>LAND</a:t>
            </a:r>
            <a:r>
              <a:rPr sz="1800" spc="-25" dirty="0">
                <a:latin typeface="Corbel"/>
                <a:cs typeface="Corbel"/>
              </a:rPr>
              <a:t> </a:t>
            </a:r>
            <a:r>
              <a:rPr sz="1800" spc="-10" dirty="0">
                <a:latin typeface="Corbel"/>
                <a:cs typeface="Corbel"/>
              </a:rPr>
              <a:t>aircraft</a:t>
            </a:r>
            <a:endParaRPr sz="1800" dirty="0">
              <a:latin typeface="Corbel"/>
              <a:cs typeface="Corbe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3" cstate="print"/>
          <a:stretch>
            <a:fillRect/>
          </a:stretch>
        </p:blipFill>
        <p:spPr>
          <a:xfrm>
            <a:off x="1417319" y="566927"/>
            <a:ext cx="4678680" cy="573024"/>
          </a:xfrm>
          <a:prstGeom prst="rect">
            <a:avLst/>
          </a:prstGeom>
        </p:spPr>
      </p:pic>
      <p:sp>
        <p:nvSpPr>
          <p:cNvPr id="4" name="object 4"/>
          <p:cNvSpPr txBox="1">
            <a:spLocks noGrp="1"/>
          </p:cNvSpPr>
          <p:nvPr>
            <p:ph type="title"/>
          </p:nvPr>
        </p:nvSpPr>
        <p:spPr>
          <a:prstGeom prst="rect">
            <a:avLst/>
          </a:prstGeom>
        </p:spPr>
        <p:txBody>
          <a:bodyPr vert="horz" wrap="square" lIns="0" tIns="329691" rIns="0" bIns="0" rtlCol="0">
            <a:spAutoFit/>
          </a:bodyPr>
          <a:lstStyle/>
          <a:p>
            <a:pPr marL="640715">
              <a:lnSpc>
                <a:spcPct val="100000"/>
              </a:lnSpc>
              <a:spcBef>
                <a:spcPts val="100"/>
              </a:spcBef>
            </a:pPr>
            <a:r>
              <a:rPr dirty="0"/>
              <a:t>060</a:t>
            </a:r>
            <a:r>
              <a:rPr spc="-65" dirty="0"/>
              <a:t> </a:t>
            </a:r>
            <a:r>
              <a:rPr dirty="0"/>
              <a:t>03</a:t>
            </a:r>
            <a:r>
              <a:rPr spc="-30" dirty="0"/>
              <a:t> </a:t>
            </a:r>
            <a:r>
              <a:rPr spc="-20" dirty="0"/>
              <a:t>02:</a:t>
            </a:r>
            <a:r>
              <a:rPr spc="-85" dirty="0"/>
              <a:t> </a:t>
            </a:r>
            <a:r>
              <a:rPr dirty="0"/>
              <a:t>Common</a:t>
            </a:r>
            <a:r>
              <a:rPr spc="-40" dirty="0"/>
              <a:t> </a:t>
            </a:r>
            <a:r>
              <a:rPr dirty="0"/>
              <a:t>handling</a:t>
            </a:r>
            <a:r>
              <a:rPr spc="-30" dirty="0"/>
              <a:t> </a:t>
            </a:r>
            <a:r>
              <a:rPr spc="-10" dirty="0"/>
              <a:t>procedures: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41275">
              <a:lnSpc>
                <a:spcPts val="1045"/>
              </a:lnSpc>
            </a:pPr>
            <a:r>
              <a:rPr spc="-25" dirty="0"/>
              <a:t>82</a:t>
            </a:r>
          </a:p>
        </p:txBody>
      </p:sp>
      <p:sp>
        <p:nvSpPr>
          <p:cNvPr id="5" name="object 5"/>
          <p:cNvSpPr txBox="1"/>
          <p:nvPr/>
        </p:nvSpPr>
        <p:spPr>
          <a:xfrm>
            <a:off x="1563033" y="1459644"/>
            <a:ext cx="9860915" cy="4636770"/>
          </a:xfrm>
          <a:prstGeom prst="rect">
            <a:avLst/>
          </a:prstGeom>
        </p:spPr>
        <p:txBody>
          <a:bodyPr vert="horz" wrap="square" lIns="0" tIns="116205" rIns="0" bIns="0" rtlCol="0">
            <a:spAutoFit/>
          </a:bodyPr>
          <a:lstStyle/>
          <a:p>
            <a:pPr marL="12700">
              <a:lnSpc>
                <a:spcPct val="100000"/>
              </a:lnSpc>
              <a:spcBef>
                <a:spcPts val="915"/>
              </a:spcBef>
            </a:pPr>
            <a:r>
              <a:rPr sz="1800" b="1" dirty="0">
                <a:latin typeface="Corbel"/>
                <a:cs typeface="Corbel"/>
              </a:rPr>
              <a:t>Loss</a:t>
            </a:r>
            <a:r>
              <a:rPr sz="1800" b="1" spc="-15" dirty="0">
                <a:latin typeface="Corbel"/>
                <a:cs typeface="Corbel"/>
              </a:rPr>
              <a:t> </a:t>
            </a:r>
            <a:r>
              <a:rPr sz="1800" b="1" dirty="0">
                <a:latin typeface="Corbel"/>
                <a:cs typeface="Corbel"/>
              </a:rPr>
              <a:t>of</a:t>
            </a:r>
            <a:r>
              <a:rPr sz="1800" b="1" spc="-80" dirty="0">
                <a:latin typeface="Corbel"/>
                <a:cs typeface="Corbel"/>
              </a:rPr>
              <a:t> </a:t>
            </a:r>
            <a:r>
              <a:rPr sz="1800" b="1" dirty="0">
                <a:latin typeface="Corbel"/>
                <a:cs typeface="Corbel"/>
              </a:rPr>
              <a:t>C2</a:t>
            </a:r>
            <a:r>
              <a:rPr sz="1800" b="1" spc="-10" dirty="0">
                <a:latin typeface="Corbel"/>
                <a:cs typeface="Corbel"/>
              </a:rPr>
              <a:t> </a:t>
            </a:r>
            <a:r>
              <a:rPr sz="1800" b="1" spc="-20" dirty="0">
                <a:latin typeface="Corbel"/>
                <a:cs typeface="Corbel"/>
              </a:rPr>
              <a:t>link</a:t>
            </a:r>
            <a:endParaRPr sz="1800" dirty="0">
              <a:latin typeface="Corbel"/>
              <a:cs typeface="Corbel"/>
            </a:endParaRPr>
          </a:p>
          <a:p>
            <a:pPr marL="12700" marR="5080" algn="just">
              <a:lnSpc>
                <a:spcPct val="70200"/>
              </a:lnSpc>
              <a:spcBef>
                <a:spcPts val="1540"/>
              </a:spcBef>
            </a:pPr>
            <a:r>
              <a:rPr sz="1900" b="1" dirty="0">
                <a:latin typeface="Corbel"/>
                <a:cs typeface="Corbel"/>
              </a:rPr>
              <a:t>“Loss</a:t>
            </a:r>
            <a:r>
              <a:rPr sz="1900" b="1" spc="25" dirty="0">
                <a:latin typeface="Corbel"/>
                <a:cs typeface="Corbel"/>
              </a:rPr>
              <a:t> </a:t>
            </a:r>
            <a:r>
              <a:rPr sz="1900" b="1" dirty="0">
                <a:latin typeface="Corbel"/>
                <a:cs typeface="Corbel"/>
              </a:rPr>
              <a:t>of</a:t>
            </a:r>
            <a:r>
              <a:rPr sz="1900" b="1" spc="40" dirty="0">
                <a:latin typeface="Corbel"/>
                <a:cs typeface="Corbel"/>
              </a:rPr>
              <a:t> </a:t>
            </a:r>
            <a:r>
              <a:rPr sz="1900" b="1" dirty="0">
                <a:latin typeface="Corbel"/>
                <a:cs typeface="Corbel"/>
              </a:rPr>
              <a:t>C2</a:t>
            </a:r>
            <a:r>
              <a:rPr sz="1900" b="1" spc="40" dirty="0">
                <a:latin typeface="Corbel"/>
                <a:cs typeface="Corbel"/>
              </a:rPr>
              <a:t> </a:t>
            </a:r>
            <a:r>
              <a:rPr sz="1900" b="1" dirty="0">
                <a:latin typeface="Corbel"/>
                <a:cs typeface="Corbel"/>
              </a:rPr>
              <a:t>link”</a:t>
            </a:r>
            <a:r>
              <a:rPr sz="1900" b="1" spc="35" dirty="0">
                <a:latin typeface="Corbel"/>
                <a:cs typeface="Corbel"/>
              </a:rPr>
              <a:t> </a:t>
            </a:r>
            <a:r>
              <a:rPr sz="1900" dirty="0">
                <a:latin typeface="Corbel"/>
                <a:cs typeface="Corbel"/>
              </a:rPr>
              <a:t>defines</a:t>
            </a:r>
            <a:r>
              <a:rPr sz="1900" spc="45" dirty="0">
                <a:latin typeface="Corbel"/>
                <a:cs typeface="Corbel"/>
              </a:rPr>
              <a:t> </a:t>
            </a:r>
            <a:r>
              <a:rPr sz="1900" dirty="0">
                <a:latin typeface="Corbel"/>
                <a:cs typeface="Corbel"/>
              </a:rPr>
              <a:t>as</a:t>
            </a:r>
            <a:r>
              <a:rPr sz="1900" spc="45" dirty="0">
                <a:latin typeface="Corbel"/>
                <a:cs typeface="Corbel"/>
              </a:rPr>
              <a:t> </a:t>
            </a:r>
            <a:r>
              <a:rPr sz="1900" dirty="0">
                <a:latin typeface="Corbel"/>
                <a:cs typeface="Corbel"/>
              </a:rPr>
              <a:t>the</a:t>
            </a:r>
            <a:r>
              <a:rPr sz="1900" spc="50" dirty="0">
                <a:latin typeface="Corbel"/>
                <a:cs typeface="Corbel"/>
              </a:rPr>
              <a:t> </a:t>
            </a:r>
            <a:r>
              <a:rPr sz="1900" dirty="0">
                <a:latin typeface="Corbel"/>
                <a:cs typeface="Corbel"/>
              </a:rPr>
              <a:t>loss</a:t>
            </a:r>
            <a:r>
              <a:rPr sz="1900" spc="45" dirty="0">
                <a:latin typeface="Corbel"/>
                <a:cs typeface="Corbel"/>
              </a:rPr>
              <a:t> </a:t>
            </a:r>
            <a:r>
              <a:rPr sz="1900" dirty="0">
                <a:latin typeface="Corbel"/>
                <a:cs typeface="Corbel"/>
              </a:rPr>
              <a:t>of</a:t>
            </a:r>
            <a:r>
              <a:rPr sz="1900" spc="45" dirty="0">
                <a:latin typeface="Corbel"/>
                <a:cs typeface="Corbel"/>
              </a:rPr>
              <a:t> </a:t>
            </a:r>
            <a:r>
              <a:rPr sz="1900" dirty="0">
                <a:latin typeface="Corbel"/>
                <a:cs typeface="Corbel"/>
              </a:rPr>
              <a:t>command</a:t>
            </a:r>
            <a:r>
              <a:rPr sz="1900" spc="45" dirty="0">
                <a:latin typeface="Corbel"/>
                <a:cs typeface="Corbel"/>
              </a:rPr>
              <a:t> </a:t>
            </a:r>
            <a:r>
              <a:rPr sz="1900" dirty="0">
                <a:latin typeface="Corbel"/>
                <a:cs typeface="Corbel"/>
              </a:rPr>
              <a:t>and</a:t>
            </a:r>
            <a:r>
              <a:rPr sz="1900" spc="45" dirty="0">
                <a:latin typeface="Corbel"/>
                <a:cs typeface="Corbel"/>
              </a:rPr>
              <a:t> </a:t>
            </a:r>
            <a:r>
              <a:rPr sz="1900" dirty="0">
                <a:latin typeface="Corbel"/>
                <a:cs typeface="Corbel"/>
              </a:rPr>
              <a:t>control</a:t>
            </a:r>
            <a:r>
              <a:rPr sz="1900" spc="45" dirty="0">
                <a:latin typeface="Corbel"/>
                <a:cs typeface="Corbel"/>
              </a:rPr>
              <a:t> </a:t>
            </a:r>
            <a:r>
              <a:rPr sz="1900" dirty="0">
                <a:latin typeface="Corbel"/>
                <a:cs typeface="Corbel"/>
              </a:rPr>
              <a:t>link</a:t>
            </a:r>
            <a:r>
              <a:rPr sz="1900" spc="45" dirty="0">
                <a:latin typeface="Corbel"/>
                <a:cs typeface="Corbel"/>
              </a:rPr>
              <a:t> </a:t>
            </a:r>
            <a:r>
              <a:rPr sz="1900" dirty="0">
                <a:latin typeface="Corbel"/>
                <a:cs typeface="Corbel"/>
              </a:rPr>
              <a:t>between</a:t>
            </a:r>
            <a:r>
              <a:rPr sz="1900" spc="45" dirty="0">
                <a:latin typeface="Corbel"/>
                <a:cs typeface="Corbel"/>
              </a:rPr>
              <a:t> </a:t>
            </a:r>
            <a:r>
              <a:rPr sz="1900" dirty="0">
                <a:latin typeface="Corbel"/>
                <a:cs typeface="Corbel"/>
              </a:rPr>
              <a:t>the</a:t>
            </a:r>
            <a:r>
              <a:rPr sz="1900" spc="55" dirty="0">
                <a:latin typeface="Corbel"/>
                <a:cs typeface="Corbel"/>
              </a:rPr>
              <a:t> </a:t>
            </a:r>
            <a:r>
              <a:rPr sz="1900" dirty="0">
                <a:latin typeface="Corbel"/>
                <a:cs typeface="Corbel"/>
              </a:rPr>
              <a:t>UA</a:t>
            </a:r>
            <a:r>
              <a:rPr sz="1900" spc="50" dirty="0">
                <a:latin typeface="Corbel"/>
                <a:cs typeface="Corbel"/>
              </a:rPr>
              <a:t> </a:t>
            </a:r>
            <a:r>
              <a:rPr sz="1900" dirty="0">
                <a:latin typeface="Corbel"/>
                <a:cs typeface="Corbel"/>
              </a:rPr>
              <a:t>and</a:t>
            </a:r>
            <a:r>
              <a:rPr sz="1900" spc="45" dirty="0">
                <a:latin typeface="Corbel"/>
                <a:cs typeface="Corbel"/>
              </a:rPr>
              <a:t> </a:t>
            </a:r>
            <a:r>
              <a:rPr sz="1900" dirty="0">
                <a:latin typeface="Corbel"/>
                <a:cs typeface="Corbel"/>
              </a:rPr>
              <a:t>the</a:t>
            </a:r>
            <a:r>
              <a:rPr sz="1900" spc="55" dirty="0">
                <a:latin typeface="Corbel"/>
                <a:cs typeface="Corbel"/>
              </a:rPr>
              <a:t> </a:t>
            </a:r>
            <a:r>
              <a:rPr sz="1900" spc="-10" dirty="0">
                <a:latin typeface="Corbel"/>
                <a:cs typeface="Corbel"/>
              </a:rPr>
              <a:t>ground </a:t>
            </a:r>
            <a:r>
              <a:rPr sz="1900" dirty="0">
                <a:latin typeface="Corbel"/>
                <a:cs typeface="Corbel"/>
              </a:rPr>
              <a:t>station</a:t>
            </a:r>
            <a:r>
              <a:rPr sz="1900" spc="55" dirty="0">
                <a:latin typeface="Corbel"/>
                <a:cs typeface="Corbel"/>
              </a:rPr>
              <a:t> </a:t>
            </a:r>
            <a:r>
              <a:rPr sz="1900" dirty="0">
                <a:latin typeface="Corbel"/>
                <a:cs typeface="Corbel"/>
              </a:rPr>
              <a:t>(controller).</a:t>
            </a:r>
            <a:r>
              <a:rPr sz="1900" spc="60" dirty="0">
                <a:latin typeface="Corbel"/>
                <a:cs typeface="Corbel"/>
              </a:rPr>
              <a:t> </a:t>
            </a:r>
            <a:r>
              <a:rPr sz="1900" dirty="0">
                <a:latin typeface="Corbel"/>
                <a:cs typeface="Corbel"/>
              </a:rPr>
              <a:t>If</a:t>
            </a:r>
            <a:r>
              <a:rPr sz="1900" spc="60" dirty="0">
                <a:latin typeface="Corbel"/>
                <a:cs typeface="Corbel"/>
              </a:rPr>
              <a:t> </a:t>
            </a:r>
            <a:r>
              <a:rPr sz="1900" dirty="0">
                <a:latin typeface="Corbel"/>
                <a:cs typeface="Corbel"/>
              </a:rPr>
              <a:t>this</a:t>
            </a:r>
            <a:r>
              <a:rPr sz="1900" spc="55" dirty="0">
                <a:latin typeface="Corbel"/>
                <a:cs typeface="Corbel"/>
              </a:rPr>
              <a:t> </a:t>
            </a:r>
            <a:r>
              <a:rPr sz="1900" dirty="0">
                <a:latin typeface="Corbel"/>
                <a:cs typeface="Corbel"/>
              </a:rPr>
              <a:t>link</a:t>
            </a:r>
            <a:r>
              <a:rPr sz="1900" spc="55" dirty="0">
                <a:latin typeface="Corbel"/>
                <a:cs typeface="Corbel"/>
              </a:rPr>
              <a:t> </a:t>
            </a:r>
            <a:r>
              <a:rPr sz="1900" dirty="0">
                <a:latin typeface="Corbel"/>
                <a:cs typeface="Corbel"/>
              </a:rPr>
              <a:t>cannot</a:t>
            </a:r>
            <a:r>
              <a:rPr sz="1900" spc="65" dirty="0">
                <a:latin typeface="Corbel"/>
                <a:cs typeface="Corbel"/>
              </a:rPr>
              <a:t> </a:t>
            </a:r>
            <a:r>
              <a:rPr sz="1900" dirty="0">
                <a:latin typeface="Corbel"/>
                <a:cs typeface="Corbel"/>
              </a:rPr>
              <a:t>be</a:t>
            </a:r>
            <a:r>
              <a:rPr sz="1900" spc="65" dirty="0">
                <a:latin typeface="Corbel"/>
                <a:cs typeface="Corbel"/>
              </a:rPr>
              <a:t> </a:t>
            </a:r>
            <a:r>
              <a:rPr sz="1900" dirty="0">
                <a:latin typeface="Corbel"/>
                <a:cs typeface="Corbel"/>
              </a:rPr>
              <a:t>established,</a:t>
            </a:r>
            <a:r>
              <a:rPr sz="1900" spc="60" dirty="0">
                <a:latin typeface="Corbel"/>
                <a:cs typeface="Corbel"/>
              </a:rPr>
              <a:t> </a:t>
            </a:r>
            <a:r>
              <a:rPr sz="1900" dirty="0">
                <a:latin typeface="Corbel"/>
                <a:cs typeface="Corbel"/>
              </a:rPr>
              <a:t>there</a:t>
            </a:r>
            <a:r>
              <a:rPr sz="1900" spc="70" dirty="0">
                <a:latin typeface="Corbel"/>
                <a:cs typeface="Corbel"/>
              </a:rPr>
              <a:t> </a:t>
            </a:r>
            <a:r>
              <a:rPr sz="1900" dirty="0">
                <a:latin typeface="Corbel"/>
                <a:cs typeface="Corbel"/>
              </a:rPr>
              <a:t>is</a:t>
            </a:r>
            <a:r>
              <a:rPr sz="1900" spc="60" dirty="0">
                <a:latin typeface="Corbel"/>
                <a:cs typeface="Corbel"/>
              </a:rPr>
              <a:t> </a:t>
            </a:r>
            <a:r>
              <a:rPr sz="1900" dirty="0">
                <a:latin typeface="Corbel"/>
                <a:cs typeface="Corbel"/>
              </a:rPr>
              <a:t>a</a:t>
            </a:r>
            <a:r>
              <a:rPr sz="1900" spc="55" dirty="0">
                <a:latin typeface="Corbel"/>
                <a:cs typeface="Corbel"/>
              </a:rPr>
              <a:t> </a:t>
            </a:r>
            <a:r>
              <a:rPr sz="1900" dirty="0">
                <a:latin typeface="Corbel"/>
                <a:cs typeface="Corbel"/>
              </a:rPr>
              <a:t>possibility</a:t>
            </a:r>
            <a:r>
              <a:rPr sz="1900" spc="70" dirty="0">
                <a:latin typeface="Corbel"/>
                <a:cs typeface="Corbel"/>
              </a:rPr>
              <a:t> </a:t>
            </a:r>
            <a:r>
              <a:rPr sz="1900" dirty="0">
                <a:latin typeface="Corbel"/>
                <a:cs typeface="Corbel"/>
              </a:rPr>
              <a:t>that</a:t>
            </a:r>
            <a:r>
              <a:rPr sz="1900" spc="65" dirty="0">
                <a:latin typeface="Corbel"/>
                <a:cs typeface="Corbel"/>
              </a:rPr>
              <a:t> </a:t>
            </a:r>
            <a:r>
              <a:rPr sz="1900" dirty="0">
                <a:latin typeface="Corbel"/>
                <a:cs typeface="Corbel"/>
              </a:rPr>
              <a:t>the</a:t>
            </a:r>
            <a:r>
              <a:rPr sz="1900" spc="65" dirty="0">
                <a:latin typeface="Corbel"/>
                <a:cs typeface="Corbel"/>
              </a:rPr>
              <a:t> </a:t>
            </a:r>
            <a:r>
              <a:rPr sz="1900" dirty="0">
                <a:latin typeface="Corbel"/>
                <a:cs typeface="Corbel"/>
              </a:rPr>
              <a:t>drone</a:t>
            </a:r>
            <a:r>
              <a:rPr sz="1900" spc="70" dirty="0">
                <a:latin typeface="Corbel"/>
                <a:cs typeface="Corbel"/>
              </a:rPr>
              <a:t> </a:t>
            </a:r>
            <a:r>
              <a:rPr sz="1900" dirty="0">
                <a:latin typeface="Corbel"/>
                <a:cs typeface="Corbel"/>
              </a:rPr>
              <a:t>will</a:t>
            </a:r>
            <a:r>
              <a:rPr sz="1900" spc="60" dirty="0">
                <a:latin typeface="Corbel"/>
                <a:cs typeface="Corbel"/>
              </a:rPr>
              <a:t> </a:t>
            </a:r>
            <a:r>
              <a:rPr sz="1900" spc="-10" dirty="0">
                <a:latin typeface="Corbel"/>
                <a:cs typeface="Corbel"/>
              </a:rPr>
              <a:t>crash </a:t>
            </a:r>
            <a:r>
              <a:rPr sz="1900" dirty="0">
                <a:latin typeface="Corbel"/>
                <a:cs typeface="Corbel"/>
              </a:rPr>
              <a:t>into</a:t>
            </a:r>
            <a:r>
              <a:rPr sz="1900" spc="120" dirty="0">
                <a:latin typeface="Corbel"/>
                <a:cs typeface="Corbel"/>
              </a:rPr>
              <a:t> </a:t>
            </a:r>
            <a:r>
              <a:rPr sz="1900" dirty="0">
                <a:latin typeface="Corbel"/>
                <a:cs typeface="Corbel"/>
              </a:rPr>
              <a:t>an</a:t>
            </a:r>
            <a:r>
              <a:rPr sz="1900" spc="120" dirty="0">
                <a:latin typeface="Corbel"/>
                <a:cs typeface="Corbel"/>
              </a:rPr>
              <a:t> </a:t>
            </a:r>
            <a:r>
              <a:rPr sz="1900" dirty="0">
                <a:latin typeface="Corbel"/>
                <a:cs typeface="Corbel"/>
              </a:rPr>
              <a:t>obstacle</a:t>
            </a:r>
            <a:r>
              <a:rPr sz="1900" spc="125" dirty="0">
                <a:latin typeface="Corbel"/>
                <a:cs typeface="Corbel"/>
              </a:rPr>
              <a:t> </a:t>
            </a:r>
            <a:r>
              <a:rPr sz="1900" dirty="0">
                <a:latin typeface="Corbel"/>
                <a:cs typeface="Corbel"/>
              </a:rPr>
              <a:t>or</a:t>
            </a:r>
            <a:r>
              <a:rPr sz="1900" spc="125" dirty="0">
                <a:latin typeface="Corbel"/>
                <a:cs typeface="Corbel"/>
              </a:rPr>
              <a:t> </a:t>
            </a:r>
            <a:r>
              <a:rPr sz="1900" dirty="0">
                <a:latin typeface="Corbel"/>
                <a:cs typeface="Corbel"/>
              </a:rPr>
              <a:t>fly</a:t>
            </a:r>
            <a:r>
              <a:rPr sz="1900" spc="125" dirty="0">
                <a:latin typeface="Corbel"/>
                <a:cs typeface="Corbel"/>
              </a:rPr>
              <a:t> </a:t>
            </a:r>
            <a:r>
              <a:rPr sz="1900" dirty="0">
                <a:latin typeface="Corbel"/>
                <a:cs typeface="Corbel"/>
              </a:rPr>
              <a:t>away</a:t>
            </a:r>
            <a:r>
              <a:rPr sz="1900" spc="125" dirty="0">
                <a:latin typeface="Corbel"/>
                <a:cs typeface="Corbel"/>
              </a:rPr>
              <a:t> </a:t>
            </a:r>
            <a:r>
              <a:rPr sz="1900" dirty="0">
                <a:latin typeface="Corbel"/>
                <a:cs typeface="Corbel"/>
              </a:rPr>
              <a:t>on</a:t>
            </a:r>
            <a:r>
              <a:rPr sz="1900" spc="120" dirty="0">
                <a:latin typeface="Corbel"/>
                <a:cs typeface="Corbel"/>
              </a:rPr>
              <a:t> </a:t>
            </a:r>
            <a:r>
              <a:rPr sz="1900" dirty="0">
                <a:latin typeface="Corbel"/>
                <a:cs typeface="Corbel"/>
              </a:rPr>
              <a:t>its</a:t>
            </a:r>
            <a:r>
              <a:rPr sz="1900" spc="120" dirty="0">
                <a:latin typeface="Corbel"/>
                <a:cs typeface="Corbel"/>
              </a:rPr>
              <a:t> </a:t>
            </a:r>
            <a:r>
              <a:rPr sz="1900" dirty="0">
                <a:latin typeface="Corbel"/>
                <a:cs typeface="Corbel"/>
              </a:rPr>
              <a:t>own.</a:t>
            </a:r>
            <a:r>
              <a:rPr sz="1900" spc="120" dirty="0">
                <a:latin typeface="Corbel"/>
                <a:cs typeface="Corbel"/>
              </a:rPr>
              <a:t> </a:t>
            </a:r>
            <a:r>
              <a:rPr sz="1900" dirty="0">
                <a:latin typeface="Corbel"/>
                <a:cs typeface="Corbel"/>
              </a:rPr>
              <a:t>In</a:t>
            </a:r>
            <a:r>
              <a:rPr sz="1900" spc="120" dirty="0">
                <a:latin typeface="Corbel"/>
                <a:cs typeface="Corbel"/>
              </a:rPr>
              <a:t> </a:t>
            </a:r>
            <a:r>
              <a:rPr sz="1900" dirty="0">
                <a:latin typeface="Corbel"/>
                <a:cs typeface="Corbel"/>
              </a:rPr>
              <a:t>any</a:t>
            </a:r>
            <a:r>
              <a:rPr sz="1900" spc="125" dirty="0">
                <a:latin typeface="Corbel"/>
                <a:cs typeface="Corbel"/>
              </a:rPr>
              <a:t> </a:t>
            </a:r>
            <a:r>
              <a:rPr sz="1900" dirty="0">
                <a:latin typeface="Corbel"/>
                <a:cs typeface="Corbel"/>
              </a:rPr>
              <a:t>case,</a:t>
            </a:r>
            <a:r>
              <a:rPr sz="1900" spc="125" dirty="0">
                <a:latin typeface="Corbel"/>
                <a:cs typeface="Corbel"/>
              </a:rPr>
              <a:t> </a:t>
            </a:r>
            <a:r>
              <a:rPr sz="1900" dirty="0">
                <a:latin typeface="Corbel"/>
                <a:cs typeface="Corbel"/>
              </a:rPr>
              <a:t>a</a:t>
            </a:r>
            <a:r>
              <a:rPr sz="1900" spc="120" dirty="0">
                <a:latin typeface="Corbel"/>
                <a:cs typeface="Corbel"/>
              </a:rPr>
              <a:t> </a:t>
            </a:r>
            <a:r>
              <a:rPr sz="1900" dirty="0">
                <a:latin typeface="Corbel"/>
                <a:cs typeface="Corbel"/>
              </a:rPr>
              <a:t>drone</a:t>
            </a:r>
            <a:r>
              <a:rPr sz="1900" spc="130" dirty="0">
                <a:latin typeface="Corbel"/>
                <a:cs typeface="Corbel"/>
              </a:rPr>
              <a:t> </a:t>
            </a:r>
            <a:r>
              <a:rPr sz="1900" dirty="0">
                <a:latin typeface="Corbel"/>
                <a:cs typeface="Corbel"/>
              </a:rPr>
              <a:t>that</a:t>
            </a:r>
            <a:r>
              <a:rPr sz="1900" spc="125" dirty="0">
                <a:latin typeface="Corbel"/>
                <a:cs typeface="Corbel"/>
              </a:rPr>
              <a:t> </a:t>
            </a:r>
            <a:r>
              <a:rPr sz="1900" dirty="0">
                <a:latin typeface="Corbel"/>
                <a:cs typeface="Corbel"/>
              </a:rPr>
              <a:t>cannot</a:t>
            </a:r>
            <a:r>
              <a:rPr sz="1900" spc="125" dirty="0">
                <a:latin typeface="Corbel"/>
                <a:cs typeface="Corbel"/>
              </a:rPr>
              <a:t> </a:t>
            </a:r>
            <a:r>
              <a:rPr sz="1900" dirty="0">
                <a:latin typeface="Corbel"/>
                <a:cs typeface="Corbel"/>
              </a:rPr>
              <a:t>be</a:t>
            </a:r>
            <a:r>
              <a:rPr sz="1900" spc="130" dirty="0">
                <a:latin typeface="Corbel"/>
                <a:cs typeface="Corbel"/>
              </a:rPr>
              <a:t> </a:t>
            </a:r>
            <a:r>
              <a:rPr sz="1900" dirty="0">
                <a:latin typeface="Corbel"/>
                <a:cs typeface="Corbel"/>
              </a:rPr>
              <a:t>controlled</a:t>
            </a:r>
            <a:r>
              <a:rPr sz="1900" spc="120" dirty="0">
                <a:latin typeface="Corbel"/>
                <a:cs typeface="Corbel"/>
              </a:rPr>
              <a:t> </a:t>
            </a:r>
            <a:r>
              <a:rPr sz="1900" dirty="0">
                <a:latin typeface="Corbel"/>
                <a:cs typeface="Corbel"/>
              </a:rPr>
              <a:t>by</a:t>
            </a:r>
            <a:r>
              <a:rPr sz="1900" spc="120" dirty="0">
                <a:latin typeface="Corbel"/>
                <a:cs typeface="Corbel"/>
              </a:rPr>
              <a:t> </a:t>
            </a:r>
            <a:r>
              <a:rPr sz="1900" dirty="0">
                <a:latin typeface="Corbel"/>
                <a:cs typeface="Corbel"/>
              </a:rPr>
              <a:t>its</a:t>
            </a:r>
            <a:r>
              <a:rPr sz="1900" spc="120" dirty="0">
                <a:latin typeface="Corbel"/>
                <a:cs typeface="Corbel"/>
              </a:rPr>
              <a:t> </a:t>
            </a:r>
            <a:r>
              <a:rPr sz="1900" spc="-10" dirty="0">
                <a:latin typeface="Corbel"/>
                <a:cs typeface="Corbel"/>
              </a:rPr>
              <a:t>pilot </a:t>
            </a:r>
            <a:r>
              <a:rPr sz="1900" dirty="0">
                <a:latin typeface="Corbel"/>
                <a:cs typeface="Corbel"/>
              </a:rPr>
              <a:t>poses</a:t>
            </a:r>
            <a:r>
              <a:rPr sz="1900" spc="-40" dirty="0">
                <a:latin typeface="Corbel"/>
                <a:cs typeface="Corbel"/>
              </a:rPr>
              <a:t> </a:t>
            </a:r>
            <a:r>
              <a:rPr sz="1900" dirty="0">
                <a:latin typeface="Corbel"/>
                <a:cs typeface="Corbel"/>
              </a:rPr>
              <a:t>a</a:t>
            </a:r>
            <a:r>
              <a:rPr sz="1900" spc="-45" dirty="0">
                <a:latin typeface="Corbel"/>
                <a:cs typeface="Corbel"/>
              </a:rPr>
              <a:t> </a:t>
            </a:r>
            <a:r>
              <a:rPr sz="1900" dirty="0">
                <a:latin typeface="Corbel"/>
                <a:cs typeface="Corbel"/>
              </a:rPr>
              <a:t>hazard</a:t>
            </a:r>
            <a:r>
              <a:rPr sz="1900" spc="-45" dirty="0">
                <a:latin typeface="Corbel"/>
                <a:cs typeface="Corbel"/>
              </a:rPr>
              <a:t> </a:t>
            </a:r>
            <a:r>
              <a:rPr sz="1900" dirty="0">
                <a:latin typeface="Corbel"/>
                <a:cs typeface="Corbel"/>
              </a:rPr>
              <a:t>to</a:t>
            </a:r>
            <a:r>
              <a:rPr sz="1900" spc="-35" dirty="0">
                <a:latin typeface="Corbel"/>
                <a:cs typeface="Corbel"/>
              </a:rPr>
              <a:t> </a:t>
            </a:r>
            <a:r>
              <a:rPr sz="1900" dirty="0">
                <a:latin typeface="Corbel"/>
                <a:cs typeface="Corbel"/>
              </a:rPr>
              <a:t>other</a:t>
            </a:r>
            <a:r>
              <a:rPr sz="1900" spc="-35" dirty="0">
                <a:latin typeface="Corbel"/>
                <a:cs typeface="Corbel"/>
              </a:rPr>
              <a:t> </a:t>
            </a:r>
            <a:r>
              <a:rPr sz="1900" dirty="0">
                <a:latin typeface="Corbel"/>
                <a:cs typeface="Corbel"/>
              </a:rPr>
              <a:t>aircraft,</a:t>
            </a:r>
            <a:r>
              <a:rPr sz="1900" spc="-40" dirty="0">
                <a:latin typeface="Corbel"/>
                <a:cs typeface="Corbel"/>
              </a:rPr>
              <a:t> </a:t>
            </a:r>
            <a:r>
              <a:rPr sz="1900" dirty="0">
                <a:latin typeface="Corbel"/>
                <a:cs typeface="Corbel"/>
              </a:rPr>
              <a:t>as</a:t>
            </a:r>
            <a:r>
              <a:rPr sz="1900" spc="-40" dirty="0">
                <a:latin typeface="Corbel"/>
                <a:cs typeface="Corbel"/>
              </a:rPr>
              <a:t> </a:t>
            </a:r>
            <a:r>
              <a:rPr sz="1900" dirty="0">
                <a:latin typeface="Corbel"/>
                <a:cs typeface="Corbel"/>
              </a:rPr>
              <a:t>well</a:t>
            </a:r>
            <a:r>
              <a:rPr sz="1900" spc="-40" dirty="0">
                <a:latin typeface="Corbel"/>
                <a:cs typeface="Corbel"/>
              </a:rPr>
              <a:t> </a:t>
            </a:r>
            <a:r>
              <a:rPr sz="1900" dirty="0">
                <a:latin typeface="Corbel"/>
                <a:cs typeface="Corbel"/>
              </a:rPr>
              <a:t>as</a:t>
            </a:r>
            <a:r>
              <a:rPr sz="1900" spc="-40" dirty="0">
                <a:latin typeface="Corbel"/>
                <a:cs typeface="Corbel"/>
              </a:rPr>
              <a:t> </a:t>
            </a:r>
            <a:r>
              <a:rPr sz="1900" dirty="0">
                <a:latin typeface="Corbel"/>
                <a:cs typeface="Corbel"/>
              </a:rPr>
              <a:t>people</a:t>
            </a:r>
            <a:r>
              <a:rPr sz="1900" spc="-30" dirty="0">
                <a:latin typeface="Corbel"/>
                <a:cs typeface="Corbel"/>
              </a:rPr>
              <a:t> </a:t>
            </a:r>
            <a:r>
              <a:rPr sz="1900" dirty="0">
                <a:latin typeface="Corbel"/>
                <a:cs typeface="Corbel"/>
              </a:rPr>
              <a:t>and</a:t>
            </a:r>
            <a:r>
              <a:rPr sz="1900" spc="-45" dirty="0">
                <a:latin typeface="Corbel"/>
                <a:cs typeface="Corbel"/>
              </a:rPr>
              <a:t> </a:t>
            </a:r>
            <a:r>
              <a:rPr sz="1900" dirty="0">
                <a:latin typeface="Corbel"/>
                <a:cs typeface="Corbel"/>
              </a:rPr>
              <a:t>property</a:t>
            </a:r>
            <a:r>
              <a:rPr sz="1900" spc="-30" dirty="0">
                <a:latin typeface="Corbel"/>
                <a:cs typeface="Corbel"/>
              </a:rPr>
              <a:t> </a:t>
            </a:r>
            <a:r>
              <a:rPr sz="1900" dirty="0">
                <a:latin typeface="Corbel"/>
                <a:cs typeface="Corbel"/>
              </a:rPr>
              <a:t>on</a:t>
            </a:r>
            <a:r>
              <a:rPr sz="1900" spc="-40" dirty="0">
                <a:latin typeface="Corbel"/>
                <a:cs typeface="Corbel"/>
              </a:rPr>
              <a:t> </a:t>
            </a:r>
            <a:r>
              <a:rPr sz="1900" dirty="0">
                <a:latin typeface="Corbel"/>
                <a:cs typeface="Corbel"/>
              </a:rPr>
              <a:t>the</a:t>
            </a:r>
            <a:r>
              <a:rPr sz="1900" spc="-35" dirty="0">
                <a:latin typeface="Corbel"/>
                <a:cs typeface="Corbel"/>
              </a:rPr>
              <a:t> </a:t>
            </a:r>
            <a:r>
              <a:rPr sz="1900" spc="-10" dirty="0">
                <a:latin typeface="Corbel"/>
                <a:cs typeface="Corbel"/>
              </a:rPr>
              <a:t>ground.</a:t>
            </a:r>
            <a:endParaRPr sz="1900" dirty="0">
              <a:latin typeface="Corbel"/>
              <a:cs typeface="Corbel"/>
            </a:endParaRPr>
          </a:p>
          <a:p>
            <a:pPr marL="12700">
              <a:lnSpc>
                <a:spcPct val="100000"/>
              </a:lnSpc>
              <a:spcBef>
                <a:spcPts val="1920"/>
              </a:spcBef>
            </a:pPr>
            <a:r>
              <a:rPr sz="1900" b="1" dirty="0">
                <a:latin typeface="Corbel"/>
                <a:cs typeface="Corbel"/>
              </a:rPr>
              <a:t>Common</a:t>
            </a:r>
            <a:r>
              <a:rPr sz="1900" b="1" spc="-55" dirty="0">
                <a:latin typeface="Corbel"/>
                <a:cs typeface="Corbel"/>
              </a:rPr>
              <a:t> </a:t>
            </a:r>
            <a:r>
              <a:rPr sz="1900" b="1" dirty="0">
                <a:latin typeface="Corbel"/>
                <a:cs typeface="Corbel"/>
              </a:rPr>
              <a:t>handling</a:t>
            </a:r>
            <a:r>
              <a:rPr sz="1900" b="1" spc="-40" dirty="0">
                <a:latin typeface="Corbel"/>
                <a:cs typeface="Corbel"/>
              </a:rPr>
              <a:t> </a:t>
            </a:r>
            <a:r>
              <a:rPr sz="1900" b="1" spc="-10" dirty="0">
                <a:latin typeface="Corbel"/>
                <a:cs typeface="Corbel"/>
              </a:rPr>
              <a:t>Procedure:</a:t>
            </a:r>
            <a:endParaRPr sz="1900" dirty="0">
              <a:latin typeface="Corbel"/>
              <a:cs typeface="Corbel"/>
            </a:endParaRPr>
          </a:p>
          <a:p>
            <a:pPr marL="354965" indent="-285115">
              <a:lnSpc>
                <a:spcPct val="100000"/>
              </a:lnSpc>
              <a:spcBef>
                <a:spcPts val="120"/>
              </a:spcBef>
              <a:buClr>
                <a:srgbClr val="1482AC"/>
              </a:buClr>
              <a:buSzPct val="147368"/>
              <a:buFont typeface="Arial MT"/>
              <a:buChar char="•"/>
              <a:tabLst>
                <a:tab pos="354965" algn="l"/>
              </a:tabLst>
            </a:pPr>
            <a:r>
              <a:rPr sz="1900" dirty="0">
                <a:latin typeface="Corbel"/>
                <a:cs typeface="Corbel"/>
              </a:rPr>
              <a:t>Maintain</a:t>
            </a:r>
            <a:r>
              <a:rPr sz="1900" spc="-50" dirty="0">
                <a:latin typeface="Corbel"/>
                <a:cs typeface="Corbel"/>
              </a:rPr>
              <a:t> </a:t>
            </a:r>
            <a:r>
              <a:rPr sz="1900" dirty="0">
                <a:latin typeface="Corbel"/>
                <a:cs typeface="Corbel"/>
              </a:rPr>
              <a:t>visual</a:t>
            </a:r>
            <a:r>
              <a:rPr sz="1900" spc="-45" dirty="0">
                <a:latin typeface="Corbel"/>
                <a:cs typeface="Corbel"/>
              </a:rPr>
              <a:t> </a:t>
            </a:r>
            <a:r>
              <a:rPr sz="1900" dirty="0">
                <a:latin typeface="Corbel"/>
                <a:cs typeface="Corbel"/>
              </a:rPr>
              <a:t>contact</a:t>
            </a:r>
            <a:r>
              <a:rPr sz="1900" spc="-40" dirty="0">
                <a:latin typeface="Corbel"/>
                <a:cs typeface="Corbel"/>
              </a:rPr>
              <a:t> </a:t>
            </a:r>
            <a:r>
              <a:rPr sz="1900" dirty="0">
                <a:latin typeface="Corbel"/>
                <a:cs typeface="Corbel"/>
              </a:rPr>
              <a:t>with</a:t>
            </a:r>
            <a:r>
              <a:rPr sz="1900" spc="-45" dirty="0">
                <a:latin typeface="Corbel"/>
                <a:cs typeface="Corbel"/>
              </a:rPr>
              <a:t> </a:t>
            </a:r>
            <a:r>
              <a:rPr sz="1900" dirty="0">
                <a:latin typeface="Corbel"/>
                <a:cs typeface="Corbel"/>
              </a:rPr>
              <a:t>the</a:t>
            </a:r>
            <a:r>
              <a:rPr sz="1900" spc="-40" dirty="0">
                <a:latin typeface="Corbel"/>
                <a:cs typeface="Corbel"/>
              </a:rPr>
              <a:t> </a:t>
            </a:r>
            <a:r>
              <a:rPr sz="1900" spc="-10" dirty="0">
                <a:latin typeface="Corbel"/>
                <a:cs typeface="Corbel"/>
              </a:rPr>
              <a:t>aircraft</a:t>
            </a:r>
            <a:endParaRPr sz="1900" dirty="0">
              <a:latin typeface="Corbel"/>
              <a:cs typeface="Corbel"/>
            </a:endParaRPr>
          </a:p>
          <a:p>
            <a:pPr marL="354965" indent="-285115">
              <a:lnSpc>
                <a:spcPct val="100000"/>
              </a:lnSpc>
              <a:spcBef>
                <a:spcPts val="120"/>
              </a:spcBef>
              <a:buClr>
                <a:srgbClr val="1482AC"/>
              </a:buClr>
              <a:buSzPct val="147368"/>
              <a:buFont typeface="Arial MT"/>
              <a:buChar char="•"/>
              <a:tabLst>
                <a:tab pos="354965" algn="l"/>
              </a:tabLst>
            </a:pPr>
            <a:r>
              <a:rPr sz="1900" spc="-10" dirty="0">
                <a:latin typeface="Corbel"/>
                <a:cs typeface="Corbel"/>
              </a:rPr>
              <a:t>Verify</a:t>
            </a:r>
            <a:r>
              <a:rPr sz="1900" spc="-60" dirty="0">
                <a:latin typeface="Corbel"/>
                <a:cs typeface="Corbel"/>
              </a:rPr>
              <a:t> </a:t>
            </a:r>
            <a:r>
              <a:rPr sz="1900" dirty="0">
                <a:latin typeface="Corbel"/>
                <a:cs typeface="Corbel"/>
              </a:rPr>
              <a:t>remote</a:t>
            </a:r>
            <a:r>
              <a:rPr sz="1900" spc="-55" dirty="0">
                <a:latin typeface="Corbel"/>
                <a:cs typeface="Corbel"/>
              </a:rPr>
              <a:t> </a:t>
            </a:r>
            <a:r>
              <a:rPr sz="1900" dirty="0">
                <a:latin typeface="Corbel"/>
                <a:cs typeface="Corbel"/>
              </a:rPr>
              <a:t>controller</a:t>
            </a:r>
            <a:r>
              <a:rPr sz="1900" spc="-50" dirty="0">
                <a:latin typeface="Corbel"/>
                <a:cs typeface="Corbel"/>
              </a:rPr>
              <a:t> </a:t>
            </a:r>
            <a:r>
              <a:rPr sz="1900" dirty="0">
                <a:latin typeface="Corbel"/>
                <a:cs typeface="Corbel"/>
              </a:rPr>
              <a:t>is</a:t>
            </a:r>
            <a:r>
              <a:rPr sz="1900" spc="-65" dirty="0">
                <a:latin typeface="Corbel"/>
                <a:cs typeface="Corbel"/>
              </a:rPr>
              <a:t> </a:t>
            </a:r>
            <a:r>
              <a:rPr sz="1900" dirty="0">
                <a:latin typeface="Corbel"/>
                <a:cs typeface="Corbel"/>
              </a:rPr>
              <a:t>powered</a:t>
            </a:r>
            <a:r>
              <a:rPr sz="1900" spc="-55" dirty="0">
                <a:latin typeface="Corbel"/>
                <a:cs typeface="Corbel"/>
              </a:rPr>
              <a:t> </a:t>
            </a:r>
            <a:r>
              <a:rPr sz="1900" spc="-25" dirty="0">
                <a:latin typeface="Corbel"/>
                <a:cs typeface="Corbel"/>
              </a:rPr>
              <a:t>on</a:t>
            </a:r>
            <a:endParaRPr sz="1900" dirty="0">
              <a:latin typeface="Corbel"/>
              <a:cs typeface="Corbel"/>
            </a:endParaRPr>
          </a:p>
          <a:p>
            <a:pPr marL="354965" indent="-285115">
              <a:lnSpc>
                <a:spcPct val="100000"/>
              </a:lnSpc>
              <a:spcBef>
                <a:spcPts val="120"/>
              </a:spcBef>
              <a:buClr>
                <a:srgbClr val="1482AC"/>
              </a:buClr>
              <a:buSzPct val="147368"/>
              <a:buFont typeface="Arial MT"/>
              <a:buChar char="•"/>
              <a:tabLst>
                <a:tab pos="354965" algn="l"/>
              </a:tabLst>
            </a:pPr>
            <a:r>
              <a:rPr sz="1900" dirty="0">
                <a:latin typeface="Corbel"/>
                <a:cs typeface="Corbel"/>
              </a:rPr>
              <a:t>Move</a:t>
            </a:r>
            <a:r>
              <a:rPr sz="1900" spc="-40" dirty="0">
                <a:latin typeface="Corbel"/>
                <a:cs typeface="Corbel"/>
              </a:rPr>
              <a:t> </a:t>
            </a:r>
            <a:r>
              <a:rPr sz="1900" dirty="0">
                <a:latin typeface="Corbel"/>
                <a:cs typeface="Corbel"/>
              </a:rPr>
              <a:t>toward</a:t>
            </a:r>
            <a:r>
              <a:rPr sz="1900" spc="-55" dirty="0">
                <a:latin typeface="Corbel"/>
                <a:cs typeface="Corbel"/>
              </a:rPr>
              <a:t> </a:t>
            </a:r>
            <a:r>
              <a:rPr sz="1900" dirty="0">
                <a:latin typeface="Corbel"/>
                <a:cs typeface="Corbel"/>
              </a:rPr>
              <a:t>aircraft</a:t>
            </a:r>
            <a:r>
              <a:rPr sz="1900" spc="-40" dirty="0">
                <a:latin typeface="Corbel"/>
                <a:cs typeface="Corbel"/>
              </a:rPr>
              <a:t> </a:t>
            </a:r>
            <a:r>
              <a:rPr sz="1900" dirty="0">
                <a:latin typeface="Corbel"/>
                <a:cs typeface="Corbel"/>
              </a:rPr>
              <a:t>if</a:t>
            </a:r>
            <a:r>
              <a:rPr sz="1900" spc="-50" dirty="0">
                <a:latin typeface="Corbel"/>
                <a:cs typeface="Corbel"/>
              </a:rPr>
              <a:t> </a:t>
            </a:r>
            <a:r>
              <a:rPr sz="1900" spc="-10" dirty="0">
                <a:latin typeface="Corbel"/>
                <a:cs typeface="Corbel"/>
              </a:rPr>
              <a:t>possible</a:t>
            </a:r>
            <a:endParaRPr sz="1900" dirty="0">
              <a:latin typeface="Corbel"/>
              <a:cs typeface="Corbel"/>
            </a:endParaRPr>
          </a:p>
          <a:p>
            <a:pPr marL="355600" marR="5715" indent="-285750">
              <a:lnSpc>
                <a:spcPct val="78900"/>
              </a:lnSpc>
              <a:spcBef>
                <a:spcPts val="695"/>
              </a:spcBef>
              <a:buClr>
                <a:srgbClr val="1482AC"/>
              </a:buClr>
              <a:buSzPct val="147368"/>
              <a:buFont typeface="Arial MT"/>
              <a:buChar char="•"/>
              <a:tabLst>
                <a:tab pos="355600" algn="l"/>
              </a:tabLst>
            </a:pPr>
            <a:r>
              <a:rPr sz="1900" dirty="0">
                <a:latin typeface="Corbel"/>
                <a:cs typeface="Corbel"/>
              </a:rPr>
              <a:t>Setting</a:t>
            </a:r>
            <a:r>
              <a:rPr sz="1900" spc="305" dirty="0">
                <a:latin typeface="Corbel"/>
                <a:cs typeface="Corbel"/>
              </a:rPr>
              <a:t> </a:t>
            </a:r>
            <a:r>
              <a:rPr sz="1900" dirty="0">
                <a:latin typeface="Corbel"/>
                <a:cs typeface="Corbel"/>
              </a:rPr>
              <a:t>an</a:t>
            </a:r>
            <a:r>
              <a:rPr sz="1900" spc="305" dirty="0">
                <a:latin typeface="Corbel"/>
                <a:cs typeface="Corbel"/>
              </a:rPr>
              <a:t> </a:t>
            </a:r>
            <a:r>
              <a:rPr sz="1900" dirty="0">
                <a:latin typeface="Corbel"/>
                <a:cs typeface="Corbel"/>
              </a:rPr>
              <a:t>RTH</a:t>
            </a:r>
            <a:r>
              <a:rPr sz="1900" spc="300" dirty="0">
                <a:latin typeface="Corbel"/>
                <a:cs typeface="Corbel"/>
              </a:rPr>
              <a:t> </a:t>
            </a:r>
            <a:r>
              <a:rPr sz="1900" spc="-10" dirty="0">
                <a:latin typeface="Corbel"/>
                <a:cs typeface="Corbel"/>
              </a:rPr>
              <a:t>(</a:t>
            </a:r>
            <a:r>
              <a:rPr sz="1300" spc="-10" dirty="0">
                <a:solidFill>
                  <a:srgbClr val="293A4E"/>
                </a:solidFill>
                <a:latin typeface="Calibri"/>
                <a:cs typeface="Calibri"/>
              </a:rPr>
              <a:t>built-</a:t>
            </a:r>
            <a:r>
              <a:rPr sz="1300" dirty="0">
                <a:solidFill>
                  <a:srgbClr val="293A4E"/>
                </a:solidFill>
                <a:latin typeface="Calibri"/>
                <a:cs typeface="Calibri"/>
              </a:rPr>
              <a:t>in</a:t>
            </a:r>
            <a:r>
              <a:rPr sz="1300" spc="125" dirty="0">
                <a:solidFill>
                  <a:srgbClr val="293A4E"/>
                </a:solidFill>
                <a:latin typeface="Calibri"/>
                <a:cs typeface="Calibri"/>
              </a:rPr>
              <a:t> </a:t>
            </a:r>
            <a:r>
              <a:rPr sz="1300" dirty="0">
                <a:solidFill>
                  <a:srgbClr val="293A4E"/>
                </a:solidFill>
                <a:latin typeface="Calibri"/>
                <a:cs typeface="Calibri"/>
              </a:rPr>
              <a:t>feature</a:t>
            </a:r>
            <a:r>
              <a:rPr sz="1300" spc="120" dirty="0">
                <a:solidFill>
                  <a:srgbClr val="293A4E"/>
                </a:solidFill>
                <a:latin typeface="Calibri"/>
                <a:cs typeface="Calibri"/>
              </a:rPr>
              <a:t> </a:t>
            </a:r>
            <a:r>
              <a:rPr sz="1300" dirty="0">
                <a:solidFill>
                  <a:srgbClr val="293A4E"/>
                </a:solidFill>
                <a:latin typeface="Calibri"/>
                <a:cs typeface="Calibri"/>
              </a:rPr>
              <a:t>for</a:t>
            </a:r>
            <a:r>
              <a:rPr sz="1300" spc="114" dirty="0">
                <a:solidFill>
                  <a:srgbClr val="293A4E"/>
                </a:solidFill>
                <a:latin typeface="Calibri"/>
                <a:cs typeface="Calibri"/>
              </a:rPr>
              <a:t> </a:t>
            </a:r>
            <a:r>
              <a:rPr sz="1300" dirty="0">
                <a:solidFill>
                  <a:srgbClr val="293A4E"/>
                </a:solidFill>
                <a:latin typeface="Calibri"/>
                <a:cs typeface="Calibri"/>
              </a:rPr>
              <a:t>handling</a:t>
            </a:r>
            <a:r>
              <a:rPr sz="1300" spc="110" dirty="0">
                <a:solidFill>
                  <a:srgbClr val="293A4E"/>
                </a:solidFill>
                <a:latin typeface="Calibri"/>
                <a:cs typeface="Calibri"/>
              </a:rPr>
              <a:t> </a:t>
            </a:r>
            <a:r>
              <a:rPr sz="1300" dirty="0">
                <a:solidFill>
                  <a:srgbClr val="293A4E"/>
                </a:solidFill>
                <a:latin typeface="Calibri"/>
                <a:cs typeface="Calibri"/>
              </a:rPr>
              <a:t>a</a:t>
            </a:r>
            <a:r>
              <a:rPr sz="1300" spc="125" dirty="0">
                <a:solidFill>
                  <a:srgbClr val="293A4E"/>
                </a:solidFill>
                <a:latin typeface="Calibri"/>
                <a:cs typeface="Calibri"/>
              </a:rPr>
              <a:t> </a:t>
            </a:r>
            <a:r>
              <a:rPr sz="1300" dirty="0">
                <a:solidFill>
                  <a:srgbClr val="293A4E"/>
                </a:solidFill>
                <a:latin typeface="Calibri"/>
                <a:cs typeface="Calibri"/>
              </a:rPr>
              <a:t>lost</a:t>
            </a:r>
            <a:r>
              <a:rPr sz="1300" spc="114" dirty="0">
                <a:solidFill>
                  <a:srgbClr val="293A4E"/>
                </a:solidFill>
                <a:latin typeface="Calibri"/>
                <a:cs typeface="Calibri"/>
              </a:rPr>
              <a:t> </a:t>
            </a:r>
            <a:r>
              <a:rPr sz="1300" dirty="0">
                <a:solidFill>
                  <a:srgbClr val="293A4E"/>
                </a:solidFill>
                <a:latin typeface="Calibri"/>
                <a:cs typeface="Calibri"/>
              </a:rPr>
              <a:t>link</a:t>
            </a:r>
            <a:r>
              <a:rPr sz="1300" spc="110" dirty="0">
                <a:solidFill>
                  <a:srgbClr val="293A4E"/>
                </a:solidFill>
                <a:latin typeface="Calibri"/>
                <a:cs typeface="Calibri"/>
              </a:rPr>
              <a:t> </a:t>
            </a:r>
            <a:r>
              <a:rPr sz="1300" dirty="0">
                <a:solidFill>
                  <a:srgbClr val="293A4E"/>
                </a:solidFill>
                <a:latin typeface="Calibri"/>
                <a:cs typeface="Calibri"/>
              </a:rPr>
              <a:t>–</a:t>
            </a:r>
            <a:r>
              <a:rPr sz="1300" spc="125" dirty="0">
                <a:solidFill>
                  <a:srgbClr val="293A4E"/>
                </a:solidFill>
                <a:latin typeface="Calibri"/>
                <a:cs typeface="Calibri"/>
              </a:rPr>
              <a:t> </a:t>
            </a:r>
            <a:r>
              <a:rPr sz="1300" dirty="0">
                <a:solidFill>
                  <a:srgbClr val="293A4E"/>
                </a:solidFill>
                <a:latin typeface="Calibri"/>
                <a:cs typeface="Calibri"/>
              </a:rPr>
              <a:t>the</a:t>
            </a:r>
            <a:r>
              <a:rPr sz="1300" spc="125" dirty="0">
                <a:solidFill>
                  <a:srgbClr val="293A4E"/>
                </a:solidFill>
                <a:latin typeface="Calibri"/>
                <a:cs typeface="Calibri"/>
              </a:rPr>
              <a:t> </a:t>
            </a:r>
            <a:r>
              <a:rPr sz="1300" dirty="0">
                <a:solidFill>
                  <a:srgbClr val="293A4E"/>
                </a:solidFill>
                <a:latin typeface="Calibri"/>
                <a:cs typeface="Calibri"/>
              </a:rPr>
              <a:t>Return</a:t>
            </a:r>
            <a:r>
              <a:rPr sz="1300" spc="125" dirty="0">
                <a:solidFill>
                  <a:srgbClr val="293A4E"/>
                </a:solidFill>
                <a:latin typeface="Calibri"/>
                <a:cs typeface="Calibri"/>
              </a:rPr>
              <a:t> </a:t>
            </a:r>
            <a:r>
              <a:rPr sz="1300" dirty="0">
                <a:solidFill>
                  <a:srgbClr val="293A4E"/>
                </a:solidFill>
                <a:latin typeface="Calibri"/>
                <a:cs typeface="Calibri"/>
              </a:rPr>
              <a:t>to</a:t>
            </a:r>
            <a:r>
              <a:rPr sz="1300" spc="120" dirty="0">
                <a:solidFill>
                  <a:srgbClr val="293A4E"/>
                </a:solidFill>
                <a:latin typeface="Calibri"/>
                <a:cs typeface="Calibri"/>
              </a:rPr>
              <a:t> </a:t>
            </a:r>
            <a:r>
              <a:rPr sz="1300" dirty="0">
                <a:solidFill>
                  <a:srgbClr val="293A4E"/>
                </a:solidFill>
                <a:latin typeface="Calibri"/>
                <a:cs typeface="Calibri"/>
              </a:rPr>
              <a:t>Home</a:t>
            </a:r>
            <a:r>
              <a:rPr sz="1300" spc="125" dirty="0">
                <a:solidFill>
                  <a:srgbClr val="293A4E"/>
                </a:solidFill>
                <a:latin typeface="Calibri"/>
                <a:cs typeface="Calibri"/>
              </a:rPr>
              <a:t> </a:t>
            </a:r>
            <a:r>
              <a:rPr sz="1300" dirty="0">
                <a:solidFill>
                  <a:srgbClr val="293A4E"/>
                </a:solidFill>
                <a:latin typeface="Calibri"/>
                <a:cs typeface="Calibri"/>
              </a:rPr>
              <a:t>(RTH)</a:t>
            </a:r>
            <a:r>
              <a:rPr sz="1300" spc="125" dirty="0">
                <a:solidFill>
                  <a:srgbClr val="293A4E"/>
                </a:solidFill>
                <a:latin typeface="Calibri"/>
                <a:cs typeface="Calibri"/>
              </a:rPr>
              <a:t> </a:t>
            </a:r>
            <a:r>
              <a:rPr sz="1300" dirty="0">
                <a:solidFill>
                  <a:srgbClr val="293A4E"/>
                </a:solidFill>
                <a:latin typeface="Calibri"/>
                <a:cs typeface="Calibri"/>
              </a:rPr>
              <a:t>function.</a:t>
            </a:r>
            <a:r>
              <a:rPr sz="1300" spc="110" dirty="0">
                <a:solidFill>
                  <a:srgbClr val="293A4E"/>
                </a:solidFill>
                <a:latin typeface="Calibri"/>
                <a:cs typeface="Calibri"/>
              </a:rPr>
              <a:t> </a:t>
            </a:r>
            <a:r>
              <a:rPr sz="1300" dirty="0">
                <a:solidFill>
                  <a:srgbClr val="293A4E"/>
                </a:solidFill>
                <a:latin typeface="Calibri"/>
                <a:cs typeface="Calibri"/>
              </a:rPr>
              <a:t>When</a:t>
            </a:r>
            <a:r>
              <a:rPr sz="1300" spc="125" dirty="0">
                <a:solidFill>
                  <a:srgbClr val="293A4E"/>
                </a:solidFill>
                <a:latin typeface="Calibri"/>
                <a:cs typeface="Calibri"/>
              </a:rPr>
              <a:t> </a:t>
            </a:r>
            <a:r>
              <a:rPr sz="1300" dirty="0">
                <a:solidFill>
                  <a:srgbClr val="293A4E"/>
                </a:solidFill>
                <a:latin typeface="Calibri"/>
                <a:cs typeface="Calibri"/>
              </a:rPr>
              <a:t>RTH</a:t>
            </a:r>
            <a:r>
              <a:rPr sz="1300" spc="120" dirty="0">
                <a:solidFill>
                  <a:srgbClr val="293A4E"/>
                </a:solidFill>
                <a:latin typeface="Calibri"/>
                <a:cs typeface="Calibri"/>
              </a:rPr>
              <a:t> </a:t>
            </a:r>
            <a:r>
              <a:rPr sz="1300" dirty="0">
                <a:solidFill>
                  <a:srgbClr val="293A4E"/>
                </a:solidFill>
                <a:latin typeface="Calibri"/>
                <a:cs typeface="Calibri"/>
              </a:rPr>
              <a:t>kicks</a:t>
            </a:r>
            <a:r>
              <a:rPr sz="1300" spc="125" dirty="0">
                <a:solidFill>
                  <a:srgbClr val="293A4E"/>
                </a:solidFill>
                <a:latin typeface="Calibri"/>
                <a:cs typeface="Calibri"/>
              </a:rPr>
              <a:t> </a:t>
            </a:r>
            <a:r>
              <a:rPr sz="1300" dirty="0">
                <a:solidFill>
                  <a:srgbClr val="293A4E"/>
                </a:solidFill>
                <a:latin typeface="Calibri"/>
                <a:cs typeface="Calibri"/>
              </a:rPr>
              <a:t>in,</a:t>
            </a:r>
            <a:r>
              <a:rPr sz="1300" spc="114" dirty="0">
                <a:solidFill>
                  <a:srgbClr val="293A4E"/>
                </a:solidFill>
                <a:latin typeface="Calibri"/>
                <a:cs typeface="Calibri"/>
              </a:rPr>
              <a:t> </a:t>
            </a:r>
            <a:r>
              <a:rPr sz="1300" dirty="0">
                <a:solidFill>
                  <a:srgbClr val="293A4E"/>
                </a:solidFill>
                <a:latin typeface="Calibri"/>
                <a:cs typeface="Calibri"/>
              </a:rPr>
              <a:t>the</a:t>
            </a:r>
            <a:r>
              <a:rPr sz="1300" spc="130" dirty="0">
                <a:solidFill>
                  <a:srgbClr val="293A4E"/>
                </a:solidFill>
                <a:latin typeface="Calibri"/>
                <a:cs typeface="Calibri"/>
              </a:rPr>
              <a:t> </a:t>
            </a:r>
            <a:r>
              <a:rPr sz="1300" dirty="0">
                <a:solidFill>
                  <a:srgbClr val="293A4E"/>
                </a:solidFill>
                <a:latin typeface="Calibri"/>
                <a:cs typeface="Calibri"/>
              </a:rPr>
              <a:t>drone</a:t>
            </a:r>
            <a:r>
              <a:rPr sz="1300" spc="114" dirty="0">
                <a:solidFill>
                  <a:srgbClr val="293A4E"/>
                </a:solidFill>
                <a:latin typeface="Calibri"/>
                <a:cs typeface="Calibri"/>
              </a:rPr>
              <a:t> </a:t>
            </a:r>
            <a:r>
              <a:rPr sz="1300" spc="-20" dirty="0">
                <a:solidFill>
                  <a:srgbClr val="293A4E"/>
                </a:solidFill>
                <a:latin typeface="Calibri"/>
                <a:cs typeface="Calibri"/>
              </a:rPr>
              <a:t>will </a:t>
            </a:r>
            <a:r>
              <a:rPr sz="1300" spc="-10" dirty="0">
                <a:solidFill>
                  <a:srgbClr val="293A4E"/>
                </a:solidFill>
                <a:latin typeface="Calibri"/>
                <a:cs typeface="Calibri"/>
              </a:rPr>
              <a:t>automatically</a:t>
            </a:r>
            <a:r>
              <a:rPr sz="1300" spc="-20" dirty="0">
                <a:solidFill>
                  <a:srgbClr val="293A4E"/>
                </a:solidFill>
                <a:latin typeface="Calibri"/>
                <a:cs typeface="Calibri"/>
              </a:rPr>
              <a:t> </a:t>
            </a:r>
            <a:r>
              <a:rPr sz="1300" dirty="0">
                <a:solidFill>
                  <a:srgbClr val="293A4E"/>
                </a:solidFill>
                <a:latin typeface="Calibri"/>
                <a:cs typeface="Calibri"/>
              </a:rPr>
              <a:t>fly</a:t>
            </a:r>
            <a:r>
              <a:rPr sz="1300" spc="-15" dirty="0">
                <a:solidFill>
                  <a:srgbClr val="293A4E"/>
                </a:solidFill>
                <a:latin typeface="Calibri"/>
                <a:cs typeface="Calibri"/>
              </a:rPr>
              <a:t> </a:t>
            </a:r>
            <a:r>
              <a:rPr sz="1300" dirty="0">
                <a:solidFill>
                  <a:srgbClr val="293A4E"/>
                </a:solidFill>
                <a:latin typeface="Calibri"/>
                <a:cs typeface="Calibri"/>
              </a:rPr>
              <a:t>to</a:t>
            </a:r>
            <a:r>
              <a:rPr sz="1300" spc="-15" dirty="0">
                <a:solidFill>
                  <a:srgbClr val="293A4E"/>
                </a:solidFill>
                <a:latin typeface="Calibri"/>
                <a:cs typeface="Calibri"/>
              </a:rPr>
              <a:t> </a:t>
            </a:r>
            <a:r>
              <a:rPr sz="1300" dirty="0">
                <a:solidFill>
                  <a:srgbClr val="293A4E"/>
                </a:solidFill>
                <a:latin typeface="Calibri"/>
                <a:cs typeface="Calibri"/>
              </a:rPr>
              <a:t>a</a:t>
            </a:r>
            <a:r>
              <a:rPr sz="1300" spc="-15" dirty="0">
                <a:solidFill>
                  <a:srgbClr val="293A4E"/>
                </a:solidFill>
                <a:latin typeface="Calibri"/>
                <a:cs typeface="Calibri"/>
              </a:rPr>
              <a:t> </a:t>
            </a:r>
            <a:r>
              <a:rPr sz="1300" spc="-20" dirty="0">
                <a:solidFill>
                  <a:srgbClr val="293A4E"/>
                </a:solidFill>
                <a:latin typeface="Calibri"/>
                <a:cs typeface="Calibri"/>
              </a:rPr>
              <a:t>pre-</a:t>
            </a:r>
            <a:r>
              <a:rPr sz="1300" dirty="0">
                <a:solidFill>
                  <a:srgbClr val="293A4E"/>
                </a:solidFill>
                <a:latin typeface="Calibri"/>
                <a:cs typeface="Calibri"/>
              </a:rPr>
              <a:t>determined</a:t>
            </a:r>
            <a:r>
              <a:rPr sz="1300" spc="-15" dirty="0">
                <a:solidFill>
                  <a:srgbClr val="293A4E"/>
                </a:solidFill>
                <a:latin typeface="Calibri"/>
                <a:cs typeface="Calibri"/>
              </a:rPr>
              <a:t> </a:t>
            </a:r>
            <a:r>
              <a:rPr sz="1300" dirty="0">
                <a:solidFill>
                  <a:srgbClr val="293A4E"/>
                </a:solidFill>
                <a:latin typeface="Calibri"/>
                <a:cs typeface="Calibri"/>
              </a:rPr>
              <a:t>location</a:t>
            </a:r>
            <a:r>
              <a:rPr sz="1300" spc="-10" dirty="0">
                <a:solidFill>
                  <a:srgbClr val="293A4E"/>
                </a:solidFill>
                <a:latin typeface="Calibri"/>
                <a:cs typeface="Calibri"/>
              </a:rPr>
              <a:t> </a:t>
            </a:r>
            <a:r>
              <a:rPr sz="1300" dirty="0">
                <a:solidFill>
                  <a:srgbClr val="293A4E"/>
                </a:solidFill>
                <a:latin typeface="Calibri"/>
                <a:cs typeface="Calibri"/>
              </a:rPr>
              <a:t>at</a:t>
            </a:r>
            <a:r>
              <a:rPr sz="1300" spc="-15" dirty="0">
                <a:solidFill>
                  <a:srgbClr val="293A4E"/>
                </a:solidFill>
                <a:latin typeface="Calibri"/>
                <a:cs typeface="Calibri"/>
              </a:rPr>
              <a:t> </a:t>
            </a:r>
            <a:r>
              <a:rPr sz="1300" dirty="0">
                <a:solidFill>
                  <a:srgbClr val="293A4E"/>
                </a:solidFill>
                <a:latin typeface="Calibri"/>
                <a:cs typeface="Calibri"/>
              </a:rPr>
              <a:t>a</a:t>
            </a:r>
            <a:r>
              <a:rPr sz="1300" spc="-15" dirty="0">
                <a:solidFill>
                  <a:srgbClr val="293A4E"/>
                </a:solidFill>
                <a:latin typeface="Calibri"/>
                <a:cs typeface="Calibri"/>
              </a:rPr>
              <a:t> </a:t>
            </a:r>
            <a:r>
              <a:rPr sz="1300" dirty="0">
                <a:solidFill>
                  <a:srgbClr val="293A4E"/>
                </a:solidFill>
                <a:latin typeface="Calibri"/>
                <a:cs typeface="Calibri"/>
              </a:rPr>
              <a:t>set</a:t>
            </a:r>
            <a:r>
              <a:rPr sz="1300" spc="-15" dirty="0">
                <a:solidFill>
                  <a:srgbClr val="293A4E"/>
                </a:solidFill>
                <a:latin typeface="Calibri"/>
                <a:cs typeface="Calibri"/>
              </a:rPr>
              <a:t> </a:t>
            </a:r>
            <a:r>
              <a:rPr sz="1300" spc="-10" dirty="0">
                <a:solidFill>
                  <a:srgbClr val="293A4E"/>
                </a:solidFill>
                <a:latin typeface="Calibri"/>
                <a:cs typeface="Calibri"/>
              </a:rPr>
              <a:t>altitude.</a:t>
            </a:r>
            <a:r>
              <a:rPr sz="1900" spc="-10" dirty="0">
                <a:latin typeface="Corbel"/>
                <a:cs typeface="Corbel"/>
              </a:rPr>
              <a:t>)</a:t>
            </a:r>
            <a:endParaRPr sz="1900" dirty="0">
              <a:latin typeface="Corbel"/>
              <a:cs typeface="Corbel"/>
            </a:endParaRPr>
          </a:p>
          <a:p>
            <a:pPr>
              <a:lnSpc>
                <a:spcPct val="100000"/>
              </a:lnSpc>
            </a:pPr>
            <a:endParaRPr sz="1300" dirty="0">
              <a:latin typeface="Corbel"/>
              <a:cs typeface="Corbel"/>
            </a:endParaRPr>
          </a:p>
          <a:p>
            <a:pPr>
              <a:lnSpc>
                <a:spcPct val="100000"/>
              </a:lnSpc>
            </a:pPr>
            <a:endParaRPr sz="1300" dirty="0">
              <a:latin typeface="Corbel"/>
              <a:cs typeface="Corbel"/>
            </a:endParaRPr>
          </a:p>
          <a:p>
            <a:pPr>
              <a:lnSpc>
                <a:spcPct val="100000"/>
              </a:lnSpc>
              <a:spcBef>
                <a:spcPts val="254"/>
              </a:spcBef>
            </a:pPr>
            <a:endParaRPr sz="1300" dirty="0">
              <a:latin typeface="Corbel"/>
              <a:cs typeface="Corbel"/>
            </a:endParaRPr>
          </a:p>
          <a:p>
            <a:pPr marL="12700">
              <a:lnSpc>
                <a:spcPct val="100000"/>
              </a:lnSpc>
            </a:pPr>
            <a:r>
              <a:rPr sz="1900" b="1" dirty="0">
                <a:latin typeface="Corbel"/>
                <a:cs typeface="Corbel"/>
              </a:rPr>
              <a:t>IF</a:t>
            </a:r>
            <a:r>
              <a:rPr sz="1900" b="1" spc="-30" dirty="0">
                <a:latin typeface="Corbel"/>
                <a:cs typeface="Corbel"/>
              </a:rPr>
              <a:t> </a:t>
            </a:r>
            <a:r>
              <a:rPr sz="1900" b="1" dirty="0">
                <a:latin typeface="Corbel"/>
                <a:cs typeface="Corbel"/>
              </a:rPr>
              <a:t>unable</a:t>
            </a:r>
            <a:r>
              <a:rPr sz="1900" b="1" spc="-20" dirty="0">
                <a:latin typeface="Corbel"/>
                <a:cs typeface="Corbel"/>
              </a:rPr>
              <a:t> </a:t>
            </a:r>
            <a:r>
              <a:rPr sz="1900" b="1" dirty="0">
                <a:latin typeface="Corbel"/>
                <a:cs typeface="Corbel"/>
              </a:rPr>
              <a:t>to</a:t>
            </a:r>
            <a:r>
              <a:rPr sz="1900" b="1" spc="-30" dirty="0">
                <a:latin typeface="Corbel"/>
                <a:cs typeface="Corbel"/>
              </a:rPr>
              <a:t> </a:t>
            </a:r>
            <a:r>
              <a:rPr sz="1900" b="1" spc="-10" dirty="0">
                <a:latin typeface="Corbel"/>
                <a:cs typeface="Corbel"/>
              </a:rPr>
              <a:t>re-</a:t>
            </a:r>
            <a:r>
              <a:rPr sz="1900" b="1" dirty="0">
                <a:latin typeface="Corbel"/>
                <a:cs typeface="Corbel"/>
              </a:rPr>
              <a:t>establish</a:t>
            </a:r>
            <a:r>
              <a:rPr sz="1900" b="1" spc="-25" dirty="0">
                <a:latin typeface="Corbel"/>
                <a:cs typeface="Corbel"/>
              </a:rPr>
              <a:t> </a:t>
            </a:r>
            <a:r>
              <a:rPr sz="1900" b="1" spc="-20" dirty="0">
                <a:latin typeface="Corbel"/>
                <a:cs typeface="Corbel"/>
              </a:rPr>
              <a:t>link:</a:t>
            </a:r>
            <a:endParaRPr sz="1900" dirty="0">
              <a:latin typeface="Corbel"/>
              <a:cs typeface="Corbel"/>
            </a:endParaRPr>
          </a:p>
          <a:p>
            <a:pPr marL="12700">
              <a:lnSpc>
                <a:spcPct val="100000"/>
              </a:lnSpc>
              <a:spcBef>
                <a:spcPts val="120"/>
              </a:spcBef>
            </a:pPr>
            <a:r>
              <a:rPr sz="1900" dirty="0">
                <a:latin typeface="Corbel"/>
                <a:cs typeface="Corbel"/>
              </a:rPr>
              <a:t>Alert</a:t>
            </a:r>
            <a:r>
              <a:rPr sz="1900" spc="-65" dirty="0">
                <a:latin typeface="Corbel"/>
                <a:cs typeface="Corbel"/>
              </a:rPr>
              <a:t> </a:t>
            </a:r>
            <a:r>
              <a:rPr sz="1900" spc="-10" dirty="0">
                <a:latin typeface="Corbel"/>
                <a:cs typeface="Corbel"/>
              </a:rPr>
              <a:t>the</a:t>
            </a:r>
            <a:r>
              <a:rPr sz="1900" spc="-85" dirty="0">
                <a:latin typeface="Corbel"/>
                <a:cs typeface="Corbel"/>
              </a:rPr>
              <a:t> </a:t>
            </a:r>
            <a:r>
              <a:rPr sz="1900" dirty="0">
                <a:latin typeface="Corbel"/>
                <a:cs typeface="Corbel"/>
              </a:rPr>
              <a:t>Authority</a:t>
            </a:r>
            <a:r>
              <a:rPr sz="1900" spc="-40" dirty="0">
                <a:latin typeface="Corbel"/>
                <a:cs typeface="Corbel"/>
              </a:rPr>
              <a:t> </a:t>
            </a:r>
            <a:r>
              <a:rPr sz="1900" dirty="0">
                <a:latin typeface="Corbel"/>
                <a:cs typeface="Corbel"/>
              </a:rPr>
              <a:t>about</a:t>
            </a:r>
            <a:r>
              <a:rPr sz="1900" spc="-40" dirty="0">
                <a:latin typeface="Corbel"/>
                <a:cs typeface="Corbel"/>
              </a:rPr>
              <a:t> </a:t>
            </a:r>
            <a:r>
              <a:rPr sz="1900" dirty="0">
                <a:latin typeface="Corbel"/>
                <a:cs typeface="Corbel"/>
              </a:rPr>
              <a:t>the</a:t>
            </a:r>
            <a:r>
              <a:rPr sz="1900" spc="-35" dirty="0">
                <a:latin typeface="Corbel"/>
                <a:cs typeface="Corbel"/>
              </a:rPr>
              <a:t> </a:t>
            </a:r>
            <a:r>
              <a:rPr sz="1900" spc="-10" dirty="0">
                <a:latin typeface="Corbel"/>
                <a:cs typeface="Corbel"/>
              </a:rPr>
              <a:t>incident.</a:t>
            </a:r>
            <a:endParaRPr sz="1900" dirty="0">
              <a:latin typeface="Corbel"/>
              <a:cs typeface="Corbe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3" cstate="print"/>
          <a:stretch>
            <a:fillRect/>
          </a:stretch>
        </p:blipFill>
        <p:spPr>
          <a:xfrm>
            <a:off x="1417319" y="566927"/>
            <a:ext cx="4678680" cy="573024"/>
          </a:xfrm>
          <a:prstGeom prst="rect">
            <a:avLst/>
          </a:prstGeom>
        </p:spPr>
      </p:pic>
      <p:sp>
        <p:nvSpPr>
          <p:cNvPr id="4" name="object 4"/>
          <p:cNvSpPr txBox="1">
            <a:spLocks noGrp="1"/>
          </p:cNvSpPr>
          <p:nvPr>
            <p:ph type="title"/>
          </p:nvPr>
        </p:nvSpPr>
        <p:spPr>
          <a:prstGeom prst="rect">
            <a:avLst/>
          </a:prstGeom>
        </p:spPr>
        <p:txBody>
          <a:bodyPr vert="horz" wrap="square" lIns="0" tIns="329691" rIns="0" bIns="0" rtlCol="0">
            <a:spAutoFit/>
          </a:bodyPr>
          <a:lstStyle/>
          <a:p>
            <a:pPr marL="640715">
              <a:lnSpc>
                <a:spcPct val="100000"/>
              </a:lnSpc>
              <a:spcBef>
                <a:spcPts val="100"/>
              </a:spcBef>
            </a:pPr>
            <a:r>
              <a:rPr dirty="0"/>
              <a:t>060</a:t>
            </a:r>
            <a:r>
              <a:rPr spc="-65" dirty="0"/>
              <a:t> </a:t>
            </a:r>
            <a:r>
              <a:rPr dirty="0"/>
              <a:t>03</a:t>
            </a:r>
            <a:r>
              <a:rPr spc="-30" dirty="0"/>
              <a:t> </a:t>
            </a:r>
            <a:r>
              <a:rPr spc="-20" dirty="0"/>
              <a:t>02:</a:t>
            </a:r>
            <a:r>
              <a:rPr spc="-85" dirty="0"/>
              <a:t> </a:t>
            </a:r>
            <a:r>
              <a:rPr dirty="0"/>
              <a:t>Common</a:t>
            </a:r>
            <a:r>
              <a:rPr spc="-40" dirty="0"/>
              <a:t> </a:t>
            </a:r>
            <a:r>
              <a:rPr dirty="0"/>
              <a:t>handling</a:t>
            </a:r>
            <a:r>
              <a:rPr spc="-30" dirty="0"/>
              <a:t> </a:t>
            </a:r>
            <a:r>
              <a:rPr spc="-10" dirty="0"/>
              <a:t>procedures: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41275">
              <a:lnSpc>
                <a:spcPts val="1045"/>
              </a:lnSpc>
            </a:pPr>
            <a:r>
              <a:rPr spc="-25" dirty="0"/>
              <a:t>83</a:t>
            </a:r>
          </a:p>
        </p:txBody>
      </p:sp>
      <p:sp>
        <p:nvSpPr>
          <p:cNvPr id="5" name="object 5"/>
          <p:cNvSpPr txBox="1"/>
          <p:nvPr/>
        </p:nvSpPr>
        <p:spPr>
          <a:xfrm>
            <a:off x="1536706" y="1563115"/>
            <a:ext cx="10300335" cy="4334510"/>
          </a:xfrm>
          <a:prstGeom prst="rect">
            <a:avLst/>
          </a:prstGeom>
        </p:spPr>
        <p:txBody>
          <a:bodyPr vert="horz" wrap="square" lIns="0" tIns="12700" rIns="0" bIns="0" rtlCol="0">
            <a:spAutoFit/>
          </a:bodyPr>
          <a:lstStyle/>
          <a:p>
            <a:pPr marL="38735">
              <a:lnSpc>
                <a:spcPct val="100000"/>
              </a:lnSpc>
              <a:spcBef>
                <a:spcPts val="100"/>
              </a:spcBef>
            </a:pPr>
            <a:r>
              <a:rPr sz="1800" b="1" dirty="0">
                <a:latin typeface="Corbel"/>
                <a:cs typeface="Corbel"/>
              </a:rPr>
              <a:t>Fly</a:t>
            </a:r>
            <a:r>
              <a:rPr sz="1800" b="1" spc="-15" dirty="0">
                <a:latin typeface="Corbel"/>
                <a:cs typeface="Corbel"/>
              </a:rPr>
              <a:t> </a:t>
            </a:r>
            <a:r>
              <a:rPr sz="1800" b="1" spc="-20" dirty="0">
                <a:latin typeface="Corbel"/>
                <a:cs typeface="Corbel"/>
              </a:rPr>
              <a:t>away</a:t>
            </a:r>
            <a:endParaRPr sz="1800" dirty="0">
              <a:latin typeface="Corbel"/>
              <a:cs typeface="Corbel"/>
            </a:endParaRPr>
          </a:p>
          <a:p>
            <a:pPr marL="69850" marR="476884">
              <a:lnSpc>
                <a:spcPts val="2020"/>
              </a:lnSpc>
              <a:spcBef>
                <a:spcPts val="445"/>
              </a:spcBef>
            </a:pPr>
            <a:r>
              <a:rPr sz="2000" spc="-10" dirty="0">
                <a:latin typeface="Corbel"/>
                <a:cs typeface="Corbel"/>
              </a:rPr>
              <a:t>Basically,</a:t>
            </a:r>
            <a:r>
              <a:rPr sz="2000" spc="-40" dirty="0">
                <a:latin typeface="Corbel"/>
                <a:cs typeface="Corbel"/>
              </a:rPr>
              <a:t> </a:t>
            </a:r>
            <a:r>
              <a:rPr sz="2000" b="1" dirty="0">
                <a:latin typeface="Corbel"/>
                <a:cs typeface="Corbel"/>
              </a:rPr>
              <a:t>anything</a:t>
            </a:r>
            <a:r>
              <a:rPr sz="2000" b="1" spc="-35" dirty="0">
                <a:latin typeface="Corbel"/>
                <a:cs typeface="Corbel"/>
              </a:rPr>
              <a:t> </a:t>
            </a:r>
            <a:r>
              <a:rPr sz="2000" b="1" dirty="0">
                <a:latin typeface="Corbel"/>
                <a:cs typeface="Corbel"/>
              </a:rPr>
              <a:t>that</a:t>
            </a:r>
            <a:r>
              <a:rPr sz="2000" b="1" spc="-40" dirty="0">
                <a:latin typeface="Corbel"/>
                <a:cs typeface="Corbel"/>
              </a:rPr>
              <a:t> </a:t>
            </a:r>
            <a:r>
              <a:rPr sz="2000" b="1" dirty="0">
                <a:latin typeface="Corbel"/>
                <a:cs typeface="Corbel"/>
              </a:rPr>
              <a:t>can</a:t>
            </a:r>
            <a:r>
              <a:rPr sz="2000" b="1" spc="-35" dirty="0">
                <a:latin typeface="Corbel"/>
                <a:cs typeface="Corbel"/>
              </a:rPr>
              <a:t> </a:t>
            </a:r>
            <a:r>
              <a:rPr sz="2000" b="1" dirty="0">
                <a:latin typeface="Corbel"/>
                <a:cs typeface="Corbel"/>
              </a:rPr>
              <a:t>weaken</a:t>
            </a:r>
            <a:r>
              <a:rPr sz="2000" b="1" spc="-35" dirty="0">
                <a:latin typeface="Corbel"/>
                <a:cs typeface="Corbel"/>
              </a:rPr>
              <a:t> </a:t>
            </a:r>
            <a:r>
              <a:rPr sz="2000" b="1" dirty="0">
                <a:latin typeface="Corbel"/>
                <a:cs typeface="Corbel"/>
              </a:rPr>
              <a:t>the</a:t>
            </a:r>
            <a:r>
              <a:rPr sz="2000" b="1" spc="-35" dirty="0">
                <a:latin typeface="Corbel"/>
                <a:cs typeface="Corbel"/>
              </a:rPr>
              <a:t> </a:t>
            </a:r>
            <a:r>
              <a:rPr sz="2000" b="1" dirty="0">
                <a:latin typeface="Corbel"/>
                <a:cs typeface="Corbel"/>
              </a:rPr>
              <a:t>link</a:t>
            </a:r>
            <a:r>
              <a:rPr sz="2000" b="1" spc="-30" dirty="0">
                <a:latin typeface="Corbel"/>
                <a:cs typeface="Corbel"/>
              </a:rPr>
              <a:t> </a:t>
            </a:r>
            <a:r>
              <a:rPr sz="2000" b="1" dirty="0">
                <a:latin typeface="Corbel"/>
                <a:cs typeface="Corbel"/>
              </a:rPr>
              <a:t>between</a:t>
            </a:r>
            <a:r>
              <a:rPr sz="2000" b="1" spc="-35" dirty="0">
                <a:latin typeface="Corbel"/>
                <a:cs typeface="Corbel"/>
              </a:rPr>
              <a:t> </a:t>
            </a:r>
            <a:r>
              <a:rPr sz="2000" b="1" dirty="0">
                <a:latin typeface="Corbel"/>
                <a:cs typeface="Corbel"/>
              </a:rPr>
              <a:t>the</a:t>
            </a:r>
            <a:r>
              <a:rPr sz="2000" b="1" spc="-35" dirty="0">
                <a:latin typeface="Corbel"/>
                <a:cs typeface="Corbel"/>
              </a:rPr>
              <a:t> </a:t>
            </a:r>
            <a:r>
              <a:rPr sz="2000" b="1" dirty="0">
                <a:latin typeface="Corbel"/>
                <a:cs typeface="Corbel"/>
              </a:rPr>
              <a:t>drone</a:t>
            </a:r>
            <a:r>
              <a:rPr sz="2000" b="1" spc="-40" dirty="0">
                <a:latin typeface="Corbel"/>
                <a:cs typeface="Corbel"/>
              </a:rPr>
              <a:t> </a:t>
            </a:r>
            <a:r>
              <a:rPr sz="2000" b="1" dirty="0">
                <a:latin typeface="Corbel"/>
                <a:cs typeface="Corbel"/>
              </a:rPr>
              <a:t>and</a:t>
            </a:r>
            <a:r>
              <a:rPr sz="2000" b="1" spc="-40" dirty="0">
                <a:latin typeface="Corbel"/>
                <a:cs typeface="Corbel"/>
              </a:rPr>
              <a:t> </a:t>
            </a:r>
            <a:r>
              <a:rPr sz="2000" b="1" dirty="0">
                <a:latin typeface="Corbel"/>
                <a:cs typeface="Corbel"/>
              </a:rPr>
              <a:t>controller</a:t>
            </a:r>
            <a:r>
              <a:rPr sz="2000" b="1" spc="-35" dirty="0">
                <a:latin typeface="Corbel"/>
                <a:cs typeface="Corbel"/>
              </a:rPr>
              <a:t> </a:t>
            </a:r>
            <a:r>
              <a:rPr sz="2000" b="1" dirty="0">
                <a:latin typeface="Corbel"/>
                <a:cs typeface="Corbel"/>
              </a:rPr>
              <a:t>can</a:t>
            </a:r>
            <a:r>
              <a:rPr sz="2000" b="1" spc="-35" dirty="0">
                <a:latin typeface="Corbel"/>
                <a:cs typeface="Corbel"/>
              </a:rPr>
              <a:t> </a:t>
            </a:r>
            <a:r>
              <a:rPr sz="2000" b="1" dirty="0">
                <a:latin typeface="Corbel"/>
                <a:cs typeface="Corbel"/>
              </a:rPr>
              <a:t>cause</a:t>
            </a:r>
            <a:r>
              <a:rPr sz="2000" b="1" spc="-35" dirty="0">
                <a:latin typeface="Corbel"/>
                <a:cs typeface="Corbel"/>
              </a:rPr>
              <a:t> </a:t>
            </a:r>
            <a:r>
              <a:rPr sz="2000" b="1" spc="-50" dirty="0">
                <a:latin typeface="Corbel"/>
                <a:cs typeface="Corbel"/>
              </a:rPr>
              <a:t>a </a:t>
            </a:r>
            <a:r>
              <a:rPr sz="2000" b="1" spc="-10" dirty="0">
                <a:latin typeface="Corbel"/>
                <a:cs typeface="Corbel"/>
              </a:rPr>
              <a:t>flyaway.</a:t>
            </a:r>
            <a:endParaRPr sz="2000" dirty="0">
              <a:latin typeface="Corbel"/>
              <a:cs typeface="Corbel"/>
            </a:endParaRPr>
          </a:p>
          <a:p>
            <a:pPr>
              <a:lnSpc>
                <a:spcPct val="100000"/>
              </a:lnSpc>
              <a:spcBef>
                <a:spcPts val="1150"/>
              </a:spcBef>
            </a:pPr>
            <a:endParaRPr sz="2000" dirty="0">
              <a:latin typeface="Corbel"/>
              <a:cs typeface="Corbel"/>
            </a:endParaRPr>
          </a:p>
          <a:p>
            <a:pPr marL="69850">
              <a:lnSpc>
                <a:spcPct val="100000"/>
              </a:lnSpc>
            </a:pPr>
            <a:r>
              <a:rPr sz="2000" b="1" dirty="0">
                <a:latin typeface="Corbel"/>
                <a:cs typeface="Corbel"/>
              </a:rPr>
              <a:t>Common</a:t>
            </a:r>
            <a:r>
              <a:rPr sz="2000" b="1" spc="-50" dirty="0">
                <a:latin typeface="Corbel"/>
                <a:cs typeface="Corbel"/>
              </a:rPr>
              <a:t> </a:t>
            </a:r>
            <a:r>
              <a:rPr sz="2000" b="1" dirty="0">
                <a:latin typeface="Corbel"/>
                <a:cs typeface="Corbel"/>
              </a:rPr>
              <a:t>handling</a:t>
            </a:r>
            <a:r>
              <a:rPr sz="2000" b="1" spc="-50" dirty="0">
                <a:latin typeface="Corbel"/>
                <a:cs typeface="Corbel"/>
              </a:rPr>
              <a:t> </a:t>
            </a:r>
            <a:r>
              <a:rPr sz="2000" b="1" spc="-10" dirty="0">
                <a:latin typeface="Corbel"/>
                <a:cs typeface="Corbel"/>
              </a:rPr>
              <a:t>procedure:</a:t>
            </a:r>
            <a:endParaRPr sz="2000" dirty="0">
              <a:latin typeface="Corbel"/>
              <a:cs typeface="Corbel"/>
            </a:endParaRPr>
          </a:p>
          <a:p>
            <a:pPr marL="69850" marR="6197600">
              <a:lnSpc>
                <a:spcPct val="125000"/>
              </a:lnSpc>
            </a:pPr>
            <a:r>
              <a:rPr sz="2000" dirty="0">
                <a:latin typeface="Corbel"/>
                <a:cs typeface="Corbel"/>
              </a:rPr>
              <a:t>Maintain</a:t>
            </a:r>
            <a:r>
              <a:rPr sz="2000" spc="-55" dirty="0">
                <a:latin typeface="Corbel"/>
                <a:cs typeface="Corbel"/>
              </a:rPr>
              <a:t> </a:t>
            </a:r>
            <a:r>
              <a:rPr sz="2000" dirty="0">
                <a:latin typeface="Corbel"/>
                <a:cs typeface="Corbel"/>
              </a:rPr>
              <a:t>visual</a:t>
            </a:r>
            <a:r>
              <a:rPr sz="2000" spc="-35" dirty="0">
                <a:latin typeface="Corbel"/>
                <a:cs typeface="Corbel"/>
              </a:rPr>
              <a:t> </a:t>
            </a:r>
            <a:r>
              <a:rPr sz="2000" dirty="0">
                <a:latin typeface="Corbel"/>
                <a:cs typeface="Corbel"/>
              </a:rPr>
              <a:t>contact</a:t>
            </a:r>
            <a:r>
              <a:rPr sz="2000" spc="-30" dirty="0">
                <a:latin typeface="Corbel"/>
                <a:cs typeface="Corbel"/>
              </a:rPr>
              <a:t> </a:t>
            </a:r>
            <a:r>
              <a:rPr sz="2000" dirty="0">
                <a:latin typeface="Corbel"/>
                <a:cs typeface="Corbel"/>
              </a:rPr>
              <a:t>with</a:t>
            </a:r>
            <a:r>
              <a:rPr sz="2000" spc="-35" dirty="0">
                <a:latin typeface="Corbel"/>
                <a:cs typeface="Corbel"/>
              </a:rPr>
              <a:t> </a:t>
            </a:r>
            <a:r>
              <a:rPr sz="2000" spc="-10" dirty="0">
                <a:latin typeface="Corbel"/>
                <a:cs typeface="Corbel"/>
              </a:rPr>
              <a:t>aircraft Verify</a:t>
            </a:r>
            <a:r>
              <a:rPr sz="2000" spc="-45" dirty="0">
                <a:latin typeface="Corbel"/>
                <a:cs typeface="Corbel"/>
              </a:rPr>
              <a:t> </a:t>
            </a:r>
            <a:r>
              <a:rPr sz="2000" dirty="0">
                <a:latin typeface="Corbel"/>
                <a:cs typeface="Corbel"/>
              </a:rPr>
              <a:t>remote</a:t>
            </a:r>
            <a:r>
              <a:rPr sz="2000" spc="-45" dirty="0">
                <a:latin typeface="Corbel"/>
                <a:cs typeface="Corbel"/>
              </a:rPr>
              <a:t> </a:t>
            </a:r>
            <a:r>
              <a:rPr sz="2000" dirty="0">
                <a:latin typeface="Corbel"/>
                <a:cs typeface="Corbel"/>
              </a:rPr>
              <a:t>controller</a:t>
            </a:r>
            <a:r>
              <a:rPr sz="2000" spc="-45" dirty="0">
                <a:latin typeface="Corbel"/>
                <a:cs typeface="Corbel"/>
              </a:rPr>
              <a:t> </a:t>
            </a:r>
            <a:r>
              <a:rPr sz="2000" dirty="0">
                <a:latin typeface="Corbel"/>
                <a:cs typeface="Corbel"/>
              </a:rPr>
              <a:t>is</a:t>
            </a:r>
            <a:r>
              <a:rPr sz="2000" spc="-45" dirty="0">
                <a:latin typeface="Corbel"/>
                <a:cs typeface="Corbel"/>
              </a:rPr>
              <a:t> </a:t>
            </a:r>
            <a:r>
              <a:rPr sz="2000" dirty="0">
                <a:latin typeface="Corbel"/>
                <a:cs typeface="Corbel"/>
              </a:rPr>
              <a:t>powered</a:t>
            </a:r>
            <a:r>
              <a:rPr sz="2000" spc="-40" dirty="0">
                <a:latin typeface="Corbel"/>
                <a:cs typeface="Corbel"/>
              </a:rPr>
              <a:t> </a:t>
            </a:r>
            <a:r>
              <a:rPr sz="2000" spc="-25" dirty="0">
                <a:latin typeface="Corbel"/>
                <a:cs typeface="Corbel"/>
              </a:rPr>
              <a:t>on </a:t>
            </a:r>
            <a:r>
              <a:rPr sz="2000" dirty="0">
                <a:latin typeface="Corbel"/>
                <a:cs typeface="Corbel"/>
              </a:rPr>
              <a:t>Continue</a:t>
            </a:r>
            <a:r>
              <a:rPr sz="2000" spc="-30" dirty="0">
                <a:latin typeface="Corbel"/>
                <a:cs typeface="Corbel"/>
              </a:rPr>
              <a:t> </a:t>
            </a:r>
            <a:r>
              <a:rPr sz="2000" dirty="0">
                <a:latin typeface="Corbel"/>
                <a:cs typeface="Corbel"/>
              </a:rPr>
              <a:t>to</a:t>
            </a:r>
            <a:r>
              <a:rPr sz="2000" spc="-35" dirty="0">
                <a:latin typeface="Corbel"/>
                <a:cs typeface="Corbel"/>
              </a:rPr>
              <a:t> </a:t>
            </a:r>
            <a:r>
              <a:rPr sz="2000" dirty="0">
                <a:latin typeface="Corbel"/>
                <a:cs typeface="Corbel"/>
              </a:rPr>
              <a:t>maintain</a:t>
            </a:r>
            <a:r>
              <a:rPr sz="2000" spc="-35" dirty="0">
                <a:latin typeface="Corbel"/>
                <a:cs typeface="Corbel"/>
              </a:rPr>
              <a:t> </a:t>
            </a:r>
            <a:r>
              <a:rPr sz="2000" dirty="0">
                <a:latin typeface="Corbel"/>
                <a:cs typeface="Corbel"/>
              </a:rPr>
              <a:t>visual</a:t>
            </a:r>
            <a:r>
              <a:rPr sz="2000" spc="-30" dirty="0">
                <a:latin typeface="Corbel"/>
                <a:cs typeface="Corbel"/>
              </a:rPr>
              <a:t> </a:t>
            </a:r>
            <a:r>
              <a:rPr sz="2000" dirty="0">
                <a:latin typeface="Corbel"/>
                <a:cs typeface="Corbel"/>
              </a:rPr>
              <a:t>of</a:t>
            </a:r>
            <a:r>
              <a:rPr sz="2000" spc="-30" dirty="0">
                <a:latin typeface="Corbel"/>
                <a:cs typeface="Corbel"/>
              </a:rPr>
              <a:t> </a:t>
            </a:r>
            <a:r>
              <a:rPr sz="2000" spc="-10" dirty="0">
                <a:latin typeface="Corbel"/>
                <a:cs typeface="Corbel"/>
              </a:rPr>
              <a:t>aircraft </a:t>
            </a:r>
            <a:r>
              <a:rPr sz="2000" dirty="0">
                <a:latin typeface="Corbel"/>
                <a:cs typeface="Corbel"/>
              </a:rPr>
              <a:t>Alert</a:t>
            </a:r>
            <a:r>
              <a:rPr sz="2000" spc="-30" dirty="0">
                <a:latin typeface="Corbel"/>
                <a:cs typeface="Corbel"/>
              </a:rPr>
              <a:t> </a:t>
            </a:r>
            <a:r>
              <a:rPr sz="2000" dirty="0">
                <a:latin typeface="Corbel"/>
                <a:cs typeface="Corbel"/>
              </a:rPr>
              <a:t>the</a:t>
            </a:r>
            <a:r>
              <a:rPr sz="2000" spc="-30" dirty="0">
                <a:latin typeface="Corbel"/>
                <a:cs typeface="Corbel"/>
              </a:rPr>
              <a:t> </a:t>
            </a:r>
            <a:r>
              <a:rPr sz="2000" dirty="0">
                <a:latin typeface="Corbel"/>
                <a:cs typeface="Corbel"/>
              </a:rPr>
              <a:t>authority</a:t>
            </a:r>
            <a:r>
              <a:rPr sz="2000" spc="-30" dirty="0">
                <a:latin typeface="Corbel"/>
                <a:cs typeface="Corbel"/>
              </a:rPr>
              <a:t> </a:t>
            </a:r>
            <a:r>
              <a:rPr sz="2000" dirty="0">
                <a:latin typeface="Corbel"/>
                <a:cs typeface="Corbel"/>
              </a:rPr>
              <a:t>about</a:t>
            </a:r>
            <a:r>
              <a:rPr sz="2000" spc="-25" dirty="0">
                <a:latin typeface="Corbel"/>
                <a:cs typeface="Corbel"/>
              </a:rPr>
              <a:t> </a:t>
            </a:r>
            <a:r>
              <a:rPr sz="2000" dirty="0">
                <a:latin typeface="Corbel"/>
                <a:cs typeface="Corbel"/>
              </a:rPr>
              <a:t>the</a:t>
            </a:r>
            <a:r>
              <a:rPr sz="2000" spc="-30" dirty="0">
                <a:latin typeface="Corbel"/>
                <a:cs typeface="Corbel"/>
              </a:rPr>
              <a:t> </a:t>
            </a:r>
            <a:r>
              <a:rPr sz="2000" spc="-10" dirty="0">
                <a:latin typeface="Corbel"/>
                <a:cs typeface="Corbel"/>
              </a:rPr>
              <a:t>incident</a:t>
            </a:r>
            <a:endParaRPr sz="2000" dirty="0">
              <a:latin typeface="Corbel"/>
              <a:cs typeface="Corbel"/>
            </a:endParaRPr>
          </a:p>
          <a:p>
            <a:pPr>
              <a:lnSpc>
                <a:spcPct val="100000"/>
              </a:lnSpc>
              <a:spcBef>
                <a:spcPts val="1160"/>
              </a:spcBef>
            </a:pPr>
            <a:endParaRPr sz="2000" dirty="0">
              <a:latin typeface="Corbel"/>
              <a:cs typeface="Corbel"/>
            </a:endParaRPr>
          </a:p>
          <a:p>
            <a:pPr marL="296545" marR="5080" indent="-284480" algn="just">
              <a:lnSpc>
                <a:spcPct val="79000"/>
              </a:lnSpc>
              <a:buClr>
                <a:srgbClr val="1482AC"/>
              </a:buClr>
              <a:buSzPct val="140000"/>
              <a:buFont typeface="Arial MT"/>
              <a:buChar char="•"/>
              <a:tabLst>
                <a:tab pos="297815" algn="l"/>
              </a:tabLst>
            </a:pPr>
            <a:r>
              <a:rPr sz="2000" dirty="0">
                <a:latin typeface="Corbel"/>
                <a:cs typeface="Corbel"/>
              </a:rPr>
              <a:t>Setting</a:t>
            </a:r>
            <a:r>
              <a:rPr sz="2000" spc="165" dirty="0">
                <a:latin typeface="Corbel"/>
                <a:cs typeface="Corbel"/>
              </a:rPr>
              <a:t> </a:t>
            </a:r>
            <a:r>
              <a:rPr sz="2000" dirty="0">
                <a:latin typeface="Corbel"/>
                <a:cs typeface="Corbel"/>
              </a:rPr>
              <a:t>an</a:t>
            </a:r>
            <a:r>
              <a:rPr sz="2000" spc="160" dirty="0">
                <a:latin typeface="Corbel"/>
                <a:cs typeface="Corbel"/>
              </a:rPr>
              <a:t> </a:t>
            </a:r>
            <a:r>
              <a:rPr sz="2000" dirty="0">
                <a:latin typeface="Corbel"/>
                <a:cs typeface="Corbel"/>
              </a:rPr>
              <a:t>RTH</a:t>
            </a:r>
            <a:r>
              <a:rPr sz="2000" spc="170" dirty="0">
                <a:latin typeface="Corbel"/>
                <a:cs typeface="Corbel"/>
              </a:rPr>
              <a:t> </a:t>
            </a:r>
            <a:r>
              <a:rPr sz="2000" spc="-20" dirty="0">
                <a:latin typeface="Corbel"/>
                <a:cs typeface="Corbel"/>
              </a:rPr>
              <a:t>(built-</a:t>
            </a:r>
            <a:r>
              <a:rPr sz="2000" dirty="0">
                <a:latin typeface="Corbel"/>
                <a:cs typeface="Corbel"/>
              </a:rPr>
              <a:t>in</a:t>
            </a:r>
            <a:r>
              <a:rPr sz="2000" spc="160" dirty="0">
                <a:latin typeface="Corbel"/>
                <a:cs typeface="Corbel"/>
              </a:rPr>
              <a:t> </a:t>
            </a:r>
            <a:r>
              <a:rPr sz="2000" dirty="0">
                <a:latin typeface="Corbel"/>
                <a:cs typeface="Corbel"/>
              </a:rPr>
              <a:t>feature</a:t>
            </a:r>
            <a:r>
              <a:rPr sz="2000" spc="170" dirty="0">
                <a:latin typeface="Corbel"/>
                <a:cs typeface="Corbel"/>
              </a:rPr>
              <a:t> </a:t>
            </a:r>
            <a:r>
              <a:rPr sz="2000" dirty="0">
                <a:latin typeface="Corbel"/>
                <a:cs typeface="Corbel"/>
              </a:rPr>
              <a:t>for</a:t>
            </a:r>
            <a:r>
              <a:rPr sz="2000" spc="175" dirty="0">
                <a:latin typeface="Corbel"/>
                <a:cs typeface="Corbel"/>
              </a:rPr>
              <a:t> </a:t>
            </a:r>
            <a:r>
              <a:rPr sz="2000" dirty="0">
                <a:latin typeface="Corbel"/>
                <a:cs typeface="Corbel"/>
              </a:rPr>
              <a:t>handling</a:t>
            </a:r>
            <a:r>
              <a:rPr sz="2000" spc="165" dirty="0">
                <a:latin typeface="Corbel"/>
                <a:cs typeface="Corbel"/>
              </a:rPr>
              <a:t> </a:t>
            </a:r>
            <a:r>
              <a:rPr sz="2000" dirty="0">
                <a:latin typeface="Corbel"/>
                <a:cs typeface="Corbel"/>
              </a:rPr>
              <a:t>a</a:t>
            </a:r>
            <a:r>
              <a:rPr sz="2000" spc="160" dirty="0">
                <a:latin typeface="Corbel"/>
                <a:cs typeface="Corbel"/>
              </a:rPr>
              <a:t> </a:t>
            </a:r>
            <a:r>
              <a:rPr sz="2000" dirty="0">
                <a:latin typeface="Corbel"/>
                <a:cs typeface="Corbel"/>
              </a:rPr>
              <a:t>lost</a:t>
            </a:r>
            <a:r>
              <a:rPr sz="2000" spc="170" dirty="0">
                <a:latin typeface="Corbel"/>
                <a:cs typeface="Corbel"/>
              </a:rPr>
              <a:t> </a:t>
            </a:r>
            <a:r>
              <a:rPr sz="2000" dirty="0">
                <a:latin typeface="Corbel"/>
                <a:cs typeface="Corbel"/>
              </a:rPr>
              <a:t>link</a:t>
            </a:r>
            <a:r>
              <a:rPr sz="2000" spc="165" dirty="0">
                <a:latin typeface="Corbel"/>
                <a:cs typeface="Corbel"/>
              </a:rPr>
              <a:t> </a:t>
            </a:r>
            <a:r>
              <a:rPr sz="2000" dirty="0">
                <a:latin typeface="Corbel"/>
                <a:cs typeface="Corbel"/>
              </a:rPr>
              <a:t>–</a:t>
            </a:r>
            <a:r>
              <a:rPr sz="2000" spc="165" dirty="0">
                <a:latin typeface="Corbel"/>
                <a:cs typeface="Corbel"/>
              </a:rPr>
              <a:t> </a:t>
            </a:r>
            <a:r>
              <a:rPr sz="2000" dirty="0">
                <a:latin typeface="Corbel"/>
                <a:cs typeface="Corbel"/>
              </a:rPr>
              <a:t>the</a:t>
            </a:r>
            <a:r>
              <a:rPr sz="2000" spc="170" dirty="0">
                <a:latin typeface="Corbel"/>
                <a:cs typeface="Corbel"/>
              </a:rPr>
              <a:t> </a:t>
            </a:r>
            <a:r>
              <a:rPr sz="2000" dirty="0">
                <a:latin typeface="Corbel"/>
                <a:cs typeface="Corbel"/>
              </a:rPr>
              <a:t>Return</a:t>
            </a:r>
            <a:r>
              <a:rPr sz="2000" spc="155" dirty="0">
                <a:latin typeface="Corbel"/>
                <a:cs typeface="Corbel"/>
              </a:rPr>
              <a:t> </a:t>
            </a:r>
            <a:r>
              <a:rPr sz="2000" dirty="0">
                <a:latin typeface="Corbel"/>
                <a:cs typeface="Corbel"/>
              </a:rPr>
              <a:t>to</a:t>
            </a:r>
            <a:r>
              <a:rPr sz="2000" spc="160" dirty="0">
                <a:latin typeface="Corbel"/>
                <a:cs typeface="Corbel"/>
              </a:rPr>
              <a:t> </a:t>
            </a:r>
            <a:r>
              <a:rPr sz="2000" dirty="0">
                <a:latin typeface="Corbel"/>
                <a:cs typeface="Corbel"/>
              </a:rPr>
              <a:t>Home</a:t>
            </a:r>
            <a:r>
              <a:rPr sz="2000" spc="170" dirty="0">
                <a:latin typeface="Corbel"/>
                <a:cs typeface="Corbel"/>
              </a:rPr>
              <a:t> </a:t>
            </a:r>
            <a:r>
              <a:rPr sz="2000" dirty="0">
                <a:latin typeface="Corbel"/>
                <a:cs typeface="Corbel"/>
              </a:rPr>
              <a:t>(RTH)</a:t>
            </a:r>
            <a:r>
              <a:rPr sz="2000" spc="165" dirty="0">
                <a:latin typeface="Corbel"/>
                <a:cs typeface="Corbel"/>
              </a:rPr>
              <a:t> </a:t>
            </a:r>
            <a:r>
              <a:rPr sz="2000" spc="-10" dirty="0">
                <a:latin typeface="Corbel"/>
                <a:cs typeface="Corbel"/>
              </a:rPr>
              <a:t>function. 	</a:t>
            </a:r>
            <a:r>
              <a:rPr sz="2000" dirty="0">
                <a:latin typeface="Corbel"/>
                <a:cs typeface="Corbel"/>
              </a:rPr>
              <a:t>When</a:t>
            </a:r>
            <a:r>
              <a:rPr sz="2000" spc="395" dirty="0">
                <a:latin typeface="Corbel"/>
                <a:cs typeface="Corbel"/>
              </a:rPr>
              <a:t> </a:t>
            </a:r>
            <a:r>
              <a:rPr sz="2000" dirty="0">
                <a:latin typeface="Corbel"/>
                <a:cs typeface="Corbel"/>
              </a:rPr>
              <a:t>RTH</a:t>
            </a:r>
            <a:r>
              <a:rPr sz="2000" spc="405" dirty="0">
                <a:latin typeface="Corbel"/>
                <a:cs typeface="Corbel"/>
              </a:rPr>
              <a:t> </a:t>
            </a:r>
            <a:r>
              <a:rPr sz="2000" dirty="0">
                <a:latin typeface="Corbel"/>
                <a:cs typeface="Corbel"/>
              </a:rPr>
              <a:t>kicks</a:t>
            </a:r>
            <a:r>
              <a:rPr sz="2000" spc="405" dirty="0">
                <a:latin typeface="Corbel"/>
                <a:cs typeface="Corbel"/>
              </a:rPr>
              <a:t> </a:t>
            </a:r>
            <a:r>
              <a:rPr sz="2000" dirty="0">
                <a:latin typeface="Corbel"/>
                <a:cs typeface="Corbel"/>
              </a:rPr>
              <a:t>in,</a:t>
            </a:r>
            <a:r>
              <a:rPr sz="2000" spc="405" dirty="0">
                <a:latin typeface="Corbel"/>
                <a:cs typeface="Corbel"/>
              </a:rPr>
              <a:t> </a:t>
            </a:r>
            <a:r>
              <a:rPr sz="2000" dirty="0">
                <a:latin typeface="Corbel"/>
                <a:cs typeface="Corbel"/>
              </a:rPr>
              <a:t>the</a:t>
            </a:r>
            <a:r>
              <a:rPr sz="2000" spc="409" dirty="0">
                <a:latin typeface="Corbel"/>
                <a:cs typeface="Corbel"/>
              </a:rPr>
              <a:t> </a:t>
            </a:r>
            <a:r>
              <a:rPr sz="2000" dirty="0">
                <a:latin typeface="Corbel"/>
                <a:cs typeface="Corbel"/>
              </a:rPr>
              <a:t>drone</a:t>
            </a:r>
            <a:r>
              <a:rPr sz="2000" spc="409" dirty="0">
                <a:latin typeface="Corbel"/>
                <a:cs typeface="Corbel"/>
              </a:rPr>
              <a:t> </a:t>
            </a:r>
            <a:r>
              <a:rPr sz="2000" dirty="0">
                <a:latin typeface="Corbel"/>
                <a:cs typeface="Corbel"/>
              </a:rPr>
              <a:t>will</a:t>
            </a:r>
            <a:r>
              <a:rPr sz="2000" spc="400" dirty="0">
                <a:latin typeface="Corbel"/>
                <a:cs typeface="Corbel"/>
              </a:rPr>
              <a:t> </a:t>
            </a:r>
            <a:r>
              <a:rPr sz="2000" dirty="0">
                <a:latin typeface="Corbel"/>
                <a:cs typeface="Corbel"/>
              </a:rPr>
              <a:t>automatically</a:t>
            </a:r>
            <a:r>
              <a:rPr sz="2000" spc="409" dirty="0">
                <a:latin typeface="Corbel"/>
                <a:cs typeface="Corbel"/>
              </a:rPr>
              <a:t> </a:t>
            </a:r>
            <a:r>
              <a:rPr sz="2000" dirty="0">
                <a:latin typeface="Corbel"/>
                <a:cs typeface="Corbel"/>
              </a:rPr>
              <a:t>fly</a:t>
            </a:r>
            <a:r>
              <a:rPr sz="2000" spc="409" dirty="0">
                <a:latin typeface="Corbel"/>
                <a:cs typeface="Corbel"/>
              </a:rPr>
              <a:t> </a:t>
            </a:r>
            <a:r>
              <a:rPr sz="2000" dirty="0">
                <a:latin typeface="Corbel"/>
                <a:cs typeface="Corbel"/>
              </a:rPr>
              <a:t>to</a:t>
            </a:r>
            <a:r>
              <a:rPr sz="2000" spc="400" dirty="0">
                <a:latin typeface="Corbel"/>
                <a:cs typeface="Corbel"/>
              </a:rPr>
              <a:t> </a:t>
            </a:r>
            <a:r>
              <a:rPr sz="2000" dirty="0">
                <a:latin typeface="Corbel"/>
                <a:cs typeface="Corbel"/>
              </a:rPr>
              <a:t>a</a:t>
            </a:r>
            <a:r>
              <a:rPr sz="2000" spc="405" dirty="0">
                <a:latin typeface="Corbel"/>
                <a:cs typeface="Corbel"/>
              </a:rPr>
              <a:t> </a:t>
            </a:r>
            <a:r>
              <a:rPr sz="2000" spc="-10" dirty="0">
                <a:latin typeface="Corbel"/>
                <a:cs typeface="Corbel"/>
              </a:rPr>
              <a:t>pre-</a:t>
            </a:r>
            <a:r>
              <a:rPr sz="2000" dirty="0">
                <a:latin typeface="Corbel"/>
                <a:cs typeface="Corbel"/>
              </a:rPr>
              <a:t>determined</a:t>
            </a:r>
            <a:r>
              <a:rPr sz="2000" spc="400" dirty="0">
                <a:latin typeface="Corbel"/>
                <a:cs typeface="Corbel"/>
              </a:rPr>
              <a:t> </a:t>
            </a:r>
            <a:r>
              <a:rPr sz="2000" dirty="0">
                <a:latin typeface="Corbel"/>
                <a:cs typeface="Corbel"/>
              </a:rPr>
              <a:t>location</a:t>
            </a:r>
            <a:r>
              <a:rPr sz="2000" spc="400" dirty="0">
                <a:latin typeface="Corbel"/>
                <a:cs typeface="Corbel"/>
              </a:rPr>
              <a:t> </a:t>
            </a:r>
            <a:r>
              <a:rPr sz="2000" dirty="0">
                <a:latin typeface="Corbel"/>
                <a:cs typeface="Corbel"/>
              </a:rPr>
              <a:t>at</a:t>
            </a:r>
            <a:r>
              <a:rPr sz="2000" spc="409" dirty="0">
                <a:latin typeface="Corbel"/>
                <a:cs typeface="Corbel"/>
              </a:rPr>
              <a:t> </a:t>
            </a:r>
            <a:r>
              <a:rPr sz="2000" dirty="0">
                <a:latin typeface="Corbel"/>
                <a:cs typeface="Corbel"/>
              </a:rPr>
              <a:t>a</a:t>
            </a:r>
            <a:r>
              <a:rPr sz="2000" spc="405" dirty="0">
                <a:latin typeface="Corbel"/>
                <a:cs typeface="Corbel"/>
              </a:rPr>
              <a:t> </a:t>
            </a:r>
            <a:r>
              <a:rPr sz="2000" spc="-25" dirty="0">
                <a:latin typeface="Corbel"/>
                <a:cs typeface="Corbel"/>
              </a:rPr>
              <a:t>set 	</a:t>
            </a:r>
            <a:r>
              <a:rPr sz="2000" spc="-10" dirty="0">
                <a:latin typeface="Corbel"/>
                <a:cs typeface="Corbel"/>
              </a:rPr>
              <a:t>altitude.)</a:t>
            </a:r>
            <a:endParaRPr sz="2000" dirty="0">
              <a:latin typeface="Corbel"/>
              <a:cs typeface="Corbe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3" cstate="print"/>
          <a:stretch>
            <a:fillRect/>
          </a:stretch>
        </p:blipFill>
        <p:spPr>
          <a:xfrm>
            <a:off x="1417319" y="566927"/>
            <a:ext cx="4678680" cy="573024"/>
          </a:xfrm>
          <a:prstGeom prst="rect">
            <a:avLst/>
          </a:prstGeom>
        </p:spPr>
      </p:pic>
      <p:sp>
        <p:nvSpPr>
          <p:cNvPr id="4" name="object 4"/>
          <p:cNvSpPr txBox="1">
            <a:spLocks noGrp="1"/>
          </p:cNvSpPr>
          <p:nvPr>
            <p:ph type="title"/>
          </p:nvPr>
        </p:nvSpPr>
        <p:spPr>
          <a:prstGeom prst="rect">
            <a:avLst/>
          </a:prstGeom>
        </p:spPr>
        <p:txBody>
          <a:bodyPr vert="horz" wrap="square" lIns="0" tIns="329691" rIns="0" bIns="0" rtlCol="0">
            <a:spAutoFit/>
          </a:bodyPr>
          <a:lstStyle/>
          <a:p>
            <a:pPr marL="640715">
              <a:lnSpc>
                <a:spcPct val="100000"/>
              </a:lnSpc>
              <a:spcBef>
                <a:spcPts val="100"/>
              </a:spcBef>
            </a:pPr>
            <a:r>
              <a:rPr dirty="0"/>
              <a:t>060</a:t>
            </a:r>
            <a:r>
              <a:rPr spc="-65" dirty="0"/>
              <a:t> </a:t>
            </a:r>
            <a:r>
              <a:rPr dirty="0"/>
              <a:t>03</a:t>
            </a:r>
            <a:r>
              <a:rPr spc="-30" dirty="0"/>
              <a:t> </a:t>
            </a:r>
            <a:r>
              <a:rPr spc="-20" dirty="0"/>
              <a:t>02:</a:t>
            </a:r>
            <a:r>
              <a:rPr spc="-85" dirty="0"/>
              <a:t> </a:t>
            </a:r>
            <a:r>
              <a:rPr dirty="0"/>
              <a:t>Common</a:t>
            </a:r>
            <a:r>
              <a:rPr spc="-40" dirty="0"/>
              <a:t> </a:t>
            </a:r>
            <a:r>
              <a:rPr dirty="0"/>
              <a:t>handling</a:t>
            </a:r>
            <a:r>
              <a:rPr spc="-30" dirty="0"/>
              <a:t> </a:t>
            </a:r>
            <a:r>
              <a:rPr spc="-10" dirty="0"/>
              <a:t>procedures: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41275">
              <a:lnSpc>
                <a:spcPts val="1045"/>
              </a:lnSpc>
            </a:pPr>
            <a:r>
              <a:rPr spc="-25" dirty="0"/>
              <a:t>84</a:t>
            </a:r>
          </a:p>
        </p:txBody>
      </p:sp>
      <p:sp>
        <p:nvSpPr>
          <p:cNvPr id="5" name="object 5"/>
          <p:cNvSpPr txBox="1"/>
          <p:nvPr/>
        </p:nvSpPr>
        <p:spPr>
          <a:xfrm>
            <a:off x="1563034" y="1424126"/>
            <a:ext cx="10356850" cy="4070350"/>
          </a:xfrm>
          <a:prstGeom prst="rect">
            <a:avLst/>
          </a:prstGeom>
        </p:spPr>
        <p:txBody>
          <a:bodyPr vert="horz" wrap="square" lIns="0" tIns="151765" rIns="0" bIns="0" rtlCol="0">
            <a:spAutoFit/>
          </a:bodyPr>
          <a:lstStyle/>
          <a:p>
            <a:pPr marL="12700">
              <a:lnSpc>
                <a:spcPct val="100000"/>
              </a:lnSpc>
              <a:spcBef>
                <a:spcPts val="1195"/>
              </a:spcBef>
            </a:pPr>
            <a:r>
              <a:rPr sz="1800" b="1" spc="-10" dirty="0">
                <a:latin typeface="Corbel"/>
                <a:cs typeface="Corbel"/>
              </a:rPr>
              <a:t>Stall</a:t>
            </a:r>
            <a:endParaRPr sz="1800" dirty="0">
              <a:latin typeface="Corbel"/>
              <a:cs typeface="Corbel"/>
            </a:endParaRPr>
          </a:p>
          <a:p>
            <a:pPr marL="12700" marR="5080" algn="just">
              <a:lnSpc>
                <a:spcPts val="2210"/>
              </a:lnSpc>
              <a:spcBef>
                <a:spcPts val="1445"/>
              </a:spcBef>
            </a:pPr>
            <a:r>
              <a:rPr sz="2000" dirty="0">
                <a:latin typeface="Corbel"/>
                <a:cs typeface="Corbel"/>
              </a:rPr>
              <a:t>Stalls</a:t>
            </a:r>
            <a:r>
              <a:rPr sz="2000" spc="105" dirty="0">
                <a:latin typeface="Corbel"/>
                <a:cs typeface="Corbel"/>
              </a:rPr>
              <a:t> </a:t>
            </a:r>
            <a:r>
              <a:rPr sz="2000" dirty="0">
                <a:latin typeface="Corbel"/>
                <a:cs typeface="Corbel"/>
              </a:rPr>
              <a:t>in</a:t>
            </a:r>
            <a:r>
              <a:rPr sz="2000" spc="100" dirty="0">
                <a:latin typeface="Corbel"/>
                <a:cs typeface="Corbel"/>
              </a:rPr>
              <a:t> </a:t>
            </a:r>
            <a:r>
              <a:rPr sz="2000" spc="-10" dirty="0">
                <a:latin typeface="Corbel"/>
                <a:cs typeface="Corbel"/>
              </a:rPr>
              <a:t>fixed-</a:t>
            </a:r>
            <a:r>
              <a:rPr sz="2000" dirty="0">
                <a:latin typeface="Corbel"/>
                <a:cs typeface="Corbel"/>
              </a:rPr>
              <a:t>wing</a:t>
            </a:r>
            <a:r>
              <a:rPr sz="2000" spc="100" dirty="0">
                <a:latin typeface="Corbel"/>
                <a:cs typeface="Corbel"/>
              </a:rPr>
              <a:t> </a:t>
            </a:r>
            <a:r>
              <a:rPr sz="2000" dirty="0">
                <a:latin typeface="Corbel"/>
                <a:cs typeface="Corbel"/>
              </a:rPr>
              <a:t>flight</a:t>
            </a:r>
            <a:r>
              <a:rPr sz="2000" spc="110" dirty="0">
                <a:latin typeface="Corbel"/>
                <a:cs typeface="Corbel"/>
              </a:rPr>
              <a:t> </a:t>
            </a:r>
            <a:r>
              <a:rPr sz="2000" dirty="0">
                <a:latin typeface="Corbel"/>
                <a:cs typeface="Corbel"/>
              </a:rPr>
              <a:t>are</a:t>
            </a:r>
            <a:r>
              <a:rPr sz="2000" spc="105" dirty="0">
                <a:latin typeface="Corbel"/>
                <a:cs typeface="Corbel"/>
              </a:rPr>
              <a:t> </a:t>
            </a:r>
            <a:r>
              <a:rPr sz="2000" dirty="0">
                <a:latin typeface="Corbel"/>
                <a:cs typeface="Corbel"/>
              </a:rPr>
              <a:t>often</a:t>
            </a:r>
            <a:r>
              <a:rPr sz="2000" spc="95" dirty="0">
                <a:latin typeface="Corbel"/>
                <a:cs typeface="Corbel"/>
              </a:rPr>
              <a:t> </a:t>
            </a:r>
            <a:r>
              <a:rPr sz="2000" dirty="0">
                <a:latin typeface="Corbel"/>
                <a:cs typeface="Corbel"/>
              </a:rPr>
              <a:t>experienced</a:t>
            </a:r>
            <a:r>
              <a:rPr sz="2000" spc="105" dirty="0">
                <a:latin typeface="Corbel"/>
                <a:cs typeface="Corbel"/>
              </a:rPr>
              <a:t> </a:t>
            </a:r>
            <a:r>
              <a:rPr sz="2000" dirty="0">
                <a:latin typeface="Corbel"/>
                <a:cs typeface="Corbel"/>
              </a:rPr>
              <a:t>as</a:t>
            </a:r>
            <a:r>
              <a:rPr sz="2000" spc="110" dirty="0">
                <a:latin typeface="Corbel"/>
                <a:cs typeface="Corbel"/>
              </a:rPr>
              <a:t> </a:t>
            </a:r>
            <a:r>
              <a:rPr sz="2000" dirty="0">
                <a:latin typeface="Corbel"/>
                <a:cs typeface="Corbel"/>
              </a:rPr>
              <a:t>a</a:t>
            </a:r>
            <a:r>
              <a:rPr sz="2000" spc="100" dirty="0">
                <a:latin typeface="Corbel"/>
                <a:cs typeface="Corbel"/>
              </a:rPr>
              <a:t> </a:t>
            </a:r>
            <a:r>
              <a:rPr sz="2000" dirty="0">
                <a:latin typeface="Corbel"/>
                <a:cs typeface="Corbel"/>
              </a:rPr>
              <a:t>sudden</a:t>
            </a:r>
            <a:r>
              <a:rPr sz="2000" spc="95" dirty="0">
                <a:latin typeface="Corbel"/>
                <a:cs typeface="Corbel"/>
              </a:rPr>
              <a:t> </a:t>
            </a:r>
            <a:r>
              <a:rPr sz="2000" dirty="0">
                <a:latin typeface="Corbel"/>
                <a:cs typeface="Corbel"/>
              </a:rPr>
              <a:t>reduction</a:t>
            </a:r>
            <a:r>
              <a:rPr sz="2000" spc="95" dirty="0">
                <a:latin typeface="Corbel"/>
                <a:cs typeface="Corbel"/>
              </a:rPr>
              <a:t> </a:t>
            </a:r>
            <a:r>
              <a:rPr sz="2000" dirty="0">
                <a:latin typeface="Corbel"/>
                <a:cs typeface="Corbel"/>
              </a:rPr>
              <a:t>in</a:t>
            </a:r>
            <a:r>
              <a:rPr sz="2000" spc="100" dirty="0">
                <a:latin typeface="Corbel"/>
                <a:cs typeface="Corbel"/>
              </a:rPr>
              <a:t> </a:t>
            </a:r>
            <a:r>
              <a:rPr sz="2000" dirty="0">
                <a:latin typeface="Corbel"/>
                <a:cs typeface="Corbel"/>
              </a:rPr>
              <a:t>lift</a:t>
            </a:r>
            <a:r>
              <a:rPr sz="2000" spc="100" dirty="0">
                <a:latin typeface="Corbel"/>
                <a:cs typeface="Corbel"/>
              </a:rPr>
              <a:t> </a:t>
            </a:r>
            <a:r>
              <a:rPr sz="2000" dirty="0">
                <a:latin typeface="Corbel"/>
                <a:cs typeface="Corbel"/>
              </a:rPr>
              <a:t>as</a:t>
            </a:r>
            <a:r>
              <a:rPr sz="2000" spc="110" dirty="0">
                <a:latin typeface="Corbel"/>
                <a:cs typeface="Corbel"/>
              </a:rPr>
              <a:t> </a:t>
            </a:r>
            <a:r>
              <a:rPr sz="2000" dirty="0">
                <a:latin typeface="Corbel"/>
                <a:cs typeface="Corbel"/>
              </a:rPr>
              <a:t>the</a:t>
            </a:r>
            <a:r>
              <a:rPr sz="2000" spc="105" dirty="0">
                <a:latin typeface="Corbel"/>
                <a:cs typeface="Corbel"/>
              </a:rPr>
              <a:t> </a:t>
            </a:r>
            <a:r>
              <a:rPr sz="2000" dirty="0">
                <a:latin typeface="Corbel"/>
                <a:cs typeface="Corbel"/>
              </a:rPr>
              <a:t>pilot</a:t>
            </a:r>
            <a:r>
              <a:rPr sz="2000" spc="110" dirty="0">
                <a:latin typeface="Corbel"/>
                <a:cs typeface="Corbel"/>
              </a:rPr>
              <a:t> </a:t>
            </a:r>
            <a:r>
              <a:rPr sz="2000" spc="-10" dirty="0">
                <a:latin typeface="Corbel"/>
                <a:cs typeface="Corbel"/>
              </a:rPr>
              <a:t>increases </a:t>
            </a:r>
            <a:r>
              <a:rPr sz="2000" dirty="0">
                <a:latin typeface="Corbel"/>
                <a:cs typeface="Corbel"/>
              </a:rPr>
              <a:t>the</a:t>
            </a:r>
            <a:r>
              <a:rPr sz="2000" spc="210" dirty="0">
                <a:latin typeface="Corbel"/>
                <a:cs typeface="Corbel"/>
              </a:rPr>
              <a:t> </a:t>
            </a:r>
            <a:r>
              <a:rPr sz="2000" dirty="0">
                <a:latin typeface="Corbel"/>
                <a:cs typeface="Corbel"/>
              </a:rPr>
              <a:t>wing's</a:t>
            </a:r>
            <a:r>
              <a:rPr sz="2000" spc="204" dirty="0">
                <a:latin typeface="Corbel"/>
                <a:cs typeface="Corbel"/>
              </a:rPr>
              <a:t> </a:t>
            </a:r>
            <a:r>
              <a:rPr sz="2000" dirty="0">
                <a:latin typeface="Corbel"/>
                <a:cs typeface="Corbel"/>
              </a:rPr>
              <a:t>angle</a:t>
            </a:r>
            <a:r>
              <a:rPr sz="2000" spc="210" dirty="0">
                <a:latin typeface="Corbel"/>
                <a:cs typeface="Corbel"/>
              </a:rPr>
              <a:t> </a:t>
            </a:r>
            <a:r>
              <a:rPr sz="2000" dirty="0">
                <a:latin typeface="Corbel"/>
                <a:cs typeface="Corbel"/>
              </a:rPr>
              <a:t>of</a:t>
            </a:r>
            <a:r>
              <a:rPr sz="2000" spc="204" dirty="0">
                <a:latin typeface="Corbel"/>
                <a:cs typeface="Corbel"/>
              </a:rPr>
              <a:t> </a:t>
            </a:r>
            <a:r>
              <a:rPr sz="2000" dirty="0">
                <a:latin typeface="Corbel"/>
                <a:cs typeface="Corbel"/>
              </a:rPr>
              <a:t>attack</a:t>
            </a:r>
            <a:r>
              <a:rPr sz="2000" spc="204" dirty="0">
                <a:latin typeface="Corbel"/>
                <a:cs typeface="Corbel"/>
              </a:rPr>
              <a:t> </a:t>
            </a:r>
            <a:r>
              <a:rPr sz="2000" dirty="0">
                <a:latin typeface="Corbel"/>
                <a:cs typeface="Corbel"/>
              </a:rPr>
              <a:t>and</a:t>
            </a:r>
            <a:r>
              <a:rPr sz="2000" spc="210" dirty="0">
                <a:latin typeface="Corbel"/>
                <a:cs typeface="Corbel"/>
              </a:rPr>
              <a:t> </a:t>
            </a:r>
            <a:r>
              <a:rPr sz="2000" dirty="0">
                <a:latin typeface="Corbel"/>
                <a:cs typeface="Corbel"/>
              </a:rPr>
              <a:t>exceeds</a:t>
            </a:r>
            <a:r>
              <a:rPr sz="2000" spc="210" dirty="0">
                <a:latin typeface="Corbel"/>
                <a:cs typeface="Corbel"/>
              </a:rPr>
              <a:t> </a:t>
            </a:r>
            <a:r>
              <a:rPr sz="2000" dirty="0">
                <a:latin typeface="Corbel"/>
                <a:cs typeface="Corbel"/>
              </a:rPr>
              <a:t>its</a:t>
            </a:r>
            <a:r>
              <a:rPr sz="2000" spc="210" dirty="0">
                <a:latin typeface="Corbel"/>
                <a:cs typeface="Corbel"/>
              </a:rPr>
              <a:t> </a:t>
            </a:r>
            <a:r>
              <a:rPr sz="2000" dirty="0">
                <a:latin typeface="Corbel"/>
                <a:cs typeface="Corbel"/>
              </a:rPr>
              <a:t>critical</a:t>
            </a:r>
            <a:r>
              <a:rPr sz="2000" spc="195" dirty="0">
                <a:latin typeface="Corbel"/>
                <a:cs typeface="Corbel"/>
              </a:rPr>
              <a:t> </a:t>
            </a:r>
            <a:r>
              <a:rPr sz="2000" dirty="0">
                <a:latin typeface="Corbel"/>
                <a:cs typeface="Corbel"/>
              </a:rPr>
              <a:t>angle</a:t>
            </a:r>
            <a:r>
              <a:rPr sz="2000" spc="210" dirty="0">
                <a:latin typeface="Corbel"/>
                <a:cs typeface="Corbel"/>
              </a:rPr>
              <a:t> </a:t>
            </a:r>
            <a:r>
              <a:rPr sz="2000" dirty="0">
                <a:latin typeface="Corbel"/>
                <a:cs typeface="Corbel"/>
              </a:rPr>
              <a:t>of</a:t>
            </a:r>
            <a:r>
              <a:rPr sz="2000" spc="204" dirty="0">
                <a:latin typeface="Corbel"/>
                <a:cs typeface="Corbel"/>
              </a:rPr>
              <a:t> </a:t>
            </a:r>
            <a:r>
              <a:rPr sz="2000" dirty="0">
                <a:latin typeface="Corbel"/>
                <a:cs typeface="Corbel"/>
              </a:rPr>
              <a:t>attack</a:t>
            </a:r>
            <a:r>
              <a:rPr sz="2000" spc="204" dirty="0">
                <a:latin typeface="Corbel"/>
                <a:cs typeface="Corbel"/>
              </a:rPr>
              <a:t> </a:t>
            </a:r>
            <a:r>
              <a:rPr sz="2000" dirty="0">
                <a:latin typeface="Corbel"/>
                <a:cs typeface="Corbel"/>
              </a:rPr>
              <a:t>(which</a:t>
            </a:r>
            <a:r>
              <a:rPr sz="2000" spc="210" dirty="0">
                <a:latin typeface="Corbel"/>
                <a:cs typeface="Corbel"/>
              </a:rPr>
              <a:t> </a:t>
            </a:r>
            <a:r>
              <a:rPr sz="2000" dirty="0">
                <a:latin typeface="Corbel"/>
                <a:cs typeface="Corbel"/>
              </a:rPr>
              <a:t>may</a:t>
            </a:r>
            <a:r>
              <a:rPr sz="2000" spc="204" dirty="0">
                <a:latin typeface="Corbel"/>
                <a:cs typeface="Corbel"/>
              </a:rPr>
              <a:t> </a:t>
            </a:r>
            <a:r>
              <a:rPr sz="2000" dirty="0">
                <a:latin typeface="Corbel"/>
                <a:cs typeface="Corbel"/>
              </a:rPr>
              <a:t>be</a:t>
            </a:r>
            <a:r>
              <a:rPr sz="2000" spc="210" dirty="0">
                <a:latin typeface="Corbel"/>
                <a:cs typeface="Corbel"/>
              </a:rPr>
              <a:t> </a:t>
            </a:r>
            <a:r>
              <a:rPr sz="2000" dirty="0">
                <a:latin typeface="Corbel"/>
                <a:cs typeface="Corbel"/>
              </a:rPr>
              <a:t>due</a:t>
            </a:r>
            <a:r>
              <a:rPr sz="2000" spc="210" dirty="0">
                <a:latin typeface="Corbel"/>
                <a:cs typeface="Corbel"/>
              </a:rPr>
              <a:t> </a:t>
            </a:r>
            <a:r>
              <a:rPr sz="2000" dirty="0">
                <a:latin typeface="Corbel"/>
                <a:cs typeface="Corbel"/>
              </a:rPr>
              <a:t>to</a:t>
            </a:r>
            <a:r>
              <a:rPr sz="2000" spc="200" dirty="0">
                <a:latin typeface="Corbel"/>
                <a:cs typeface="Corbel"/>
              </a:rPr>
              <a:t> </a:t>
            </a:r>
            <a:r>
              <a:rPr sz="2000" spc="-10" dirty="0">
                <a:latin typeface="Corbel"/>
                <a:cs typeface="Corbel"/>
              </a:rPr>
              <a:t>slowing </a:t>
            </a:r>
            <a:r>
              <a:rPr sz="2000" dirty="0">
                <a:latin typeface="Corbel"/>
                <a:cs typeface="Corbel"/>
              </a:rPr>
              <a:t>down</a:t>
            </a:r>
            <a:r>
              <a:rPr sz="2000" spc="-35" dirty="0">
                <a:latin typeface="Corbel"/>
                <a:cs typeface="Corbel"/>
              </a:rPr>
              <a:t> </a:t>
            </a:r>
            <a:r>
              <a:rPr sz="2000" dirty="0">
                <a:latin typeface="Corbel"/>
                <a:cs typeface="Corbel"/>
              </a:rPr>
              <a:t>below</a:t>
            </a:r>
            <a:r>
              <a:rPr sz="2000" spc="-35" dirty="0">
                <a:latin typeface="Corbel"/>
                <a:cs typeface="Corbel"/>
              </a:rPr>
              <a:t> </a:t>
            </a:r>
            <a:r>
              <a:rPr sz="2000" dirty="0">
                <a:latin typeface="Corbel"/>
                <a:cs typeface="Corbel"/>
              </a:rPr>
              <a:t>stall</a:t>
            </a:r>
            <a:r>
              <a:rPr sz="2000" spc="-30" dirty="0">
                <a:latin typeface="Corbel"/>
                <a:cs typeface="Corbel"/>
              </a:rPr>
              <a:t> </a:t>
            </a:r>
            <a:r>
              <a:rPr sz="2000" dirty="0">
                <a:latin typeface="Corbel"/>
                <a:cs typeface="Corbel"/>
              </a:rPr>
              <a:t>speed</a:t>
            </a:r>
            <a:r>
              <a:rPr sz="2000" spc="-30" dirty="0">
                <a:latin typeface="Corbel"/>
                <a:cs typeface="Corbel"/>
              </a:rPr>
              <a:t> </a:t>
            </a:r>
            <a:r>
              <a:rPr sz="2000" dirty="0">
                <a:latin typeface="Corbel"/>
                <a:cs typeface="Corbel"/>
              </a:rPr>
              <a:t>in</a:t>
            </a:r>
            <a:r>
              <a:rPr sz="2000" spc="-30" dirty="0">
                <a:latin typeface="Corbel"/>
                <a:cs typeface="Corbel"/>
              </a:rPr>
              <a:t> </a:t>
            </a:r>
            <a:r>
              <a:rPr sz="2000" dirty="0">
                <a:latin typeface="Corbel"/>
                <a:cs typeface="Corbel"/>
              </a:rPr>
              <a:t>level</a:t>
            </a:r>
            <a:r>
              <a:rPr sz="2000" spc="-35" dirty="0">
                <a:latin typeface="Corbel"/>
                <a:cs typeface="Corbel"/>
              </a:rPr>
              <a:t> </a:t>
            </a:r>
            <a:r>
              <a:rPr sz="2000" spc="-10" dirty="0">
                <a:latin typeface="Corbel"/>
                <a:cs typeface="Corbel"/>
              </a:rPr>
              <a:t>flight).</a:t>
            </a:r>
            <a:endParaRPr sz="2000" dirty="0">
              <a:latin typeface="Corbel"/>
              <a:cs typeface="Corbel"/>
            </a:endParaRPr>
          </a:p>
          <a:p>
            <a:pPr>
              <a:lnSpc>
                <a:spcPct val="100000"/>
              </a:lnSpc>
              <a:spcBef>
                <a:spcPts val="515"/>
              </a:spcBef>
            </a:pPr>
            <a:endParaRPr sz="2000" dirty="0">
              <a:latin typeface="Corbel"/>
              <a:cs typeface="Corbel"/>
            </a:endParaRPr>
          </a:p>
          <a:p>
            <a:pPr marL="12700">
              <a:lnSpc>
                <a:spcPct val="100000"/>
              </a:lnSpc>
            </a:pPr>
            <a:r>
              <a:rPr sz="2000" b="1" dirty="0">
                <a:latin typeface="Corbel"/>
                <a:cs typeface="Corbel"/>
              </a:rPr>
              <a:t>Common</a:t>
            </a:r>
            <a:r>
              <a:rPr sz="2000" b="1" spc="-65" dirty="0">
                <a:latin typeface="Corbel"/>
                <a:cs typeface="Corbel"/>
              </a:rPr>
              <a:t> </a:t>
            </a:r>
            <a:r>
              <a:rPr sz="2000" b="1" dirty="0">
                <a:latin typeface="Corbel"/>
                <a:cs typeface="Corbel"/>
              </a:rPr>
              <a:t>handling</a:t>
            </a:r>
            <a:r>
              <a:rPr sz="2000" b="1" spc="-60" dirty="0">
                <a:latin typeface="Corbel"/>
                <a:cs typeface="Corbel"/>
              </a:rPr>
              <a:t> </a:t>
            </a:r>
            <a:r>
              <a:rPr sz="2000" b="1" spc="-10" dirty="0">
                <a:latin typeface="Corbel"/>
                <a:cs typeface="Corbel"/>
              </a:rPr>
              <a:t>procedure:</a:t>
            </a:r>
            <a:endParaRPr sz="2000" dirty="0">
              <a:latin typeface="Corbel"/>
              <a:cs typeface="Corbel"/>
            </a:endParaRPr>
          </a:p>
          <a:p>
            <a:pPr marL="12700">
              <a:lnSpc>
                <a:spcPct val="100000"/>
              </a:lnSpc>
              <a:spcBef>
                <a:spcPts val="600"/>
              </a:spcBef>
            </a:pPr>
            <a:r>
              <a:rPr sz="2000" dirty="0">
                <a:latin typeface="Corbel"/>
                <a:cs typeface="Corbel"/>
              </a:rPr>
              <a:t>Use</a:t>
            </a:r>
            <a:r>
              <a:rPr sz="2000" spc="-25" dirty="0">
                <a:latin typeface="Corbel"/>
                <a:cs typeface="Corbel"/>
              </a:rPr>
              <a:t> </a:t>
            </a:r>
            <a:r>
              <a:rPr sz="2000" dirty="0">
                <a:latin typeface="Corbel"/>
                <a:cs typeface="Corbel"/>
              </a:rPr>
              <a:t>the</a:t>
            </a:r>
            <a:r>
              <a:rPr sz="2000" spc="-20" dirty="0">
                <a:latin typeface="Corbel"/>
                <a:cs typeface="Corbel"/>
              </a:rPr>
              <a:t> </a:t>
            </a:r>
            <a:r>
              <a:rPr sz="2000" dirty="0">
                <a:latin typeface="Corbel"/>
                <a:cs typeface="Corbel"/>
              </a:rPr>
              <a:t>PRAR</a:t>
            </a:r>
            <a:r>
              <a:rPr sz="2000" spc="-25" dirty="0">
                <a:latin typeface="Corbel"/>
                <a:cs typeface="Corbel"/>
              </a:rPr>
              <a:t> </a:t>
            </a:r>
            <a:r>
              <a:rPr sz="2000" dirty="0">
                <a:latin typeface="Corbel"/>
                <a:cs typeface="Corbel"/>
              </a:rPr>
              <a:t>for</a:t>
            </a:r>
            <a:r>
              <a:rPr sz="2000" spc="-20" dirty="0">
                <a:latin typeface="Corbel"/>
                <a:cs typeface="Corbel"/>
              </a:rPr>
              <a:t> </a:t>
            </a:r>
            <a:r>
              <a:rPr sz="2000" dirty="0">
                <a:latin typeface="Corbel"/>
                <a:cs typeface="Corbel"/>
              </a:rPr>
              <a:t>stall</a:t>
            </a:r>
            <a:r>
              <a:rPr sz="2000" spc="-30" dirty="0">
                <a:latin typeface="Corbel"/>
                <a:cs typeface="Corbel"/>
              </a:rPr>
              <a:t> </a:t>
            </a:r>
            <a:r>
              <a:rPr sz="2000" spc="-10" dirty="0">
                <a:latin typeface="Corbel"/>
                <a:cs typeface="Corbel"/>
              </a:rPr>
              <a:t>recovery</a:t>
            </a:r>
            <a:endParaRPr sz="2000" dirty="0">
              <a:latin typeface="Corbel"/>
              <a:cs typeface="Corbel"/>
            </a:endParaRPr>
          </a:p>
          <a:p>
            <a:pPr marL="354965" indent="-285115">
              <a:lnSpc>
                <a:spcPct val="100000"/>
              </a:lnSpc>
              <a:spcBef>
                <a:spcPts val="600"/>
              </a:spcBef>
              <a:buClr>
                <a:srgbClr val="1482AC"/>
              </a:buClr>
              <a:buSzPct val="140000"/>
              <a:buFont typeface="Arial MT"/>
              <a:buChar char="•"/>
              <a:tabLst>
                <a:tab pos="354965" algn="l"/>
              </a:tabLst>
            </a:pPr>
            <a:r>
              <a:rPr sz="2000" b="1" dirty="0">
                <a:latin typeface="Corbel"/>
                <a:cs typeface="Corbel"/>
              </a:rPr>
              <a:t>P</a:t>
            </a:r>
            <a:r>
              <a:rPr sz="2000" dirty="0">
                <a:latin typeface="Corbel"/>
                <a:cs typeface="Corbel"/>
              </a:rPr>
              <a:t>itch</a:t>
            </a:r>
            <a:r>
              <a:rPr sz="2000" spc="-30" dirty="0">
                <a:latin typeface="Corbel"/>
                <a:cs typeface="Corbel"/>
              </a:rPr>
              <a:t> </a:t>
            </a:r>
            <a:r>
              <a:rPr sz="2000" dirty="0">
                <a:latin typeface="Corbel"/>
                <a:cs typeface="Corbel"/>
              </a:rPr>
              <a:t>nose</a:t>
            </a:r>
            <a:r>
              <a:rPr sz="2000" spc="-15" dirty="0">
                <a:latin typeface="Corbel"/>
                <a:cs typeface="Corbel"/>
              </a:rPr>
              <a:t> </a:t>
            </a:r>
            <a:r>
              <a:rPr sz="2000" dirty="0">
                <a:latin typeface="Corbel"/>
                <a:cs typeface="Corbel"/>
              </a:rPr>
              <a:t>down</a:t>
            </a:r>
            <a:r>
              <a:rPr sz="2000" spc="355" dirty="0">
                <a:latin typeface="Corbel"/>
                <a:cs typeface="Corbel"/>
              </a:rPr>
              <a:t> </a:t>
            </a:r>
            <a:r>
              <a:rPr sz="2000" dirty="0">
                <a:latin typeface="Corbel"/>
                <a:cs typeface="Corbel"/>
              </a:rPr>
              <a:t>to</a:t>
            </a:r>
            <a:r>
              <a:rPr sz="2000" spc="-25" dirty="0">
                <a:latin typeface="Corbel"/>
                <a:cs typeface="Corbel"/>
              </a:rPr>
              <a:t> </a:t>
            </a:r>
            <a:r>
              <a:rPr sz="2000" dirty="0">
                <a:latin typeface="Corbel"/>
                <a:cs typeface="Corbel"/>
              </a:rPr>
              <a:t>reduce</a:t>
            </a:r>
            <a:r>
              <a:rPr sz="2000" spc="-20" dirty="0">
                <a:latin typeface="Corbel"/>
                <a:cs typeface="Corbel"/>
              </a:rPr>
              <a:t> </a:t>
            </a:r>
            <a:r>
              <a:rPr sz="2000" dirty="0">
                <a:latin typeface="Corbel"/>
                <a:cs typeface="Corbel"/>
              </a:rPr>
              <a:t>angle</a:t>
            </a:r>
            <a:r>
              <a:rPr sz="2000" spc="-20" dirty="0">
                <a:latin typeface="Corbel"/>
                <a:cs typeface="Corbel"/>
              </a:rPr>
              <a:t> </a:t>
            </a:r>
            <a:r>
              <a:rPr sz="2000" dirty="0">
                <a:latin typeface="Corbel"/>
                <a:cs typeface="Corbel"/>
              </a:rPr>
              <a:t>of</a:t>
            </a:r>
            <a:r>
              <a:rPr sz="2000" spc="-20" dirty="0">
                <a:latin typeface="Corbel"/>
                <a:cs typeface="Corbel"/>
              </a:rPr>
              <a:t> </a:t>
            </a:r>
            <a:r>
              <a:rPr sz="2000" spc="-10" dirty="0">
                <a:latin typeface="Corbel"/>
                <a:cs typeface="Corbel"/>
              </a:rPr>
              <a:t>attack</a:t>
            </a:r>
            <a:endParaRPr sz="2000" dirty="0">
              <a:latin typeface="Corbel"/>
              <a:cs typeface="Corbel"/>
            </a:endParaRPr>
          </a:p>
          <a:p>
            <a:pPr marL="354965" indent="-285115">
              <a:lnSpc>
                <a:spcPct val="100000"/>
              </a:lnSpc>
              <a:spcBef>
                <a:spcPts val="600"/>
              </a:spcBef>
              <a:buClr>
                <a:srgbClr val="1482AC"/>
              </a:buClr>
              <a:buSzPct val="140000"/>
              <a:buFont typeface="Arial MT"/>
              <a:buChar char="•"/>
              <a:tabLst>
                <a:tab pos="354965" algn="l"/>
              </a:tabLst>
            </a:pPr>
            <a:r>
              <a:rPr sz="2000" b="1" dirty="0">
                <a:latin typeface="Corbel"/>
                <a:cs typeface="Corbel"/>
              </a:rPr>
              <a:t>R</a:t>
            </a:r>
            <a:r>
              <a:rPr sz="2000" dirty="0">
                <a:latin typeface="Corbel"/>
                <a:cs typeface="Corbel"/>
              </a:rPr>
              <a:t>educe</a:t>
            </a:r>
            <a:r>
              <a:rPr sz="2000" spc="-45" dirty="0">
                <a:latin typeface="Corbel"/>
                <a:cs typeface="Corbel"/>
              </a:rPr>
              <a:t> </a:t>
            </a:r>
            <a:r>
              <a:rPr sz="2000" dirty="0">
                <a:latin typeface="Corbel"/>
                <a:cs typeface="Corbel"/>
              </a:rPr>
              <a:t>banking</a:t>
            </a:r>
            <a:r>
              <a:rPr sz="2000" spc="-40" dirty="0">
                <a:latin typeface="Corbel"/>
                <a:cs typeface="Corbel"/>
              </a:rPr>
              <a:t> </a:t>
            </a:r>
            <a:r>
              <a:rPr sz="2000" dirty="0">
                <a:latin typeface="Corbel"/>
                <a:cs typeface="Corbel"/>
              </a:rPr>
              <a:t>by</a:t>
            </a:r>
            <a:r>
              <a:rPr sz="2000" spc="-45" dirty="0">
                <a:latin typeface="Corbel"/>
                <a:cs typeface="Corbel"/>
              </a:rPr>
              <a:t> </a:t>
            </a:r>
            <a:r>
              <a:rPr sz="2000" dirty="0">
                <a:latin typeface="Corbel"/>
                <a:cs typeface="Corbel"/>
              </a:rPr>
              <a:t>levelling</a:t>
            </a:r>
            <a:r>
              <a:rPr sz="2000" spc="-45" dirty="0">
                <a:latin typeface="Corbel"/>
                <a:cs typeface="Corbel"/>
              </a:rPr>
              <a:t> </a:t>
            </a:r>
            <a:r>
              <a:rPr sz="2000" dirty="0">
                <a:latin typeface="Corbel"/>
                <a:cs typeface="Corbel"/>
              </a:rPr>
              <a:t>the</a:t>
            </a:r>
            <a:r>
              <a:rPr sz="2000" spc="-40" dirty="0">
                <a:latin typeface="Corbel"/>
                <a:cs typeface="Corbel"/>
              </a:rPr>
              <a:t> </a:t>
            </a:r>
            <a:r>
              <a:rPr sz="2000" spc="-10" dirty="0">
                <a:latin typeface="Corbel"/>
                <a:cs typeface="Corbel"/>
              </a:rPr>
              <a:t>wings</a:t>
            </a:r>
            <a:endParaRPr sz="2000" dirty="0">
              <a:latin typeface="Corbel"/>
              <a:cs typeface="Corbel"/>
            </a:endParaRPr>
          </a:p>
          <a:p>
            <a:pPr marL="354965" indent="-285115">
              <a:lnSpc>
                <a:spcPct val="100000"/>
              </a:lnSpc>
              <a:spcBef>
                <a:spcPts val="600"/>
              </a:spcBef>
              <a:buClr>
                <a:srgbClr val="1482AC"/>
              </a:buClr>
              <a:buSzPct val="140000"/>
              <a:buFont typeface="Arial MT"/>
              <a:buChar char="•"/>
              <a:tabLst>
                <a:tab pos="354965" algn="l"/>
              </a:tabLst>
            </a:pPr>
            <a:r>
              <a:rPr sz="2000" b="1" dirty="0">
                <a:latin typeface="Corbel"/>
                <a:cs typeface="Corbel"/>
              </a:rPr>
              <a:t>A</a:t>
            </a:r>
            <a:r>
              <a:rPr sz="2000" dirty="0">
                <a:latin typeface="Corbel"/>
                <a:cs typeface="Corbel"/>
              </a:rPr>
              <a:t>dd</a:t>
            </a:r>
            <a:r>
              <a:rPr sz="2000" spc="-25" dirty="0">
                <a:latin typeface="Corbel"/>
                <a:cs typeface="Corbel"/>
              </a:rPr>
              <a:t> </a:t>
            </a:r>
            <a:r>
              <a:rPr sz="2000" dirty="0">
                <a:latin typeface="Corbel"/>
                <a:cs typeface="Corbel"/>
              </a:rPr>
              <a:t>power</a:t>
            </a:r>
            <a:r>
              <a:rPr sz="2000" spc="-20" dirty="0">
                <a:latin typeface="Corbel"/>
                <a:cs typeface="Corbel"/>
              </a:rPr>
              <a:t> </a:t>
            </a:r>
            <a:r>
              <a:rPr sz="2000" dirty="0">
                <a:latin typeface="Corbel"/>
                <a:cs typeface="Corbel"/>
              </a:rPr>
              <a:t>as</a:t>
            </a:r>
            <a:r>
              <a:rPr sz="2000" spc="-25" dirty="0">
                <a:latin typeface="Corbel"/>
                <a:cs typeface="Corbel"/>
              </a:rPr>
              <a:t> </a:t>
            </a:r>
            <a:r>
              <a:rPr sz="2000" spc="-10" dirty="0">
                <a:latin typeface="Corbel"/>
                <a:cs typeface="Corbel"/>
              </a:rPr>
              <a:t>needed</a:t>
            </a:r>
            <a:endParaRPr sz="2000" dirty="0">
              <a:latin typeface="Corbel"/>
              <a:cs typeface="Corbel"/>
            </a:endParaRPr>
          </a:p>
          <a:p>
            <a:pPr marL="354965" indent="-285115">
              <a:lnSpc>
                <a:spcPct val="100000"/>
              </a:lnSpc>
              <a:spcBef>
                <a:spcPts val="600"/>
              </a:spcBef>
              <a:buClr>
                <a:srgbClr val="1482AC"/>
              </a:buClr>
              <a:buSzPct val="140000"/>
              <a:buFont typeface="Arial MT"/>
              <a:buChar char="•"/>
              <a:tabLst>
                <a:tab pos="354965" algn="l"/>
              </a:tabLst>
            </a:pPr>
            <a:r>
              <a:rPr sz="2000" b="1" dirty="0">
                <a:latin typeface="Corbel"/>
                <a:cs typeface="Corbel"/>
              </a:rPr>
              <a:t>R</a:t>
            </a:r>
            <a:r>
              <a:rPr sz="2000" dirty="0">
                <a:latin typeface="Corbel"/>
                <a:cs typeface="Corbel"/>
              </a:rPr>
              <a:t>eturn</a:t>
            </a:r>
            <a:r>
              <a:rPr sz="2000" spc="-45" dirty="0">
                <a:latin typeface="Corbel"/>
                <a:cs typeface="Corbel"/>
              </a:rPr>
              <a:t> </a:t>
            </a:r>
            <a:r>
              <a:rPr sz="2000" dirty="0">
                <a:latin typeface="Corbel"/>
                <a:cs typeface="Corbel"/>
              </a:rPr>
              <a:t>to</a:t>
            </a:r>
            <a:r>
              <a:rPr sz="2000" spc="-35" dirty="0">
                <a:latin typeface="Corbel"/>
                <a:cs typeface="Corbel"/>
              </a:rPr>
              <a:t> </a:t>
            </a:r>
            <a:r>
              <a:rPr sz="2000" dirty="0">
                <a:latin typeface="Corbel"/>
                <a:cs typeface="Corbel"/>
              </a:rPr>
              <a:t>the</a:t>
            </a:r>
            <a:r>
              <a:rPr sz="2000" spc="-25" dirty="0">
                <a:latin typeface="Corbel"/>
                <a:cs typeface="Corbel"/>
              </a:rPr>
              <a:t> </a:t>
            </a:r>
            <a:r>
              <a:rPr sz="2000" dirty="0">
                <a:latin typeface="Corbel"/>
                <a:cs typeface="Corbel"/>
              </a:rPr>
              <a:t>desired</a:t>
            </a:r>
            <a:r>
              <a:rPr sz="2000" spc="-30" dirty="0">
                <a:latin typeface="Corbel"/>
                <a:cs typeface="Corbel"/>
              </a:rPr>
              <a:t> </a:t>
            </a:r>
            <a:r>
              <a:rPr sz="2000" dirty="0">
                <a:latin typeface="Corbel"/>
                <a:cs typeface="Corbel"/>
              </a:rPr>
              <a:t>flight</a:t>
            </a:r>
            <a:r>
              <a:rPr sz="2000" spc="-25" dirty="0">
                <a:latin typeface="Corbel"/>
                <a:cs typeface="Corbel"/>
              </a:rPr>
              <a:t> </a:t>
            </a:r>
            <a:r>
              <a:rPr sz="2000" spc="-20" dirty="0">
                <a:latin typeface="Corbel"/>
                <a:cs typeface="Corbel"/>
              </a:rPr>
              <a:t>path</a:t>
            </a:r>
            <a:endParaRPr sz="2000" dirty="0">
              <a:latin typeface="Corbel"/>
              <a:cs typeface="Corbe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2" cstate="print"/>
          <a:stretch>
            <a:fillRect/>
          </a:stretch>
        </p:blipFill>
        <p:spPr>
          <a:xfrm>
            <a:off x="1417319" y="566927"/>
            <a:ext cx="6800088" cy="573024"/>
          </a:xfrm>
          <a:prstGeom prst="rect">
            <a:avLst/>
          </a:prstGeom>
        </p:spPr>
      </p:pic>
      <p:sp>
        <p:nvSpPr>
          <p:cNvPr id="4" name="object 4"/>
          <p:cNvSpPr txBox="1"/>
          <p:nvPr/>
        </p:nvSpPr>
        <p:spPr>
          <a:xfrm>
            <a:off x="1563049" y="626363"/>
            <a:ext cx="6430645"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Corbel"/>
                <a:cs typeface="Corbel"/>
              </a:rPr>
              <a:t>060</a:t>
            </a:r>
            <a:r>
              <a:rPr sz="2000" spc="-55" dirty="0">
                <a:latin typeface="Corbel"/>
                <a:cs typeface="Corbel"/>
              </a:rPr>
              <a:t> </a:t>
            </a:r>
            <a:r>
              <a:rPr sz="2000" dirty="0">
                <a:latin typeface="Corbel"/>
                <a:cs typeface="Corbel"/>
              </a:rPr>
              <a:t>03</a:t>
            </a:r>
            <a:r>
              <a:rPr sz="2000" spc="-40" dirty="0">
                <a:latin typeface="Corbel"/>
                <a:cs typeface="Corbel"/>
              </a:rPr>
              <a:t> </a:t>
            </a:r>
            <a:r>
              <a:rPr sz="2000" dirty="0">
                <a:latin typeface="Corbel"/>
                <a:cs typeface="Corbel"/>
              </a:rPr>
              <a:t>03:</a:t>
            </a:r>
            <a:r>
              <a:rPr sz="2000" spc="-50" dirty="0">
                <a:latin typeface="Corbel"/>
                <a:cs typeface="Corbel"/>
              </a:rPr>
              <a:t> </a:t>
            </a:r>
            <a:r>
              <a:rPr sz="2000" dirty="0">
                <a:latin typeface="Corbel"/>
                <a:cs typeface="Corbel"/>
              </a:rPr>
              <a:t>Difference</a:t>
            </a:r>
            <a:r>
              <a:rPr sz="2000" spc="-45" dirty="0">
                <a:latin typeface="Corbel"/>
                <a:cs typeface="Corbel"/>
              </a:rPr>
              <a:t> </a:t>
            </a:r>
            <a:r>
              <a:rPr sz="2000" dirty="0">
                <a:latin typeface="Corbel"/>
                <a:cs typeface="Corbel"/>
              </a:rPr>
              <a:t>between</a:t>
            </a:r>
            <a:r>
              <a:rPr sz="2000" spc="-55" dirty="0">
                <a:latin typeface="Corbel"/>
                <a:cs typeface="Corbel"/>
              </a:rPr>
              <a:t> </a:t>
            </a:r>
            <a:r>
              <a:rPr sz="2000" dirty="0">
                <a:latin typeface="Corbel"/>
                <a:cs typeface="Corbel"/>
              </a:rPr>
              <a:t>maintenance</a:t>
            </a:r>
            <a:r>
              <a:rPr sz="2000" spc="-50" dirty="0">
                <a:latin typeface="Corbel"/>
                <a:cs typeface="Corbel"/>
              </a:rPr>
              <a:t> </a:t>
            </a:r>
            <a:r>
              <a:rPr sz="2000" dirty="0">
                <a:latin typeface="Corbel"/>
                <a:cs typeface="Corbel"/>
              </a:rPr>
              <a:t>and</a:t>
            </a:r>
            <a:r>
              <a:rPr sz="2000" spc="-45" dirty="0">
                <a:latin typeface="Corbel"/>
                <a:cs typeface="Corbel"/>
              </a:rPr>
              <a:t> </a:t>
            </a:r>
            <a:r>
              <a:rPr sz="2000" dirty="0">
                <a:latin typeface="Corbel"/>
                <a:cs typeface="Corbel"/>
              </a:rPr>
              <a:t>flight</a:t>
            </a:r>
            <a:r>
              <a:rPr sz="2000" spc="-40" dirty="0">
                <a:latin typeface="Corbel"/>
                <a:cs typeface="Corbel"/>
              </a:rPr>
              <a:t> </a:t>
            </a:r>
            <a:r>
              <a:rPr sz="2000" spc="-10" dirty="0">
                <a:latin typeface="Corbel"/>
                <a:cs typeface="Corbel"/>
              </a:rPr>
              <a:t>checks</a:t>
            </a:r>
            <a:endParaRPr sz="2000">
              <a:latin typeface="Corbel"/>
              <a:cs typeface="Corbel"/>
            </a:endParaRPr>
          </a:p>
        </p:txBody>
      </p:sp>
      <p:grpSp>
        <p:nvGrpSpPr>
          <p:cNvPr id="5" name="object 5"/>
          <p:cNvGrpSpPr/>
          <p:nvPr/>
        </p:nvGrpSpPr>
        <p:grpSpPr>
          <a:xfrm>
            <a:off x="43542" y="6462030"/>
            <a:ext cx="360045" cy="360045"/>
            <a:chOff x="43542" y="6462030"/>
            <a:chExt cx="360045" cy="360045"/>
          </a:xfrm>
        </p:grpSpPr>
        <p:sp>
          <p:nvSpPr>
            <p:cNvPr id="6" name="object 6"/>
            <p:cNvSpPr/>
            <p:nvPr/>
          </p:nvSpPr>
          <p:spPr>
            <a:xfrm>
              <a:off x="43542" y="6462030"/>
              <a:ext cx="360045" cy="360045"/>
            </a:xfrm>
            <a:custGeom>
              <a:avLst/>
              <a:gdLst/>
              <a:ahLst/>
              <a:cxnLst/>
              <a:rect l="l" t="t" r="r" b="b"/>
              <a:pathLst>
                <a:path w="360045" h="360045">
                  <a:moveTo>
                    <a:pt x="359999" y="0"/>
                  </a:moveTo>
                  <a:lnTo>
                    <a:pt x="0" y="0"/>
                  </a:lnTo>
                  <a:lnTo>
                    <a:pt x="0" y="359999"/>
                  </a:lnTo>
                  <a:lnTo>
                    <a:pt x="359999" y="359999"/>
                  </a:lnTo>
                  <a:lnTo>
                    <a:pt x="359999" y="314999"/>
                  </a:lnTo>
                  <a:lnTo>
                    <a:pt x="179999" y="314999"/>
                  </a:lnTo>
                  <a:lnTo>
                    <a:pt x="137329" y="308117"/>
                  </a:lnTo>
                  <a:lnTo>
                    <a:pt x="100270" y="288952"/>
                  </a:lnTo>
                  <a:lnTo>
                    <a:pt x="71047" y="259729"/>
                  </a:lnTo>
                  <a:lnTo>
                    <a:pt x="51882" y="222670"/>
                  </a:lnTo>
                  <a:lnTo>
                    <a:pt x="44999" y="179999"/>
                  </a:lnTo>
                  <a:lnTo>
                    <a:pt x="51882" y="137329"/>
                  </a:lnTo>
                  <a:lnTo>
                    <a:pt x="71047" y="100270"/>
                  </a:lnTo>
                  <a:lnTo>
                    <a:pt x="100270" y="71047"/>
                  </a:lnTo>
                  <a:lnTo>
                    <a:pt x="137329" y="51882"/>
                  </a:lnTo>
                  <a:lnTo>
                    <a:pt x="179999" y="44999"/>
                  </a:lnTo>
                  <a:lnTo>
                    <a:pt x="359999" y="44999"/>
                  </a:lnTo>
                  <a:lnTo>
                    <a:pt x="359999" y="0"/>
                  </a:lnTo>
                  <a:close/>
                </a:path>
                <a:path w="360045" h="360045">
                  <a:moveTo>
                    <a:pt x="359999" y="44999"/>
                  </a:moveTo>
                  <a:lnTo>
                    <a:pt x="179999" y="44999"/>
                  </a:lnTo>
                  <a:lnTo>
                    <a:pt x="222670" y="51882"/>
                  </a:lnTo>
                  <a:lnTo>
                    <a:pt x="259729" y="71047"/>
                  </a:lnTo>
                  <a:lnTo>
                    <a:pt x="288952" y="100270"/>
                  </a:lnTo>
                  <a:lnTo>
                    <a:pt x="308117" y="137329"/>
                  </a:lnTo>
                  <a:lnTo>
                    <a:pt x="314999" y="179999"/>
                  </a:lnTo>
                  <a:lnTo>
                    <a:pt x="308117" y="222670"/>
                  </a:lnTo>
                  <a:lnTo>
                    <a:pt x="288952" y="259729"/>
                  </a:lnTo>
                  <a:lnTo>
                    <a:pt x="259729" y="288952"/>
                  </a:lnTo>
                  <a:lnTo>
                    <a:pt x="222670" y="308117"/>
                  </a:lnTo>
                  <a:lnTo>
                    <a:pt x="179999" y="314999"/>
                  </a:lnTo>
                  <a:lnTo>
                    <a:pt x="359999" y="314999"/>
                  </a:lnTo>
                  <a:lnTo>
                    <a:pt x="359999" y="44999"/>
                  </a:lnTo>
                  <a:close/>
                </a:path>
              </a:pathLst>
            </a:custGeom>
            <a:solidFill>
              <a:srgbClr val="1CADE4"/>
            </a:solidFill>
          </p:spPr>
          <p:txBody>
            <a:bodyPr wrap="square" lIns="0" tIns="0" rIns="0" bIns="0" rtlCol="0"/>
            <a:lstStyle/>
            <a:p>
              <a:endParaRPr/>
            </a:p>
          </p:txBody>
        </p:sp>
        <p:sp>
          <p:nvSpPr>
            <p:cNvPr id="7" name="object 7"/>
            <p:cNvSpPr/>
            <p:nvPr/>
          </p:nvSpPr>
          <p:spPr>
            <a:xfrm>
              <a:off x="88542" y="6507030"/>
              <a:ext cx="270510" cy="270510"/>
            </a:xfrm>
            <a:custGeom>
              <a:avLst/>
              <a:gdLst/>
              <a:ahLst/>
              <a:cxnLst/>
              <a:rect l="l" t="t" r="r" b="b"/>
              <a:pathLst>
                <a:path w="270510"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10" h="270509">
                  <a:moveTo>
                    <a:pt x="259004" y="84375"/>
                  </a:moveTo>
                  <a:lnTo>
                    <a:pt x="160312" y="84375"/>
                  </a:lnTo>
                  <a:lnTo>
                    <a:pt x="160312" y="219375"/>
                  </a:lnTo>
                  <a:lnTo>
                    <a:pt x="185625" y="219375"/>
                  </a:lnTo>
                  <a:lnTo>
                    <a:pt x="185625" y="236250"/>
                  </a:lnTo>
                  <a:lnTo>
                    <a:pt x="222432" y="236250"/>
                  </a:lnTo>
                  <a:lnTo>
                    <a:pt x="243952" y="214729"/>
                  </a:lnTo>
                  <a:lnTo>
                    <a:pt x="263117" y="177670"/>
                  </a:lnTo>
                  <a:lnTo>
                    <a:pt x="269999" y="134999"/>
                  </a:lnTo>
                  <a:lnTo>
                    <a:pt x="263117" y="92329"/>
                  </a:lnTo>
                  <a:lnTo>
                    <a:pt x="259004" y="84375"/>
                  </a:lnTo>
                  <a:close/>
                </a:path>
                <a:path w="270510"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8" name="object 8"/>
            <p:cNvPicPr/>
            <p:nvPr/>
          </p:nvPicPr>
          <p:blipFill>
            <a:blip r:embed="rId3" cstate="print"/>
            <a:stretch>
              <a:fillRect/>
            </a:stretch>
          </p:blipFill>
          <p:spPr>
            <a:xfrm>
              <a:off x="172917" y="6515468"/>
              <a:ext cx="101249" cy="227812"/>
            </a:xfrm>
            <a:prstGeom prst="rect">
              <a:avLst/>
            </a:prstGeom>
          </p:spPr>
        </p:pic>
      </p:grpSp>
      <p:sp>
        <p:nvSpPr>
          <p:cNvPr id="9" name="object 9"/>
          <p:cNvSpPr txBox="1"/>
          <p:nvPr/>
        </p:nvSpPr>
        <p:spPr>
          <a:xfrm>
            <a:off x="1563034" y="1808988"/>
            <a:ext cx="9860915" cy="2348230"/>
          </a:xfrm>
          <a:prstGeom prst="rect">
            <a:avLst/>
          </a:prstGeom>
        </p:spPr>
        <p:txBody>
          <a:bodyPr vert="horz" wrap="square" lIns="0" tIns="43180" rIns="0" bIns="0" rtlCol="0">
            <a:spAutoFit/>
          </a:bodyPr>
          <a:lstStyle/>
          <a:p>
            <a:pPr marL="12700" marR="5080" algn="just">
              <a:lnSpc>
                <a:spcPct val="90000"/>
              </a:lnSpc>
              <a:spcBef>
                <a:spcPts val="340"/>
              </a:spcBef>
            </a:pPr>
            <a:r>
              <a:rPr sz="2000" b="1" dirty="0">
                <a:latin typeface="Corbel"/>
                <a:cs typeface="Corbel"/>
              </a:rPr>
              <a:t>Flight</a:t>
            </a:r>
            <a:r>
              <a:rPr sz="2000" b="1" spc="250" dirty="0">
                <a:latin typeface="Corbel"/>
                <a:cs typeface="Corbel"/>
              </a:rPr>
              <a:t> </a:t>
            </a:r>
            <a:r>
              <a:rPr sz="2000" b="1" dirty="0">
                <a:latin typeface="Corbel"/>
                <a:cs typeface="Corbel"/>
              </a:rPr>
              <a:t>checks</a:t>
            </a:r>
            <a:r>
              <a:rPr sz="2000" b="1" spc="250" dirty="0">
                <a:latin typeface="Corbel"/>
                <a:cs typeface="Corbel"/>
              </a:rPr>
              <a:t> </a:t>
            </a:r>
            <a:r>
              <a:rPr sz="2000" b="1" dirty="0">
                <a:latin typeface="Corbel"/>
                <a:cs typeface="Corbel"/>
              </a:rPr>
              <a:t>are</a:t>
            </a:r>
            <a:r>
              <a:rPr sz="2000" b="1" spc="245" dirty="0">
                <a:latin typeface="Corbel"/>
                <a:cs typeface="Corbel"/>
              </a:rPr>
              <a:t> </a:t>
            </a:r>
            <a:r>
              <a:rPr sz="2000" b="1" dirty="0">
                <a:latin typeface="Corbel"/>
                <a:cs typeface="Corbel"/>
              </a:rPr>
              <a:t>taken</a:t>
            </a:r>
            <a:r>
              <a:rPr sz="2000" b="1" spc="250" dirty="0">
                <a:latin typeface="Corbel"/>
                <a:cs typeface="Corbel"/>
              </a:rPr>
              <a:t> </a:t>
            </a:r>
            <a:r>
              <a:rPr sz="2000" b="1" dirty="0">
                <a:latin typeface="Corbel"/>
                <a:cs typeface="Corbel"/>
              </a:rPr>
              <a:t>from</a:t>
            </a:r>
            <a:r>
              <a:rPr sz="2000" b="1" spc="250" dirty="0">
                <a:latin typeface="Corbel"/>
                <a:cs typeface="Corbel"/>
              </a:rPr>
              <a:t> </a:t>
            </a:r>
            <a:r>
              <a:rPr sz="2000" b="1" dirty="0">
                <a:latin typeface="Corbel"/>
                <a:cs typeface="Corbel"/>
              </a:rPr>
              <a:t>the</a:t>
            </a:r>
            <a:r>
              <a:rPr sz="2000" b="1" spc="245" dirty="0">
                <a:latin typeface="Corbel"/>
                <a:cs typeface="Corbel"/>
              </a:rPr>
              <a:t> </a:t>
            </a:r>
            <a:r>
              <a:rPr sz="2000" b="1" dirty="0">
                <a:latin typeface="Corbel"/>
                <a:cs typeface="Corbel"/>
              </a:rPr>
              <a:t>manuals</a:t>
            </a:r>
            <a:r>
              <a:rPr sz="2000" b="1" spc="250" dirty="0">
                <a:latin typeface="Corbel"/>
                <a:cs typeface="Corbel"/>
              </a:rPr>
              <a:t> </a:t>
            </a:r>
            <a:r>
              <a:rPr sz="2000" b="1" dirty="0">
                <a:latin typeface="Corbel"/>
                <a:cs typeface="Corbel"/>
              </a:rPr>
              <a:t>or</a:t>
            </a:r>
            <a:r>
              <a:rPr sz="2000" b="1" spc="250" dirty="0">
                <a:latin typeface="Corbel"/>
                <a:cs typeface="Corbel"/>
              </a:rPr>
              <a:t> </a:t>
            </a:r>
            <a:r>
              <a:rPr sz="2000" b="1" dirty="0">
                <a:latin typeface="Corbel"/>
                <a:cs typeface="Corbel"/>
              </a:rPr>
              <a:t>instructions</a:t>
            </a:r>
            <a:r>
              <a:rPr sz="2000" b="1" spc="250" dirty="0">
                <a:latin typeface="Corbel"/>
                <a:cs typeface="Corbel"/>
              </a:rPr>
              <a:t> </a:t>
            </a:r>
            <a:r>
              <a:rPr sz="2000" b="1" dirty="0">
                <a:latin typeface="Corbel"/>
                <a:cs typeface="Corbel"/>
              </a:rPr>
              <a:t>of</a:t>
            </a:r>
            <a:r>
              <a:rPr sz="2000" b="1" spc="260" dirty="0">
                <a:latin typeface="Corbel"/>
                <a:cs typeface="Corbel"/>
              </a:rPr>
              <a:t> </a:t>
            </a:r>
            <a:r>
              <a:rPr sz="2000" b="1" dirty="0">
                <a:latin typeface="Corbel"/>
                <a:cs typeface="Corbel"/>
              </a:rPr>
              <a:t>the</a:t>
            </a:r>
            <a:r>
              <a:rPr sz="2000" b="1" spc="245" dirty="0">
                <a:latin typeface="Corbel"/>
                <a:cs typeface="Corbel"/>
              </a:rPr>
              <a:t> </a:t>
            </a:r>
            <a:r>
              <a:rPr sz="2000" b="1" dirty="0">
                <a:latin typeface="Corbel"/>
                <a:cs typeface="Corbel"/>
              </a:rPr>
              <a:t>manufacturer</a:t>
            </a:r>
            <a:r>
              <a:rPr sz="2000" b="1" spc="250" dirty="0">
                <a:latin typeface="Corbel"/>
                <a:cs typeface="Corbel"/>
              </a:rPr>
              <a:t> </a:t>
            </a:r>
            <a:r>
              <a:rPr sz="2000" b="1" dirty="0">
                <a:latin typeface="Corbel"/>
                <a:cs typeface="Corbel"/>
              </a:rPr>
              <a:t>(eg.</a:t>
            </a:r>
            <a:r>
              <a:rPr sz="2000" b="1" spc="250" dirty="0">
                <a:latin typeface="Corbel"/>
                <a:cs typeface="Corbel"/>
              </a:rPr>
              <a:t> </a:t>
            </a:r>
            <a:r>
              <a:rPr sz="2000" b="1" spc="-20" dirty="0">
                <a:latin typeface="Corbel"/>
                <a:cs typeface="Corbel"/>
              </a:rPr>
              <a:t>Pre- </a:t>
            </a:r>
            <a:r>
              <a:rPr sz="2000" b="1" dirty="0">
                <a:latin typeface="Corbel"/>
                <a:cs typeface="Corbel"/>
              </a:rPr>
              <a:t>flight,</a:t>
            </a:r>
            <a:r>
              <a:rPr sz="2000" b="1" spc="110" dirty="0">
                <a:latin typeface="Corbel"/>
                <a:cs typeface="Corbel"/>
              </a:rPr>
              <a:t> </a:t>
            </a:r>
            <a:r>
              <a:rPr sz="2000" b="1" spc="-10" dirty="0">
                <a:latin typeface="Corbel"/>
                <a:cs typeface="Corbel"/>
              </a:rPr>
              <a:t>in-</a:t>
            </a:r>
            <a:r>
              <a:rPr sz="2000" b="1" dirty="0">
                <a:latin typeface="Corbel"/>
                <a:cs typeface="Corbel"/>
              </a:rPr>
              <a:t>flight</a:t>
            </a:r>
            <a:r>
              <a:rPr sz="2000" b="1" spc="110" dirty="0">
                <a:latin typeface="Corbel"/>
                <a:cs typeface="Corbel"/>
              </a:rPr>
              <a:t> </a:t>
            </a:r>
            <a:r>
              <a:rPr sz="2000" b="1" dirty="0">
                <a:latin typeface="Corbel"/>
                <a:cs typeface="Corbel"/>
              </a:rPr>
              <a:t>and</a:t>
            </a:r>
            <a:r>
              <a:rPr sz="2000" b="1" spc="110" dirty="0">
                <a:latin typeface="Corbel"/>
                <a:cs typeface="Corbel"/>
              </a:rPr>
              <a:t> </a:t>
            </a:r>
            <a:r>
              <a:rPr sz="2000" b="1" spc="-25" dirty="0">
                <a:latin typeface="Corbel"/>
                <a:cs typeface="Corbel"/>
              </a:rPr>
              <a:t>post-</a:t>
            </a:r>
            <a:r>
              <a:rPr sz="2000" b="1" dirty="0">
                <a:latin typeface="Corbel"/>
                <a:cs typeface="Corbel"/>
              </a:rPr>
              <a:t>flight</a:t>
            </a:r>
            <a:r>
              <a:rPr sz="2000" dirty="0">
                <a:latin typeface="Corbel"/>
                <a:cs typeface="Corbel"/>
              </a:rPr>
              <a:t>)</a:t>
            </a:r>
            <a:r>
              <a:rPr sz="2000" spc="120" dirty="0">
                <a:latin typeface="Corbel"/>
                <a:cs typeface="Corbel"/>
              </a:rPr>
              <a:t> </a:t>
            </a:r>
            <a:r>
              <a:rPr sz="2000" dirty="0">
                <a:latin typeface="Corbel"/>
                <a:cs typeface="Corbel"/>
              </a:rPr>
              <a:t>and</a:t>
            </a:r>
            <a:r>
              <a:rPr sz="2000" spc="125" dirty="0">
                <a:latin typeface="Corbel"/>
                <a:cs typeface="Corbel"/>
              </a:rPr>
              <a:t> </a:t>
            </a:r>
            <a:r>
              <a:rPr sz="2000" dirty="0">
                <a:latin typeface="Corbel"/>
                <a:cs typeface="Corbel"/>
              </a:rPr>
              <a:t>it</a:t>
            </a:r>
            <a:r>
              <a:rPr sz="2000" spc="130" dirty="0">
                <a:latin typeface="Corbel"/>
                <a:cs typeface="Corbel"/>
              </a:rPr>
              <a:t> </a:t>
            </a:r>
            <a:r>
              <a:rPr sz="2000" dirty="0">
                <a:latin typeface="Corbel"/>
                <a:cs typeface="Corbel"/>
              </a:rPr>
              <a:t>covers</a:t>
            </a:r>
            <a:r>
              <a:rPr sz="2000" spc="120" dirty="0">
                <a:latin typeface="Corbel"/>
                <a:cs typeface="Corbel"/>
              </a:rPr>
              <a:t> </a:t>
            </a:r>
            <a:r>
              <a:rPr sz="2000" dirty="0">
                <a:latin typeface="Corbel"/>
                <a:cs typeface="Corbel"/>
              </a:rPr>
              <a:t>the</a:t>
            </a:r>
            <a:r>
              <a:rPr sz="2000" spc="125" dirty="0">
                <a:latin typeface="Corbel"/>
                <a:cs typeface="Corbel"/>
              </a:rPr>
              <a:t> </a:t>
            </a:r>
            <a:r>
              <a:rPr sz="2000" dirty="0">
                <a:latin typeface="Corbel"/>
                <a:cs typeface="Corbel"/>
              </a:rPr>
              <a:t>critical</a:t>
            </a:r>
            <a:r>
              <a:rPr sz="2000" spc="120" dirty="0">
                <a:latin typeface="Corbel"/>
                <a:cs typeface="Corbel"/>
              </a:rPr>
              <a:t> </a:t>
            </a:r>
            <a:r>
              <a:rPr sz="2000" dirty="0">
                <a:latin typeface="Corbel"/>
                <a:cs typeface="Corbel"/>
              </a:rPr>
              <a:t>UA</a:t>
            </a:r>
            <a:r>
              <a:rPr sz="2000" spc="125" dirty="0">
                <a:latin typeface="Corbel"/>
                <a:cs typeface="Corbel"/>
              </a:rPr>
              <a:t> </a:t>
            </a:r>
            <a:r>
              <a:rPr sz="2000" spc="-10" dirty="0">
                <a:latin typeface="Corbel"/>
                <a:cs typeface="Corbel"/>
              </a:rPr>
              <a:t>sub-</a:t>
            </a:r>
            <a:r>
              <a:rPr sz="2000" dirty="0">
                <a:latin typeface="Corbel"/>
                <a:cs typeface="Corbel"/>
              </a:rPr>
              <a:t>systems</a:t>
            </a:r>
            <a:r>
              <a:rPr sz="2000" spc="125" dirty="0">
                <a:latin typeface="Corbel"/>
                <a:cs typeface="Corbel"/>
              </a:rPr>
              <a:t> </a:t>
            </a:r>
            <a:r>
              <a:rPr sz="2000" dirty="0">
                <a:latin typeface="Corbel"/>
                <a:cs typeface="Corbel"/>
              </a:rPr>
              <a:t>such</a:t>
            </a:r>
            <a:r>
              <a:rPr sz="2000" spc="120" dirty="0">
                <a:latin typeface="Corbel"/>
                <a:cs typeface="Corbel"/>
              </a:rPr>
              <a:t> </a:t>
            </a:r>
            <a:r>
              <a:rPr sz="2000" dirty="0">
                <a:latin typeface="Corbel"/>
                <a:cs typeface="Corbel"/>
              </a:rPr>
              <a:t>as</a:t>
            </a:r>
            <a:r>
              <a:rPr sz="2000" spc="125" dirty="0">
                <a:latin typeface="Corbel"/>
                <a:cs typeface="Corbel"/>
              </a:rPr>
              <a:t> </a:t>
            </a:r>
            <a:r>
              <a:rPr sz="2000" spc="-10" dirty="0">
                <a:latin typeface="Corbel"/>
                <a:cs typeface="Corbel"/>
              </a:rPr>
              <a:t>propulsion </a:t>
            </a:r>
            <a:r>
              <a:rPr sz="2000" dirty="0">
                <a:latin typeface="Corbel"/>
                <a:cs typeface="Corbel"/>
              </a:rPr>
              <a:t>system,</a:t>
            </a:r>
            <a:r>
              <a:rPr sz="2000" spc="-40" dirty="0">
                <a:latin typeface="Corbel"/>
                <a:cs typeface="Corbel"/>
              </a:rPr>
              <a:t> </a:t>
            </a:r>
            <a:r>
              <a:rPr sz="2000" dirty="0">
                <a:latin typeface="Corbel"/>
                <a:cs typeface="Corbel"/>
              </a:rPr>
              <a:t>power</a:t>
            </a:r>
            <a:r>
              <a:rPr sz="2000" spc="-30" dirty="0">
                <a:latin typeface="Corbel"/>
                <a:cs typeface="Corbel"/>
              </a:rPr>
              <a:t> </a:t>
            </a:r>
            <a:r>
              <a:rPr sz="2000" dirty="0">
                <a:latin typeface="Corbel"/>
                <a:cs typeface="Corbel"/>
              </a:rPr>
              <a:t>system,</a:t>
            </a:r>
            <a:r>
              <a:rPr sz="2000" spc="-40" dirty="0">
                <a:latin typeface="Corbel"/>
                <a:cs typeface="Corbel"/>
              </a:rPr>
              <a:t> </a:t>
            </a:r>
            <a:r>
              <a:rPr sz="2000" dirty="0">
                <a:latin typeface="Corbel"/>
                <a:cs typeface="Corbel"/>
              </a:rPr>
              <a:t>command</a:t>
            </a:r>
            <a:r>
              <a:rPr sz="2000" spc="-30" dirty="0">
                <a:latin typeface="Corbel"/>
                <a:cs typeface="Corbel"/>
              </a:rPr>
              <a:t> </a:t>
            </a:r>
            <a:r>
              <a:rPr sz="2000" dirty="0">
                <a:latin typeface="Corbel"/>
                <a:cs typeface="Corbel"/>
              </a:rPr>
              <a:t>&amp;</a:t>
            </a:r>
            <a:r>
              <a:rPr sz="2000" spc="-35" dirty="0">
                <a:latin typeface="Corbel"/>
                <a:cs typeface="Corbel"/>
              </a:rPr>
              <a:t> </a:t>
            </a:r>
            <a:r>
              <a:rPr sz="2000" dirty="0">
                <a:latin typeface="Corbel"/>
                <a:cs typeface="Corbel"/>
              </a:rPr>
              <a:t>control</a:t>
            </a:r>
            <a:r>
              <a:rPr sz="2000" spc="-35" dirty="0">
                <a:latin typeface="Corbel"/>
                <a:cs typeface="Corbel"/>
              </a:rPr>
              <a:t> </a:t>
            </a:r>
            <a:r>
              <a:rPr sz="2000" dirty="0">
                <a:latin typeface="Corbel"/>
                <a:cs typeface="Corbel"/>
              </a:rPr>
              <a:t>system,</a:t>
            </a:r>
            <a:r>
              <a:rPr sz="2000" spc="-35" dirty="0">
                <a:latin typeface="Corbel"/>
                <a:cs typeface="Corbel"/>
              </a:rPr>
              <a:t> </a:t>
            </a:r>
            <a:r>
              <a:rPr sz="2000" dirty="0">
                <a:latin typeface="Corbel"/>
                <a:cs typeface="Corbel"/>
              </a:rPr>
              <a:t>navigation</a:t>
            </a:r>
            <a:r>
              <a:rPr sz="2000" spc="-35" dirty="0">
                <a:latin typeface="Corbel"/>
                <a:cs typeface="Corbel"/>
              </a:rPr>
              <a:t> </a:t>
            </a:r>
            <a:r>
              <a:rPr sz="2000" dirty="0">
                <a:latin typeface="Corbel"/>
                <a:cs typeface="Corbel"/>
              </a:rPr>
              <a:t>&amp;</a:t>
            </a:r>
            <a:r>
              <a:rPr sz="2000" spc="-35" dirty="0">
                <a:latin typeface="Corbel"/>
                <a:cs typeface="Corbel"/>
              </a:rPr>
              <a:t> </a:t>
            </a:r>
            <a:r>
              <a:rPr sz="2000" dirty="0">
                <a:latin typeface="Corbel"/>
                <a:cs typeface="Corbel"/>
              </a:rPr>
              <a:t>flight</a:t>
            </a:r>
            <a:r>
              <a:rPr sz="2000" spc="-25" dirty="0">
                <a:latin typeface="Corbel"/>
                <a:cs typeface="Corbel"/>
              </a:rPr>
              <a:t> </a:t>
            </a:r>
            <a:r>
              <a:rPr sz="2000" dirty="0">
                <a:latin typeface="Corbel"/>
                <a:cs typeface="Corbel"/>
              </a:rPr>
              <a:t>control</a:t>
            </a:r>
            <a:r>
              <a:rPr sz="2000" spc="-35" dirty="0">
                <a:latin typeface="Corbel"/>
                <a:cs typeface="Corbel"/>
              </a:rPr>
              <a:t> </a:t>
            </a:r>
            <a:r>
              <a:rPr sz="2000" dirty="0">
                <a:latin typeface="Corbel"/>
                <a:cs typeface="Corbel"/>
              </a:rPr>
              <a:t>system,</a:t>
            </a:r>
            <a:r>
              <a:rPr sz="2000" spc="-35" dirty="0">
                <a:latin typeface="Corbel"/>
                <a:cs typeface="Corbel"/>
              </a:rPr>
              <a:t> </a:t>
            </a:r>
            <a:r>
              <a:rPr sz="2000" dirty="0">
                <a:latin typeface="Corbel"/>
                <a:cs typeface="Corbel"/>
              </a:rPr>
              <a:t>as</a:t>
            </a:r>
            <a:r>
              <a:rPr sz="2000" spc="-30" dirty="0">
                <a:latin typeface="Corbel"/>
                <a:cs typeface="Corbel"/>
              </a:rPr>
              <a:t> </a:t>
            </a:r>
            <a:r>
              <a:rPr sz="2000" spc="-20" dirty="0">
                <a:latin typeface="Corbel"/>
                <a:cs typeface="Corbel"/>
              </a:rPr>
              <a:t>well </a:t>
            </a:r>
            <a:r>
              <a:rPr sz="2000" dirty="0">
                <a:latin typeface="Corbel"/>
                <a:cs typeface="Corbel"/>
              </a:rPr>
              <a:t>as</a:t>
            </a:r>
            <a:r>
              <a:rPr sz="2000" spc="-30" dirty="0">
                <a:latin typeface="Corbel"/>
                <a:cs typeface="Corbel"/>
              </a:rPr>
              <a:t> </a:t>
            </a:r>
            <a:r>
              <a:rPr sz="2000" dirty="0">
                <a:latin typeface="Corbel"/>
                <a:cs typeface="Corbel"/>
              </a:rPr>
              <a:t>the</a:t>
            </a:r>
            <a:r>
              <a:rPr sz="2000" spc="-25" dirty="0">
                <a:latin typeface="Corbel"/>
                <a:cs typeface="Corbel"/>
              </a:rPr>
              <a:t> </a:t>
            </a:r>
            <a:r>
              <a:rPr sz="2000" dirty="0">
                <a:latin typeface="Corbel"/>
                <a:cs typeface="Corbel"/>
              </a:rPr>
              <a:t>overall</a:t>
            </a:r>
            <a:r>
              <a:rPr sz="2000" spc="-35" dirty="0">
                <a:latin typeface="Corbel"/>
                <a:cs typeface="Corbel"/>
              </a:rPr>
              <a:t> </a:t>
            </a:r>
            <a:r>
              <a:rPr sz="2000" dirty="0">
                <a:latin typeface="Corbel"/>
                <a:cs typeface="Corbel"/>
              </a:rPr>
              <a:t>structure</a:t>
            </a:r>
            <a:r>
              <a:rPr sz="2000" spc="-30" dirty="0">
                <a:latin typeface="Corbel"/>
                <a:cs typeface="Corbel"/>
              </a:rPr>
              <a:t> </a:t>
            </a:r>
            <a:r>
              <a:rPr sz="2000" spc="-10" dirty="0">
                <a:latin typeface="Corbel"/>
                <a:cs typeface="Corbel"/>
              </a:rPr>
              <a:t>integrity.</a:t>
            </a:r>
            <a:endParaRPr sz="2000" dirty="0">
              <a:latin typeface="Corbel"/>
              <a:cs typeface="Corbel"/>
            </a:endParaRPr>
          </a:p>
          <a:p>
            <a:pPr marL="12700" marR="5080" algn="just">
              <a:lnSpc>
                <a:spcPct val="100000"/>
              </a:lnSpc>
              <a:spcBef>
                <a:spcPts val="2205"/>
              </a:spcBef>
            </a:pPr>
            <a:r>
              <a:rPr sz="2000" dirty="0">
                <a:latin typeface="Corbel"/>
                <a:cs typeface="Corbel"/>
              </a:rPr>
              <a:t>While,”</a:t>
            </a:r>
            <a:r>
              <a:rPr sz="2000" spc="65" dirty="0">
                <a:latin typeface="Corbel"/>
                <a:cs typeface="Corbel"/>
              </a:rPr>
              <a:t> </a:t>
            </a:r>
            <a:r>
              <a:rPr sz="2000" dirty="0">
                <a:latin typeface="Corbel"/>
                <a:cs typeface="Corbel"/>
              </a:rPr>
              <a:t>as</a:t>
            </a:r>
            <a:r>
              <a:rPr sz="2000" spc="70" dirty="0">
                <a:latin typeface="Corbel"/>
                <a:cs typeface="Corbel"/>
              </a:rPr>
              <a:t> </a:t>
            </a:r>
            <a:r>
              <a:rPr sz="2000" dirty="0">
                <a:latin typeface="Corbel"/>
                <a:cs typeface="Corbel"/>
              </a:rPr>
              <a:t>well</a:t>
            </a:r>
            <a:r>
              <a:rPr sz="2000" spc="70" dirty="0">
                <a:latin typeface="Corbel"/>
                <a:cs typeface="Corbel"/>
              </a:rPr>
              <a:t> </a:t>
            </a:r>
            <a:r>
              <a:rPr sz="2000" dirty="0">
                <a:latin typeface="Corbel"/>
                <a:cs typeface="Corbel"/>
              </a:rPr>
              <a:t>as</a:t>
            </a:r>
            <a:r>
              <a:rPr sz="2000" spc="75" dirty="0">
                <a:latin typeface="Corbel"/>
                <a:cs typeface="Corbel"/>
              </a:rPr>
              <a:t> </a:t>
            </a:r>
            <a:r>
              <a:rPr sz="2000" b="1" dirty="0">
                <a:latin typeface="Corbel"/>
                <a:cs typeface="Corbel"/>
              </a:rPr>
              <a:t>Maintenance</a:t>
            </a:r>
            <a:r>
              <a:rPr sz="2000" b="1" spc="60" dirty="0">
                <a:latin typeface="Corbel"/>
                <a:cs typeface="Corbel"/>
              </a:rPr>
              <a:t> </a:t>
            </a:r>
            <a:r>
              <a:rPr sz="2000" b="1" dirty="0">
                <a:latin typeface="Corbel"/>
                <a:cs typeface="Corbel"/>
              </a:rPr>
              <a:t>means,</a:t>
            </a:r>
            <a:r>
              <a:rPr sz="2000" b="1" spc="65" dirty="0">
                <a:latin typeface="Corbel"/>
                <a:cs typeface="Corbel"/>
              </a:rPr>
              <a:t> </a:t>
            </a:r>
            <a:r>
              <a:rPr sz="2000" b="1" dirty="0">
                <a:latin typeface="Corbel"/>
                <a:cs typeface="Corbel"/>
              </a:rPr>
              <a:t>inspection,</a:t>
            </a:r>
            <a:r>
              <a:rPr sz="2000" b="1" spc="65" dirty="0">
                <a:latin typeface="Corbel"/>
                <a:cs typeface="Corbel"/>
              </a:rPr>
              <a:t> </a:t>
            </a:r>
            <a:r>
              <a:rPr sz="2000" b="1" dirty="0">
                <a:latin typeface="Corbel"/>
                <a:cs typeface="Corbel"/>
              </a:rPr>
              <a:t>overhaul,</a:t>
            </a:r>
            <a:r>
              <a:rPr sz="2000" b="1" spc="65" dirty="0">
                <a:latin typeface="Corbel"/>
                <a:cs typeface="Corbel"/>
              </a:rPr>
              <a:t> </a:t>
            </a:r>
            <a:r>
              <a:rPr sz="2000" b="1" dirty="0">
                <a:latin typeface="Corbel"/>
                <a:cs typeface="Corbel"/>
              </a:rPr>
              <a:t>repair,</a:t>
            </a:r>
            <a:r>
              <a:rPr sz="2000" b="1" spc="60" dirty="0">
                <a:latin typeface="Corbel"/>
                <a:cs typeface="Corbel"/>
              </a:rPr>
              <a:t> </a:t>
            </a:r>
            <a:r>
              <a:rPr sz="2000" b="1" dirty="0">
                <a:latin typeface="Corbel"/>
                <a:cs typeface="Corbel"/>
              </a:rPr>
              <a:t>preservation,</a:t>
            </a:r>
            <a:r>
              <a:rPr sz="2000" b="1" spc="65" dirty="0">
                <a:latin typeface="Corbel"/>
                <a:cs typeface="Corbel"/>
              </a:rPr>
              <a:t> </a:t>
            </a:r>
            <a:r>
              <a:rPr sz="2000" b="1" dirty="0">
                <a:latin typeface="Corbel"/>
                <a:cs typeface="Corbel"/>
              </a:rPr>
              <a:t>and</a:t>
            </a:r>
            <a:r>
              <a:rPr sz="2000" b="1" spc="55" dirty="0">
                <a:latin typeface="Corbel"/>
                <a:cs typeface="Corbel"/>
              </a:rPr>
              <a:t> </a:t>
            </a:r>
            <a:r>
              <a:rPr sz="2000" b="1" spc="-25" dirty="0">
                <a:latin typeface="Corbel"/>
                <a:cs typeface="Corbel"/>
              </a:rPr>
              <a:t>the </a:t>
            </a:r>
            <a:r>
              <a:rPr sz="2000" b="1" dirty="0">
                <a:latin typeface="Corbel"/>
                <a:cs typeface="Corbel"/>
              </a:rPr>
              <a:t>replacement</a:t>
            </a:r>
            <a:r>
              <a:rPr sz="2000" b="1" spc="25" dirty="0">
                <a:latin typeface="Corbel"/>
                <a:cs typeface="Corbel"/>
              </a:rPr>
              <a:t> </a:t>
            </a:r>
            <a:r>
              <a:rPr sz="2000" b="1" dirty="0">
                <a:latin typeface="Corbel"/>
                <a:cs typeface="Corbel"/>
              </a:rPr>
              <a:t>of</a:t>
            </a:r>
            <a:r>
              <a:rPr sz="2000" b="1" spc="25" dirty="0">
                <a:latin typeface="Corbel"/>
                <a:cs typeface="Corbel"/>
              </a:rPr>
              <a:t> </a:t>
            </a:r>
            <a:r>
              <a:rPr sz="2000" b="1" dirty="0">
                <a:latin typeface="Corbel"/>
                <a:cs typeface="Corbel"/>
              </a:rPr>
              <a:t>parts</a:t>
            </a:r>
            <a:r>
              <a:rPr sz="2000" dirty="0">
                <a:latin typeface="Corbel"/>
                <a:cs typeface="Corbel"/>
              </a:rPr>
              <a:t>preventive</a:t>
            </a:r>
            <a:r>
              <a:rPr sz="2000" spc="35" dirty="0">
                <a:latin typeface="Corbel"/>
                <a:cs typeface="Corbel"/>
              </a:rPr>
              <a:t> </a:t>
            </a:r>
            <a:r>
              <a:rPr sz="2000" dirty="0">
                <a:latin typeface="Corbel"/>
                <a:cs typeface="Corbel"/>
              </a:rPr>
              <a:t>maintenance.</a:t>
            </a:r>
            <a:r>
              <a:rPr sz="2000" spc="30" dirty="0">
                <a:latin typeface="Corbel"/>
                <a:cs typeface="Corbel"/>
              </a:rPr>
              <a:t> </a:t>
            </a:r>
            <a:r>
              <a:rPr sz="2000" dirty="0">
                <a:latin typeface="Corbel"/>
                <a:cs typeface="Corbel"/>
              </a:rPr>
              <a:t>Maintenance</a:t>
            </a:r>
            <a:r>
              <a:rPr sz="2000" spc="40" dirty="0">
                <a:latin typeface="Corbel"/>
                <a:cs typeface="Corbel"/>
              </a:rPr>
              <a:t> </a:t>
            </a:r>
            <a:r>
              <a:rPr sz="2000" dirty="0">
                <a:latin typeface="Corbel"/>
                <a:cs typeface="Corbel"/>
              </a:rPr>
              <a:t>can</a:t>
            </a:r>
            <a:r>
              <a:rPr sz="2000" spc="25" dirty="0">
                <a:latin typeface="Corbel"/>
                <a:cs typeface="Corbel"/>
              </a:rPr>
              <a:t> </a:t>
            </a:r>
            <a:r>
              <a:rPr sz="2000" dirty="0">
                <a:latin typeface="Corbel"/>
                <a:cs typeface="Corbel"/>
              </a:rPr>
              <a:t>basically</a:t>
            </a:r>
            <a:r>
              <a:rPr sz="2000" spc="35" dirty="0">
                <a:latin typeface="Corbel"/>
                <a:cs typeface="Corbel"/>
              </a:rPr>
              <a:t> </a:t>
            </a:r>
            <a:r>
              <a:rPr sz="2000" dirty="0">
                <a:latin typeface="Corbel"/>
                <a:cs typeface="Corbel"/>
              </a:rPr>
              <a:t>be</a:t>
            </a:r>
            <a:r>
              <a:rPr sz="2000" spc="40" dirty="0">
                <a:latin typeface="Corbel"/>
                <a:cs typeface="Corbel"/>
              </a:rPr>
              <a:t> </a:t>
            </a:r>
            <a:r>
              <a:rPr sz="2000" dirty="0">
                <a:latin typeface="Corbel"/>
                <a:cs typeface="Corbel"/>
              </a:rPr>
              <a:t>divided</a:t>
            </a:r>
            <a:r>
              <a:rPr sz="2000" spc="35" dirty="0">
                <a:latin typeface="Corbel"/>
                <a:cs typeface="Corbel"/>
              </a:rPr>
              <a:t> </a:t>
            </a:r>
            <a:r>
              <a:rPr sz="2000" dirty="0">
                <a:latin typeface="Corbel"/>
                <a:cs typeface="Corbel"/>
              </a:rPr>
              <a:t>into</a:t>
            </a:r>
            <a:r>
              <a:rPr sz="2000" spc="30" dirty="0">
                <a:latin typeface="Corbel"/>
                <a:cs typeface="Corbel"/>
              </a:rPr>
              <a:t> </a:t>
            </a:r>
            <a:r>
              <a:rPr sz="2000" spc="-25" dirty="0">
                <a:latin typeface="Corbel"/>
                <a:cs typeface="Corbel"/>
              </a:rPr>
              <a:t>two </a:t>
            </a:r>
            <a:r>
              <a:rPr sz="2000" dirty="0">
                <a:latin typeface="Corbel"/>
                <a:cs typeface="Corbel"/>
              </a:rPr>
              <a:t>parts:</a:t>
            </a:r>
            <a:r>
              <a:rPr sz="2000" spc="-70" dirty="0">
                <a:latin typeface="Corbel"/>
                <a:cs typeface="Corbel"/>
              </a:rPr>
              <a:t> </a:t>
            </a:r>
            <a:r>
              <a:rPr sz="2000" dirty="0">
                <a:latin typeface="Corbel"/>
                <a:cs typeface="Corbel"/>
              </a:rPr>
              <a:t>scheduled</a:t>
            </a:r>
            <a:r>
              <a:rPr sz="2000" spc="-60" dirty="0">
                <a:latin typeface="Corbel"/>
                <a:cs typeface="Corbel"/>
              </a:rPr>
              <a:t> </a:t>
            </a:r>
            <a:r>
              <a:rPr sz="2000" dirty="0">
                <a:latin typeface="Corbel"/>
                <a:cs typeface="Corbel"/>
              </a:rPr>
              <a:t>maintenance</a:t>
            </a:r>
            <a:r>
              <a:rPr sz="2000" spc="-55" dirty="0">
                <a:latin typeface="Corbel"/>
                <a:cs typeface="Corbel"/>
              </a:rPr>
              <a:t> </a:t>
            </a:r>
            <a:r>
              <a:rPr sz="2000" dirty="0">
                <a:latin typeface="Corbel"/>
                <a:cs typeface="Corbel"/>
              </a:rPr>
              <a:t>and</a:t>
            </a:r>
            <a:r>
              <a:rPr sz="2000" spc="-65" dirty="0">
                <a:latin typeface="Corbel"/>
                <a:cs typeface="Corbel"/>
              </a:rPr>
              <a:t> </a:t>
            </a:r>
            <a:r>
              <a:rPr sz="2000" dirty="0">
                <a:latin typeface="Corbel"/>
                <a:cs typeface="Corbel"/>
              </a:rPr>
              <a:t>unscheduled</a:t>
            </a:r>
            <a:r>
              <a:rPr sz="2000" spc="-55" dirty="0">
                <a:latin typeface="Corbel"/>
                <a:cs typeface="Corbel"/>
              </a:rPr>
              <a:t> </a:t>
            </a:r>
            <a:r>
              <a:rPr sz="2000" spc="-10" dirty="0">
                <a:latin typeface="Corbel"/>
                <a:cs typeface="Corbel"/>
              </a:rPr>
              <a:t>maintenance.</a:t>
            </a:r>
            <a:endParaRPr sz="2000" dirty="0">
              <a:latin typeface="Corbel"/>
              <a:cs typeface="Corbel"/>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r>
              <a:rPr spc="-25" dirty="0"/>
              <a:t>86</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63051" y="372363"/>
            <a:ext cx="3646804" cy="269240"/>
          </a:xfrm>
          <a:prstGeom prst="rect">
            <a:avLst/>
          </a:prstGeom>
        </p:spPr>
        <p:txBody>
          <a:bodyPr vert="horz" wrap="square" lIns="0" tIns="12700" rIns="0" bIns="0" rtlCol="0">
            <a:spAutoFit/>
          </a:bodyPr>
          <a:lstStyle/>
          <a:p>
            <a:pPr marL="12700">
              <a:lnSpc>
                <a:spcPct val="100000"/>
              </a:lnSpc>
              <a:spcBef>
                <a:spcPts val="100"/>
              </a:spcBef>
            </a:pPr>
            <a:r>
              <a:rPr sz="1600" b="1" u="sng" dirty="0">
                <a:uFill>
                  <a:solidFill>
                    <a:srgbClr val="000000"/>
                  </a:solidFill>
                </a:uFill>
                <a:latin typeface="Corbel"/>
                <a:cs typeface="Corbel"/>
              </a:rPr>
              <a:t>Importance</a:t>
            </a:r>
            <a:r>
              <a:rPr sz="1600" b="1" u="sng" spc="-50" dirty="0">
                <a:uFill>
                  <a:solidFill>
                    <a:srgbClr val="000000"/>
                  </a:solidFill>
                </a:uFill>
                <a:latin typeface="Corbel"/>
                <a:cs typeface="Corbel"/>
              </a:rPr>
              <a:t> </a:t>
            </a:r>
            <a:r>
              <a:rPr sz="1600" b="1" u="sng" dirty="0">
                <a:uFill>
                  <a:solidFill>
                    <a:srgbClr val="000000"/>
                  </a:solidFill>
                </a:uFill>
                <a:latin typeface="Corbel"/>
                <a:cs typeface="Corbel"/>
              </a:rPr>
              <a:t>of</a:t>
            </a:r>
            <a:r>
              <a:rPr sz="1600" b="1" u="sng" spc="-50" dirty="0">
                <a:uFill>
                  <a:solidFill>
                    <a:srgbClr val="000000"/>
                  </a:solidFill>
                </a:uFill>
                <a:latin typeface="Corbel"/>
                <a:cs typeface="Corbel"/>
              </a:rPr>
              <a:t> </a:t>
            </a:r>
            <a:r>
              <a:rPr sz="1600" b="1" u="sng" dirty="0">
                <a:uFill>
                  <a:solidFill>
                    <a:srgbClr val="000000"/>
                  </a:solidFill>
                </a:uFill>
                <a:latin typeface="Corbel"/>
                <a:cs typeface="Corbel"/>
              </a:rPr>
              <a:t>keeping</a:t>
            </a:r>
            <a:r>
              <a:rPr sz="1600" b="1" u="sng" spc="-55" dirty="0">
                <a:uFill>
                  <a:solidFill>
                    <a:srgbClr val="000000"/>
                  </a:solidFill>
                </a:uFill>
                <a:latin typeface="Corbel"/>
                <a:cs typeface="Corbel"/>
              </a:rPr>
              <a:t> </a:t>
            </a:r>
            <a:r>
              <a:rPr sz="1600" b="1" u="sng" dirty="0">
                <a:uFill>
                  <a:solidFill>
                    <a:srgbClr val="000000"/>
                  </a:solidFill>
                </a:uFill>
                <a:latin typeface="Corbel"/>
                <a:cs typeface="Corbel"/>
              </a:rPr>
              <a:t>a</a:t>
            </a:r>
            <a:r>
              <a:rPr sz="1600" b="1" u="sng" spc="-55" dirty="0">
                <a:uFill>
                  <a:solidFill>
                    <a:srgbClr val="000000"/>
                  </a:solidFill>
                </a:uFill>
                <a:latin typeface="Corbel"/>
                <a:cs typeface="Corbel"/>
              </a:rPr>
              <a:t> </a:t>
            </a:r>
            <a:r>
              <a:rPr sz="1600" b="1" u="sng" dirty="0">
                <a:uFill>
                  <a:solidFill>
                    <a:srgbClr val="000000"/>
                  </a:solidFill>
                </a:uFill>
                <a:latin typeface="Corbel"/>
                <a:cs typeface="Corbel"/>
              </a:rPr>
              <a:t>maintenance</a:t>
            </a:r>
            <a:r>
              <a:rPr sz="1600" b="1" u="sng" spc="-45" dirty="0">
                <a:uFill>
                  <a:solidFill>
                    <a:srgbClr val="000000"/>
                  </a:solidFill>
                </a:uFill>
                <a:latin typeface="Corbel"/>
                <a:cs typeface="Corbel"/>
              </a:rPr>
              <a:t> </a:t>
            </a:r>
            <a:r>
              <a:rPr sz="1600" b="1" u="sng" spc="-25" dirty="0">
                <a:uFill>
                  <a:solidFill>
                    <a:srgbClr val="000000"/>
                  </a:solidFill>
                </a:uFill>
                <a:latin typeface="Corbel"/>
                <a:cs typeface="Corbel"/>
              </a:rPr>
              <a:t>log</a:t>
            </a:r>
            <a:endParaRPr sz="1600">
              <a:latin typeface="Corbel"/>
              <a:cs typeface="Corbel"/>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9370">
              <a:lnSpc>
                <a:spcPts val="1045"/>
              </a:lnSpc>
            </a:pPr>
            <a:r>
              <a:rPr spc="-25" dirty="0"/>
              <a:t>87</a:t>
            </a:r>
          </a:p>
        </p:txBody>
      </p:sp>
      <p:sp>
        <p:nvSpPr>
          <p:cNvPr id="3" name="object 3"/>
          <p:cNvSpPr txBox="1"/>
          <p:nvPr/>
        </p:nvSpPr>
        <p:spPr>
          <a:xfrm>
            <a:off x="1563035" y="895603"/>
            <a:ext cx="10222230" cy="793750"/>
          </a:xfrm>
          <a:prstGeom prst="rect">
            <a:avLst/>
          </a:prstGeom>
        </p:spPr>
        <p:txBody>
          <a:bodyPr vert="horz" wrap="square" lIns="0" tIns="40005" rIns="0" bIns="0" rtlCol="0">
            <a:spAutoFit/>
          </a:bodyPr>
          <a:lstStyle/>
          <a:p>
            <a:pPr marL="12700" marR="5080" algn="just">
              <a:lnSpc>
                <a:spcPct val="90000"/>
              </a:lnSpc>
              <a:spcBef>
                <a:spcPts val="315"/>
              </a:spcBef>
            </a:pPr>
            <a:r>
              <a:rPr sz="1800" dirty="0">
                <a:latin typeface="Corbel"/>
                <a:cs typeface="Corbel"/>
              </a:rPr>
              <a:t>The</a:t>
            </a:r>
            <a:r>
              <a:rPr sz="1800" spc="160" dirty="0">
                <a:latin typeface="Corbel"/>
                <a:cs typeface="Corbel"/>
              </a:rPr>
              <a:t>  </a:t>
            </a:r>
            <a:r>
              <a:rPr sz="1800" dirty="0">
                <a:latin typeface="Corbel"/>
                <a:cs typeface="Corbel"/>
              </a:rPr>
              <a:t>importance</a:t>
            </a:r>
            <a:r>
              <a:rPr sz="1800" spc="165" dirty="0">
                <a:latin typeface="Corbel"/>
                <a:cs typeface="Corbel"/>
              </a:rPr>
              <a:t>  </a:t>
            </a:r>
            <a:r>
              <a:rPr sz="1800" dirty="0">
                <a:latin typeface="Corbel"/>
                <a:cs typeface="Corbel"/>
              </a:rPr>
              <a:t>of</a:t>
            </a:r>
            <a:r>
              <a:rPr sz="1800" spc="160" dirty="0">
                <a:latin typeface="Corbel"/>
                <a:cs typeface="Corbel"/>
              </a:rPr>
              <a:t>  </a:t>
            </a:r>
            <a:r>
              <a:rPr sz="1800" dirty="0">
                <a:latin typeface="Corbel"/>
                <a:cs typeface="Corbel"/>
              </a:rPr>
              <a:t>keeping</a:t>
            </a:r>
            <a:r>
              <a:rPr sz="1800" spc="160" dirty="0">
                <a:latin typeface="Corbel"/>
                <a:cs typeface="Corbel"/>
              </a:rPr>
              <a:t>  </a:t>
            </a:r>
            <a:r>
              <a:rPr sz="1800" dirty="0">
                <a:latin typeface="Corbel"/>
                <a:cs typeface="Corbel"/>
              </a:rPr>
              <a:t>a</a:t>
            </a:r>
            <a:r>
              <a:rPr sz="1800" spc="165" dirty="0">
                <a:latin typeface="Corbel"/>
                <a:cs typeface="Corbel"/>
              </a:rPr>
              <a:t>  </a:t>
            </a:r>
            <a:r>
              <a:rPr sz="1800" dirty="0">
                <a:latin typeface="Corbel"/>
                <a:cs typeface="Corbel"/>
              </a:rPr>
              <a:t>maintenance</a:t>
            </a:r>
            <a:r>
              <a:rPr sz="1800" spc="160" dirty="0">
                <a:latin typeface="Corbel"/>
                <a:cs typeface="Corbel"/>
              </a:rPr>
              <a:t>  </a:t>
            </a:r>
            <a:r>
              <a:rPr sz="1800" dirty="0">
                <a:latin typeface="Corbel"/>
                <a:cs typeface="Corbel"/>
              </a:rPr>
              <a:t>log</a:t>
            </a:r>
            <a:r>
              <a:rPr sz="1800" spc="160" dirty="0">
                <a:latin typeface="Corbel"/>
                <a:cs typeface="Corbel"/>
              </a:rPr>
              <a:t>  </a:t>
            </a:r>
            <a:r>
              <a:rPr sz="1800" dirty="0">
                <a:latin typeface="Corbel"/>
                <a:cs typeface="Corbel"/>
              </a:rPr>
              <a:t>is</a:t>
            </a:r>
            <a:r>
              <a:rPr sz="1800" spc="160" dirty="0">
                <a:latin typeface="Corbel"/>
                <a:cs typeface="Corbel"/>
              </a:rPr>
              <a:t>  </a:t>
            </a:r>
            <a:r>
              <a:rPr sz="1800" dirty="0">
                <a:latin typeface="Corbel"/>
                <a:cs typeface="Corbel"/>
              </a:rPr>
              <a:t>to</a:t>
            </a:r>
            <a:r>
              <a:rPr sz="1800" spc="160" dirty="0">
                <a:latin typeface="Corbel"/>
                <a:cs typeface="Corbel"/>
              </a:rPr>
              <a:t>  </a:t>
            </a:r>
            <a:r>
              <a:rPr sz="1800" dirty="0">
                <a:latin typeface="Corbel"/>
                <a:cs typeface="Corbel"/>
              </a:rPr>
              <a:t>record</a:t>
            </a:r>
            <a:r>
              <a:rPr sz="1800" spc="160" dirty="0">
                <a:latin typeface="Corbel"/>
                <a:cs typeface="Corbel"/>
              </a:rPr>
              <a:t>  </a:t>
            </a:r>
            <a:r>
              <a:rPr sz="1800" dirty="0">
                <a:latin typeface="Corbel"/>
                <a:cs typeface="Corbel"/>
              </a:rPr>
              <a:t>all</a:t>
            </a:r>
            <a:r>
              <a:rPr sz="1800" spc="160" dirty="0">
                <a:latin typeface="Corbel"/>
                <a:cs typeface="Corbel"/>
              </a:rPr>
              <a:t>  </a:t>
            </a:r>
            <a:r>
              <a:rPr sz="1800" dirty="0">
                <a:latin typeface="Corbel"/>
                <a:cs typeface="Corbel"/>
              </a:rPr>
              <a:t>maintenance,</a:t>
            </a:r>
            <a:r>
              <a:rPr sz="1800" spc="160" dirty="0">
                <a:latin typeface="Corbel"/>
                <a:cs typeface="Corbel"/>
              </a:rPr>
              <a:t>  </a:t>
            </a:r>
            <a:r>
              <a:rPr sz="1800" dirty="0">
                <a:latin typeface="Corbel"/>
                <a:cs typeface="Corbel"/>
              </a:rPr>
              <a:t>both</a:t>
            </a:r>
            <a:r>
              <a:rPr sz="1800" spc="165" dirty="0">
                <a:latin typeface="Corbel"/>
                <a:cs typeface="Corbel"/>
              </a:rPr>
              <a:t>  </a:t>
            </a:r>
            <a:r>
              <a:rPr sz="1800" dirty="0">
                <a:latin typeface="Corbel"/>
                <a:cs typeface="Corbel"/>
              </a:rPr>
              <a:t>scheduled</a:t>
            </a:r>
            <a:r>
              <a:rPr sz="1800" spc="155" dirty="0">
                <a:latin typeface="Corbel"/>
                <a:cs typeface="Corbel"/>
              </a:rPr>
              <a:t>  </a:t>
            </a:r>
            <a:r>
              <a:rPr sz="1800" spc="-25" dirty="0">
                <a:latin typeface="Corbel"/>
                <a:cs typeface="Corbel"/>
              </a:rPr>
              <a:t>and </a:t>
            </a:r>
            <a:r>
              <a:rPr sz="1800" dirty="0">
                <a:latin typeface="Corbel"/>
                <a:cs typeface="Corbel"/>
              </a:rPr>
              <a:t>unscheduled,</a:t>
            </a:r>
            <a:r>
              <a:rPr sz="1800" spc="30" dirty="0">
                <a:latin typeface="Corbel"/>
                <a:cs typeface="Corbel"/>
              </a:rPr>
              <a:t> </a:t>
            </a:r>
            <a:r>
              <a:rPr sz="1800" dirty="0">
                <a:latin typeface="Corbel"/>
                <a:cs typeface="Corbel"/>
              </a:rPr>
              <a:t>conducted</a:t>
            </a:r>
            <a:r>
              <a:rPr sz="1800" spc="25" dirty="0">
                <a:latin typeface="Corbel"/>
                <a:cs typeface="Corbel"/>
              </a:rPr>
              <a:t> </a:t>
            </a:r>
            <a:r>
              <a:rPr sz="1800" dirty="0">
                <a:latin typeface="Corbel"/>
                <a:cs typeface="Corbel"/>
              </a:rPr>
              <a:t>on</a:t>
            </a:r>
            <a:r>
              <a:rPr sz="1800" spc="30" dirty="0">
                <a:latin typeface="Corbel"/>
                <a:cs typeface="Corbel"/>
              </a:rPr>
              <a:t> </a:t>
            </a:r>
            <a:r>
              <a:rPr sz="1800" dirty="0">
                <a:latin typeface="Corbel"/>
                <a:cs typeface="Corbel"/>
              </a:rPr>
              <a:t>the</a:t>
            </a:r>
            <a:r>
              <a:rPr sz="1800" spc="30" dirty="0">
                <a:latin typeface="Corbel"/>
                <a:cs typeface="Corbel"/>
              </a:rPr>
              <a:t> </a:t>
            </a:r>
            <a:r>
              <a:rPr sz="1800" dirty="0">
                <a:latin typeface="Corbel"/>
                <a:cs typeface="Corbel"/>
              </a:rPr>
              <a:t>UAS.</a:t>
            </a:r>
            <a:r>
              <a:rPr sz="1800" spc="25" dirty="0">
                <a:latin typeface="Corbel"/>
                <a:cs typeface="Corbel"/>
              </a:rPr>
              <a:t> </a:t>
            </a:r>
            <a:r>
              <a:rPr sz="1800" dirty="0">
                <a:latin typeface="Corbel"/>
                <a:cs typeface="Corbel"/>
              </a:rPr>
              <a:t>As</a:t>
            </a:r>
            <a:r>
              <a:rPr sz="1800" spc="25" dirty="0">
                <a:latin typeface="Corbel"/>
                <a:cs typeface="Corbel"/>
              </a:rPr>
              <a:t> </a:t>
            </a:r>
            <a:r>
              <a:rPr sz="1800" dirty="0">
                <a:latin typeface="Corbel"/>
                <a:cs typeface="Corbel"/>
              </a:rPr>
              <a:t>the</a:t>
            </a:r>
            <a:r>
              <a:rPr sz="1800" spc="30" dirty="0">
                <a:latin typeface="Corbel"/>
                <a:cs typeface="Corbel"/>
              </a:rPr>
              <a:t> </a:t>
            </a:r>
            <a:r>
              <a:rPr sz="1800" dirty="0">
                <a:latin typeface="Corbel"/>
                <a:cs typeface="Corbel"/>
              </a:rPr>
              <a:t>maintenance</a:t>
            </a:r>
            <a:r>
              <a:rPr sz="1800" spc="35" dirty="0">
                <a:latin typeface="Corbel"/>
                <a:cs typeface="Corbel"/>
              </a:rPr>
              <a:t> </a:t>
            </a:r>
            <a:r>
              <a:rPr sz="1800" dirty="0">
                <a:latin typeface="Corbel"/>
                <a:cs typeface="Corbel"/>
              </a:rPr>
              <a:t>log</a:t>
            </a:r>
            <a:r>
              <a:rPr sz="1800" spc="20" dirty="0">
                <a:latin typeface="Corbel"/>
                <a:cs typeface="Corbel"/>
              </a:rPr>
              <a:t> </a:t>
            </a:r>
            <a:r>
              <a:rPr sz="1800" dirty="0">
                <a:latin typeface="Corbel"/>
                <a:cs typeface="Corbel"/>
              </a:rPr>
              <a:t>is</a:t>
            </a:r>
            <a:r>
              <a:rPr sz="1800" spc="25" dirty="0">
                <a:latin typeface="Corbel"/>
                <a:cs typeface="Corbel"/>
              </a:rPr>
              <a:t> </a:t>
            </a:r>
            <a:r>
              <a:rPr sz="1800" dirty="0">
                <a:latin typeface="Corbel"/>
                <a:cs typeface="Corbel"/>
              </a:rPr>
              <a:t>also</a:t>
            </a:r>
            <a:r>
              <a:rPr sz="1800" spc="35" dirty="0">
                <a:latin typeface="Corbel"/>
                <a:cs typeface="Corbel"/>
              </a:rPr>
              <a:t> </a:t>
            </a:r>
            <a:r>
              <a:rPr sz="1800" dirty="0">
                <a:latin typeface="Corbel"/>
                <a:cs typeface="Corbel"/>
              </a:rPr>
              <a:t>used</a:t>
            </a:r>
            <a:r>
              <a:rPr sz="1800" spc="30" dirty="0">
                <a:latin typeface="Corbel"/>
                <a:cs typeface="Corbel"/>
              </a:rPr>
              <a:t> </a:t>
            </a:r>
            <a:r>
              <a:rPr sz="1800" dirty="0">
                <a:latin typeface="Corbel"/>
                <a:cs typeface="Corbel"/>
              </a:rPr>
              <a:t>to</a:t>
            </a:r>
            <a:r>
              <a:rPr sz="1800" spc="30" dirty="0">
                <a:latin typeface="Corbel"/>
                <a:cs typeface="Corbel"/>
              </a:rPr>
              <a:t> </a:t>
            </a:r>
            <a:r>
              <a:rPr sz="1800" dirty="0">
                <a:latin typeface="Corbel"/>
                <a:cs typeface="Corbel"/>
              </a:rPr>
              <a:t>keep</a:t>
            </a:r>
            <a:r>
              <a:rPr sz="1800" spc="25" dirty="0">
                <a:latin typeface="Corbel"/>
                <a:cs typeface="Corbel"/>
              </a:rPr>
              <a:t> </a:t>
            </a:r>
            <a:r>
              <a:rPr sz="1800" dirty="0">
                <a:latin typeface="Corbel"/>
                <a:cs typeface="Corbel"/>
              </a:rPr>
              <a:t>track</a:t>
            </a:r>
            <a:r>
              <a:rPr sz="1800" spc="25" dirty="0">
                <a:latin typeface="Corbel"/>
                <a:cs typeface="Corbel"/>
              </a:rPr>
              <a:t> </a:t>
            </a:r>
            <a:r>
              <a:rPr sz="1800" dirty="0">
                <a:latin typeface="Corbel"/>
                <a:cs typeface="Corbel"/>
              </a:rPr>
              <a:t>the</a:t>
            </a:r>
            <a:r>
              <a:rPr sz="1800" spc="30" dirty="0">
                <a:latin typeface="Corbel"/>
                <a:cs typeface="Corbel"/>
              </a:rPr>
              <a:t> </a:t>
            </a:r>
            <a:r>
              <a:rPr sz="1800" dirty="0">
                <a:latin typeface="Corbel"/>
                <a:cs typeface="Corbel"/>
              </a:rPr>
              <a:t>configuration</a:t>
            </a:r>
            <a:r>
              <a:rPr sz="1800" spc="30" dirty="0">
                <a:latin typeface="Corbel"/>
                <a:cs typeface="Corbel"/>
              </a:rPr>
              <a:t> </a:t>
            </a:r>
            <a:r>
              <a:rPr sz="1800" spc="-25" dirty="0">
                <a:latin typeface="Corbel"/>
                <a:cs typeface="Corbel"/>
              </a:rPr>
              <a:t>of </a:t>
            </a:r>
            <a:r>
              <a:rPr sz="1800" dirty="0">
                <a:latin typeface="Corbel"/>
                <a:cs typeface="Corbel"/>
              </a:rPr>
              <a:t>the</a:t>
            </a:r>
            <a:r>
              <a:rPr sz="1800" spc="-80" dirty="0">
                <a:latin typeface="Corbel"/>
                <a:cs typeface="Corbel"/>
              </a:rPr>
              <a:t> </a:t>
            </a:r>
            <a:r>
              <a:rPr sz="1800" dirty="0">
                <a:latin typeface="Corbel"/>
                <a:cs typeface="Corbel"/>
              </a:rPr>
              <a:t>UA,</a:t>
            </a:r>
            <a:r>
              <a:rPr sz="1800" spc="-35" dirty="0">
                <a:latin typeface="Corbel"/>
                <a:cs typeface="Corbel"/>
              </a:rPr>
              <a:t> </a:t>
            </a:r>
            <a:r>
              <a:rPr sz="1800" dirty="0">
                <a:latin typeface="Corbel"/>
                <a:cs typeface="Corbel"/>
              </a:rPr>
              <a:t>each</a:t>
            </a:r>
            <a:r>
              <a:rPr sz="1800" spc="-70" dirty="0">
                <a:latin typeface="Corbel"/>
                <a:cs typeface="Corbel"/>
              </a:rPr>
              <a:t> </a:t>
            </a:r>
            <a:r>
              <a:rPr sz="1800" dirty="0">
                <a:latin typeface="Corbel"/>
                <a:cs typeface="Corbel"/>
              </a:rPr>
              <a:t>UA</a:t>
            </a:r>
            <a:r>
              <a:rPr sz="1800" spc="-40" dirty="0">
                <a:latin typeface="Corbel"/>
                <a:cs typeface="Corbel"/>
              </a:rPr>
              <a:t> </a:t>
            </a:r>
            <a:r>
              <a:rPr sz="1800" dirty="0">
                <a:latin typeface="Corbel"/>
                <a:cs typeface="Corbel"/>
              </a:rPr>
              <a:t>should</a:t>
            </a:r>
            <a:r>
              <a:rPr sz="1800" spc="-30" dirty="0">
                <a:latin typeface="Corbel"/>
                <a:cs typeface="Corbel"/>
              </a:rPr>
              <a:t> </a:t>
            </a:r>
            <a:r>
              <a:rPr sz="1800" dirty="0">
                <a:latin typeface="Corbel"/>
                <a:cs typeface="Corbel"/>
              </a:rPr>
              <a:t>have</a:t>
            </a:r>
            <a:r>
              <a:rPr sz="1800" spc="-30" dirty="0">
                <a:latin typeface="Corbel"/>
                <a:cs typeface="Corbel"/>
              </a:rPr>
              <a:t> </a:t>
            </a:r>
            <a:r>
              <a:rPr sz="1800" dirty="0">
                <a:latin typeface="Corbel"/>
                <a:cs typeface="Corbel"/>
              </a:rPr>
              <a:t>its</a:t>
            </a:r>
            <a:r>
              <a:rPr sz="1800" spc="-35" dirty="0">
                <a:latin typeface="Corbel"/>
                <a:cs typeface="Corbel"/>
              </a:rPr>
              <a:t> </a:t>
            </a:r>
            <a:r>
              <a:rPr sz="1800" dirty="0">
                <a:latin typeface="Corbel"/>
                <a:cs typeface="Corbel"/>
              </a:rPr>
              <a:t>dedicated</a:t>
            </a:r>
            <a:r>
              <a:rPr sz="1800" spc="-30" dirty="0">
                <a:latin typeface="Corbel"/>
                <a:cs typeface="Corbel"/>
              </a:rPr>
              <a:t> </a:t>
            </a:r>
            <a:r>
              <a:rPr sz="1800" dirty="0">
                <a:latin typeface="Corbel"/>
                <a:cs typeface="Corbel"/>
              </a:rPr>
              <a:t>maintenance</a:t>
            </a:r>
            <a:r>
              <a:rPr sz="1800" spc="-30" dirty="0">
                <a:latin typeface="Corbel"/>
                <a:cs typeface="Corbel"/>
              </a:rPr>
              <a:t> </a:t>
            </a:r>
            <a:r>
              <a:rPr sz="1800" dirty="0">
                <a:latin typeface="Corbel"/>
                <a:cs typeface="Corbel"/>
              </a:rPr>
              <a:t>logbook</a:t>
            </a:r>
            <a:r>
              <a:rPr sz="1800" spc="-35" dirty="0">
                <a:latin typeface="Corbel"/>
                <a:cs typeface="Corbel"/>
              </a:rPr>
              <a:t> </a:t>
            </a:r>
            <a:r>
              <a:rPr sz="1800" dirty="0">
                <a:latin typeface="Corbel"/>
                <a:cs typeface="Corbel"/>
              </a:rPr>
              <a:t>with</a:t>
            </a:r>
            <a:r>
              <a:rPr sz="1800" spc="-30" dirty="0">
                <a:latin typeface="Corbel"/>
                <a:cs typeface="Corbel"/>
              </a:rPr>
              <a:t> </a:t>
            </a:r>
            <a:r>
              <a:rPr sz="1800" dirty="0">
                <a:latin typeface="Corbel"/>
                <a:cs typeface="Corbel"/>
              </a:rPr>
              <a:t>a</a:t>
            </a:r>
            <a:r>
              <a:rPr sz="1800" spc="-25" dirty="0">
                <a:latin typeface="Corbel"/>
                <a:cs typeface="Corbel"/>
              </a:rPr>
              <a:t> </a:t>
            </a:r>
            <a:r>
              <a:rPr sz="1800" dirty="0">
                <a:latin typeface="Corbel"/>
                <a:cs typeface="Corbel"/>
              </a:rPr>
              <a:t>unique</a:t>
            </a:r>
            <a:r>
              <a:rPr sz="1800" spc="-30" dirty="0">
                <a:latin typeface="Corbel"/>
                <a:cs typeface="Corbel"/>
              </a:rPr>
              <a:t> </a:t>
            </a:r>
            <a:r>
              <a:rPr sz="1800" dirty="0">
                <a:latin typeface="Corbel"/>
                <a:cs typeface="Corbel"/>
              </a:rPr>
              <a:t>identifier</a:t>
            </a:r>
            <a:r>
              <a:rPr sz="1800" spc="-35" dirty="0">
                <a:latin typeface="Corbel"/>
                <a:cs typeface="Corbel"/>
              </a:rPr>
              <a:t> </a:t>
            </a:r>
            <a:r>
              <a:rPr sz="1800" dirty="0">
                <a:latin typeface="Corbel"/>
                <a:cs typeface="Corbel"/>
              </a:rPr>
              <a:t>assigned</a:t>
            </a:r>
            <a:r>
              <a:rPr sz="1800" spc="-40" dirty="0">
                <a:latin typeface="Corbel"/>
                <a:cs typeface="Corbel"/>
              </a:rPr>
              <a:t> </a:t>
            </a:r>
            <a:r>
              <a:rPr sz="1800" dirty="0">
                <a:latin typeface="Corbel"/>
                <a:cs typeface="Corbel"/>
              </a:rPr>
              <a:t>to</a:t>
            </a:r>
            <a:r>
              <a:rPr sz="1800" spc="-25" dirty="0">
                <a:latin typeface="Corbel"/>
                <a:cs typeface="Corbel"/>
              </a:rPr>
              <a:t> it.</a:t>
            </a:r>
            <a:endParaRPr sz="1800" dirty="0">
              <a:latin typeface="Corbel"/>
              <a:cs typeface="Corbel"/>
            </a:endParaRPr>
          </a:p>
        </p:txBody>
      </p:sp>
      <p:sp>
        <p:nvSpPr>
          <p:cNvPr id="4" name="object 4"/>
          <p:cNvSpPr txBox="1"/>
          <p:nvPr/>
        </p:nvSpPr>
        <p:spPr>
          <a:xfrm>
            <a:off x="1563035" y="2126996"/>
            <a:ext cx="10221595" cy="553085"/>
          </a:xfrm>
          <a:prstGeom prst="rect">
            <a:avLst/>
          </a:prstGeom>
        </p:spPr>
        <p:txBody>
          <a:bodyPr vert="horz" wrap="square" lIns="0" tIns="38735" rIns="0" bIns="0" rtlCol="0">
            <a:spAutoFit/>
          </a:bodyPr>
          <a:lstStyle/>
          <a:p>
            <a:pPr marL="12700" marR="5080">
              <a:lnSpc>
                <a:spcPts val="1989"/>
              </a:lnSpc>
              <a:spcBef>
                <a:spcPts val="305"/>
              </a:spcBef>
            </a:pPr>
            <a:r>
              <a:rPr sz="1800" dirty="0">
                <a:latin typeface="Corbel"/>
                <a:cs typeface="Corbel"/>
              </a:rPr>
              <a:t>We</a:t>
            </a:r>
            <a:r>
              <a:rPr sz="1800" spc="-10" dirty="0">
                <a:latin typeface="Corbel"/>
                <a:cs typeface="Corbel"/>
              </a:rPr>
              <a:t> </a:t>
            </a:r>
            <a:r>
              <a:rPr sz="1800" dirty="0">
                <a:latin typeface="Corbel"/>
                <a:cs typeface="Corbel"/>
              </a:rPr>
              <a:t>need</a:t>
            </a:r>
            <a:r>
              <a:rPr sz="1800" spc="-10" dirty="0">
                <a:latin typeface="Corbel"/>
                <a:cs typeface="Corbel"/>
              </a:rPr>
              <a:t> </a:t>
            </a:r>
            <a:r>
              <a:rPr sz="1800" dirty="0">
                <a:latin typeface="Corbel"/>
                <a:cs typeface="Corbel"/>
              </a:rPr>
              <a:t>to record</a:t>
            </a:r>
            <a:r>
              <a:rPr sz="1800" spc="-5" dirty="0">
                <a:latin typeface="Corbel"/>
                <a:cs typeface="Corbel"/>
              </a:rPr>
              <a:t> </a:t>
            </a:r>
            <a:r>
              <a:rPr sz="1800" dirty="0">
                <a:latin typeface="Corbel"/>
                <a:cs typeface="Corbel"/>
              </a:rPr>
              <a:t>all</a:t>
            </a:r>
            <a:r>
              <a:rPr sz="1800" spc="-10" dirty="0">
                <a:latin typeface="Corbel"/>
                <a:cs typeface="Corbel"/>
              </a:rPr>
              <a:t> </a:t>
            </a:r>
            <a:r>
              <a:rPr sz="1800" dirty="0">
                <a:latin typeface="Corbel"/>
                <a:cs typeface="Corbel"/>
              </a:rPr>
              <a:t>these</a:t>
            </a:r>
            <a:r>
              <a:rPr sz="1800" spc="-5" dirty="0">
                <a:latin typeface="Corbel"/>
                <a:cs typeface="Corbel"/>
              </a:rPr>
              <a:t> </a:t>
            </a:r>
            <a:r>
              <a:rPr sz="1800" dirty="0">
                <a:latin typeface="Corbel"/>
                <a:cs typeface="Corbel"/>
              </a:rPr>
              <a:t>logs</a:t>
            </a:r>
            <a:r>
              <a:rPr sz="1800" spc="-5" dirty="0">
                <a:latin typeface="Corbel"/>
                <a:cs typeface="Corbel"/>
              </a:rPr>
              <a:t> </a:t>
            </a:r>
            <a:r>
              <a:rPr sz="1800" dirty="0">
                <a:latin typeface="Corbel"/>
                <a:cs typeface="Corbel"/>
              </a:rPr>
              <a:t>for</a:t>
            </a:r>
            <a:r>
              <a:rPr sz="1800" spc="-10" dirty="0">
                <a:latin typeface="Corbel"/>
                <a:cs typeface="Corbel"/>
              </a:rPr>
              <a:t> </a:t>
            </a:r>
            <a:r>
              <a:rPr sz="1800" dirty="0">
                <a:latin typeface="Corbel"/>
                <a:cs typeface="Corbel"/>
              </a:rPr>
              <a:t>easy troubleshooting</a:t>
            </a:r>
            <a:r>
              <a:rPr sz="1800" spc="-15" dirty="0">
                <a:latin typeface="Corbel"/>
                <a:cs typeface="Corbel"/>
              </a:rPr>
              <a:t> </a:t>
            </a:r>
            <a:r>
              <a:rPr sz="1800" dirty="0">
                <a:latin typeface="Corbel"/>
                <a:cs typeface="Corbel"/>
              </a:rPr>
              <a:t>of</a:t>
            </a:r>
            <a:r>
              <a:rPr sz="1800" spc="-5" dirty="0">
                <a:latin typeface="Corbel"/>
                <a:cs typeface="Corbel"/>
              </a:rPr>
              <a:t> </a:t>
            </a:r>
            <a:r>
              <a:rPr sz="1800" dirty="0">
                <a:latin typeface="Corbel"/>
                <a:cs typeface="Corbel"/>
              </a:rPr>
              <a:t>damages and</a:t>
            </a:r>
            <a:r>
              <a:rPr sz="1800" spc="-5" dirty="0">
                <a:latin typeface="Corbel"/>
                <a:cs typeface="Corbel"/>
              </a:rPr>
              <a:t> </a:t>
            </a:r>
            <a:r>
              <a:rPr sz="1800" dirty="0">
                <a:latin typeface="Corbel"/>
                <a:cs typeface="Corbel"/>
              </a:rPr>
              <a:t>to avoid</a:t>
            </a:r>
            <a:r>
              <a:rPr sz="1800" spc="355" dirty="0">
                <a:latin typeface="Corbel"/>
                <a:cs typeface="Corbel"/>
              </a:rPr>
              <a:t> </a:t>
            </a:r>
            <a:r>
              <a:rPr sz="1800" dirty="0">
                <a:latin typeface="Corbel"/>
                <a:cs typeface="Corbel"/>
              </a:rPr>
              <a:t>unintentionally UA</a:t>
            </a:r>
            <a:r>
              <a:rPr sz="1800" spc="-5" dirty="0">
                <a:latin typeface="Corbel"/>
                <a:cs typeface="Corbel"/>
              </a:rPr>
              <a:t> </a:t>
            </a:r>
            <a:r>
              <a:rPr sz="1800" spc="-10" dirty="0">
                <a:latin typeface="Corbel"/>
                <a:cs typeface="Corbel"/>
              </a:rPr>
              <a:t>crash </a:t>
            </a:r>
            <a:r>
              <a:rPr sz="1800" dirty="0">
                <a:latin typeface="Corbel"/>
                <a:cs typeface="Corbel"/>
              </a:rPr>
              <a:t>for</a:t>
            </a:r>
            <a:r>
              <a:rPr sz="1800" spc="-35" dirty="0">
                <a:latin typeface="Corbel"/>
                <a:cs typeface="Corbel"/>
              </a:rPr>
              <a:t> </a:t>
            </a:r>
            <a:r>
              <a:rPr sz="1800" dirty="0">
                <a:latin typeface="Corbel"/>
                <a:cs typeface="Corbel"/>
              </a:rPr>
              <a:t>safe</a:t>
            </a:r>
            <a:r>
              <a:rPr sz="1800" spc="-20" dirty="0">
                <a:latin typeface="Corbel"/>
                <a:cs typeface="Corbel"/>
              </a:rPr>
              <a:t> </a:t>
            </a:r>
            <a:r>
              <a:rPr sz="1800" spc="-10" dirty="0">
                <a:latin typeface="Corbel"/>
                <a:cs typeface="Corbel"/>
              </a:rPr>
              <a:t>operation.</a:t>
            </a:r>
            <a:endParaRPr sz="1800" dirty="0">
              <a:latin typeface="Corbel"/>
              <a:cs typeface="Corbe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1957" y="1249171"/>
            <a:ext cx="9419590" cy="299720"/>
          </a:xfrm>
          <a:prstGeom prst="rect">
            <a:avLst/>
          </a:prstGeom>
        </p:spPr>
        <p:txBody>
          <a:bodyPr vert="horz" wrap="square" lIns="0" tIns="12700" rIns="0" bIns="0" rtlCol="0">
            <a:spAutoFit/>
          </a:bodyPr>
          <a:lstStyle/>
          <a:p>
            <a:pPr marL="12700">
              <a:lnSpc>
                <a:spcPct val="100000"/>
              </a:lnSpc>
              <a:spcBef>
                <a:spcPts val="100"/>
              </a:spcBef>
            </a:pPr>
            <a:r>
              <a:rPr sz="1800" dirty="0"/>
              <a:t>UAS</a:t>
            </a:r>
            <a:r>
              <a:rPr sz="1800" spc="-35" dirty="0"/>
              <a:t> </a:t>
            </a:r>
            <a:r>
              <a:rPr sz="1800" dirty="0"/>
              <a:t>owners</a:t>
            </a:r>
            <a:r>
              <a:rPr sz="1800" spc="-35" dirty="0"/>
              <a:t> </a:t>
            </a:r>
            <a:r>
              <a:rPr sz="1800" dirty="0"/>
              <a:t>and</a:t>
            </a:r>
            <a:r>
              <a:rPr sz="1800" spc="-30" dirty="0"/>
              <a:t> </a:t>
            </a:r>
            <a:r>
              <a:rPr sz="1800" dirty="0"/>
              <a:t>operators</a:t>
            </a:r>
            <a:r>
              <a:rPr sz="1800" spc="-35" dirty="0"/>
              <a:t> </a:t>
            </a:r>
            <a:r>
              <a:rPr sz="1800" dirty="0"/>
              <a:t>or</a:t>
            </a:r>
            <a:r>
              <a:rPr sz="1800" spc="-35" dirty="0"/>
              <a:t> </a:t>
            </a:r>
            <a:r>
              <a:rPr sz="1800" dirty="0"/>
              <a:t>anyone</a:t>
            </a:r>
            <a:r>
              <a:rPr sz="1800" spc="-30" dirty="0"/>
              <a:t> </a:t>
            </a:r>
            <a:r>
              <a:rPr sz="1800" dirty="0"/>
              <a:t>that</a:t>
            </a:r>
            <a:r>
              <a:rPr sz="1800" spc="-30" dirty="0"/>
              <a:t> </a:t>
            </a:r>
            <a:r>
              <a:rPr sz="1800" dirty="0"/>
              <a:t>is</a:t>
            </a:r>
            <a:r>
              <a:rPr sz="1800" spc="-30" dirty="0"/>
              <a:t> </a:t>
            </a:r>
            <a:r>
              <a:rPr sz="1800" dirty="0"/>
              <a:t>conducting</a:t>
            </a:r>
            <a:r>
              <a:rPr sz="1800" spc="-35" dirty="0"/>
              <a:t> </a:t>
            </a:r>
            <a:r>
              <a:rPr sz="1800" dirty="0"/>
              <a:t>a</a:t>
            </a:r>
            <a:r>
              <a:rPr sz="1800" spc="-25" dirty="0"/>
              <a:t> </a:t>
            </a:r>
            <a:r>
              <a:rPr sz="1800" dirty="0"/>
              <a:t>repair</a:t>
            </a:r>
            <a:r>
              <a:rPr sz="1800" spc="-35" dirty="0"/>
              <a:t> </a:t>
            </a:r>
            <a:r>
              <a:rPr sz="1800" dirty="0"/>
              <a:t>should</a:t>
            </a:r>
            <a:r>
              <a:rPr sz="1800" spc="-30" dirty="0"/>
              <a:t> </a:t>
            </a:r>
            <a:r>
              <a:rPr sz="1800" dirty="0"/>
              <a:t>follow</a:t>
            </a:r>
            <a:r>
              <a:rPr sz="1800" spc="-25" dirty="0"/>
              <a:t> </a:t>
            </a:r>
            <a:r>
              <a:rPr sz="1800" dirty="0"/>
              <a:t>the</a:t>
            </a:r>
            <a:r>
              <a:rPr sz="1800" spc="-25" dirty="0"/>
              <a:t> </a:t>
            </a:r>
            <a:r>
              <a:rPr sz="1800" spc="-10" dirty="0"/>
              <a:t>(OEM)</a:t>
            </a:r>
            <a:r>
              <a:rPr sz="1800" spc="-30" dirty="0"/>
              <a:t> </a:t>
            </a:r>
            <a:r>
              <a:rPr sz="1800" spc="-10" dirty="0"/>
              <a:t>guidelines.</a:t>
            </a:r>
            <a:endParaRPr sz="1800" dirty="0"/>
          </a:p>
        </p:txBody>
      </p:sp>
      <p:sp>
        <p:nvSpPr>
          <p:cNvPr id="3" name="object 3"/>
          <p:cNvSpPr txBox="1"/>
          <p:nvPr/>
        </p:nvSpPr>
        <p:spPr>
          <a:xfrm>
            <a:off x="1541957" y="1742947"/>
            <a:ext cx="10357485" cy="1531620"/>
          </a:xfrm>
          <a:prstGeom prst="rect">
            <a:avLst/>
          </a:prstGeom>
        </p:spPr>
        <p:txBody>
          <a:bodyPr vert="horz" wrap="square" lIns="0" tIns="48260" rIns="0" bIns="0" rtlCol="0">
            <a:spAutoFit/>
          </a:bodyPr>
          <a:lstStyle/>
          <a:p>
            <a:pPr marL="12700" marR="5080" algn="just">
              <a:lnSpc>
                <a:spcPts val="1900"/>
              </a:lnSpc>
              <a:spcBef>
                <a:spcPts val="380"/>
              </a:spcBef>
            </a:pPr>
            <a:r>
              <a:rPr sz="1800" dirty="0">
                <a:latin typeface="Corbel"/>
                <a:cs typeface="Corbel"/>
              </a:rPr>
              <a:t>As</a:t>
            </a:r>
            <a:r>
              <a:rPr sz="1800" spc="290" dirty="0">
                <a:latin typeface="Corbel"/>
                <a:cs typeface="Corbel"/>
              </a:rPr>
              <a:t> </a:t>
            </a:r>
            <a:r>
              <a:rPr sz="1800" dirty="0">
                <a:latin typeface="Corbel"/>
                <a:cs typeface="Corbel"/>
              </a:rPr>
              <a:t>(OEM)</a:t>
            </a:r>
            <a:r>
              <a:rPr sz="1800" spc="290" dirty="0">
                <a:latin typeface="Corbel"/>
                <a:cs typeface="Corbel"/>
              </a:rPr>
              <a:t> </a:t>
            </a:r>
            <a:r>
              <a:rPr sz="1800" dirty="0">
                <a:latin typeface="Corbel"/>
                <a:cs typeface="Corbel"/>
              </a:rPr>
              <a:t>guidelines</a:t>
            </a:r>
            <a:r>
              <a:rPr sz="1800" spc="290" dirty="0">
                <a:latin typeface="Corbel"/>
                <a:cs typeface="Corbel"/>
              </a:rPr>
              <a:t> </a:t>
            </a:r>
            <a:r>
              <a:rPr sz="1800" dirty="0">
                <a:latin typeface="Corbel"/>
                <a:cs typeface="Corbel"/>
              </a:rPr>
              <a:t>have</a:t>
            </a:r>
            <a:r>
              <a:rPr sz="1800" spc="300" dirty="0">
                <a:latin typeface="Corbel"/>
                <a:cs typeface="Corbel"/>
              </a:rPr>
              <a:t> </a:t>
            </a:r>
            <a:r>
              <a:rPr sz="1800" dirty="0">
                <a:latin typeface="Corbel"/>
                <a:cs typeface="Corbel"/>
              </a:rPr>
              <a:t>the</a:t>
            </a:r>
            <a:r>
              <a:rPr sz="1800" spc="295" dirty="0">
                <a:latin typeface="Corbel"/>
                <a:cs typeface="Corbel"/>
              </a:rPr>
              <a:t> </a:t>
            </a:r>
            <a:r>
              <a:rPr sz="1800" dirty="0">
                <a:latin typeface="Corbel"/>
                <a:cs typeface="Corbel"/>
              </a:rPr>
              <a:t>specifications</a:t>
            </a:r>
            <a:r>
              <a:rPr sz="1800" spc="290" dirty="0">
                <a:latin typeface="Corbel"/>
                <a:cs typeface="Corbel"/>
              </a:rPr>
              <a:t> </a:t>
            </a:r>
            <a:r>
              <a:rPr sz="1800" dirty="0">
                <a:latin typeface="Corbel"/>
                <a:cs typeface="Corbel"/>
              </a:rPr>
              <a:t>and</a:t>
            </a:r>
            <a:r>
              <a:rPr sz="1800" spc="290" dirty="0">
                <a:latin typeface="Corbel"/>
                <a:cs typeface="Corbel"/>
              </a:rPr>
              <a:t> </a:t>
            </a:r>
            <a:r>
              <a:rPr sz="1800" dirty="0">
                <a:latin typeface="Corbel"/>
                <a:cs typeface="Corbel"/>
              </a:rPr>
              <a:t>equipment</a:t>
            </a:r>
            <a:r>
              <a:rPr sz="1800" spc="300" dirty="0">
                <a:latin typeface="Corbel"/>
                <a:cs typeface="Corbel"/>
              </a:rPr>
              <a:t> </a:t>
            </a:r>
            <a:r>
              <a:rPr sz="1800" dirty="0">
                <a:latin typeface="Corbel"/>
                <a:cs typeface="Corbel"/>
              </a:rPr>
              <a:t>to</a:t>
            </a:r>
            <a:r>
              <a:rPr sz="1800" spc="295" dirty="0">
                <a:latin typeface="Corbel"/>
                <a:cs typeface="Corbel"/>
              </a:rPr>
              <a:t> </a:t>
            </a:r>
            <a:r>
              <a:rPr sz="1800" dirty="0">
                <a:latin typeface="Corbel"/>
                <a:cs typeface="Corbel"/>
              </a:rPr>
              <a:t>make</a:t>
            </a:r>
            <a:r>
              <a:rPr sz="1800" spc="295" dirty="0">
                <a:latin typeface="Corbel"/>
                <a:cs typeface="Corbel"/>
              </a:rPr>
              <a:t> </a:t>
            </a:r>
            <a:r>
              <a:rPr sz="1800" dirty="0">
                <a:latin typeface="Corbel"/>
                <a:cs typeface="Corbel"/>
              </a:rPr>
              <a:t>the</a:t>
            </a:r>
            <a:r>
              <a:rPr sz="1800" spc="295" dirty="0">
                <a:latin typeface="Corbel"/>
                <a:cs typeface="Corbel"/>
              </a:rPr>
              <a:t> </a:t>
            </a:r>
            <a:r>
              <a:rPr sz="1800" dirty="0">
                <a:latin typeface="Corbel"/>
                <a:cs typeface="Corbel"/>
              </a:rPr>
              <a:t>right</a:t>
            </a:r>
            <a:r>
              <a:rPr sz="1800" spc="295" dirty="0">
                <a:latin typeface="Corbel"/>
                <a:cs typeface="Corbel"/>
              </a:rPr>
              <a:t> </a:t>
            </a:r>
            <a:r>
              <a:rPr sz="1800" dirty="0">
                <a:latin typeface="Corbel"/>
                <a:cs typeface="Corbel"/>
              </a:rPr>
              <a:t>replacement</a:t>
            </a:r>
            <a:r>
              <a:rPr sz="1800" spc="295" dirty="0">
                <a:latin typeface="Corbel"/>
                <a:cs typeface="Corbel"/>
              </a:rPr>
              <a:t> </a:t>
            </a:r>
            <a:r>
              <a:rPr sz="1800" dirty="0">
                <a:latin typeface="Corbel"/>
                <a:cs typeface="Corbel"/>
              </a:rPr>
              <a:t>parts</a:t>
            </a:r>
            <a:r>
              <a:rPr sz="1800" spc="290" dirty="0">
                <a:latin typeface="Corbel"/>
                <a:cs typeface="Corbel"/>
              </a:rPr>
              <a:t> </a:t>
            </a:r>
            <a:r>
              <a:rPr sz="1800" dirty="0">
                <a:latin typeface="Corbel"/>
                <a:cs typeface="Corbel"/>
              </a:rPr>
              <a:t>for</a:t>
            </a:r>
            <a:r>
              <a:rPr sz="1800" spc="290" dirty="0">
                <a:latin typeface="Corbel"/>
                <a:cs typeface="Corbel"/>
              </a:rPr>
              <a:t> </a:t>
            </a:r>
            <a:r>
              <a:rPr sz="1800" spc="-25" dirty="0">
                <a:latin typeface="Corbel"/>
                <a:cs typeface="Corbel"/>
              </a:rPr>
              <a:t>the </a:t>
            </a:r>
            <a:r>
              <a:rPr sz="1800" spc="-10" dirty="0">
                <a:latin typeface="Corbel"/>
                <a:cs typeface="Corbel"/>
              </a:rPr>
              <a:t>damaged</a:t>
            </a:r>
            <a:r>
              <a:rPr sz="1800" spc="-35" dirty="0">
                <a:latin typeface="Corbel"/>
                <a:cs typeface="Corbel"/>
              </a:rPr>
              <a:t> </a:t>
            </a:r>
            <a:r>
              <a:rPr sz="1800" spc="-25" dirty="0">
                <a:latin typeface="Corbel"/>
                <a:cs typeface="Corbel"/>
              </a:rPr>
              <a:t>UA.</a:t>
            </a:r>
            <a:endParaRPr sz="1800" dirty="0">
              <a:latin typeface="Corbel"/>
              <a:cs typeface="Corbel"/>
            </a:endParaRPr>
          </a:p>
          <a:p>
            <a:pPr marL="12700" marR="5080" algn="just">
              <a:lnSpc>
                <a:spcPct val="90000"/>
              </a:lnSpc>
              <a:spcBef>
                <a:spcPts val="1945"/>
              </a:spcBef>
            </a:pPr>
            <a:r>
              <a:rPr sz="1800" dirty="0">
                <a:latin typeface="Corbel"/>
                <a:cs typeface="Corbel"/>
              </a:rPr>
              <a:t>Failure</a:t>
            </a:r>
            <a:r>
              <a:rPr sz="1800" spc="270" dirty="0">
                <a:latin typeface="Corbel"/>
                <a:cs typeface="Corbel"/>
              </a:rPr>
              <a:t> </a:t>
            </a:r>
            <a:r>
              <a:rPr sz="1800" dirty="0">
                <a:latin typeface="Corbel"/>
                <a:cs typeface="Corbel"/>
              </a:rPr>
              <a:t>to</a:t>
            </a:r>
            <a:r>
              <a:rPr sz="1800" spc="270" dirty="0">
                <a:latin typeface="Corbel"/>
                <a:cs typeface="Corbel"/>
              </a:rPr>
              <a:t> </a:t>
            </a:r>
            <a:r>
              <a:rPr sz="1800" dirty="0">
                <a:latin typeface="Corbel"/>
                <a:cs typeface="Corbel"/>
              </a:rPr>
              <a:t>do</a:t>
            </a:r>
            <a:r>
              <a:rPr sz="1800" spc="275" dirty="0">
                <a:latin typeface="Corbel"/>
                <a:cs typeface="Corbel"/>
              </a:rPr>
              <a:t> </a:t>
            </a:r>
            <a:r>
              <a:rPr sz="1800" dirty="0">
                <a:latin typeface="Corbel"/>
                <a:cs typeface="Corbel"/>
              </a:rPr>
              <a:t>so</a:t>
            </a:r>
            <a:r>
              <a:rPr sz="1800" spc="270" dirty="0">
                <a:latin typeface="Corbel"/>
                <a:cs typeface="Corbel"/>
              </a:rPr>
              <a:t> </a:t>
            </a:r>
            <a:r>
              <a:rPr sz="1800" dirty="0">
                <a:latin typeface="Corbel"/>
                <a:cs typeface="Corbel"/>
              </a:rPr>
              <a:t>may</a:t>
            </a:r>
            <a:r>
              <a:rPr sz="1800" spc="265" dirty="0">
                <a:latin typeface="Corbel"/>
                <a:cs typeface="Corbel"/>
              </a:rPr>
              <a:t> </a:t>
            </a:r>
            <a:r>
              <a:rPr sz="1800" dirty="0">
                <a:latin typeface="Corbel"/>
                <a:cs typeface="Corbel"/>
              </a:rPr>
              <a:t>lead</a:t>
            </a:r>
            <a:r>
              <a:rPr sz="1800" spc="265" dirty="0">
                <a:latin typeface="Corbel"/>
                <a:cs typeface="Corbel"/>
              </a:rPr>
              <a:t> </a:t>
            </a:r>
            <a:r>
              <a:rPr sz="1800" dirty="0">
                <a:latin typeface="Corbel"/>
                <a:cs typeface="Corbel"/>
              </a:rPr>
              <a:t>to</a:t>
            </a:r>
            <a:r>
              <a:rPr sz="1800" spc="270" dirty="0">
                <a:latin typeface="Corbel"/>
                <a:cs typeface="Corbel"/>
              </a:rPr>
              <a:t> </a:t>
            </a:r>
            <a:r>
              <a:rPr sz="1800" dirty="0">
                <a:latin typeface="Corbel"/>
                <a:cs typeface="Corbel"/>
              </a:rPr>
              <a:t>potentially</a:t>
            </a:r>
            <a:r>
              <a:rPr sz="1800" spc="275" dirty="0">
                <a:latin typeface="Corbel"/>
                <a:cs typeface="Corbel"/>
              </a:rPr>
              <a:t> </a:t>
            </a:r>
            <a:r>
              <a:rPr sz="1800" dirty="0">
                <a:latin typeface="Corbel"/>
                <a:cs typeface="Corbel"/>
              </a:rPr>
              <a:t>devastating</a:t>
            </a:r>
            <a:r>
              <a:rPr sz="1800" spc="260" dirty="0">
                <a:latin typeface="Corbel"/>
                <a:cs typeface="Corbel"/>
              </a:rPr>
              <a:t> </a:t>
            </a:r>
            <a:r>
              <a:rPr sz="1800" dirty="0">
                <a:latin typeface="Corbel"/>
                <a:cs typeface="Corbel"/>
              </a:rPr>
              <a:t>consequences</a:t>
            </a:r>
            <a:r>
              <a:rPr sz="1800" spc="265" dirty="0">
                <a:latin typeface="Corbel"/>
                <a:cs typeface="Corbel"/>
              </a:rPr>
              <a:t> </a:t>
            </a:r>
            <a:r>
              <a:rPr sz="1800" dirty="0">
                <a:latin typeface="Corbel"/>
                <a:cs typeface="Corbel"/>
              </a:rPr>
              <a:t>for</a:t>
            </a:r>
            <a:r>
              <a:rPr sz="1800" spc="265" dirty="0">
                <a:latin typeface="Corbel"/>
                <a:cs typeface="Corbel"/>
              </a:rPr>
              <a:t> </a:t>
            </a:r>
            <a:r>
              <a:rPr sz="1800" dirty="0">
                <a:latin typeface="Corbel"/>
                <a:cs typeface="Corbel"/>
              </a:rPr>
              <a:t>safety,</a:t>
            </a:r>
            <a:r>
              <a:rPr sz="1800" spc="270" dirty="0">
                <a:latin typeface="Corbel"/>
                <a:cs typeface="Corbel"/>
              </a:rPr>
              <a:t> </a:t>
            </a:r>
            <a:r>
              <a:rPr sz="1800" dirty="0">
                <a:latin typeface="Corbel"/>
                <a:cs typeface="Corbel"/>
              </a:rPr>
              <a:t>UA</a:t>
            </a:r>
            <a:r>
              <a:rPr sz="1800" spc="265" dirty="0">
                <a:latin typeface="Corbel"/>
                <a:cs typeface="Corbel"/>
              </a:rPr>
              <a:t> </a:t>
            </a:r>
            <a:r>
              <a:rPr sz="1800" dirty="0">
                <a:latin typeface="Corbel"/>
                <a:cs typeface="Corbel"/>
              </a:rPr>
              <a:t>performance</a:t>
            </a:r>
            <a:r>
              <a:rPr sz="1800" spc="270" dirty="0">
                <a:latin typeface="Corbel"/>
                <a:cs typeface="Corbel"/>
              </a:rPr>
              <a:t> </a:t>
            </a:r>
            <a:r>
              <a:rPr sz="1800" dirty="0">
                <a:latin typeface="Corbel"/>
                <a:cs typeface="Corbel"/>
              </a:rPr>
              <a:t>and</a:t>
            </a:r>
            <a:r>
              <a:rPr sz="1800" spc="265" dirty="0">
                <a:latin typeface="Corbel"/>
                <a:cs typeface="Corbel"/>
              </a:rPr>
              <a:t> </a:t>
            </a:r>
            <a:r>
              <a:rPr sz="1800" spc="-10" dirty="0">
                <a:latin typeface="Corbel"/>
                <a:cs typeface="Corbel"/>
              </a:rPr>
              <a:t>flight </a:t>
            </a:r>
            <a:r>
              <a:rPr sz="1800" dirty="0">
                <a:latin typeface="Corbel"/>
                <a:cs typeface="Corbel"/>
              </a:rPr>
              <a:t>characteristics</a:t>
            </a:r>
            <a:r>
              <a:rPr sz="1800" spc="300" dirty="0">
                <a:latin typeface="Corbel"/>
                <a:cs typeface="Corbel"/>
              </a:rPr>
              <a:t> </a:t>
            </a:r>
            <a:r>
              <a:rPr sz="1800" dirty="0">
                <a:latin typeface="Corbel"/>
                <a:cs typeface="Corbel"/>
              </a:rPr>
              <a:t>due</a:t>
            </a:r>
            <a:r>
              <a:rPr sz="1800" spc="315" dirty="0">
                <a:latin typeface="Corbel"/>
                <a:cs typeface="Corbel"/>
              </a:rPr>
              <a:t> </a:t>
            </a:r>
            <a:r>
              <a:rPr sz="1800" dirty="0">
                <a:latin typeface="Corbel"/>
                <a:cs typeface="Corbel"/>
              </a:rPr>
              <a:t>to</a:t>
            </a:r>
            <a:r>
              <a:rPr sz="1800" spc="315" dirty="0">
                <a:latin typeface="Corbel"/>
                <a:cs typeface="Corbel"/>
              </a:rPr>
              <a:t> </a:t>
            </a:r>
            <a:r>
              <a:rPr sz="1800" dirty="0">
                <a:latin typeface="Corbel"/>
                <a:cs typeface="Corbel"/>
              </a:rPr>
              <a:t>the</a:t>
            </a:r>
            <a:r>
              <a:rPr sz="1800" spc="320" dirty="0">
                <a:latin typeface="Corbel"/>
                <a:cs typeface="Corbel"/>
              </a:rPr>
              <a:t> </a:t>
            </a:r>
            <a:r>
              <a:rPr sz="1800" spc="-10" dirty="0">
                <a:latin typeface="Corbel"/>
                <a:cs typeface="Corbel"/>
              </a:rPr>
              <a:t>non-</a:t>
            </a:r>
            <a:r>
              <a:rPr sz="1800" dirty="0">
                <a:latin typeface="Corbel"/>
                <a:cs typeface="Corbel"/>
              </a:rPr>
              <a:t>fully</a:t>
            </a:r>
            <a:r>
              <a:rPr sz="1800" spc="310" dirty="0">
                <a:latin typeface="Corbel"/>
                <a:cs typeface="Corbel"/>
              </a:rPr>
              <a:t> </a:t>
            </a:r>
            <a:r>
              <a:rPr sz="1800" dirty="0">
                <a:latin typeface="Corbel"/>
                <a:cs typeface="Corbel"/>
              </a:rPr>
              <a:t>compatibility</a:t>
            </a:r>
            <a:r>
              <a:rPr sz="1800" spc="305" dirty="0">
                <a:latin typeface="Corbel"/>
                <a:cs typeface="Corbel"/>
              </a:rPr>
              <a:t> </a:t>
            </a:r>
            <a:r>
              <a:rPr sz="1800" dirty="0">
                <a:latin typeface="Corbel"/>
                <a:cs typeface="Corbel"/>
              </a:rPr>
              <a:t>of</a:t>
            </a:r>
            <a:r>
              <a:rPr sz="1800" spc="320" dirty="0">
                <a:latin typeface="Corbel"/>
                <a:cs typeface="Corbel"/>
              </a:rPr>
              <a:t> </a:t>
            </a:r>
            <a:r>
              <a:rPr sz="1800" dirty="0">
                <a:latin typeface="Corbel"/>
                <a:cs typeface="Corbel"/>
              </a:rPr>
              <a:t>the</a:t>
            </a:r>
            <a:r>
              <a:rPr sz="1800" spc="315" dirty="0">
                <a:latin typeface="Corbel"/>
                <a:cs typeface="Corbel"/>
              </a:rPr>
              <a:t> </a:t>
            </a:r>
            <a:r>
              <a:rPr sz="1800" dirty="0">
                <a:latin typeface="Corbel"/>
                <a:cs typeface="Corbel"/>
              </a:rPr>
              <a:t>replaced</a:t>
            </a:r>
            <a:r>
              <a:rPr sz="1800" spc="310" dirty="0">
                <a:latin typeface="Corbel"/>
                <a:cs typeface="Corbel"/>
              </a:rPr>
              <a:t> </a:t>
            </a:r>
            <a:r>
              <a:rPr sz="1800" dirty="0">
                <a:latin typeface="Corbel"/>
                <a:cs typeface="Corbel"/>
              </a:rPr>
              <a:t>components</a:t>
            </a:r>
            <a:r>
              <a:rPr sz="1800" spc="315" dirty="0">
                <a:latin typeface="Corbel"/>
                <a:cs typeface="Corbel"/>
              </a:rPr>
              <a:t> </a:t>
            </a:r>
            <a:r>
              <a:rPr sz="1800" dirty="0">
                <a:latin typeface="Corbel"/>
                <a:cs typeface="Corbel"/>
              </a:rPr>
              <a:t>or</a:t>
            </a:r>
            <a:r>
              <a:rPr sz="1800" spc="310" dirty="0">
                <a:latin typeface="Corbel"/>
                <a:cs typeface="Corbel"/>
              </a:rPr>
              <a:t> </a:t>
            </a:r>
            <a:r>
              <a:rPr sz="1800" dirty="0">
                <a:latin typeface="Corbel"/>
                <a:cs typeface="Corbel"/>
              </a:rPr>
              <a:t>components</a:t>
            </a:r>
            <a:r>
              <a:rPr sz="1800" spc="310" dirty="0">
                <a:latin typeface="Corbel"/>
                <a:cs typeface="Corbel"/>
              </a:rPr>
              <a:t> </a:t>
            </a:r>
            <a:r>
              <a:rPr sz="1800" dirty="0">
                <a:latin typeface="Corbel"/>
                <a:cs typeface="Corbel"/>
              </a:rPr>
              <a:t>that</a:t>
            </a:r>
            <a:r>
              <a:rPr sz="1800" spc="315" dirty="0">
                <a:latin typeface="Corbel"/>
                <a:cs typeface="Corbel"/>
              </a:rPr>
              <a:t> </a:t>
            </a:r>
            <a:r>
              <a:rPr sz="1800" dirty="0">
                <a:latin typeface="Corbel"/>
                <a:cs typeface="Corbel"/>
              </a:rPr>
              <a:t>is</a:t>
            </a:r>
            <a:r>
              <a:rPr sz="1800" spc="310" dirty="0">
                <a:latin typeface="Corbel"/>
                <a:cs typeface="Corbel"/>
              </a:rPr>
              <a:t> </a:t>
            </a:r>
            <a:r>
              <a:rPr sz="1800" spc="-25" dirty="0">
                <a:latin typeface="Corbel"/>
                <a:cs typeface="Corbel"/>
              </a:rPr>
              <a:t>not </a:t>
            </a:r>
            <a:r>
              <a:rPr sz="1800" dirty="0">
                <a:latin typeface="Corbel"/>
                <a:cs typeface="Corbel"/>
              </a:rPr>
              <a:t>originally</a:t>
            </a:r>
            <a:r>
              <a:rPr sz="1800" spc="-45" dirty="0">
                <a:latin typeface="Corbel"/>
                <a:cs typeface="Corbel"/>
              </a:rPr>
              <a:t> </a:t>
            </a:r>
            <a:r>
              <a:rPr sz="1800" dirty="0">
                <a:latin typeface="Corbel"/>
                <a:cs typeface="Corbel"/>
              </a:rPr>
              <a:t>designed</a:t>
            </a:r>
            <a:r>
              <a:rPr sz="1800" spc="-40" dirty="0">
                <a:latin typeface="Corbel"/>
                <a:cs typeface="Corbel"/>
              </a:rPr>
              <a:t> </a:t>
            </a:r>
            <a:r>
              <a:rPr sz="1800" dirty="0">
                <a:latin typeface="Corbel"/>
                <a:cs typeface="Corbel"/>
              </a:rPr>
              <a:t>for</a:t>
            </a:r>
            <a:r>
              <a:rPr sz="1800" spc="-45" dirty="0">
                <a:latin typeface="Corbel"/>
                <a:cs typeface="Corbel"/>
              </a:rPr>
              <a:t> </a:t>
            </a:r>
            <a:r>
              <a:rPr sz="1800" dirty="0">
                <a:latin typeface="Corbel"/>
                <a:cs typeface="Corbel"/>
              </a:rPr>
              <a:t>the</a:t>
            </a:r>
            <a:r>
              <a:rPr sz="1800" spc="-85" dirty="0">
                <a:latin typeface="Corbel"/>
                <a:cs typeface="Corbel"/>
              </a:rPr>
              <a:t> </a:t>
            </a:r>
            <a:r>
              <a:rPr sz="1800" spc="-25" dirty="0">
                <a:latin typeface="Corbel"/>
                <a:cs typeface="Corbel"/>
              </a:rPr>
              <a:t>UA.</a:t>
            </a:r>
            <a:endParaRPr sz="1800" dirty="0">
              <a:latin typeface="Corbel"/>
              <a:cs typeface="Corbel"/>
            </a:endParaRPr>
          </a:p>
        </p:txBody>
      </p:sp>
      <p:sp>
        <p:nvSpPr>
          <p:cNvPr id="4" name="object 4"/>
          <p:cNvSpPr txBox="1"/>
          <p:nvPr/>
        </p:nvSpPr>
        <p:spPr>
          <a:xfrm>
            <a:off x="1541973" y="686307"/>
            <a:ext cx="5697855" cy="269240"/>
          </a:xfrm>
          <a:prstGeom prst="rect">
            <a:avLst/>
          </a:prstGeom>
        </p:spPr>
        <p:txBody>
          <a:bodyPr vert="horz" wrap="square" lIns="0" tIns="12700" rIns="0" bIns="0" rtlCol="0">
            <a:spAutoFit/>
          </a:bodyPr>
          <a:lstStyle/>
          <a:p>
            <a:pPr marL="12700">
              <a:lnSpc>
                <a:spcPct val="100000"/>
              </a:lnSpc>
              <a:spcBef>
                <a:spcPts val="100"/>
              </a:spcBef>
            </a:pPr>
            <a:r>
              <a:rPr sz="1600" b="1" u="sng" dirty="0">
                <a:uFill>
                  <a:solidFill>
                    <a:srgbClr val="000000"/>
                  </a:solidFill>
                </a:uFill>
                <a:latin typeface="Corbel"/>
                <a:cs typeface="Corbel"/>
              </a:rPr>
              <a:t>Importance</a:t>
            </a:r>
            <a:r>
              <a:rPr sz="1600" b="1" u="sng" spc="-50" dirty="0">
                <a:uFill>
                  <a:solidFill>
                    <a:srgbClr val="000000"/>
                  </a:solidFill>
                </a:uFill>
                <a:latin typeface="Corbel"/>
                <a:cs typeface="Corbel"/>
              </a:rPr>
              <a:t> </a:t>
            </a:r>
            <a:r>
              <a:rPr sz="1600" b="1" u="sng" dirty="0">
                <a:uFill>
                  <a:solidFill>
                    <a:srgbClr val="000000"/>
                  </a:solidFill>
                </a:uFill>
                <a:latin typeface="Corbel"/>
                <a:cs typeface="Corbel"/>
              </a:rPr>
              <a:t>of</a:t>
            </a:r>
            <a:r>
              <a:rPr sz="1600" b="1" u="sng" spc="-50" dirty="0">
                <a:uFill>
                  <a:solidFill>
                    <a:srgbClr val="000000"/>
                  </a:solidFill>
                </a:uFill>
                <a:latin typeface="Corbel"/>
                <a:cs typeface="Corbel"/>
              </a:rPr>
              <a:t> </a:t>
            </a:r>
            <a:r>
              <a:rPr sz="1600" b="1" u="sng" dirty="0">
                <a:uFill>
                  <a:solidFill>
                    <a:srgbClr val="000000"/>
                  </a:solidFill>
                </a:uFill>
                <a:latin typeface="Corbel"/>
                <a:cs typeface="Corbel"/>
              </a:rPr>
              <a:t>following</a:t>
            </a:r>
            <a:r>
              <a:rPr sz="1600" b="1" u="sng" spc="-55" dirty="0">
                <a:uFill>
                  <a:solidFill>
                    <a:srgbClr val="000000"/>
                  </a:solidFill>
                </a:uFill>
                <a:latin typeface="Corbel"/>
                <a:cs typeface="Corbel"/>
              </a:rPr>
              <a:t> </a:t>
            </a:r>
            <a:r>
              <a:rPr sz="1600" b="1" u="sng" dirty="0">
                <a:uFill>
                  <a:solidFill>
                    <a:srgbClr val="000000"/>
                  </a:solidFill>
                </a:uFill>
                <a:latin typeface="Corbel"/>
                <a:cs typeface="Corbel"/>
              </a:rPr>
              <a:t>original</a:t>
            </a:r>
            <a:r>
              <a:rPr sz="1600" b="1" u="sng" spc="-55" dirty="0">
                <a:uFill>
                  <a:solidFill>
                    <a:srgbClr val="000000"/>
                  </a:solidFill>
                </a:uFill>
                <a:latin typeface="Corbel"/>
                <a:cs typeface="Corbel"/>
              </a:rPr>
              <a:t> </a:t>
            </a:r>
            <a:r>
              <a:rPr sz="1600" b="1" u="sng" dirty="0">
                <a:uFill>
                  <a:solidFill>
                    <a:srgbClr val="000000"/>
                  </a:solidFill>
                </a:uFill>
                <a:latin typeface="Corbel"/>
                <a:cs typeface="Corbel"/>
              </a:rPr>
              <a:t>equipment</a:t>
            </a:r>
            <a:r>
              <a:rPr sz="1600" b="1" u="sng" spc="-45" dirty="0">
                <a:uFill>
                  <a:solidFill>
                    <a:srgbClr val="000000"/>
                  </a:solidFill>
                </a:uFill>
                <a:latin typeface="Corbel"/>
                <a:cs typeface="Corbel"/>
              </a:rPr>
              <a:t> </a:t>
            </a:r>
            <a:r>
              <a:rPr sz="1600" b="1" u="sng" dirty="0">
                <a:uFill>
                  <a:solidFill>
                    <a:srgbClr val="000000"/>
                  </a:solidFill>
                </a:uFill>
                <a:latin typeface="Corbel"/>
                <a:cs typeface="Corbel"/>
              </a:rPr>
              <a:t>manufacturer</a:t>
            </a:r>
            <a:r>
              <a:rPr sz="1600" b="1" u="sng" spc="220" dirty="0">
                <a:uFill>
                  <a:solidFill>
                    <a:srgbClr val="000000"/>
                  </a:solidFill>
                </a:uFill>
                <a:latin typeface="Corbel"/>
                <a:cs typeface="Corbel"/>
              </a:rPr>
              <a:t> </a:t>
            </a:r>
            <a:r>
              <a:rPr sz="1600" b="1" u="sng" spc="-10" dirty="0">
                <a:uFill>
                  <a:solidFill>
                    <a:srgbClr val="000000"/>
                  </a:solidFill>
                </a:uFill>
                <a:latin typeface="Corbel"/>
                <a:cs typeface="Corbel"/>
              </a:rPr>
              <a:t>(OEM)</a:t>
            </a:r>
            <a:endParaRPr sz="1600" dirty="0">
              <a:latin typeface="Corbel"/>
              <a:cs typeface="Corbe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340</TotalTime>
  <Words>16911</Words>
  <Application>Microsoft Office PowerPoint</Application>
  <PresentationFormat>Widescreen</PresentationFormat>
  <Paragraphs>1336</Paragraphs>
  <Slides>80</Slides>
  <Notes>53</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80</vt:i4>
      </vt:variant>
    </vt:vector>
  </HeadingPairs>
  <TitlesOfParts>
    <vt:vector size="85" baseType="lpstr">
      <vt:lpstr>Arial MT</vt:lpstr>
      <vt:lpstr>Calibri</vt:lpstr>
      <vt:lpstr>Corbel</vt:lpstr>
      <vt:lpstr>Wingdings</vt:lpstr>
      <vt:lpstr>Office Theme</vt:lpstr>
      <vt:lpstr>PowerPoint Presentation</vt:lpstr>
      <vt:lpstr>PowerPoint Presentation</vt:lpstr>
      <vt:lpstr>040 01 00: Navigation 040 01 01: Geographic coordinate system used in basic navigation</vt:lpstr>
      <vt:lpstr>Latitude and longitude</vt:lpstr>
      <vt:lpstr>040 01 02: Concept of Global Navigation Satellite System:</vt:lpstr>
      <vt:lpstr>Basic principles of operation and common errors</vt:lpstr>
      <vt:lpstr>PowerPoint Presentation</vt:lpstr>
      <vt:lpstr>PowerPoint Presentation</vt:lpstr>
      <vt:lpstr>PowerPoint Presentation</vt:lpstr>
      <vt:lpstr>PowerPoint Presentation</vt:lpstr>
      <vt:lpstr>Factors affecting accuracy of satellite navigation systems</vt:lpstr>
      <vt:lpstr>040 01 03: Examples of navigation systems:</vt:lpstr>
      <vt:lpstr>Other forms of navigation systems</vt:lpstr>
      <vt:lpstr>PowerPoint Presentation</vt:lpstr>
      <vt:lpstr>PowerPoint Presentation</vt:lpstr>
      <vt:lpstr>040 01 04: Other forms of guidance systems</vt:lpstr>
      <vt:lpstr>Infra-red (IR) system</vt:lpstr>
      <vt:lpstr>Ultrasound system</vt:lpstr>
      <vt:lpstr>Light Detection and Ranging (LIDAR) system</vt:lpstr>
      <vt:lpstr>040 02 00: Meteorology 040 02 01: Atmospheric properties and their effects on UA performance:</vt:lpstr>
      <vt:lpstr>PowerPoint Presentation</vt:lpstr>
      <vt:lpstr>PowerPoint Presentation</vt:lpstr>
      <vt:lpstr>040 02 02: Basic altimetry terms:</vt:lpstr>
      <vt:lpstr>040 02 03: Characteristics of the cloud types:</vt:lpstr>
      <vt:lpstr>040 02 04: Different types of winds and their impact on UA ground speeds during operations:</vt:lpstr>
      <vt:lpstr>Tailwind</vt:lpstr>
      <vt:lpstr>Crosswind</vt:lpstr>
      <vt:lpstr>040 02 05: How to obtain and interpret reliable weather information:</vt:lpstr>
      <vt:lpstr>Meteorological Terminal Air Report (METAR)</vt:lpstr>
      <vt:lpstr>PowerPoint Presentation</vt:lpstr>
      <vt:lpstr>050 01 00: Human Factors in Aviation</vt:lpstr>
      <vt:lpstr>050 01 00: Human Factors in Aviation 050 01 01: Understand the SHELL model</vt:lpstr>
      <vt:lpstr>050 01 00: Human Factors in Aviation 050 01 01: Understand the SHELL model</vt:lpstr>
      <vt:lpstr>050 01 00: Human Factors in Aviation 050 01 01: Understand the SHELL model</vt:lpstr>
      <vt:lpstr>050 01 00: Human Factors in Aviation 050 01 01: Understand the SHELL model</vt:lpstr>
      <vt:lpstr>050 01 00: Human Factors in Aviation 050 01 01: Understand the SHELL model</vt:lpstr>
      <vt:lpstr>050 02 00: Physiology – Vision 050 02 01: Visual illusions during UAS operations:</vt:lpstr>
      <vt:lpstr>050 02 00: Physiology – Vision 050 02 01: Visual illusions during UAS operations:</vt:lpstr>
      <vt:lpstr>050 02 00: Physiology – Vision 050 02 01: Visual illusions during UAS operations:</vt:lpstr>
      <vt:lpstr>050 02 02: Effects of sun-blindness and how to overcome it</vt:lpstr>
      <vt:lpstr>050 02 03: Visual scanning techniques</vt:lpstr>
      <vt:lpstr>PowerPoint Presentation</vt:lpstr>
      <vt:lpstr>050 03 02: Effects of intoxication during UAS operations</vt:lpstr>
      <vt:lpstr>050 03 03: Effects of medications during UAS operations</vt:lpstr>
      <vt:lpstr>050 04 00: Psychology – Fatigue 050 04 01: Causes of fatigue</vt:lpstr>
      <vt:lpstr>050 04 00: Psychology – Fatigue 050 04 01: Causes of fatigue</vt:lpstr>
      <vt:lpstr>050 04 02: Effects of fatigue on UAS operations</vt:lpstr>
      <vt:lpstr>050 04 03: Fatigue management techniques</vt:lpstr>
      <vt:lpstr>050 05 00: Psychology – Stress 050 05 01: Causes of stress</vt:lpstr>
      <vt:lpstr>050 05 02: Effects of stress on UAS operations</vt:lpstr>
      <vt:lpstr>050 05 03: Stress management techniques</vt:lpstr>
      <vt:lpstr>PowerPoint Presentation</vt:lpstr>
      <vt:lpstr>060 01 00: Operational Risks and Hazards 060 01 01: Define risk and hazard</vt:lpstr>
      <vt:lpstr>Identify risk and hazards using 5 risk elements</vt:lpstr>
      <vt:lpstr>060 01 02: Identify Risk and hazards using the following models:</vt:lpstr>
      <vt:lpstr>PowerPoint Presentation</vt:lpstr>
      <vt:lpstr>PowerPoint Presentation</vt:lpstr>
      <vt:lpstr>IMSAFE checklist</vt:lpstr>
      <vt:lpstr>060 01 03: General steps to perform risk assessment</vt:lpstr>
      <vt:lpstr>Importance of making sound aeronautical decisions:</vt:lpstr>
      <vt:lpstr>060 02 02: Importance of making sound aeronautical decisions:</vt:lpstr>
      <vt:lpstr>060 02 03: The dangers of Get-Home-Itis mindsets on UAS operations</vt:lpstr>
      <vt:lpstr>060 02 04: Crew resource management (CRM) and how it can contribute to safety of UAS operations</vt:lpstr>
      <vt:lpstr>060 02 05: 5 hazardous attitudes that may impact the safety of UAS operations:</vt:lpstr>
      <vt:lpstr>060 03 00: UAS Operations 060 03 01: Common phases and describe the checks conducted and/or considerations for each phase:</vt:lpstr>
      <vt:lpstr>PowerPoint Presentation</vt:lpstr>
      <vt:lpstr>PowerPoint Presentation</vt:lpstr>
      <vt:lpstr>060 03 00: UAS Operations 060 03 01: Common phases and describe the checks conducted and/or considerations for each phase:</vt:lpstr>
      <vt:lpstr>060 03 00: UAS Operations 060 03 01: Common phases and describe the checks conducted and/or considerations for each phase:</vt:lpstr>
      <vt:lpstr>060 03 00: UAS Operations 060 03 01: Common phases and describe the checks conducted and/or considerations for each phase:</vt:lpstr>
      <vt:lpstr>060 03 00: UAS Operations 060 03 01: Common phases and describe the checks conducted and/or considerations for each phase:</vt:lpstr>
      <vt:lpstr>060 03 02: Importance of contingency/emergency procedures and the common handling procedures:</vt:lpstr>
      <vt:lpstr>060 03 02: Common handling procedures:</vt:lpstr>
      <vt:lpstr>060 03 02: Common handling procedures:</vt:lpstr>
      <vt:lpstr>060 03 02: Common handling procedures:</vt:lpstr>
      <vt:lpstr>060 03 02: Common handling procedures:</vt:lpstr>
      <vt:lpstr>060 03 02: Common handling procedures:</vt:lpstr>
      <vt:lpstr>PowerPoint Presentation</vt:lpstr>
      <vt:lpstr>PowerPoint Presentation</vt:lpstr>
      <vt:lpstr>UAS owners and operators or anyone that is conducting a repair should follow the (OEM) guidelines.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tes test</cp:lastModifiedBy>
  <cp:revision>67</cp:revision>
  <dcterms:created xsi:type="dcterms:W3CDTF">2025-11-30T05:57:47Z</dcterms:created>
  <dcterms:modified xsi:type="dcterms:W3CDTF">2025-12-02T02:13:18Z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2023-03-14T00:00:00Z</vt:filetime>
  </property>
  <property fmtid="{D5CDD505-2E9C-101B-9397-08002B2CF9AE}" pid="3" name="LastSaved">
    <vt:filetime>2025-11-30T00:00:00Z</vt:filetime>
  </property>
  <property fmtid="{D5CDD505-2E9C-101B-9397-08002B2CF9AE}" pid="4" name="Producer">
    <vt:lpwstr>macOS Version 13.2.1 (Build 22D68) Quartz PDFContext</vt:lpwstr>
  </property>
</Properties>
</file>